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8003838" cy="18003838"/>
  <p:notesSz cx="6858000" cy="9144000"/>
  <p:defaultTextStyle>
    <a:defPPr>
      <a:defRPr lang="en-US"/>
    </a:defPPr>
    <a:lvl1pPr marL="0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1pPr>
    <a:lvl2pPr marL="881703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2pPr>
    <a:lvl3pPr marL="1763406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3pPr>
    <a:lvl4pPr marL="2645109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4pPr>
    <a:lvl5pPr marL="3526813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5pPr>
    <a:lvl6pPr marL="4408516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6pPr>
    <a:lvl7pPr marL="5290219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7pPr>
    <a:lvl8pPr marL="6171922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8pPr>
    <a:lvl9pPr marL="7053625" algn="l" defTabSz="881703" rtl="0" eaLnBrk="1" latinLnBrk="0" hangingPunct="1">
      <a:defRPr sz="3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9" d="100"/>
          <a:sy n="29" d="100"/>
        </p:scale>
        <p:origin x="-2552" y="-128"/>
      </p:cViewPr>
      <p:guideLst>
        <p:guide orient="horz" pos="5672"/>
        <p:guide pos="567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291" y="5592863"/>
            <a:ext cx="15303262" cy="385915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576" y="10202178"/>
            <a:ext cx="12602687" cy="460097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8817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7634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6451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526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4085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2902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1719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0536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10/12/14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34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10/12/14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184" y="11569134"/>
            <a:ext cx="15303262" cy="3575762"/>
          </a:xfrm>
        </p:spPr>
        <p:txBody>
          <a:bodyPr anchor="t"/>
          <a:lstStyle>
            <a:lvl1pPr algn="l">
              <a:defRPr sz="7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2184" y="7630797"/>
            <a:ext cx="15303262" cy="3938338"/>
          </a:xfrm>
        </p:spPr>
        <p:txBody>
          <a:bodyPr anchor="b"/>
          <a:lstStyle>
            <a:lvl1pPr marL="0" indent="0">
              <a:buNone/>
              <a:defRPr sz="3900">
                <a:solidFill>
                  <a:schemeClr val="tx1">
                    <a:tint val="75000"/>
                  </a:schemeClr>
                </a:solidFill>
              </a:defRPr>
            </a:lvl1pPr>
            <a:lvl2pPr marL="881703" indent="0">
              <a:buNone/>
              <a:defRPr sz="3400">
                <a:solidFill>
                  <a:schemeClr val="tx1">
                    <a:tint val="75000"/>
                  </a:schemeClr>
                </a:solidFill>
              </a:defRPr>
            </a:lvl2pPr>
            <a:lvl3pPr marL="1763406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64510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4pPr>
            <a:lvl5pPr marL="3526813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5pPr>
            <a:lvl6pPr marL="4408516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6pPr>
            <a:lvl7pPr marL="5290219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7pPr>
            <a:lvl8pPr marL="6171922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8pPr>
            <a:lvl9pPr marL="7053625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10/12/14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7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97" y="4200899"/>
            <a:ext cx="7951695" cy="11881700"/>
          </a:xfrm>
        </p:spPr>
        <p:txBody>
          <a:bodyPr/>
          <a:lstStyle>
            <a:lvl1pPr>
              <a:defRPr sz="5300"/>
            </a:lvl1pPr>
            <a:lvl2pPr>
              <a:defRPr sz="4600"/>
            </a:lvl2pPr>
            <a:lvl3pPr>
              <a:defRPr sz="390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51956" y="4200899"/>
            <a:ext cx="7951695" cy="11881700"/>
          </a:xfrm>
        </p:spPr>
        <p:txBody>
          <a:bodyPr/>
          <a:lstStyle>
            <a:lvl1pPr>
              <a:defRPr sz="5300"/>
            </a:lvl1pPr>
            <a:lvl2pPr>
              <a:defRPr sz="4600"/>
            </a:lvl2pPr>
            <a:lvl3pPr>
              <a:defRPr sz="390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10/12/14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92" y="4030029"/>
            <a:ext cx="7954823" cy="1679523"/>
          </a:xfrm>
        </p:spPr>
        <p:txBody>
          <a:bodyPr anchor="b"/>
          <a:lstStyle>
            <a:lvl1pPr marL="0" indent="0">
              <a:buNone/>
              <a:defRPr sz="4600" b="1"/>
            </a:lvl1pPr>
            <a:lvl2pPr marL="881703" indent="0">
              <a:buNone/>
              <a:defRPr sz="3900" b="1"/>
            </a:lvl2pPr>
            <a:lvl3pPr marL="1763406" indent="0">
              <a:buNone/>
              <a:defRPr sz="3400" b="1"/>
            </a:lvl3pPr>
            <a:lvl4pPr marL="2645109" indent="0">
              <a:buNone/>
              <a:defRPr sz="3200" b="1"/>
            </a:lvl4pPr>
            <a:lvl5pPr marL="3526813" indent="0">
              <a:buNone/>
              <a:defRPr sz="3200" b="1"/>
            </a:lvl5pPr>
            <a:lvl6pPr marL="4408516" indent="0">
              <a:buNone/>
              <a:defRPr sz="3200" b="1"/>
            </a:lvl6pPr>
            <a:lvl7pPr marL="5290219" indent="0">
              <a:buNone/>
              <a:defRPr sz="3200" b="1"/>
            </a:lvl7pPr>
            <a:lvl8pPr marL="6171922" indent="0">
              <a:buNone/>
              <a:defRPr sz="3200" b="1"/>
            </a:lvl8pPr>
            <a:lvl9pPr marL="7053625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0192" y="5709553"/>
            <a:ext cx="7954823" cy="10373044"/>
          </a:xfrm>
        </p:spPr>
        <p:txBody>
          <a:bodyPr/>
          <a:lstStyle>
            <a:lvl1pPr>
              <a:defRPr sz="4600"/>
            </a:lvl1pPr>
            <a:lvl2pPr>
              <a:defRPr sz="3900"/>
            </a:lvl2pPr>
            <a:lvl3pPr>
              <a:defRPr sz="34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45706" y="4030029"/>
            <a:ext cx="7957945" cy="1679523"/>
          </a:xfrm>
        </p:spPr>
        <p:txBody>
          <a:bodyPr anchor="b"/>
          <a:lstStyle>
            <a:lvl1pPr marL="0" indent="0">
              <a:buNone/>
              <a:defRPr sz="4600" b="1"/>
            </a:lvl1pPr>
            <a:lvl2pPr marL="881703" indent="0">
              <a:buNone/>
              <a:defRPr sz="3900" b="1"/>
            </a:lvl2pPr>
            <a:lvl3pPr marL="1763406" indent="0">
              <a:buNone/>
              <a:defRPr sz="3400" b="1"/>
            </a:lvl3pPr>
            <a:lvl4pPr marL="2645109" indent="0">
              <a:buNone/>
              <a:defRPr sz="3200" b="1"/>
            </a:lvl4pPr>
            <a:lvl5pPr marL="3526813" indent="0">
              <a:buNone/>
              <a:defRPr sz="3200" b="1"/>
            </a:lvl5pPr>
            <a:lvl6pPr marL="4408516" indent="0">
              <a:buNone/>
              <a:defRPr sz="3200" b="1"/>
            </a:lvl6pPr>
            <a:lvl7pPr marL="5290219" indent="0">
              <a:buNone/>
              <a:defRPr sz="3200" b="1"/>
            </a:lvl7pPr>
            <a:lvl8pPr marL="6171922" indent="0">
              <a:buNone/>
              <a:defRPr sz="3200" b="1"/>
            </a:lvl8pPr>
            <a:lvl9pPr marL="7053625" indent="0">
              <a:buNone/>
              <a:defRPr sz="3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45706" y="5709553"/>
            <a:ext cx="7957945" cy="10373044"/>
          </a:xfrm>
        </p:spPr>
        <p:txBody>
          <a:bodyPr/>
          <a:lstStyle>
            <a:lvl1pPr>
              <a:defRPr sz="4600"/>
            </a:lvl1pPr>
            <a:lvl2pPr>
              <a:defRPr sz="3900"/>
            </a:lvl2pPr>
            <a:lvl3pPr>
              <a:defRPr sz="34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10/12/14 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61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10/12/14 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44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10/12/14 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783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92" y="716818"/>
            <a:ext cx="5923140" cy="3050650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9000" y="716821"/>
            <a:ext cx="10064646" cy="15365778"/>
          </a:xfrm>
        </p:spPr>
        <p:txBody>
          <a:bodyPr/>
          <a:lstStyle>
            <a:lvl1pPr>
              <a:defRPr sz="6100"/>
            </a:lvl1pPr>
            <a:lvl2pPr>
              <a:defRPr sz="5300"/>
            </a:lvl2pPr>
            <a:lvl3pPr>
              <a:defRPr sz="4600"/>
            </a:lvl3pPr>
            <a:lvl4pPr>
              <a:defRPr sz="3900"/>
            </a:lvl4pPr>
            <a:lvl5pPr>
              <a:defRPr sz="3900"/>
            </a:lvl5pPr>
            <a:lvl6pPr>
              <a:defRPr sz="3900"/>
            </a:lvl6pPr>
            <a:lvl7pPr>
              <a:defRPr sz="3900"/>
            </a:lvl7pPr>
            <a:lvl8pPr>
              <a:defRPr sz="3900"/>
            </a:lvl8pPr>
            <a:lvl9pPr>
              <a:defRPr sz="3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192" y="3767474"/>
            <a:ext cx="5923140" cy="12315127"/>
          </a:xfrm>
        </p:spPr>
        <p:txBody>
          <a:bodyPr/>
          <a:lstStyle>
            <a:lvl1pPr marL="0" indent="0">
              <a:buNone/>
              <a:defRPr sz="2700"/>
            </a:lvl1pPr>
            <a:lvl2pPr marL="881703" indent="0">
              <a:buNone/>
              <a:defRPr sz="2200"/>
            </a:lvl2pPr>
            <a:lvl3pPr marL="1763406" indent="0">
              <a:buNone/>
              <a:defRPr sz="1900"/>
            </a:lvl3pPr>
            <a:lvl4pPr marL="2645109" indent="0">
              <a:buNone/>
              <a:defRPr sz="1700"/>
            </a:lvl4pPr>
            <a:lvl5pPr marL="3526813" indent="0">
              <a:buNone/>
              <a:defRPr sz="1700"/>
            </a:lvl5pPr>
            <a:lvl6pPr marL="4408516" indent="0">
              <a:buNone/>
              <a:defRPr sz="1700"/>
            </a:lvl6pPr>
            <a:lvl7pPr marL="5290219" indent="0">
              <a:buNone/>
              <a:defRPr sz="1700"/>
            </a:lvl7pPr>
            <a:lvl8pPr marL="6171922" indent="0">
              <a:buNone/>
              <a:defRPr sz="1700"/>
            </a:lvl8pPr>
            <a:lvl9pPr marL="7053625" indent="0">
              <a:buNone/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10/12/14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09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878" y="12602688"/>
            <a:ext cx="10802303" cy="1487819"/>
          </a:xfrm>
        </p:spPr>
        <p:txBody>
          <a:bodyPr anchor="b"/>
          <a:lstStyle>
            <a:lvl1pPr algn="l">
              <a:defRPr sz="39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28878" y="1608677"/>
            <a:ext cx="10802303" cy="10802303"/>
          </a:xfrm>
        </p:spPr>
        <p:txBody>
          <a:bodyPr/>
          <a:lstStyle>
            <a:lvl1pPr marL="0" indent="0">
              <a:buNone/>
              <a:defRPr sz="6100"/>
            </a:lvl1pPr>
            <a:lvl2pPr marL="881703" indent="0">
              <a:buNone/>
              <a:defRPr sz="5300"/>
            </a:lvl2pPr>
            <a:lvl3pPr marL="1763406" indent="0">
              <a:buNone/>
              <a:defRPr sz="4600"/>
            </a:lvl3pPr>
            <a:lvl4pPr marL="2645109" indent="0">
              <a:buNone/>
              <a:defRPr sz="3900"/>
            </a:lvl4pPr>
            <a:lvl5pPr marL="3526813" indent="0">
              <a:buNone/>
              <a:defRPr sz="3900"/>
            </a:lvl5pPr>
            <a:lvl6pPr marL="4408516" indent="0">
              <a:buNone/>
              <a:defRPr sz="3900"/>
            </a:lvl6pPr>
            <a:lvl7pPr marL="5290219" indent="0">
              <a:buNone/>
              <a:defRPr sz="3900"/>
            </a:lvl7pPr>
            <a:lvl8pPr marL="6171922" indent="0">
              <a:buNone/>
              <a:defRPr sz="3900"/>
            </a:lvl8pPr>
            <a:lvl9pPr marL="7053625" indent="0">
              <a:buNone/>
              <a:defRPr sz="3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8878" y="14090509"/>
            <a:ext cx="10802303" cy="2112948"/>
          </a:xfrm>
        </p:spPr>
        <p:txBody>
          <a:bodyPr/>
          <a:lstStyle>
            <a:lvl1pPr marL="0" indent="0">
              <a:buNone/>
              <a:defRPr sz="2700"/>
            </a:lvl1pPr>
            <a:lvl2pPr marL="881703" indent="0">
              <a:buNone/>
              <a:defRPr sz="2200"/>
            </a:lvl2pPr>
            <a:lvl3pPr marL="1763406" indent="0">
              <a:buNone/>
              <a:defRPr sz="1900"/>
            </a:lvl3pPr>
            <a:lvl4pPr marL="2645109" indent="0">
              <a:buNone/>
              <a:defRPr sz="1700"/>
            </a:lvl4pPr>
            <a:lvl5pPr marL="3526813" indent="0">
              <a:buNone/>
              <a:defRPr sz="1700"/>
            </a:lvl5pPr>
            <a:lvl6pPr marL="4408516" indent="0">
              <a:buNone/>
              <a:defRPr sz="1700"/>
            </a:lvl6pPr>
            <a:lvl7pPr marL="5290219" indent="0">
              <a:buNone/>
              <a:defRPr sz="1700"/>
            </a:lvl7pPr>
            <a:lvl8pPr marL="6171922" indent="0">
              <a:buNone/>
              <a:defRPr sz="1700"/>
            </a:lvl8pPr>
            <a:lvl9pPr marL="7053625" indent="0">
              <a:buNone/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10/12/14 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9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10/12/14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5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52787" y="720991"/>
            <a:ext cx="4050864" cy="153616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93" y="720991"/>
            <a:ext cx="11852527" cy="153616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272D-563D-F34A-A5C4-46D1B5A0E3F5}" type="datetimeFigureOut">
              <a:rPr lang="en-US" smtClean="0"/>
              <a:t>10/12/14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5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0195" y="720989"/>
            <a:ext cx="16203454" cy="3000642"/>
          </a:xfrm>
          <a:prstGeom prst="rect">
            <a:avLst/>
          </a:prstGeom>
        </p:spPr>
        <p:txBody>
          <a:bodyPr vert="horz" lIns="176341" tIns="88171" rIns="176341" bIns="8817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95" y="4200899"/>
            <a:ext cx="16203454" cy="11881700"/>
          </a:xfrm>
          <a:prstGeom prst="rect">
            <a:avLst/>
          </a:prstGeom>
        </p:spPr>
        <p:txBody>
          <a:bodyPr vert="horz" lIns="176341" tIns="88171" rIns="176341" bIns="8817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0192" y="16686895"/>
            <a:ext cx="4200896" cy="958537"/>
          </a:xfrm>
          <a:prstGeom prst="rect">
            <a:avLst/>
          </a:prstGeom>
        </p:spPr>
        <p:txBody>
          <a:bodyPr vert="horz" lIns="176341" tIns="88171" rIns="176341" bIns="88171" rtlCol="0" anchor="ctr"/>
          <a:lstStyle>
            <a:lvl1pPr algn="l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5272D-563D-F34A-A5C4-46D1B5A0E3F5}" type="datetimeFigureOut">
              <a:rPr lang="en-US" smtClean="0"/>
              <a:t>10/12/14 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51315" y="16686895"/>
            <a:ext cx="5701215" cy="958537"/>
          </a:xfrm>
          <a:prstGeom prst="rect">
            <a:avLst/>
          </a:prstGeom>
        </p:spPr>
        <p:txBody>
          <a:bodyPr vert="horz" lIns="176341" tIns="88171" rIns="176341" bIns="88171" rtlCol="0" anchor="ctr"/>
          <a:lstStyle>
            <a:lvl1pPr algn="ct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02753" y="16686895"/>
            <a:ext cx="4200896" cy="958537"/>
          </a:xfrm>
          <a:prstGeom prst="rect">
            <a:avLst/>
          </a:prstGeom>
        </p:spPr>
        <p:txBody>
          <a:bodyPr vert="horz" lIns="176341" tIns="88171" rIns="176341" bIns="88171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0CA38-AC8A-AE42-93CC-C7C6D1944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9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81703" rtl="0" eaLnBrk="1" latinLnBrk="0" hangingPunct="1">
        <a:spcBef>
          <a:spcPct val="0"/>
        </a:spcBef>
        <a:buNone/>
        <a:defRPr sz="8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61277" indent="-661277" algn="l" defTabSz="881703" rtl="0" eaLnBrk="1" latinLnBrk="0" hangingPunct="1">
        <a:spcBef>
          <a:spcPct val="20000"/>
        </a:spcBef>
        <a:buFont typeface="Arial"/>
        <a:buChar char="•"/>
        <a:defRPr sz="6100" kern="1200">
          <a:solidFill>
            <a:schemeClr val="tx1"/>
          </a:solidFill>
          <a:latin typeface="+mn-lt"/>
          <a:ea typeface="+mn-ea"/>
          <a:cs typeface="+mn-cs"/>
        </a:defRPr>
      </a:lvl1pPr>
      <a:lvl2pPr marL="1432768" indent="-551065" algn="l" defTabSz="881703" rtl="0" eaLnBrk="1" latinLnBrk="0" hangingPunct="1">
        <a:spcBef>
          <a:spcPct val="20000"/>
        </a:spcBef>
        <a:buFont typeface="Arial"/>
        <a:buChar char="–"/>
        <a:defRPr sz="5300" kern="1200">
          <a:solidFill>
            <a:schemeClr val="tx1"/>
          </a:solidFill>
          <a:latin typeface="+mn-lt"/>
          <a:ea typeface="+mn-ea"/>
          <a:cs typeface="+mn-cs"/>
        </a:defRPr>
      </a:lvl2pPr>
      <a:lvl3pPr marL="2204257" indent="-440850" algn="l" defTabSz="881703" rtl="0" eaLnBrk="1" latinLnBrk="0" hangingPunct="1">
        <a:spcBef>
          <a:spcPct val="20000"/>
        </a:spcBef>
        <a:buFont typeface="Arial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3pPr>
      <a:lvl4pPr marL="3085962" indent="-440850" algn="l" defTabSz="881703" rtl="0" eaLnBrk="1" latinLnBrk="0" hangingPunct="1">
        <a:spcBef>
          <a:spcPct val="20000"/>
        </a:spcBef>
        <a:buFont typeface="Arial"/>
        <a:buChar char="–"/>
        <a:defRPr sz="3900" kern="1200">
          <a:solidFill>
            <a:schemeClr val="tx1"/>
          </a:solidFill>
          <a:latin typeface="+mn-lt"/>
          <a:ea typeface="+mn-ea"/>
          <a:cs typeface="+mn-cs"/>
        </a:defRPr>
      </a:lvl4pPr>
      <a:lvl5pPr marL="3967665" indent="-440850" algn="l" defTabSz="881703" rtl="0" eaLnBrk="1" latinLnBrk="0" hangingPunct="1">
        <a:spcBef>
          <a:spcPct val="20000"/>
        </a:spcBef>
        <a:buFont typeface="Arial"/>
        <a:buChar char="»"/>
        <a:defRPr sz="3900" kern="1200">
          <a:solidFill>
            <a:schemeClr val="tx1"/>
          </a:solidFill>
          <a:latin typeface="+mn-lt"/>
          <a:ea typeface="+mn-ea"/>
          <a:cs typeface="+mn-cs"/>
        </a:defRPr>
      </a:lvl5pPr>
      <a:lvl6pPr marL="4849366" indent="-440850" algn="l" defTabSz="881703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6pPr>
      <a:lvl7pPr marL="5731072" indent="-440850" algn="l" defTabSz="881703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7pPr>
      <a:lvl8pPr marL="6612772" indent="-440850" algn="l" defTabSz="881703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8pPr>
      <a:lvl9pPr marL="7494478" indent="-440850" algn="l" defTabSz="881703" rtl="0" eaLnBrk="1" latinLnBrk="0" hangingPunct="1">
        <a:spcBef>
          <a:spcPct val="20000"/>
        </a:spcBef>
        <a:buFont typeface="Arial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81703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763406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645109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4pPr>
      <a:lvl5pPr marL="3526813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5pPr>
      <a:lvl6pPr marL="4408516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290219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6171922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7053625" algn="l" defTabSz="881703" rtl="0" eaLnBrk="1" latinLnBrk="0" hangingPunct="1"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208" descr="ggapi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0162" y="9316753"/>
            <a:ext cx="1664437" cy="1664681"/>
          </a:xfrm>
          <a:prstGeom prst="rect">
            <a:avLst/>
          </a:prstGeom>
        </p:spPr>
      </p:pic>
      <p:pic>
        <p:nvPicPr>
          <p:cNvPr id="212" name="Picture 211" descr="facebook-logo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7024" y="4637160"/>
            <a:ext cx="1036299" cy="1036451"/>
          </a:xfrm>
          <a:prstGeom prst="rect">
            <a:avLst/>
          </a:prstGeom>
        </p:spPr>
      </p:pic>
      <p:sp>
        <p:nvSpPr>
          <p:cNvPr id="213" name="Rectangle 212"/>
          <p:cNvSpPr/>
          <p:nvPr/>
        </p:nvSpPr>
        <p:spPr>
          <a:xfrm>
            <a:off x="3817839" y="861917"/>
            <a:ext cx="10652439" cy="15559852"/>
          </a:xfrm>
          <a:prstGeom prst="rect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endParaRPr lang="en-US" sz="1800"/>
          </a:p>
        </p:txBody>
      </p:sp>
      <p:sp>
        <p:nvSpPr>
          <p:cNvPr id="214" name="Oval 213"/>
          <p:cNvSpPr/>
          <p:nvPr/>
        </p:nvSpPr>
        <p:spPr>
          <a:xfrm>
            <a:off x="7430857" y="3974506"/>
            <a:ext cx="2459349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Share tutorial to Facebook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5" name="Oval 214"/>
          <p:cNvSpPr/>
          <p:nvPr/>
        </p:nvSpPr>
        <p:spPr>
          <a:xfrm>
            <a:off x="7798602" y="4850084"/>
            <a:ext cx="1784746" cy="67202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tutorial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6" name="Oval 215"/>
          <p:cNvSpPr/>
          <p:nvPr/>
        </p:nvSpPr>
        <p:spPr>
          <a:xfrm>
            <a:off x="7157811" y="5653710"/>
            <a:ext cx="3101170" cy="100659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Communicate via comments and likes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7" name="Oval 216"/>
          <p:cNvSpPr/>
          <p:nvPr/>
        </p:nvSpPr>
        <p:spPr>
          <a:xfrm>
            <a:off x="7604030" y="6758131"/>
            <a:ext cx="2122319" cy="94982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Follow other bloggers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8" name="Oval 217"/>
          <p:cNvSpPr/>
          <p:nvPr/>
        </p:nvSpPr>
        <p:spPr>
          <a:xfrm>
            <a:off x="7536208" y="8901683"/>
            <a:ext cx="2253917" cy="94206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Send private messages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9" name="Oval 218"/>
          <p:cNvSpPr/>
          <p:nvPr/>
        </p:nvSpPr>
        <p:spPr>
          <a:xfrm>
            <a:off x="7598403" y="9970522"/>
            <a:ext cx="2276986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Get notification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20" name="Oval 219"/>
          <p:cNvSpPr/>
          <p:nvPr/>
        </p:nvSpPr>
        <p:spPr>
          <a:xfrm>
            <a:off x="8173761" y="12545095"/>
            <a:ext cx="1190364" cy="69822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Log in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21" name="Oval 220"/>
          <p:cNvSpPr/>
          <p:nvPr/>
        </p:nvSpPr>
        <p:spPr>
          <a:xfrm>
            <a:off x="7933626" y="13354695"/>
            <a:ext cx="1430499" cy="74211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Log out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22" name="Oval 221"/>
          <p:cNvSpPr/>
          <p:nvPr/>
        </p:nvSpPr>
        <p:spPr>
          <a:xfrm>
            <a:off x="7888150" y="11689779"/>
            <a:ext cx="1553444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Explore shops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23" name="Straight Connector 222"/>
          <p:cNvCxnSpPr>
            <a:endCxn id="220" idx="2"/>
          </p:cNvCxnSpPr>
          <p:nvPr/>
        </p:nvCxnSpPr>
        <p:spPr>
          <a:xfrm>
            <a:off x="3118442" y="9174348"/>
            <a:ext cx="5055319" cy="3719861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/>
          <p:cNvCxnSpPr>
            <a:endCxn id="237" idx="2"/>
          </p:cNvCxnSpPr>
          <p:nvPr/>
        </p:nvCxnSpPr>
        <p:spPr>
          <a:xfrm flipV="1">
            <a:off x="3118442" y="3347646"/>
            <a:ext cx="4662297" cy="109720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/>
          <p:cNvCxnSpPr>
            <a:endCxn id="214" idx="2"/>
          </p:cNvCxnSpPr>
          <p:nvPr/>
        </p:nvCxnSpPr>
        <p:spPr>
          <a:xfrm flipV="1">
            <a:off x="3118442" y="4339235"/>
            <a:ext cx="4312415" cy="364729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/>
          <p:cNvCxnSpPr>
            <a:endCxn id="215" idx="2"/>
          </p:cNvCxnSpPr>
          <p:nvPr/>
        </p:nvCxnSpPr>
        <p:spPr>
          <a:xfrm flipV="1">
            <a:off x="3118442" y="5186099"/>
            <a:ext cx="4680160" cy="252186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/>
          <p:cNvCxnSpPr>
            <a:endCxn id="217" idx="2"/>
          </p:cNvCxnSpPr>
          <p:nvPr/>
        </p:nvCxnSpPr>
        <p:spPr>
          <a:xfrm flipV="1">
            <a:off x="3118442" y="7233045"/>
            <a:ext cx="4485588" cy="71513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/>
          <p:cNvCxnSpPr>
            <a:endCxn id="216" idx="2"/>
          </p:cNvCxnSpPr>
          <p:nvPr/>
        </p:nvCxnSpPr>
        <p:spPr>
          <a:xfrm flipV="1">
            <a:off x="3118442" y="6157010"/>
            <a:ext cx="4039369" cy="168450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Connector 228"/>
          <p:cNvCxnSpPr>
            <a:endCxn id="222" idx="2"/>
          </p:cNvCxnSpPr>
          <p:nvPr/>
        </p:nvCxnSpPr>
        <p:spPr>
          <a:xfrm>
            <a:off x="3118442" y="8999182"/>
            <a:ext cx="4769708" cy="3055326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Connector 229"/>
          <p:cNvCxnSpPr>
            <a:endCxn id="218" idx="2"/>
          </p:cNvCxnSpPr>
          <p:nvPr/>
        </p:nvCxnSpPr>
        <p:spPr>
          <a:xfrm>
            <a:off x="3118442" y="8312549"/>
            <a:ext cx="4417766" cy="1060166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/>
          <p:cNvCxnSpPr>
            <a:endCxn id="219" idx="2"/>
          </p:cNvCxnSpPr>
          <p:nvPr/>
        </p:nvCxnSpPr>
        <p:spPr>
          <a:xfrm>
            <a:off x="3118442" y="8539370"/>
            <a:ext cx="4479961" cy="1795881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/>
          <p:cNvCxnSpPr>
            <a:endCxn id="221" idx="2"/>
          </p:cNvCxnSpPr>
          <p:nvPr/>
        </p:nvCxnSpPr>
        <p:spPr>
          <a:xfrm>
            <a:off x="3118442" y="9372715"/>
            <a:ext cx="4815184" cy="435303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/>
          <p:cNvCxnSpPr>
            <a:stCxn id="214" idx="6"/>
          </p:cNvCxnSpPr>
          <p:nvPr/>
        </p:nvCxnSpPr>
        <p:spPr>
          <a:xfrm>
            <a:off x="9890206" y="4339235"/>
            <a:ext cx="5040044" cy="846864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5103869" y="5617344"/>
            <a:ext cx="1500906" cy="422395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800" b="1" dirty="0"/>
              <a:t>Facebook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5103610" y="10607213"/>
            <a:ext cx="1179010" cy="699394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pPr algn="ctr"/>
            <a:r>
              <a:rPr lang="en-US" sz="1800" b="1" dirty="0"/>
              <a:t>Google </a:t>
            </a:r>
          </a:p>
          <a:p>
            <a:pPr algn="ctr"/>
            <a:r>
              <a:rPr lang="en-US" sz="1800" b="1" dirty="0"/>
              <a:t>Map</a:t>
            </a:r>
          </a:p>
        </p:txBody>
      </p:sp>
      <p:sp>
        <p:nvSpPr>
          <p:cNvPr id="236" name="Oval 235"/>
          <p:cNvSpPr/>
          <p:nvPr/>
        </p:nvSpPr>
        <p:spPr>
          <a:xfrm>
            <a:off x="7700354" y="7841517"/>
            <a:ext cx="1957296" cy="94206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near by shops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37" name="Oval 236"/>
          <p:cNvSpPr/>
          <p:nvPr/>
        </p:nvSpPr>
        <p:spPr>
          <a:xfrm>
            <a:off x="7780739" y="2967699"/>
            <a:ext cx="1660855" cy="759893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Explore tutorials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38" name="Straight Connector 237"/>
          <p:cNvCxnSpPr>
            <a:endCxn id="236" idx="2"/>
          </p:cNvCxnSpPr>
          <p:nvPr/>
        </p:nvCxnSpPr>
        <p:spPr>
          <a:xfrm>
            <a:off x="3118442" y="8112401"/>
            <a:ext cx="4581912" cy="200148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/>
          <p:cNvCxnSpPr>
            <a:stCxn id="236" idx="6"/>
          </p:cNvCxnSpPr>
          <p:nvPr/>
        </p:nvCxnSpPr>
        <p:spPr>
          <a:xfrm>
            <a:off x="9657650" y="8312549"/>
            <a:ext cx="5314788" cy="1571832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Oval 239"/>
          <p:cNvSpPr/>
          <p:nvPr/>
        </p:nvSpPr>
        <p:spPr>
          <a:xfrm>
            <a:off x="7798602" y="10829502"/>
            <a:ext cx="1701748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Profile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41" name="Straight Connector 240"/>
          <p:cNvCxnSpPr>
            <a:endCxn id="240" idx="2"/>
          </p:cNvCxnSpPr>
          <p:nvPr/>
        </p:nvCxnSpPr>
        <p:spPr>
          <a:xfrm>
            <a:off x="3118442" y="8783581"/>
            <a:ext cx="4680160" cy="241065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6240985" y="1000706"/>
            <a:ext cx="6729662" cy="667779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b="1" dirty="0" smtClean="0"/>
              <a:t>HanDIYcraft Mobile Application</a:t>
            </a:r>
            <a:endParaRPr lang="en-US" b="1" dirty="0"/>
          </a:p>
        </p:txBody>
      </p:sp>
      <p:sp>
        <p:nvSpPr>
          <p:cNvPr id="243" name="TextBox 242"/>
          <p:cNvSpPr txBox="1"/>
          <p:nvPr/>
        </p:nvSpPr>
        <p:spPr>
          <a:xfrm>
            <a:off x="2002017" y="5471173"/>
            <a:ext cx="988725" cy="453173"/>
          </a:xfrm>
          <a:prstGeom prst="rect">
            <a:avLst/>
          </a:prstGeom>
          <a:noFill/>
        </p:spPr>
        <p:txBody>
          <a:bodyPr wrap="none" lIns="143990" tIns="71995" rIns="143990" bIns="71995" rtlCol="0">
            <a:spAutoFit/>
          </a:bodyPr>
          <a:lstStyle/>
          <a:p>
            <a:r>
              <a:rPr lang="en-US" sz="2000" b="1" dirty="0" smtClean="0"/>
              <a:t>Visitor</a:t>
            </a:r>
            <a:endParaRPr lang="en-US" sz="2000" b="1" dirty="0"/>
          </a:p>
        </p:txBody>
      </p:sp>
      <p:sp>
        <p:nvSpPr>
          <p:cNvPr id="244" name="TextBox 243"/>
          <p:cNvSpPr txBox="1"/>
          <p:nvPr/>
        </p:nvSpPr>
        <p:spPr>
          <a:xfrm>
            <a:off x="1935758" y="9408338"/>
            <a:ext cx="1370836" cy="422395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800" b="1" dirty="0"/>
              <a:t>Bloggers</a:t>
            </a:r>
          </a:p>
        </p:txBody>
      </p:sp>
      <p:cxnSp>
        <p:nvCxnSpPr>
          <p:cNvPr id="245" name="Straight Arrow Connector 244"/>
          <p:cNvCxnSpPr/>
          <p:nvPr/>
        </p:nvCxnSpPr>
        <p:spPr>
          <a:xfrm flipV="1">
            <a:off x="2492193" y="5877306"/>
            <a:ext cx="4187" cy="13684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TextBox 245"/>
          <p:cNvSpPr txBox="1"/>
          <p:nvPr/>
        </p:nvSpPr>
        <p:spPr>
          <a:xfrm>
            <a:off x="1243487" y="13243322"/>
            <a:ext cx="2347532" cy="453173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pPr algn="ctr"/>
            <a:r>
              <a:rPr lang="en-US" sz="2000" b="1" dirty="0" smtClean="0"/>
              <a:t>Shopkeepers</a:t>
            </a:r>
            <a:endParaRPr lang="en-US" sz="2000" b="1" dirty="0"/>
          </a:p>
        </p:txBody>
      </p:sp>
      <p:sp>
        <p:nvSpPr>
          <p:cNvPr id="247" name="Oval 246"/>
          <p:cNvSpPr/>
          <p:nvPr/>
        </p:nvSpPr>
        <p:spPr>
          <a:xfrm>
            <a:off x="5869128" y="14849060"/>
            <a:ext cx="1734902" cy="757233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Search bloggers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48" name="Oval 247"/>
          <p:cNvSpPr/>
          <p:nvPr/>
        </p:nvSpPr>
        <p:spPr>
          <a:xfrm>
            <a:off x="7897736" y="14132042"/>
            <a:ext cx="1602614" cy="787893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shop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49" name="Straight Connector 248"/>
          <p:cNvCxnSpPr>
            <a:endCxn id="218" idx="2"/>
          </p:cNvCxnSpPr>
          <p:nvPr/>
        </p:nvCxnSpPr>
        <p:spPr>
          <a:xfrm flipV="1">
            <a:off x="3118442" y="9372715"/>
            <a:ext cx="4417766" cy="218624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/>
          <p:cNvCxnSpPr>
            <a:endCxn id="219" idx="2"/>
          </p:cNvCxnSpPr>
          <p:nvPr/>
        </p:nvCxnSpPr>
        <p:spPr>
          <a:xfrm flipV="1">
            <a:off x="3118442" y="10335251"/>
            <a:ext cx="4479961" cy="1377503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/>
          <p:cNvCxnSpPr>
            <a:endCxn id="240" idx="2"/>
          </p:cNvCxnSpPr>
          <p:nvPr/>
        </p:nvCxnSpPr>
        <p:spPr>
          <a:xfrm flipV="1">
            <a:off x="3118442" y="11194231"/>
            <a:ext cx="4680160" cy="69876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/>
          <p:cNvCxnSpPr>
            <a:endCxn id="222" idx="2"/>
          </p:cNvCxnSpPr>
          <p:nvPr/>
        </p:nvCxnSpPr>
        <p:spPr>
          <a:xfrm>
            <a:off x="3118442" y="12054508"/>
            <a:ext cx="4769708" cy="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/>
          <p:cNvCxnSpPr>
            <a:endCxn id="220" idx="2"/>
          </p:cNvCxnSpPr>
          <p:nvPr/>
        </p:nvCxnSpPr>
        <p:spPr>
          <a:xfrm>
            <a:off x="3118442" y="12214222"/>
            <a:ext cx="5055319" cy="67998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/>
          <p:cNvCxnSpPr>
            <a:endCxn id="221" idx="2"/>
          </p:cNvCxnSpPr>
          <p:nvPr/>
        </p:nvCxnSpPr>
        <p:spPr>
          <a:xfrm>
            <a:off x="3118442" y="12419237"/>
            <a:ext cx="4815184" cy="130651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/>
          <p:cNvCxnSpPr>
            <a:endCxn id="248" idx="2"/>
          </p:cNvCxnSpPr>
          <p:nvPr/>
        </p:nvCxnSpPr>
        <p:spPr>
          <a:xfrm>
            <a:off x="3118442" y="12602686"/>
            <a:ext cx="4779294" cy="1923303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/>
          <p:cNvCxnSpPr>
            <a:endCxn id="247" idx="2"/>
          </p:cNvCxnSpPr>
          <p:nvPr/>
        </p:nvCxnSpPr>
        <p:spPr>
          <a:xfrm>
            <a:off x="3118442" y="12759566"/>
            <a:ext cx="2750686" cy="2468111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/>
          <p:cNvCxnSpPr>
            <a:stCxn id="268" idx="6"/>
          </p:cNvCxnSpPr>
          <p:nvPr/>
        </p:nvCxnSpPr>
        <p:spPr>
          <a:xfrm flipV="1">
            <a:off x="14243458" y="10335252"/>
            <a:ext cx="728980" cy="309103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/>
          <p:cNvCxnSpPr>
            <a:stCxn id="264" idx="7"/>
          </p:cNvCxnSpPr>
          <p:nvPr/>
        </p:nvCxnSpPr>
        <p:spPr>
          <a:xfrm flipV="1">
            <a:off x="13392426" y="10699980"/>
            <a:ext cx="1580012" cy="313591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Oval 258"/>
          <p:cNvSpPr/>
          <p:nvPr/>
        </p:nvSpPr>
        <p:spPr>
          <a:xfrm>
            <a:off x="8487187" y="15103957"/>
            <a:ext cx="1690802" cy="93108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blogger’s profile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62" name="Straight Arrow Connector 261"/>
          <p:cNvCxnSpPr>
            <a:stCxn id="273" idx="4"/>
            <a:endCxn id="259" idx="7"/>
          </p:cNvCxnSpPr>
          <p:nvPr/>
        </p:nvCxnSpPr>
        <p:spPr>
          <a:xfrm flipH="1">
            <a:off x="9930377" y="4141632"/>
            <a:ext cx="2966205" cy="11098679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 rot="17074237">
            <a:off x="11170280" y="7404300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sp>
        <p:nvSpPr>
          <p:cNvPr id="264" name="Oval 263"/>
          <p:cNvSpPr/>
          <p:nvPr/>
        </p:nvSpPr>
        <p:spPr>
          <a:xfrm>
            <a:off x="11486209" y="13756635"/>
            <a:ext cx="2233272" cy="54118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Pin location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65" name="Straight Arrow Connector 264"/>
          <p:cNvCxnSpPr>
            <a:stCxn id="264" idx="2"/>
            <a:endCxn id="248" idx="6"/>
          </p:cNvCxnSpPr>
          <p:nvPr/>
        </p:nvCxnSpPr>
        <p:spPr>
          <a:xfrm flipH="1">
            <a:off x="9500350" y="14027227"/>
            <a:ext cx="1985859" cy="498762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TextBox 265"/>
          <p:cNvSpPr txBox="1"/>
          <p:nvPr/>
        </p:nvSpPr>
        <p:spPr>
          <a:xfrm rot="20846275">
            <a:off x="10233613" y="13849492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sp>
        <p:nvSpPr>
          <p:cNvPr id="267" name="Oval 266"/>
          <p:cNvSpPr/>
          <p:nvPr/>
        </p:nvSpPr>
        <p:spPr>
          <a:xfrm>
            <a:off x="11489140" y="11348025"/>
            <a:ext cx="1649184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shop detail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68" name="Oval 267"/>
          <p:cNvSpPr/>
          <p:nvPr/>
        </p:nvSpPr>
        <p:spPr>
          <a:xfrm>
            <a:off x="12675585" y="10313355"/>
            <a:ext cx="1567873" cy="66199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location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69" name="Straight Arrow Connector 268"/>
          <p:cNvCxnSpPr>
            <a:stCxn id="268" idx="3"/>
            <a:endCxn id="267" idx="0"/>
          </p:cNvCxnSpPr>
          <p:nvPr/>
        </p:nvCxnSpPr>
        <p:spPr>
          <a:xfrm flipH="1">
            <a:off x="12313732" y="10878406"/>
            <a:ext cx="591463" cy="469619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 rot="19274824">
            <a:off x="12015512" y="10700394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sp>
        <p:nvSpPr>
          <p:cNvPr id="273" name="Oval 272"/>
          <p:cNvSpPr/>
          <p:nvPr/>
        </p:nvSpPr>
        <p:spPr>
          <a:xfrm>
            <a:off x="11849567" y="3417131"/>
            <a:ext cx="2094030" cy="724501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tutorial detail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274" name="Straight Arrow Connector 273"/>
          <p:cNvCxnSpPr>
            <a:stCxn id="273" idx="2"/>
            <a:endCxn id="237" idx="6"/>
          </p:cNvCxnSpPr>
          <p:nvPr/>
        </p:nvCxnSpPr>
        <p:spPr>
          <a:xfrm flipH="1" flipV="1">
            <a:off x="9441594" y="3347646"/>
            <a:ext cx="2407973" cy="431736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iga-toilet-m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071" y="3417131"/>
            <a:ext cx="953646" cy="2148623"/>
          </a:xfrm>
          <a:prstGeom prst="rect">
            <a:avLst/>
          </a:prstGeom>
        </p:spPr>
      </p:pic>
      <p:pic>
        <p:nvPicPr>
          <p:cNvPr id="73" name="Picture 72" descr="aiga-toilet-m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370" y="7292781"/>
            <a:ext cx="953646" cy="2148623"/>
          </a:xfrm>
          <a:prstGeom prst="rect">
            <a:avLst/>
          </a:prstGeom>
        </p:spPr>
      </p:pic>
      <p:pic>
        <p:nvPicPr>
          <p:cNvPr id="86" name="Picture 85" descr="aiga-toilet-men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876" y="11140541"/>
            <a:ext cx="953646" cy="2148623"/>
          </a:xfrm>
          <a:prstGeom prst="rect">
            <a:avLst/>
          </a:prstGeom>
        </p:spPr>
      </p:pic>
      <p:sp>
        <p:nvSpPr>
          <p:cNvPr id="70" name="Oval 69"/>
          <p:cNvSpPr/>
          <p:nvPr/>
        </p:nvSpPr>
        <p:spPr>
          <a:xfrm>
            <a:off x="7729341" y="1990833"/>
            <a:ext cx="1854007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Register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71" name="Straight Connector 70"/>
          <p:cNvCxnSpPr>
            <a:endCxn id="70" idx="2"/>
          </p:cNvCxnSpPr>
          <p:nvPr/>
        </p:nvCxnSpPr>
        <p:spPr>
          <a:xfrm flipV="1">
            <a:off x="3118442" y="2355562"/>
            <a:ext cx="4610899" cy="178607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 rot="1279930">
            <a:off x="7632061" y="15089155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cxnSp>
        <p:nvCxnSpPr>
          <p:cNvPr id="74" name="Straight Arrow Connector 73"/>
          <p:cNvCxnSpPr>
            <a:stCxn id="259" idx="2"/>
            <a:endCxn id="247" idx="6"/>
          </p:cNvCxnSpPr>
          <p:nvPr/>
        </p:nvCxnSpPr>
        <p:spPr>
          <a:xfrm flipH="1" flipV="1">
            <a:off x="7604030" y="15227677"/>
            <a:ext cx="883157" cy="341821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 rot="21009232">
            <a:off x="9773828" y="11556398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  <p:cxnSp>
        <p:nvCxnSpPr>
          <p:cNvPr id="77" name="Straight Arrow Connector 76"/>
          <p:cNvCxnSpPr>
            <a:stCxn id="267" idx="2"/>
            <a:endCxn id="222" idx="6"/>
          </p:cNvCxnSpPr>
          <p:nvPr/>
        </p:nvCxnSpPr>
        <p:spPr>
          <a:xfrm flipH="1">
            <a:off x="9441594" y="11712754"/>
            <a:ext cx="2047546" cy="341754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 rot="622023">
            <a:off x="10364418" y="3277457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</p:spTree>
    <p:extLst>
      <p:ext uri="{BB962C8B-B14F-4D97-AF65-F5344CB8AC3E}">
        <p14:creationId xmlns:p14="http://schemas.microsoft.com/office/powerpoint/2010/main" val="17941776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acebook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6133" y="6504737"/>
            <a:ext cx="1036299" cy="103645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73461" y="1961635"/>
            <a:ext cx="10223230" cy="13251571"/>
          </a:xfrm>
          <a:prstGeom prst="rect">
            <a:avLst/>
          </a:prstGeom>
          <a:noFill/>
          <a:ln w="38100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endParaRPr lang="en-US" sz="1800"/>
          </a:p>
        </p:txBody>
      </p:sp>
      <p:sp>
        <p:nvSpPr>
          <p:cNvPr id="6" name="Oval 5"/>
          <p:cNvSpPr/>
          <p:nvPr/>
        </p:nvSpPr>
        <p:spPr>
          <a:xfrm>
            <a:off x="7824397" y="5488713"/>
            <a:ext cx="2459349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Share tutorial to Facebook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8249232" y="7484921"/>
            <a:ext cx="1784746" cy="67202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tutorial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7563303" y="9546752"/>
            <a:ext cx="3101170" cy="1006599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Communicate via comments and likes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8057975" y="8503688"/>
            <a:ext cx="2122319" cy="94982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Follow other bloggers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18041" y="10921188"/>
            <a:ext cx="2253917" cy="942064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Send private messages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080236" y="11990027"/>
            <a:ext cx="2276986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Get notification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8574245" y="6424588"/>
            <a:ext cx="1190364" cy="69822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Log in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068619" y="13823437"/>
            <a:ext cx="2053652" cy="698227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Log out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/>
          <p:cNvCxnSpPr>
            <a:endCxn id="13" idx="2"/>
          </p:cNvCxnSpPr>
          <p:nvPr/>
        </p:nvCxnSpPr>
        <p:spPr>
          <a:xfrm flipV="1">
            <a:off x="3691229" y="6773702"/>
            <a:ext cx="4883016" cy="458528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34" idx="2"/>
          </p:cNvCxnSpPr>
          <p:nvPr/>
        </p:nvCxnSpPr>
        <p:spPr>
          <a:xfrm flipV="1">
            <a:off x="3691229" y="4497124"/>
            <a:ext cx="4483050" cy="172104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endCxn id="6" idx="2"/>
          </p:cNvCxnSpPr>
          <p:nvPr/>
        </p:nvCxnSpPr>
        <p:spPr>
          <a:xfrm flipV="1">
            <a:off x="3691229" y="5853442"/>
            <a:ext cx="4133168" cy="651295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endCxn id="7" idx="2"/>
          </p:cNvCxnSpPr>
          <p:nvPr/>
        </p:nvCxnSpPr>
        <p:spPr>
          <a:xfrm flipV="1">
            <a:off x="3691229" y="7820936"/>
            <a:ext cx="4558003" cy="3746887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9" idx="2"/>
          </p:cNvCxnSpPr>
          <p:nvPr/>
        </p:nvCxnSpPr>
        <p:spPr>
          <a:xfrm flipV="1">
            <a:off x="3691229" y="8978602"/>
            <a:ext cx="4366746" cy="2790479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endCxn id="8" idx="2"/>
          </p:cNvCxnSpPr>
          <p:nvPr/>
        </p:nvCxnSpPr>
        <p:spPr>
          <a:xfrm flipV="1">
            <a:off x="3691229" y="10050052"/>
            <a:ext cx="3872074" cy="1909794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11" idx="2"/>
          </p:cNvCxnSpPr>
          <p:nvPr/>
        </p:nvCxnSpPr>
        <p:spPr>
          <a:xfrm flipV="1">
            <a:off x="3691229" y="11392220"/>
            <a:ext cx="4326812" cy="777706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endCxn id="12" idx="2"/>
          </p:cNvCxnSpPr>
          <p:nvPr/>
        </p:nvCxnSpPr>
        <p:spPr>
          <a:xfrm>
            <a:off x="3691229" y="12354756"/>
            <a:ext cx="4389007" cy="0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endCxn id="14" idx="2"/>
          </p:cNvCxnSpPr>
          <p:nvPr/>
        </p:nvCxnSpPr>
        <p:spPr>
          <a:xfrm>
            <a:off x="3691229" y="12849007"/>
            <a:ext cx="4377390" cy="1323544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6"/>
          </p:cNvCxnSpPr>
          <p:nvPr/>
        </p:nvCxnSpPr>
        <p:spPr>
          <a:xfrm>
            <a:off x="10283746" y="5853442"/>
            <a:ext cx="4236552" cy="1169521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602978" y="7484921"/>
            <a:ext cx="1500906" cy="422395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800" b="1" dirty="0"/>
              <a:t>Facebook</a:t>
            </a:r>
          </a:p>
        </p:txBody>
      </p:sp>
      <p:sp>
        <p:nvSpPr>
          <p:cNvPr id="32" name="Oval 31"/>
          <p:cNvSpPr/>
          <p:nvPr/>
        </p:nvSpPr>
        <p:spPr>
          <a:xfrm>
            <a:off x="10608662" y="4780196"/>
            <a:ext cx="1960952" cy="825572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See tutorial detail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8174279" y="4117177"/>
            <a:ext cx="1660855" cy="759893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Explore tutorials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8280435" y="12849007"/>
            <a:ext cx="1701748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Manage Profile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36" name="Straight Connector 35"/>
          <p:cNvCxnSpPr>
            <a:endCxn id="35" idx="2"/>
          </p:cNvCxnSpPr>
          <p:nvPr/>
        </p:nvCxnSpPr>
        <p:spPr>
          <a:xfrm>
            <a:off x="3691229" y="12570472"/>
            <a:ext cx="4589206" cy="643264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1559" y="2183393"/>
            <a:ext cx="6024946" cy="667779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b="1" dirty="0" smtClean="0"/>
              <a:t>HanDIYcraft Web Application</a:t>
            </a:r>
            <a:endParaRPr lang="en-US" b="1" dirty="0"/>
          </a:p>
        </p:txBody>
      </p:sp>
      <p:cxnSp>
        <p:nvCxnSpPr>
          <p:cNvPr id="38" name="Straight Arrow Connector 37"/>
          <p:cNvCxnSpPr>
            <a:stCxn id="32" idx="2"/>
            <a:endCxn id="34" idx="5"/>
          </p:cNvCxnSpPr>
          <p:nvPr/>
        </p:nvCxnSpPr>
        <p:spPr>
          <a:xfrm flipH="1" flipV="1">
            <a:off x="9591907" y="4765786"/>
            <a:ext cx="1016755" cy="427196"/>
          </a:xfrm>
          <a:prstGeom prst="straightConnector1">
            <a:avLst/>
          </a:prstGeom>
          <a:ln w="38100" cmpd="sng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408994" y="7331273"/>
            <a:ext cx="988725" cy="453173"/>
          </a:xfrm>
          <a:prstGeom prst="rect">
            <a:avLst/>
          </a:prstGeom>
          <a:noFill/>
        </p:spPr>
        <p:txBody>
          <a:bodyPr wrap="none" lIns="143990" tIns="71995" rIns="143990" bIns="71995" rtlCol="0">
            <a:spAutoFit/>
          </a:bodyPr>
          <a:lstStyle/>
          <a:p>
            <a:r>
              <a:rPr lang="en-US" sz="2000" b="1" dirty="0" smtClean="0"/>
              <a:t>Visitor</a:t>
            </a:r>
            <a:endParaRPr lang="en-US" sz="2000" b="1" dirty="0"/>
          </a:p>
        </p:txBody>
      </p:sp>
      <p:sp>
        <p:nvSpPr>
          <p:cNvPr id="44" name="TextBox 43"/>
          <p:cNvSpPr txBox="1"/>
          <p:nvPr/>
        </p:nvSpPr>
        <p:spPr>
          <a:xfrm>
            <a:off x="2374746" y="12928425"/>
            <a:ext cx="1370836" cy="422395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800" b="1" dirty="0"/>
              <a:t>Bloggers</a:t>
            </a:r>
          </a:p>
        </p:txBody>
      </p:sp>
      <p:cxnSp>
        <p:nvCxnSpPr>
          <p:cNvPr id="45" name="Straight Arrow Connector 44"/>
          <p:cNvCxnSpPr>
            <a:endCxn id="42" idx="2"/>
          </p:cNvCxnSpPr>
          <p:nvPr/>
        </p:nvCxnSpPr>
        <p:spPr>
          <a:xfrm flipV="1">
            <a:off x="2903357" y="7784446"/>
            <a:ext cx="0" cy="289980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2" name="Picture 71" descr="aiga-toilet-me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994" y="5278745"/>
            <a:ext cx="953646" cy="2148623"/>
          </a:xfrm>
          <a:prstGeom prst="rect">
            <a:avLst/>
          </a:prstGeom>
        </p:spPr>
      </p:pic>
      <p:pic>
        <p:nvPicPr>
          <p:cNvPr id="73" name="Picture 72" descr="aiga-toilet-me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060" y="10857679"/>
            <a:ext cx="953646" cy="2148623"/>
          </a:xfrm>
          <a:prstGeom prst="rect">
            <a:avLst/>
          </a:prstGeom>
        </p:spPr>
      </p:pic>
      <p:sp>
        <p:nvSpPr>
          <p:cNvPr id="46" name="Oval 45"/>
          <p:cNvSpPr/>
          <p:nvPr/>
        </p:nvSpPr>
        <p:spPr>
          <a:xfrm>
            <a:off x="8179971" y="3084181"/>
            <a:ext cx="1854007" cy="729458"/>
          </a:xfrm>
          <a:prstGeom prst="ellipse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3990" tIns="71995" rIns="143990" bIns="71995" rtlCol="0" anchor="ctr"/>
          <a:lstStyle/>
          <a:p>
            <a:pPr algn="ctr"/>
            <a:r>
              <a:rPr lang="en-US" sz="1800" dirty="0" smtClean="0">
                <a:solidFill>
                  <a:schemeClr val="tx1"/>
                </a:solidFill>
              </a:rPr>
              <a:t>Register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47" name="Straight Connector 46"/>
          <p:cNvCxnSpPr>
            <a:endCxn id="46" idx="2"/>
          </p:cNvCxnSpPr>
          <p:nvPr/>
        </p:nvCxnSpPr>
        <p:spPr>
          <a:xfrm flipV="1">
            <a:off x="3691229" y="3448910"/>
            <a:ext cx="4488742" cy="2404532"/>
          </a:xfrm>
          <a:prstGeom prst="line">
            <a:avLst/>
          </a:prstGeom>
          <a:ln w="1905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 rot="1273823">
            <a:off x="9860508" y="4727126"/>
            <a:ext cx="1177564" cy="360840"/>
          </a:xfrm>
          <a:prstGeom prst="rect">
            <a:avLst/>
          </a:prstGeom>
          <a:noFill/>
        </p:spPr>
        <p:txBody>
          <a:bodyPr wrap="square" lIns="143990" tIns="71995" rIns="143990" bIns="71995" rtlCol="0">
            <a:spAutoFit/>
          </a:bodyPr>
          <a:lstStyle/>
          <a:p>
            <a:r>
              <a:rPr lang="en-US" sz="1400" dirty="0"/>
              <a:t>Extends</a:t>
            </a:r>
          </a:p>
        </p:txBody>
      </p:sp>
    </p:spTree>
    <p:extLst>
      <p:ext uri="{BB962C8B-B14F-4D97-AF65-F5344CB8AC3E}">
        <p14:creationId xmlns:p14="http://schemas.microsoft.com/office/powerpoint/2010/main" val="4991407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104</Words>
  <Application>Microsoft Macintosh PowerPoint</Application>
  <PresentationFormat>Custom</PresentationFormat>
  <Paragraphs>50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pimchanok sripraphan</dc:creator>
  <cp:lastModifiedBy>pimchanok sripraphan</cp:lastModifiedBy>
  <cp:revision>26</cp:revision>
  <dcterms:created xsi:type="dcterms:W3CDTF">2014-05-27T08:23:20Z</dcterms:created>
  <dcterms:modified xsi:type="dcterms:W3CDTF">2014-10-11T19:22:32Z</dcterms:modified>
</cp:coreProperties>
</file>