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7" r:id="rId2"/>
    <p:sldId id="258" r:id="rId3"/>
    <p:sldId id="259" r:id="rId4"/>
    <p:sldId id="263" r:id="rId5"/>
    <p:sldId id="267" r:id="rId6"/>
    <p:sldId id="271" r:id="rId7"/>
    <p:sldId id="272" r:id="rId8"/>
    <p:sldId id="270" r:id="rId9"/>
    <p:sldId id="273" r:id="rId10"/>
    <p:sldId id="274" r:id="rId11"/>
    <p:sldId id="275" r:id="rId12"/>
    <p:sldId id="276" r:id="rId13"/>
    <p:sldId id="277" r:id="rId14"/>
    <p:sldId id="261" r:id="rId15"/>
    <p:sldId id="264" r:id="rId16"/>
    <p:sldId id="278" r:id="rId17"/>
    <p:sldId id="279" r:id="rId18"/>
    <p:sldId id="280" r:id="rId19"/>
    <p:sldId id="281" r:id="rId20"/>
    <p:sldId id="282" r:id="rId21"/>
    <p:sldId id="283" r:id="rId22"/>
    <p:sldId id="301" r:id="rId23"/>
    <p:sldId id="288" r:id="rId24"/>
    <p:sldId id="289" r:id="rId25"/>
    <p:sldId id="290" r:id="rId26"/>
    <p:sldId id="291" r:id="rId27"/>
    <p:sldId id="292" r:id="rId28"/>
    <p:sldId id="293" r:id="rId29"/>
    <p:sldId id="295" r:id="rId30"/>
    <p:sldId id="296" r:id="rId31"/>
    <p:sldId id="297" r:id="rId32"/>
    <p:sldId id="300" r:id="rId33"/>
    <p:sldId id="298" r:id="rId34"/>
    <p:sldId id="299" r:id="rId35"/>
    <p:sldId id="302" r:id="rId36"/>
    <p:sldId id="303" r:id="rId37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-2912" y="-11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interSettings" Target="printerSettings/printerSettings1.bin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8B6F08-ACB2-5F45-9747-FA5A44631F0B}" type="datetimeFigureOut">
              <a:rPr lang="en-US" smtClean="0"/>
              <a:t>10/14/14 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C4CF73-DD38-634E-9661-E2A59BB8D8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749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E88-616F-C648-B3FA-694311D876FD}" type="datetimeFigureOut">
              <a:rPr lang="en-US" smtClean="0"/>
              <a:t>10/14/14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DFA57-D997-764B-829F-BFC36748A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927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E88-616F-C648-B3FA-694311D876FD}" type="datetimeFigureOut">
              <a:rPr lang="en-US" smtClean="0"/>
              <a:t>10/14/14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DFA57-D997-764B-829F-BFC36748A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460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E88-616F-C648-B3FA-694311D876FD}" type="datetimeFigureOut">
              <a:rPr lang="en-US" smtClean="0"/>
              <a:t>10/14/14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DFA57-D997-764B-829F-BFC36748A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598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E88-616F-C648-B3FA-694311D876FD}" type="datetimeFigureOut">
              <a:rPr lang="en-US" smtClean="0"/>
              <a:t>10/14/14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DFA57-D997-764B-829F-BFC36748A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549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E88-616F-C648-B3FA-694311D876FD}" type="datetimeFigureOut">
              <a:rPr lang="en-US" smtClean="0"/>
              <a:t>10/14/14 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DFA57-D997-764B-829F-BFC36748A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772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E88-616F-C648-B3FA-694311D876FD}" type="datetimeFigureOut">
              <a:rPr lang="en-US" smtClean="0"/>
              <a:t>10/14/14 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DFA57-D997-764B-829F-BFC36748A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293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E88-616F-C648-B3FA-694311D876FD}" type="datetimeFigureOut">
              <a:rPr lang="en-US" smtClean="0"/>
              <a:t>10/14/14 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DFA57-D997-764B-829F-BFC36748A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265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E88-616F-C648-B3FA-694311D876FD}" type="datetimeFigureOut">
              <a:rPr lang="en-US" smtClean="0"/>
              <a:t>10/14/14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DFA57-D997-764B-829F-BFC36748A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13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E88-616F-C648-B3FA-694311D876FD}" type="datetimeFigureOut">
              <a:rPr lang="en-US" smtClean="0"/>
              <a:t>10/14/14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DFA57-D997-764B-829F-BFC36748A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268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E88-616F-C648-B3FA-694311D876FD}" type="datetimeFigureOut">
              <a:rPr lang="en-US" smtClean="0"/>
              <a:t>10/14/14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DFA57-D997-764B-829F-BFC36748A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586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2E88-616F-C648-B3FA-694311D876FD}" type="datetimeFigureOut">
              <a:rPr lang="en-US" smtClean="0"/>
              <a:t>10/14/14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DFA57-D997-764B-829F-BFC36748A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238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C32E88-616F-C648-B3FA-694311D876FD}" type="datetimeFigureOut">
              <a:rPr lang="en-US" smtClean="0"/>
              <a:t>10/14/14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EDFA57-D997-764B-829F-BFC36748A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277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004117" y="190073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958411" y="8316067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102485" y="8443216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626009" y="954497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sign up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620937" y="2772575"/>
            <a:ext cx="1243476" cy="47732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Input information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371716" y="1777944"/>
            <a:ext cx="1753475" cy="68099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registration interface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617346" y="3651513"/>
            <a:ext cx="1243476" cy="48655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done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837947" y="4869442"/>
            <a:ext cx="1124688" cy="48655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Show error message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6" name="Decision 15"/>
          <p:cNvSpPr/>
          <p:nvPr/>
        </p:nvSpPr>
        <p:spPr>
          <a:xfrm>
            <a:off x="2163828" y="4548329"/>
            <a:ext cx="2163777" cy="1131454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All information are valid?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563626" y="6142674"/>
            <a:ext cx="1386772" cy="65838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Save information into database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568810" y="7230921"/>
            <a:ext cx="1386772" cy="65838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back to log in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244708" y="671254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247747" y="1468763"/>
            <a:ext cx="707" cy="30918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2" idx="2"/>
            <a:endCxn id="10" idx="0"/>
          </p:cNvCxnSpPr>
          <p:nvPr/>
        </p:nvCxnSpPr>
        <p:spPr>
          <a:xfrm flipH="1">
            <a:off x="3242675" y="2458940"/>
            <a:ext cx="5779" cy="3136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0" idx="2"/>
            <a:endCxn id="13" idx="0"/>
          </p:cNvCxnSpPr>
          <p:nvPr/>
        </p:nvCxnSpPr>
        <p:spPr>
          <a:xfrm flipH="1">
            <a:off x="3239084" y="3249896"/>
            <a:ext cx="3591" cy="40161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3" idx="2"/>
            <a:endCxn id="16" idx="0"/>
          </p:cNvCxnSpPr>
          <p:nvPr/>
        </p:nvCxnSpPr>
        <p:spPr>
          <a:xfrm>
            <a:off x="3239084" y="4138071"/>
            <a:ext cx="6633" cy="41025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16" idx="2"/>
            <a:endCxn id="17" idx="0"/>
          </p:cNvCxnSpPr>
          <p:nvPr/>
        </p:nvCxnSpPr>
        <p:spPr>
          <a:xfrm>
            <a:off x="3245717" y="5679783"/>
            <a:ext cx="11295" cy="46289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7" idx="2"/>
            <a:endCxn id="18" idx="0"/>
          </p:cNvCxnSpPr>
          <p:nvPr/>
        </p:nvCxnSpPr>
        <p:spPr>
          <a:xfrm>
            <a:off x="3257012" y="6801063"/>
            <a:ext cx="5184" cy="42985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18" idx="2"/>
          </p:cNvCxnSpPr>
          <p:nvPr/>
        </p:nvCxnSpPr>
        <p:spPr>
          <a:xfrm>
            <a:off x="3262196" y="7889310"/>
            <a:ext cx="1965" cy="42675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16" idx="3"/>
            <a:endCxn id="14" idx="1"/>
          </p:cNvCxnSpPr>
          <p:nvPr/>
        </p:nvCxnSpPr>
        <p:spPr>
          <a:xfrm flipV="1">
            <a:off x="4327605" y="5112721"/>
            <a:ext cx="510342" cy="13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14" idx="0"/>
          </p:cNvCxnSpPr>
          <p:nvPr/>
        </p:nvCxnSpPr>
        <p:spPr>
          <a:xfrm flipH="1" flipV="1">
            <a:off x="5384709" y="3011236"/>
            <a:ext cx="15582" cy="185820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endCxn id="10" idx="3"/>
          </p:cNvCxnSpPr>
          <p:nvPr/>
        </p:nvCxnSpPr>
        <p:spPr>
          <a:xfrm flipH="1">
            <a:off x="3864413" y="3011236"/>
            <a:ext cx="1520296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3230879" y="5646617"/>
            <a:ext cx="594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Yes</a:t>
            </a:r>
            <a:endParaRPr lang="en-US" sz="1400" dirty="0"/>
          </a:p>
        </p:txBody>
      </p:sp>
      <p:sp>
        <p:nvSpPr>
          <p:cNvPr id="61" name="TextBox 60"/>
          <p:cNvSpPr txBox="1"/>
          <p:nvPr/>
        </p:nvSpPr>
        <p:spPr>
          <a:xfrm>
            <a:off x="4356800" y="4804944"/>
            <a:ext cx="432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No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88859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076281" y="763942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040855" y="7804790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174649" y="7931939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698173" y="1528366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log in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466577" y="3347543"/>
            <a:ext cx="1706668" cy="58393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Input username and password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443880" y="2351813"/>
            <a:ext cx="1753475" cy="68099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log in interface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689510" y="4225382"/>
            <a:ext cx="1243476" cy="48655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log in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910111" y="5443311"/>
            <a:ext cx="1124688" cy="48655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Show error message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6" name="Decision 15"/>
          <p:cNvSpPr/>
          <p:nvPr/>
        </p:nvSpPr>
        <p:spPr>
          <a:xfrm>
            <a:off x="2235992" y="5122198"/>
            <a:ext cx="2163777" cy="1131454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All information are verified?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635790" y="6716544"/>
            <a:ext cx="1386772" cy="57983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home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316872" y="1245123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319911" y="2042632"/>
            <a:ext cx="707" cy="30918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2" idx="2"/>
            <a:endCxn id="10" idx="0"/>
          </p:cNvCxnSpPr>
          <p:nvPr/>
        </p:nvCxnSpPr>
        <p:spPr>
          <a:xfrm flipH="1">
            <a:off x="3319911" y="3032809"/>
            <a:ext cx="707" cy="31473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0" idx="2"/>
            <a:endCxn id="13" idx="0"/>
          </p:cNvCxnSpPr>
          <p:nvPr/>
        </p:nvCxnSpPr>
        <p:spPr>
          <a:xfrm flipH="1">
            <a:off x="3311248" y="3931474"/>
            <a:ext cx="8663" cy="29390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3" idx="2"/>
            <a:endCxn id="16" idx="0"/>
          </p:cNvCxnSpPr>
          <p:nvPr/>
        </p:nvCxnSpPr>
        <p:spPr>
          <a:xfrm>
            <a:off x="3311248" y="4711940"/>
            <a:ext cx="6633" cy="41025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16" idx="2"/>
            <a:endCxn id="17" idx="0"/>
          </p:cNvCxnSpPr>
          <p:nvPr/>
        </p:nvCxnSpPr>
        <p:spPr>
          <a:xfrm>
            <a:off x="3317881" y="6253652"/>
            <a:ext cx="11295" cy="46289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7" idx="2"/>
          </p:cNvCxnSpPr>
          <p:nvPr/>
        </p:nvCxnSpPr>
        <p:spPr>
          <a:xfrm>
            <a:off x="3329176" y="7296380"/>
            <a:ext cx="5184" cy="5084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16" idx="3"/>
            <a:endCxn id="14" idx="1"/>
          </p:cNvCxnSpPr>
          <p:nvPr/>
        </p:nvCxnSpPr>
        <p:spPr>
          <a:xfrm flipV="1">
            <a:off x="4399769" y="5686590"/>
            <a:ext cx="510342" cy="13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14" idx="0"/>
          </p:cNvCxnSpPr>
          <p:nvPr/>
        </p:nvCxnSpPr>
        <p:spPr>
          <a:xfrm flipH="1" flipV="1">
            <a:off x="5456873" y="3643858"/>
            <a:ext cx="15582" cy="179945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H="1">
            <a:off x="4173245" y="3643858"/>
            <a:ext cx="128362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3303043" y="6220486"/>
            <a:ext cx="594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Yes</a:t>
            </a:r>
            <a:endParaRPr lang="en-US" sz="1400" dirty="0"/>
          </a:p>
        </p:txBody>
      </p:sp>
      <p:sp>
        <p:nvSpPr>
          <p:cNvPr id="61" name="TextBox 60"/>
          <p:cNvSpPr txBox="1"/>
          <p:nvPr/>
        </p:nvSpPr>
        <p:spPr>
          <a:xfrm>
            <a:off x="4428964" y="5378813"/>
            <a:ext cx="432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No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29430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109559" y="827123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065649" y="7403740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199443" y="7530889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731451" y="1591547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Log in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499855" y="3410724"/>
            <a:ext cx="1706668" cy="58393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menu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477158" y="2414994"/>
            <a:ext cx="1753475" cy="68099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home page interface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499856" y="4288562"/>
            <a:ext cx="1706668" cy="65498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menu page interface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491756" y="6382973"/>
            <a:ext cx="1730776" cy="65692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unlogged in home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350150" y="1308304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353189" y="2105813"/>
            <a:ext cx="707" cy="30918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2" idx="2"/>
            <a:endCxn id="10" idx="0"/>
          </p:cNvCxnSpPr>
          <p:nvPr/>
        </p:nvCxnSpPr>
        <p:spPr>
          <a:xfrm flipH="1">
            <a:off x="3353189" y="3095990"/>
            <a:ext cx="707" cy="31473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0" idx="2"/>
            <a:endCxn id="13" idx="0"/>
          </p:cNvCxnSpPr>
          <p:nvPr/>
        </p:nvCxnSpPr>
        <p:spPr>
          <a:xfrm>
            <a:off x="3353189" y="3994655"/>
            <a:ext cx="1" cy="29390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3" idx="2"/>
            <a:endCxn id="35" idx="0"/>
          </p:cNvCxnSpPr>
          <p:nvPr/>
        </p:nvCxnSpPr>
        <p:spPr>
          <a:xfrm flipH="1">
            <a:off x="3353189" y="4943543"/>
            <a:ext cx="1" cy="39452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35" idx="2"/>
            <a:endCxn id="17" idx="0"/>
          </p:cNvCxnSpPr>
          <p:nvPr/>
        </p:nvCxnSpPr>
        <p:spPr>
          <a:xfrm>
            <a:off x="3353189" y="5993050"/>
            <a:ext cx="3955" cy="38992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7" idx="2"/>
            <a:endCxn id="6" idx="0"/>
          </p:cNvCxnSpPr>
          <p:nvPr/>
        </p:nvCxnSpPr>
        <p:spPr>
          <a:xfrm>
            <a:off x="3357144" y="7039897"/>
            <a:ext cx="3975" cy="3638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2499855" y="5338069"/>
            <a:ext cx="1706668" cy="65498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log out button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3859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22631" y="1936430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71828" y="6341696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05622" y="6468845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844523" y="2700854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profile link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63222" y="2417611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466261" y="3215120"/>
            <a:ext cx="7375" cy="50514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  <a:endCxn id="6" idx="0"/>
          </p:cNvCxnSpPr>
          <p:nvPr/>
        </p:nvCxnSpPr>
        <p:spPr>
          <a:xfrm>
            <a:off x="3465257" y="5896592"/>
            <a:ext cx="2041" cy="44510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46470" y="5079564"/>
            <a:ext cx="183757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blogger’s information and tutorials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649324" y="3720269"/>
            <a:ext cx="164862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blogger’s profile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1" idx="0"/>
          </p:cNvCxnSpPr>
          <p:nvPr/>
        </p:nvCxnSpPr>
        <p:spPr>
          <a:xfrm flipH="1">
            <a:off x="3465257" y="4537297"/>
            <a:ext cx="8379" cy="54226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8785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805533" y="88490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2427425" y="763786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profile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/>
          <p:cNvCxnSpPr>
            <a:stCxn id="2" idx="4"/>
            <a:endCxn id="3" idx="0"/>
          </p:cNvCxnSpPr>
          <p:nvPr/>
        </p:nvCxnSpPr>
        <p:spPr>
          <a:xfrm>
            <a:off x="3046124" y="569671"/>
            <a:ext cx="3039" cy="1941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>
            <a:stCxn id="7" idx="2"/>
          </p:cNvCxnSpPr>
          <p:nvPr/>
        </p:nvCxnSpPr>
        <p:spPr>
          <a:xfrm>
            <a:off x="3046124" y="2010270"/>
            <a:ext cx="7547" cy="35240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>
            <a:stCxn id="3" idx="2"/>
            <a:endCxn id="7" idx="0"/>
          </p:cNvCxnSpPr>
          <p:nvPr/>
        </p:nvCxnSpPr>
        <p:spPr>
          <a:xfrm flipH="1">
            <a:off x="3046124" y="1278052"/>
            <a:ext cx="3039" cy="27124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547724" y="1549300"/>
            <a:ext cx="996800" cy="4609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edit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114969" y="2387292"/>
            <a:ext cx="1862309" cy="75177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Provide editable profile interface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465340" y="4514625"/>
            <a:ext cx="1165612" cy="5735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save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/>
          <p:cNvCxnSpPr>
            <a:stCxn id="8" idx="2"/>
            <a:endCxn id="12" idx="0"/>
          </p:cNvCxnSpPr>
          <p:nvPr/>
        </p:nvCxnSpPr>
        <p:spPr>
          <a:xfrm>
            <a:off x="3046124" y="3139068"/>
            <a:ext cx="2022" cy="3173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337804" y="3456415"/>
            <a:ext cx="1420683" cy="59319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Input new email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/>
          <p:cNvCxnSpPr>
            <a:stCxn id="12" idx="2"/>
            <a:endCxn id="10" idx="0"/>
          </p:cNvCxnSpPr>
          <p:nvPr/>
        </p:nvCxnSpPr>
        <p:spPr>
          <a:xfrm>
            <a:off x="3048146" y="4049609"/>
            <a:ext cx="0" cy="46501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263418" y="6252316"/>
            <a:ext cx="1576072" cy="72165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Save new email into database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/>
          <p:cNvCxnSpPr>
            <a:stCxn id="14" idx="2"/>
            <a:endCxn id="16" idx="0"/>
          </p:cNvCxnSpPr>
          <p:nvPr/>
        </p:nvCxnSpPr>
        <p:spPr>
          <a:xfrm>
            <a:off x="3051454" y="6973975"/>
            <a:ext cx="2217" cy="43779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240843" y="7411772"/>
            <a:ext cx="1625656" cy="47974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profile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3059471" y="7893850"/>
            <a:ext cx="0" cy="5237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772264" y="8457135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2906058" y="8584284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Decision 49"/>
          <p:cNvSpPr/>
          <p:nvPr/>
        </p:nvSpPr>
        <p:spPr>
          <a:xfrm>
            <a:off x="2464136" y="5347990"/>
            <a:ext cx="1166816" cy="695177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Valid?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50"/>
          <p:cNvCxnSpPr>
            <a:endCxn id="50" idx="0"/>
          </p:cNvCxnSpPr>
          <p:nvPr/>
        </p:nvCxnSpPr>
        <p:spPr>
          <a:xfrm flipH="1">
            <a:off x="3047544" y="5079014"/>
            <a:ext cx="1774" cy="26897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H="1" flipV="1">
            <a:off x="5140137" y="3767595"/>
            <a:ext cx="5847" cy="166204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50" idx="3"/>
          </p:cNvCxnSpPr>
          <p:nvPr/>
        </p:nvCxnSpPr>
        <p:spPr>
          <a:xfrm>
            <a:off x="3630952" y="5695579"/>
            <a:ext cx="92019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H="1">
            <a:off x="3758487" y="3767595"/>
            <a:ext cx="138165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3055246" y="5980668"/>
            <a:ext cx="594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Yes</a:t>
            </a:r>
            <a:endParaRPr lang="en-US" sz="1400" dirty="0"/>
          </a:p>
        </p:txBody>
      </p:sp>
      <p:sp>
        <p:nvSpPr>
          <p:cNvPr id="56" name="TextBox 55"/>
          <p:cNvSpPr txBox="1"/>
          <p:nvPr/>
        </p:nvSpPr>
        <p:spPr>
          <a:xfrm>
            <a:off x="3615485" y="5408619"/>
            <a:ext cx="432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No</a:t>
            </a:r>
            <a:endParaRPr lang="en-US" sz="1400" dirty="0"/>
          </a:p>
        </p:txBody>
      </p:sp>
      <p:cxnSp>
        <p:nvCxnSpPr>
          <p:cNvPr id="57" name="Straight Arrow Connector 56"/>
          <p:cNvCxnSpPr>
            <a:stCxn id="50" idx="2"/>
          </p:cNvCxnSpPr>
          <p:nvPr/>
        </p:nvCxnSpPr>
        <p:spPr>
          <a:xfrm>
            <a:off x="3047544" y="6043167"/>
            <a:ext cx="7702" cy="22446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4559283" y="5429636"/>
            <a:ext cx="1165612" cy="5735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Show error message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1342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887796" y="39881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2509688" y="715177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profile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/>
          <p:cNvCxnSpPr>
            <a:stCxn id="2" idx="4"/>
            <a:endCxn id="3" idx="0"/>
          </p:cNvCxnSpPr>
          <p:nvPr/>
        </p:nvCxnSpPr>
        <p:spPr>
          <a:xfrm>
            <a:off x="3128387" y="521062"/>
            <a:ext cx="3039" cy="1941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>
            <a:stCxn id="7" idx="2"/>
          </p:cNvCxnSpPr>
          <p:nvPr/>
        </p:nvCxnSpPr>
        <p:spPr>
          <a:xfrm>
            <a:off x="3128387" y="1961661"/>
            <a:ext cx="7547" cy="35240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>
            <a:stCxn id="3" idx="2"/>
            <a:endCxn id="7" idx="0"/>
          </p:cNvCxnSpPr>
          <p:nvPr/>
        </p:nvCxnSpPr>
        <p:spPr>
          <a:xfrm flipH="1">
            <a:off x="3128387" y="1229443"/>
            <a:ext cx="3039" cy="27124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629987" y="1500691"/>
            <a:ext cx="996800" cy="4609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edit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355429" y="2290693"/>
            <a:ext cx="1558813" cy="60167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browse picture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131792" y="3134743"/>
            <a:ext cx="1996737" cy="60167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Show pictures in user’s computer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424494" y="3994287"/>
            <a:ext cx="1420683" cy="59319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a picture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547355" y="4841427"/>
            <a:ext cx="1165612" cy="5735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save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348053" y="6603561"/>
            <a:ext cx="1576072" cy="72165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Save the picture into database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9" idx="2"/>
            <a:endCxn id="10" idx="0"/>
          </p:cNvCxnSpPr>
          <p:nvPr/>
        </p:nvCxnSpPr>
        <p:spPr>
          <a:xfrm flipH="1">
            <a:off x="3130161" y="2892366"/>
            <a:ext cx="4675" cy="24237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0" idx="2"/>
            <a:endCxn id="11" idx="0"/>
          </p:cNvCxnSpPr>
          <p:nvPr/>
        </p:nvCxnSpPr>
        <p:spPr>
          <a:xfrm>
            <a:off x="3130161" y="3736416"/>
            <a:ext cx="4675" cy="25787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1" idx="2"/>
            <a:endCxn id="12" idx="0"/>
          </p:cNvCxnSpPr>
          <p:nvPr/>
        </p:nvCxnSpPr>
        <p:spPr>
          <a:xfrm flipH="1">
            <a:off x="3130161" y="4587481"/>
            <a:ext cx="4675" cy="25394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3" idx="2"/>
            <a:endCxn id="19" idx="0"/>
          </p:cNvCxnSpPr>
          <p:nvPr/>
        </p:nvCxnSpPr>
        <p:spPr>
          <a:xfrm flipH="1">
            <a:off x="3129297" y="7325220"/>
            <a:ext cx="6792" cy="32967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316469" y="7654893"/>
            <a:ext cx="1625656" cy="47974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profile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19" idx="2"/>
          </p:cNvCxnSpPr>
          <p:nvPr/>
        </p:nvCxnSpPr>
        <p:spPr>
          <a:xfrm>
            <a:off x="3129297" y="8134633"/>
            <a:ext cx="864" cy="36321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ecision 20"/>
          <p:cNvSpPr/>
          <p:nvPr/>
        </p:nvSpPr>
        <p:spPr>
          <a:xfrm>
            <a:off x="2544979" y="5683923"/>
            <a:ext cx="1166816" cy="695177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Valid?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2" name="Straight Arrow Connector 21"/>
          <p:cNvCxnSpPr>
            <a:stCxn id="12" idx="2"/>
            <a:endCxn id="21" idx="0"/>
          </p:cNvCxnSpPr>
          <p:nvPr/>
        </p:nvCxnSpPr>
        <p:spPr>
          <a:xfrm flipH="1">
            <a:off x="3128387" y="5414947"/>
            <a:ext cx="1774" cy="26897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5226827" y="4290884"/>
            <a:ext cx="0" cy="145386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21" idx="3"/>
          </p:cNvCxnSpPr>
          <p:nvPr/>
        </p:nvCxnSpPr>
        <p:spPr>
          <a:xfrm>
            <a:off x="3711795" y="6031512"/>
            <a:ext cx="92019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endCxn id="11" idx="3"/>
          </p:cNvCxnSpPr>
          <p:nvPr/>
        </p:nvCxnSpPr>
        <p:spPr>
          <a:xfrm flipH="1">
            <a:off x="3845177" y="4290884"/>
            <a:ext cx="138165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136089" y="6295784"/>
            <a:ext cx="594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Yes</a:t>
            </a:r>
            <a:endParaRPr lang="en-US" sz="1400" dirty="0"/>
          </a:p>
        </p:txBody>
      </p:sp>
      <p:sp>
        <p:nvSpPr>
          <p:cNvPr id="28" name="TextBox 27"/>
          <p:cNvSpPr txBox="1"/>
          <p:nvPr/>
        </p:nvSpPr>
        <p:spPr>
          <a:xfrm>
            <a:off x="3696328" y="5723735"/>
            <a:ext cx="432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No</a:t>
            </a:r>
            <a:endParaRPr lang="en-US" sz="1400" dirty="0"/>
          </a:p>
        </p:txBody>
      </p:sp>
      <p:sp>
        <p:nvSpPr>
          <p:cNvPr id="37" name="Oval 36"/>
          <p:cNvSpPr/>
          <p:nvPr/>
        </p:nvSpPr>
        <p:spPr>
          <a:xfrm>
            <a:off x="2834691" y="8519095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2968485" y="8646244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/>
          <p:cNvCxnSpPr>
            <a:stCxn id="21" idx="2"/>
            <a:endCxn id="13" idx="0"/>
          </p:cNvCxnSpPr>
          <p:nvPr/>
        </p:nvCxnSpPr>
        <p:spPr>
          <a:xfrm>
            <a:off x="3128387" y="6379100"/>
            <a:ext cx="7702" cy="22446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4640126" y="5744752"/>
            <a:ext cx="1165612" cy="5735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Show error message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6006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887796" y="39881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2509688" y="715177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profile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/>
          <p:cNvCxnSpPr>
            <a:stCxn id="2" idx="4"/>
            <a:endCxn id="3" idx="0"/>
          </p:cNvCxnSpPr>
          <p:nvPr/>
        </p:nvCxnSpPr>
        <p:spPr>
          <a:xfrm>
            <a:off x="3128387" y="521062"/>
            <a:ext cx="3039" cy="1941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>
            <a:stCxn id="7" idx="2"/>
          </p:cNvCxnSpPr>
          <p:nvPr/>
        </p:nvCxnSpPr>
        <p:spPr>
          <a:xfrm>
            <a:off x="3128387" y="1961661"/>
            <a:ext cx="7547" cy="35240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>
            <a:stCxn id="3" idx="2"/>
            <a:endCxn id="7" idx="0"/>
          </p:cNvCxnSpPr>
          <p:nvPr/>
        </p:nvCxnSpPr>
        <p:spPr>
          <a:xfrm flipH="1">
            <a:off x="3128387" y="1229443"/>
            <a:ext cx="3039" cy="27124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629987" y="1500691"/>
            <a:ext cx="996800" cy="4609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edit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355429" y="2290693"/>
            <a:ext cx="1558813" cy="60167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</a:t>
            </a:r>
            <a:r>
              <a:rPr lang="en-US" sz="1400" dirty="0">
                <a:solidFill>
                  <a:schemeClr val="tx1"/>
                </a:solidFill>
              </a:rPr>
              <a:t>change password </a:t>
            </a:r>
            <a:r>
              <a:rPr lang="en-US" sz="1400" dirty="0" smtClean="0">
                <a:solidFill>
                  <a:schemeClr val="tx1"/>
                </a:solidFill>
              </a:rPr>
              <a:t>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131792" y="3134743"/>
            <a:ext cx="1996737" cy="60167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Provide change password interface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4494" y="3994287"/>
            <a:ext cx="1420683" cy="59319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Input new information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47355" y="4841427"/>
            <a:ext cx="1165612" cy="5735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save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348053" y="6603561"/>
            <a:ext cx="1576072" cy="72165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Save new information into database</a:t>
            </a:r>
          </a:p>
        </p:txBody>
      </p:sp>
      <p:cxnSp>
        <p:nvCxnSpPr>
          <p:cNvPr id="14" name="Straight Arrow Connector 13"/>
          <p:cNvCxnSpPr>
            <a:stCxn id="9" idx="2"/>
            <a:endCxn id="10" idx="0"/>
          </p:cNvCxnSpPr>
          <p:nvPr/>
        </p:nvCxnSpPr>
        <p:spPr>
          <a:xfrm flipH="1">
            <a:off x="3130161" y="2892366"/>
            <a:ext cx="4675" cy="24237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0" idx="2"/>
            <a:endCxn id="11" idx="0"/>
          </p:cNvCxnSpPr>
          <p:nvPr/>
        </p:nvCxnSpPr>
        <p:spPr>
          <a:xfrm>
            <a:off x="3130161" y="3736416"/>
            <a:ext cx="4675" cy="25787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1" idx="2"/>
            <a:endCxn id="12" idx="0"/>
          </p:cNvCxnSpPr>
          <p:nvPr/>
        </p:nvCxnSpPr>
        <p:spPr>
          <a:xfrm flipH="1">
            <a:off x="3130161" y="4587481"/>
            <a:ext cx="4675" cy="25394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3" idx="2"/>
            <a:endCxn id="19" idx="0"/>
          </p:cNvCxnSpPr>
          <p:nvPr/>
        </p:nvCxnSpPr>
        <p:spPr>
          <a:xfrm flipH="1">
            <a:off x="3129297" y="7325220"/>
            <a:ext cx="6792" cy="32967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316469" y="7654893"/>
            <a:ext cx="1625656" cy="47974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profile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19" idx="2"/>
          </p:cNvCxnSpPr>
          <p:nvPr/>
        </p:nvCxnSpPr>
        <p:spPr>
          <a:xfrm>
            <a:off x="3129297" y="8134633"/>
            <a:ext cx="864" cy="36321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ecision 20"/>
          <p:cNvSpPr/>
          <p:nvPr/>
        </p:nvSpPr>
        <p:spPr>
          <a:xfrm>
            <a:off x="2544979" y="5683923"/>
            <a:ext cx="1166816" cy="695177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Valid?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2" name="Straight Arrow Connector 21"/>
          <p:cNvCxnSpPr>
            <a:stCxn id="12" idx="2"/>
            <a:endCxn id="21" idx="0"/>
          </p:cNvCxnSpPr>
          <p:nvPr/>
        </p:nvCxnSpPr>
        <p:spPr>
          <a:xfrm flipH="1">
            <a:off x="3128387" y="5414947"/>
            <a:ext cx="1774" cy="26897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5226827" y="4290884"/>
            <a:ext cx="0" cy="145386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21" idx="3"/>
          </p:cNvCxnSpPr>
          <p:nvPr/>
        </p:nvCxnSpPr>
        <p:spPr>
          <a:xfrm>
            <a:off x="3711795" y="6031512"/>
            <a:ext cx="92019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endCxn id="11" idx="3"/>
          </p:cNvCxnSpPr>
          <p:nvPr/>
        </p:nvCxnSpPr>
        <p:spPr>
          <a:xfrm flipH="1">
            <a:off x="3845177" y="4290884"/>
            <a:ext cx="138165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136089" y="6295784"/>
            <a:ext cx="594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Yes</a:t>
            </a:r>
            <a:endParaRPr lang="en-US" sz="1400" dirty="0"/>
          </a:p>
        </p:txBody>
      </p:sp>
      <p:sp>
        <p:nvSpPr>
          <p:cNvPr id="28" name="TextBox 27"/>
          <p:cNvSpPr txBox="1"/>
          <p:nvPr/>
        </p:nvSpPr>
        <p:spPr>
          <a:xfrm>
            <a:off x="3696328" y="5723735"/>
            <a:ext cx="432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No</a:t>
            </a:r>
            <a:endParaRPr lang="en-US" sz="1400" dirty="0"/>
          </a:p>
        </p:txBody>
      </p:sp>
      <p:sp>
        <p:nvSpPr>
          <p:cNvPr id="37" name="Oval 36"/>
          <p:cNvSpPr/>
          <p:nvPr/>
        </p:nvSpPr>
        <p:spPr>
          <a:xfrm>
            <a:off x="2834691" y="8519095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2968485" y="8646244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/>
          <p:cNvCxnSpPr>
            <a:stCxn id="21" idx="2"/>
            <a:endCxn id="13" idx="0"/>
          </p:cNvCxnSpPr>
          <p:nvPr/>
        </p:nvCxnSpPr>
        <p:spPr>
          <a:xfrm>
            <a:off x="3128387" y="6379100"/>
            <a:ext cx="7702" cy="22446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4640126" y="5744752"/>
            <a:ext cx="1165612" cy="5735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Show error message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9330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881146" y="282258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2503038" y="957554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profile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/>
          <p:cNvCxnSpPr>
            <a:stCxn id="2" idx="4"/>
            <a:endCxn id="3" idx="0"/>
          </p:cNvCxnSpPr>
          <p:nvPr/>
        </p:nvCxnSpPr>
        <p:spPr>
          <a:xfrm>
            <a:off x="3121737" y="763439"/>
            <a:ext cx="3039" cy="1941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>
            <a:stCxn id="7" idx="2"/>
          </p:cNvCxnSpPr>
          <p:nvPr/>
        </p:nvCxnSpPr>
        <p:spPr>
          <a:xfrm>
            <a:off x="3121737" y="2204038"/>
            <a:ext cx="7547" cy="35240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>
            <a:stCxn id="3" idx="2"/>
            <a:endCxn id="7" idx="0"/>
          </p:cNvCxnSpPr>
          <p:nvPr/>
        </p:nvCxnSpPr>
        <p:spPr>
          <a:xfrm flipH="1">
            <a:off x="3121737" y="1471820"/>
            <a:ext cx="3039" cy="27124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623337" y="1743068"/>
            <a:ext cx="996800" cy="4609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edit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413665" y="2543875"/>
            <a:ext cx="1460711" cy="4609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delete account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/>
          <p:cNvCxnSpPr>
            <a:stCxn id="9" idx="2"/>
            <a:endCxn id="12" idx="0"/>
          </p:cNvCxnSpPr>
          <p:nvPr/>
        </p:nvCxnSpPr>
        <p:spPr>
          <a:xfrm flipH="1">
            <a:off x="3120164" y="3004845"/>
            <a:ext cx="23857" cy="30720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13" idx="2"/>
            <a:endCxn id="20" idx="0"/>
          </p:cNvCxnSpPr>
          <p:nvPr/>
        </p:nvCxnSpPr>
        <p:spPr>
          <a:xfrm>
            <a:off x="3120164" y="6161819"/>
            <a:ext cx="1573" cy="31713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ecision 11"/>
          <p:cNvSpPr/>
          <p:nvPr/>
        </p:nvSpPr>
        <p:spPr>
          <a:xfrm>
            <a:off x="2333075" y="3312052"/>
            <a:ext cx="1574177" cy="772779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Confirm?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212866" y="5510573"/>
            <a:ext cx="1814595" cy="65124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Remove the account from database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8" idx="0"/>
          </p:cNvCxnSpPr>
          <p:nvPr/>
        </p:nvCxnSpPr>
        <p:spPr>
          <a:xfrm>
            <a:off x="3120164" y="4084831"/>
            <a:ext cx="0" cy="42664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94353" y="3414038"/>
            <a:ext cx="1256419" cy="56898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No</a:t>
            </a:r>
            <a:br>
              <a:rPr lang="en-US" sz="1400" dirty="0" smtClean="0">
                <a:solidFill>
                  <a:schemeClr val="tx1"/>
                </a:solidFill>
              </a:rPr>
            </a:br>
            <a:r>
              <a:rPr lang="en-US" sz="1400" dirty="0" smtClean="0">
                <a:solidFill>
                  <a:schemeClr val="tx1"/>
                </a:solidFill>
              </a:rPr>
              <a:t>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/>
          <p:cNvCxnSpPr>
            <a:stCxn id="12" idx="3"/>
            <a:endCxn id="15" idx="1"/>
          </p:cNvCxnSpPr>
          <p:nvPr/>
        </p:nvCxnSpPr>
        <p:spPr>
          <a:xfrm>
            <a:off x="3907252" y="3698442"/>
            <a:ext cx="687101" cy="8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608130" y="4511477"/>
            <a:ext cx="1024068" cy="5735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Yes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9" name="Straight Arrow Connector 18"/>
          <p:cNvCxnSpPr>
            <a:stCxn id="18" idx="2"/>
            <a:endCxn id="13" idx="0"/>
          </p:cNvCxnSpPr>
          <p:nvPr/>
        </p:nvCxnSpPr>
        <p:spPr>
          <a:xfrm>
            <a:off x="3120164" y="5084997"/>
            <a:ext cx="0" cy="42557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214439" y="6478952"/>
            <a:ext cx="1814595" cy="65124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visitor home page 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/>
          <p:cNvCxnSpPr>
            <a:stCxn id="20" idx="2"/>
            <a:endCxn id="24" idx="0"/>
          </p:cNvCxnSpPr>
          <p:nvPr/>
        </p:nvCxnSpPr>
        <p:spPr>
          <a:xfrm flipH="1">
            <a:off x="3113383" y="7130198"/>
            <a:ext cx="8354" cy="66870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109408" y="4024834"/>
            <a:ext cx="594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Yes</a:t>
            </a:r>
            <a:endParaRPr lang="en-US" sz="1400" dirty="0"/>
          </a:p>
        </p:txBody>
      </p:sp>
      <p:sp>
        <p:nvSpPr>
          <p:cNvPr id="23" name="TextBox 22"/>
          <p:cNvSpPr txBox="1"/>
          <p:nvPr/>
        </p:nvSpPr>
        <p:spPr>
          <a:xfrm>
            <a:off x="3849718" y="3390665"/>
            <a:ext cx="432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No</a:t>
            </a:r>
            <a:endParaRPr lang="en-US" sz="1400" dirty="0"/>
          </a:p>
        </p:txBody>
      </p:sp>
      <p:sp>
        <p:nvSpPr>
          <p:cNvPr id="24" name="Oval 23"/>
          <p:cNvSpPr/>
          <p:nvPr/>
        </p:nvSpPr>
        <p:spPr>
          <a:xfrm>
            <a:off x="2817913" y="7798904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2951707" y="7926053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/>
          <p:cNvCxnSpPr>
            <a:endCxn id="15" idx="2"/>
          </p:cNvCxnSpPr>
          <p:nvPr/>
        </p:nvCxnSpPr>
        <p:spPr>
          <a:xfrm flipH="1" flipV="1">
            <a:off x="5222563" y="3983019"/>
            <a:ext cx="5743" cy="410197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3383148" y="8084994"/>
            <a:ext cx="183941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2317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22631" y="1936430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71828" y="6341696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05622" y="6468845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844523" y="2700854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home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63222" y="2417611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466261" y="3215120"/>
            <a:ext cx="7375" cy="50514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  <a:endCxn id="6" idx="0"/>
          </p:cNvCxnSpPr>
          <p:nvPr/>
        </p:nvCxnSpPr>
        <p:spPr>
          <a:xfrm>
            <a:off x="3465257" y="5896592"/>
            <a:ext cx="2041" cy="44510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46470" y="5079564"/>
            <a:ext cx="183757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</a:t>
            </a:r>
            <a:r>
              <a:rPr lang="en-US" sz="1400" dirty="0">
                <a:solidFill>
                  <a:schemeClr val="tx1"/>
                </a:solidFill>
              </a:rPr>
              <a:t>list of tutorials </a:t>
            </a:r>
            <a:r>
              <a:rPr lang="en-US" sz="1400" dirty="0" smtClean="0">
                <a:solidFill>
                  <a:schemeClr val="tx1"/>
                </a:solidFill>
              </a:rPr>
              <a:t>that exist in database randomly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649324" y="3720269"/>
            <a:ext cx="164862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random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1" idx="0"/>
          </p:cNvCxnSpPr>
          <p:nvPr/>
        </p:nvCxnSpPr>
        <p:spPr>
          <a:xfrm flipH="1">
            <a:off x="3465257" y="4537297"/>
            <a:ext cx="8379" cy="54226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5276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22631" y="1936430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92649" y="6341696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26443" y="6468845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844523" y="2700854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home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63222" y="2417611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466261" y="3215120"/>
            <a:ext cx="7375" cy="50514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  <a:endCxn id="6" idx="0"/>
          </p:cNvCxnSpPr>
          <p:nvPr/>
        </p:nvCxnSpPr>
        <p:spPr>
          <a:xfrm>
            <a:off x="3484043" y="5896592"/>
            <a:ext cx="4076" cy="44510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703638" y="5079564"/>
            <a:ext cx="3560809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</a:t>
            </a:r>
            <a:r>
              <a:rPr lang="en-US" sz="1400" dirty="0">
                <a:solidFill>
                  <a:schemeClr val="tx1"/>
                </a:solidFill>
              </a:rPr>
              <a:t>list of recent </a:t>
            </a:r>
            <a:r>
              <a:rPr lang="en-US" sz="1400" dirty="0" smtClean="0">
                <a:solidFill>
                  <a:schemeClr val="tx1"/>
                </a:solidFill>
              </a:rPr>
              <a:t>tutorials that exist in database from high popularity according to the number of likes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649324" y="3720269"/>
            <a:ext cx="164862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popular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1" idx="0"/>
          </p:cNvCxnSpPr>
          <p:nvPr/>
        </p:nvCxnSpPr>
        <p:spPr>
          <a:xfrm>
            <a:off x="3473636" y="4537297"/>
            <a:ext cx="10407" cy="54226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9791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22631" y="1653187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71828" y="6713911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05622" y="6841060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844523" y="2417611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home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63222" y="2134368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8" idx="0"/>
          </p:cNvCxnSpPr>
          <p:nvPr/>
        </p:nvCxnSpPr>
        <p:spPr>
          <a:xfrm>
            <a:off x="3466261" y="2931877"/>
            <a:ext cx="1037" cy="43720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  <a:endCxn id="6" idx="0"/>
          </p:cNvCxnSpPr>
          <p:nvPr/>
        </p:nvCxnSpPr>
        <p:spPr>
          <a:xfrm>
            <a:off x="3451743" y="6268807"/>
            <a:ext cx="15555" cy="44510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810002" y="5451779"/>
            <a:ext cx="3283481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</a:t>
            </a:r>
            <a:r>
              <a:rPr lang="en-US" sz="1400" dirty="0">
                <a:solidFill>
                  <a:schemeClr val="tx1"/>
                </a:solidFill>
              </a:rPr>
              <a:t>list of tutorials </a:t>
            </a:r>
            <a:r>
              <a:rPr lang="en-US" sz="1400" dirty="0" smtClean="0">
                <a:solidFill>
                  <a:schemeClr val="tx1"/>
                </a:solidFill>
              </a:rPr>
              <a:t>that exist in database according to the selected category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642986" y="4399978"/>
            <a:ext cx="1648623" cy="61498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a </a:t>
            </a:r>
            <a:r>
              <a:rPr lang="en-US" sz="1400" dirty="0" smtClean="0">
                <a:solidFill>
                  <a:schemeClr val="tx1"/>
                </a:solidFill>
              </a:rPr>
              <a:t>category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1" idx="0"/>
          </p:cNvCxnSpPr>
          <p:nvPr/>
        </p:nvCxnSpPr>
        <p:spPr>
          <a:xfrm flipH="1">
            <a:off x="3451743" y="5014967"/>
            <a:ext cx="15555" cy="43681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642986" y="3369078"/>
            <a:ext cx="1648623" cy="61498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list of tutorial categories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/>
          <p:cNvCxnSpPr>
            <a:stCxn id="18" idx="2"/>
            <a:endCxn id="12" idx="0"/>
          </p:cNvCxnSpPr>
          <p:nvPr/>
        </p:nvCxnSpPr>
        <p:spPr>
          <a:xfrm>
            <a:off x="3467298" y="3984067"/>
            <a:ext cx="0" cy="41591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76293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22631" y="1936430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71828" y="6341696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05622" y="6468845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844523" y="2700854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home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63222" y="2417611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466261" y="3215120"/>
            <a:ext cx="7375" cy="50514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  <a:endCxn id="6" idx="0"/>
          </p:cNvCxnSpPr>
          <p:nvPr/>
        </p:nvCxnSpPr>
        <p:spPr>
          <a:xfrm>
            <a:off x="3467298" y="5896592"/>
            <a:ext cx="0" cy="44510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835968" y="5079564"/>
            <a:ext cx="3262659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</a:t>
            </a:r>
            <a:r>
              <a:rPr lang="en-US" sz="1400" dirty="0">
                <a:solidFill>
                  <a:schemeClr val="tx1"/>
                </a:solidFill>
              </a:rPr>
              <a:t>list of tutorials </a:t>
            </a:r>
            <a:r>
              <a:rPr lang="en-US" sz="1400" dirty="0" smtClean="0">
                <a:solidFill>
                  <a:schemeClr val="tx1"/>
                </a:solidFill>
              </a:rPr>
              <a:t>that exist in database, in which the tutorial title contains the searched keyword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649324" y="3720269"/>
            <a:ext cx="164862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Input a keyword in the search box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1" idx="0"/>
          </p:cNvCxnSpPr>
          <p:nvPr/>
        </p:nvCxnSpPr>
        <p:spPr>
          <a:xfrm flipH="1">
            <a:off x="3467298" y="4537297"/>
            <a:ext cx="6338" cy="54226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7629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903466" y="1198219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2525358" y="1873515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home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/>
          <p:cNvCxnSpPr>
            <a:stCxn id="2" idx="4"/>
            <a:endCxn id="3" idx="0"/>
          </p:cNvCxnSpPr>
          <p:nvPr/>
        </p:nvCxnSpPr>
        <p:spPr>
          <a:xfrm>
            <a:off x="3144057" y="1679400"/>
            <a:ext cx="3039" cy="1941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>
            <a:stCxn id="7" idx="2"/>
            <a:endCxn id="12" idx="0"/>
          </p:cNvCxnSpPr>
          <p:nvPr/>
        </p:nvCxnSpPr>
        <p:spPr>
          <a:xfrm flipH="1">
            <a:off x="3131728" y="3459836"/>
            <a:ext cx="10756" cy="41218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>
            <a:stCxn id="3" idx="2"/>
            <a:endCxn id="7" idx="0"/>
          </p:cNvCxnSpPr>
          <p:nvPr/>
        </p:nvCxnSpPr>
        <p:spPr>
          <a:xfrm flipH="1">
            <a:off x="3142484" y="2387781"/>
            <a:ext cx="4612" cy="44195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398273" y="2829732"/>
            <a:ext cx="1488421" cy="63010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following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Decision 11"/>
          <p:cNvSpPr/>
          <p:nvPr/>
        </p:nvSpPr>
        <p:spPr>
          <a:xfrm>
            <a:off x="1865203" y="3872019"/>
            <a:ext cx="2533049" cy="1128774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Does user logged in as a blogger?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</p:cNvCxnSpPr>
          <p:nvPr/>
        </p:nvCxnSpPr>
        <p:spPr>
          <a:xfrm>
            <a:off x="3131728" y="5000793"/>
            <a:ext cx="10756" cy="4266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845707" y="4151915"/>
            <a:ext cx="1256419" cy="56898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Show error message 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/>
          <p:cNvCxnSpPr>
            <a:stCxn id="12" idx="3"/>
            <a:endCxn id="15" idx="1"/>
          </p:cNvCxnSpPr>
          <p:nvPr/>
        </p:nvCxnSpPr>
        <p:spPr>
          <a:xfrm>
            <a:off x="4398252" y="4436406"/>
            <a:ext cx="44745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endCxn id="24" idx="0"/>
          </p:cNvCxnSpPr>
          <p:nvPr/>
        </p:nvCxnSpPr>
        <p:spPr>
          <a:xfrm flipH="1">
            <a:off x="3135703" y="6231529"/>
            <a:ext cx="8354" cy="66870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131728" y="4940795"/>
            <a:ext cx="594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Yes</a:t>
            </a:r>
            <a:endParaRPr lang="en-US" sz="1400" dirty="0"/>
          </a:p>
        </p:txBody>
      </p:sp>
      <p:sp>
        <p:nvSpPr>
          <p:cNvPr id="23" name="TextBox 22"/>
          <p:cNvSpPr txBox="1"/>
          <p:nvPr/>
        </p:nvSpPr>
        <p:spPr>
          <a:xfrm>
            <a:off x="4359444" y="4124061"/>
            <a:ext cx="432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No</a:t>
            </a:r>
            <a:endParaRPr lang="en-US" sz="1400" dirty="0"/>
          </a:p>
        </p:txBody>
      </p:sp>
      <p:sp>
        <p:nvSpPr>
          <p:cNvPr id="24" name="Oval 23"/>
          <p:cNvSpPr/>
          <p:nvPr/>
        </p:nvSpPr>
        <p:spPr>
          <a:xfrm>
            <a:off x="2840233" y="6900235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2974027" y="7027384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/>
          <p:cNvCxnSpPr>
            <a:endCxn id="15" idx="2"/>
          </p:cNvCxnSpPr>
          <p:nvPr/>
        </p:nvCxnSpPr>
        <p:spPr>
          <a:xfrm flipH="1" flipV="1">
            <a:off x="5473917" y="4720896"/>
            <a:ext cx="5743" cy="2465429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3405469" y="7186325"/>
            <a:ext cx="2074191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1873845" y="5427438"/>
            <a:ext cx="2540424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</a:t>
            </a:r>
            <a:r>
              <a:rPr lang="en-US" sz="1400" dirty="0">
                <a:solidFill>
                  <a:schemeClr val="tx1"/>
                </a:solidFill>
              </a:rPr>
              <a:t>list of tutorials </a:t>
            </a:r>
            <a:r>
              <a:rPr lang="en-US" sz="1400" dirty="0" smtClean="0">
                <a:solidFill>
                  <a:schemeClr val="tx1"/>
                </a:solidFill>
              </a:rPr>
              <a:t>that exist in database from the following bloggers.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3877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22631" y="1936430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71828" y="6341696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05622" y="6468845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844523" y="2700854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a tutorial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63222" y="2417611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466261" y="3215120"/>
            <a:ext cx="7375" cy="50514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  <a:endCxn id="6" idx="0"/>
          </p:cNvCxnSpPr>
          <p:nvPr/>
        </p:nvCxnSpPr>
        <p:spPr>
          <a:xfrm>
            <a:off x="3465257" y="5896592"/>
            <a:ext cx="2041" cy="44510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46470" y="5079564"/>
            <a:ext cx="183757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information of the tutorial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649324" y="3720269"/>
            <a:ext cx="164862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tutorial detail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1" idx="0"/>
          </p:cNvCxnSpPr>
          <p:nvPr/>
        </p:nvCxnSpPr>
        <p:spPr>
          <a:xfrm flipH="1">
            <a:off x="3465257" y="4537297"/>
            <a:ext cx="8379" cy="54226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95202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123651" y="1271743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063957" y="7396890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194923" y="7534659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422498" y="2001149"/>
            <a:ext cx="1858439" cy="41055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create tutorial link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 flipH="1">
            <a:off x="3351718" y="1752924"/>
            <a:ext cx="12524" cy="2482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1" idx="0"/>
          </p:cNvCxnSpPr>
          <p:nvPr/>
        </p:nvCxnSpPr>
        <p:spPr>
          <a:xfrm>
            <a:off x="3351718" y="2411703"/>
            <a:ext cx="0" cy="4624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930426" y="2874153"/>
            <a:ext cx="2842583" cy="49567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Provide create tutorial interface 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137482" y="3842544"/>
            <a:ext cx="2425598" cy="65505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Input tutorial information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3" name="Straight Arrow Connector 22"/>
          <p:cNvCxnSpPr>
            <a:stCxn id="11" idx="2"/>
            <a:endCxn id="17" idx="0"/>
          </p:cNvCxnSpPr>
          <p:nvPr/>
        </p:nvCxnSpPr>
        <p:spPr>
          <a:xfrm flipH="1">
            <a:off x="3350281" y="3369831"/>
            <a:ext cx="1437" cy="47271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7" idx="2"/>
            <a:endCxn id="42" idx="0"/>
          </p:cNvCxnSpPr>
          <p:nvPr/>
        </p:nvCxnSpPr>
        <p:spPr>
          <a:xfrm>
            <a:off x="3350281" y="4497594"/>
            <a:ext cx="2343" cy="45520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63" idx="2"/>
            <a:endCxn id="6" idx="0"/>
          </p:cNvCxnSpPr>
          <p:nvPr/>
        </p:nvCxnSpPr>
        <p:spPr>
          <a:xfrm>
            <a:off x="3352624" y="7015898"/>
            <a:ext cx="6803" cy="38099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2446860" y="4952797"/>
            <a:ext cx="1811527" cy="43413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done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2207689" y="5781317"/>
            <a:ext cx="2289869" cy="42703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Save tutorial into database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2207689" y="6587071"/>
            <a:ext cx="2289869" cy="42882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Show successful message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24" name="Straight Arrow Connector 123"/>
          <p:cNvCxnSpPr>
            <a:stCxn id="42" idx="2"/>
            <a:endCxn id="62" idx="0"/>
          </p:cNvCxnSpPr>
          <p:nvPr/>
        </p:nvCxnSpPr>
        <p:spPr>
          <a:xfrm>
            <a:off x="3352624" y="5386935"/>
            <a:ext cx="0" cy="39438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/>
          <p:cNvCxnSpPr>
            <a:stCxn id="62" idx="2"/>
            <a:endCxn id="63" idx="0"/>
          </p:cNvCxnSpPr>
          <p:nvPr/>
        </p:nvCxnSpPr>
        <p:spPr>
          <a:xfrm>
            <a:off x="3352624" y="6208355"/>
            <a:ext cx="0" cy="37871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75694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748069" y="8506088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2881863" y="8633237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2823757" y="68622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2434286" y="953129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a tutorial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539513" y="1871624"/>
            <a:ext cx="996800" cy="4609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edit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104736" y="2714737"/>
            <a:ext cx="1862309" cy="75177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Provide editable tutorial interface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/>
          <p:cNvCxnSpPr>
            <a:stCxn id="6" idx="2"/>
            <a:endCxn id="7" idx="0"/>
          </p:cNvCxnSpPr>
          <p:nvPr/>
        </p:nvCxnSpPr>
        <p:spPr>
          <a:xfrm flipH="1">
            <a:off x="3035891" y="2332594"/>
            <a:ext cx="2022" cy="3821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55107" y="4696351"/>
            <a:ext cx="1165612" cy="5735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save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/>
          <p:cNvCxnSpPr>
            <a:stCxn id="7" idx="2"/>
            <a:endCxn id="11" idx="0"/>
          </p:cNvCxnSpPr>
          <p:nvPr/>
        </p:nvCxnSpPr>
        <p:spPr>
          <a:xfrm>
            <a:off x="3035891" y="3466513"/>
            <a:ext cx="2022" cy="3173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327571" y="3783860"/>
            <a:ext cx="1420683" cy="59319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Input new information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2" name="Straight Arrow Connector 11"/>
          <p:cNvCxnSpPr>
            <a:stCxn id="11" idx="2"/>
            <a:endCxn id="9" idx="0"/>
          </p:cNvCxnSpPr>
          <p:nvPr/>
        </p:nvCxnSpPr>
        <p:spPr>
          <a:xfrm>
            <a:off x="3037913" y="4377054"/>
            <a:ext cx="0" cy="31929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3059470" y="549803"/>
            <a:ext cx="2022" cy="3821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3054020" y="1467395"/>
            <a:ext cx="2022" cy="3821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ecision 14"/>
          <p:cNvSpPr/>
          <p:nvPr/>
        </p:nvSpPr>
        <p:spPr>
          <a:xfrm>
            <a:off x="2277552" y="5587366"/>
            <a:ext cx="1511293" cy="876100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Valid?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345997" y="5743188"/>
            <a:ext cx="1256419" cy="56898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Show error message 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104736" y="6731708"/>
            <a:ext cx="1862309" cy="59598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Save the tutorial to database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148799" y="7660087"/>
            <a:ext cx="1768800" cy="56898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Show successful message 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9" name="Straight Arrow Connector 18"/>
          <p:cNvCxnSpPr>
            <a:stCxn id="9" idx="2"/>
            <a:endCxn id="15" idx="0"/>
          </p:cNvCxnSpPr>
          <p:nvPr/>
        </p:nvCxnSpPr>
        <p:spPr>
          <a:xfrm flipH="1">
            <a:off x="3033199" y="5269871"/>
            <a:ext cx="4714" cy="3174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5" idx="2"/>
            <a:endCxn id="17" idx="0"/>
          </p:cNvCxnSpPr>
          <p:nvPr/>
        </p:nvCxnSpPr>
        <p:spPr>
          <a:xfrm>
            <a:off x="3033199" y="6463466"/>
            <a:ext cx="2692" cy="26824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7" idx="2"/>
            <a:endCxn id="18" idx="0"/>
          </p:cNvCxnSpPr>
          <p:nvPr/>
        </p:nvCxnSpPr>
        <p:spPr>
          <a:xfrm flipH="1">
            <a:off x="3033199" y="7327693"/>
            <a:ext cx="2692" cy="33239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8" idx="2"/>
            <a:endCxn id="2" idx="0"/>
          </p:cNvCxnSpPr>
          <p:nvPr/>
        </p:nvCxnSpPr>
        <p:spPr>
          <a:xfrm>
            <a:off x="3033199" y="8229068"/>
            <a:ext cx="10340" cy="27702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15" idx="3"/>
            <a:endCxn id="16" idx="1"/>
          </p:cNvCxnSpPr>
          <p:nvPr/>
        </p:nvCxnSpPr>
        <p:spPr>
          <a:xfrm>
            <a:off x="3788845" y="6025416"/>
            <a:ext cx="557152" cy="226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6" idx="0"/>
          </p:cNvCxnSpPr>
          <p:nvPr/>
        </p:nvCxnSpPr>
        <p:spPr>
          <a:xfrm flipV="1">
            <a:off x="4974207" y="4073773"/>
            <a:ext cx="0" cy="1669415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>
            <a:off x="3719288" y="4073773"/>
            <a:ext cx="125491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054020" y="6400847"/>
            <a:ext cx="594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Yes</a:t>
            </a:r>
            <a:endParaRPr lang="en-US" sz="1400" dirty="0"/>
          </a:p>
        </p:txBody>
      </p:sp>
      <p:sp>
        <p:nvSpPr>
          <p:cNvPr id="42" name="TextBox 41"/>
          <p:cNvSpPr txBox="1"/>
          <p:nvPr/>
        </p:nvSpPr>
        <p:spPr>
          <a:xfrm>
            <a:off x="3781751" y="5690403"/>
            <a:ext cx="432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No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7727776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823757" y="68622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2434286" y="953129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a tutorial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560334" y="1746722"/>
            <a:ext cx="996800" cy="4609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edit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125557" y="2485750"/>
            <a:ext cx="1862309" cy="75177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Provide editable tutorial interface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/>
          <p:cNvCxnSpPr>
            <a:stCxn id="4" idx="2"/>
            <a:endCxn id="5" idx="0"/>
          </p:cNvCxnSpPr>
          <p:nvPr/>
        </p:nvCxnSpPr>
        <p:spPr>
          <a:xfrm flipH="1">
            <a:off x="3056712" y="2207692"/>
            <a:ext cx="2022" cy="27805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3059470" y="549803"/>
            <a:ext cx="2022" cy="3821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3" idx="2"/>
            <a:endCxn id="4" idx="0"/>
          </p:cNvCxnSpPr>
          <p:nvPr/>
        </p:nvCxnSpPr>
        <p:spPr>
          <a:xfrm>
            <a:off x="3056024" y="1467395"/>
            <a:ext cx="2710" cy="27932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2"/>
            <a:endCxn id="10" idx="0"/>
          </p:cNvCxnSpPr>
          <p:nvPr/>
        </p:nvCxnSpPr>
        <p:spPr>
          <a:xfrm flipH="1">
            <a:off x="3054020" y="3237526"/>
            <a:ext cx="2692" cy="29425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323664" y="3531780"/>
            <a:ext cx="1460711" cy="4609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delete tutorial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/>
          <p:cNvCxnSpPr>
            <a:stCxn id="10" idx="2"/>
            <a:endCxn id="13" idx="0"/>
          </p:cNvCxnSpPr>
          <p:nvPr/>
        </p:nvCxnSpPr>
        <p:spPr>
          <a:xfrm flipH="1">
            <a:off x="3049910" y="3992750"/>
            <a:ext cx="4110" cy="37158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4" idx="2"/>
            <a:endCxn id="25" idx="0"/>
          </p:cNvCxnSpPr>
          <p:nvPr/>
        </p:nvCxnSpPr>
        <p:spPr>
          <a:xfrm>
            <a:off x="3069649" y="7218046"/>
            <a:ext cx="5192" cy="3518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ecision 12"/>
          <p:cNvSpPr/>
          <p:nvPr/>
        </p:nvSpPr>
        <p:spPr>
          <a:xfrm>
            <a:off x="2162359" y="4364331"/>
            <a:ext cx="1775101" cy="876100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Confirm?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138494" y="6466270"/>
            <a:ext cx="1862309" cy="75177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Remove the tutorial from database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/>
          <p:cNvCxnSpPr>
            <a:stCxn id="13" idx="2"/>
            <a:endCxn id="21" idx="0"/>
          </p:cNvCxnSpPr>
          <p:nvPr/>
        </p:nvCxnSpPr>
        <p:spPr>
          <a:xfrm>
            <a:off x="3049910" y="5240431"/>
            <a:ext cx="12600" cy="34068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493015" y="4526235"/>
            <a:ext cx="976484" cy="5735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</a:t>
            </a:r>
          </a:p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No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7" name="Straight Arrow Connector 16"/>
          <p:cNvCxnSpPr>
            <a:stCxn id="13" idx="3"/>
            <a:endCxn id="16" idx="1"/>
          </p:cNvCxnSpPr>
          <p:nvPr/>
        </p:nvCxnSpPr>
        <p:spPr>
          <a:xfrm>
            <a:off x="3937460" y="4802381"/>
            <a:ext cx="555555" cy="1061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054020" y="5238965"/>
            <a:ext cx="594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Yes</a:t>
            </a:r>
            <a:endParaRPr lang="en-US" sz="1400" dirty="0"/>
          </a:p>
        </p:txBody>
      </p:sp>
      <p:sp>
        <p:nvSpPr>
          <p:cNvPr id="20" name="TextBox 19"/>
          <p:cNvSpPr txBox="1"/>
          <p:nvPr/>
        </p:nvSpPr>
        <p:spPr>
          <a:xfrm>
            <a:off x="3960240" y="4523079"/>
            <a:ext cx="432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No</a:t>
            </a:r>
            <a:endParaRPr lang="en-US" sz="1400" dirty="0"/>
          </a:p>
        </p:txBody>
      </p:sp>
      <p:sp>
        <p:nvSpPr>
          <p:cNvPr id="21" name="Rounded Rectangle 20"/>
          <p:cNvSpPr/>
          <p:nvPr/>
        </p:nvSpPr>
        <p:spPr>
          <a:xfrm>
            <a:off x="2482824" y="5581118"/>
            <a:ext cx="1159372" cy="5735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</a:t>
            </a:r>
          </a:p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Yes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2" name="Straight Arrow Connector 21"/>
          <p:cNvCxnSpPr>
            <a:stCxn id="21" idx="2"/>
            <a:endCxn id="14" idx="0"/>
          </p:cNvCxnSpPr>
          <p:nvPr/>
        </p:nvCxnSpPr>
        <p:spPr>
          <a:xfrm>
            <a:off x="3062510" y="6154638"/>
            <a:ext cx="7139" cy="31163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190441" y="7569871"/>
            <a:ext cx="1768800" cy="56898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Show successful message 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0" name="Oval 29"/>
          <p:cNvSpPr/>
          <p:nvPr/>
        </p:nvSpPr>
        <p:spPr>
          <a:xfrm>
            <a:off x="2789711" y="8506088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2923505" y="8633237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/>
          <p:cNvCxnSpPr>
            <a:stCxn id="25" idx="2"/>
            <a:endCxn id="30" idx="0"/>
          </p:cNvCxnSpPr>
          <p:nvPr/>
        </p:nvCxnSpPr>
        <p:spPr>
          <a:xfrm>
            <a:off x="3074841" y="8138852"/>
            <a:ext cx="10340" cy="36723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endCxn id="16" idx="2"/>
          </p:cNvCxnSpPr>
          <p:nvPr/>
        </p:nvCxnSpPr>
        <p:spPr>
          <a:xfrm flipV="1">
            <a:off x="4981257" y="5099755"/>
            <a:ext cx="0" cy="3685147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endCxn id="30" idx="6"/>
          </p:cNvCxnSpPr>
          <p:nvPr/>
        </p:nvCxnSpPr>
        <p:spPr>
          <a:xfrm flipH="1">
            <a:off x="3380650" y="8801558"/>
            <a:ext cx="160060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37122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11839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22631" y="1936430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69793" y="4982401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03587" y="5109550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844523" y="2700854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shop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63222" y="2417611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</p:cNvCxnSpPr>
          <p:nvPr/>
        </p:nvCxnSpPr>
        <p:spPr>
          <a:xfrm>
            <a:off x="3466261" y="3215120"/>
            <a:ext cx="7375" cy="50514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  <a:endCxn id="6" idx="0"/>
          </p:cNvCxnSpPr>
          <p:nvPr/>
        </p:nvCxnSpPr>
        <p:spPr>
          <a:xfrm>
            <a:off x="3463222" y="4537297"/>
            <a:ext cx="2041" cy="44510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44435" y="3720269"/>
            <a:ext cx="183757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</a:t>
            </a:r>
            <a:r>
              <a:rPr lang="en-US" sz="1400" dirty="0">
                <a:solidFill>
                  <a:schemeClr val="tx1"/>
                </a:solidFill>
              </a:rPr>
              <a:t>list of </a:t>
            </a:r>
            <a:r>
              <a:rPr lang="en-US" sz="1400" dirty="0" smtClean="0">
                <a:solidFill>
                  <a:schemeClr val="tx1"/>
                </a:solidFill>
              </a:rPr>
              <a:t>shops that exist in database randomly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67276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22631" y="1323603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71828" y="7281166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05622" y="7408315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844523" y="2140947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shop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63222" y="1804784"/>
            <a:ext cx="3039" cy="33616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5" idx="0"/>
          </p:cNvCxnSpPr>
          <p:nvPr/>
        </p:nvCxnSpPr>
        <p:spPr>
          <a:xfrm>
            <a:off x="3466261" y="2655213"/>
            <a:ext cx="2625" cy="52450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  <a:endCxn id="6" idx="0"/>
          </p:cNvCxnSpPr>
          <p:nvPr/>
        </p:nvCxnSpPr>
        <p:spPr>
          <a:xfrm flipH="1">
            <a:off x="3467298" y="6836062"/>
            <a:ext cx="6338" cy="44510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831895" y="6019034"/>
            <a:ext cx="3283481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</a:t>
            </a:r>
            <a:r>
              <a:rPr lang="en-US" sz="1400" dirty="0">
                <a:solidFill>
                  <a:schemeClr val="tx1"/>
                </a:solidFill>
              </a:rPr>
              <a:t>list </a:t>
            </a:r>
            <a:r>
              <a:rPr lang="en-US" sz="1400" dirty="0" smtClean="0">
                <a:solidFill>
                  <a:schemeClr val="tx1"/>
                </a:solidFill>
              </a:rPr>
              <a:t>of shops that exist in database according to the selected category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649324" y="4589179"/>
            <a:ext cx="164862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a shop category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1" idx="0"/>
          </p:cNvCxnSpPr>
          <p:nvPr/>
        </p:nvCxnSpPr>
        <p:spPr>
          <a:xfrm>
            <a:off x="3473636" y="5406207"/>
            <a:ext cx="0" cy="61282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644574" y="3179717"/>
            <a:ext cx="164862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category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/>
          <p:cNvCxnSpPr>
            <a:stCxn id="15" idx="2"/>
            <a:endCxn id="12" idx="0"/>
          </p:cNvCxnSpPr>
          <p:nvPr/>
        </p:nvCxnSpPr>
        <p:spPr>
          <a:xfrm>
            <a:off x="3468886" y="3996745"/>
            <a:ext cx="4750" cy="59243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65564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22631" y="1936430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71828" y="6341696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05622" y="6468845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844523" y="2700854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shop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63222" y="2417611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466261" y="3215120"/>
            <a:ext cx="7375" cy="50514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  <a:endCxn id="6" idx="0"/>
          </p:cNvCxnSpPr>
          <p:nvPr/>
        </p:nvCxnSpPr>
        <p:spPr>
          <a:xfrm>
            <a:off x="3467298" y="5896592"/>
            <a:ext cx="0" cy="44510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835968" y="5079564"/>
            <a:ext cx="3262659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</a:t>
            </a:r>
            <a:r>
              <a:rPr lang="en-US" sz="1400" dirty="0">
                <a:solidFill>
                  <a:schemeClr val="tx1"/>
                </a:solidFill>
              </a:rPr>
              <a:t>list of </a:t>
            </a:r>
            <a:r>
              <a:rPr lang="en-US" sz="1400" dirty="0" smtClean="0">
                <a:solidFill>
                  <a:schemeClr val="tx1"/>
                </a:solidFill>
              </a:rPr>
              <a:t>shops that exist in database, in which the shop name contains the searched keyword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649324" y="3720269"/>
            <a:ext cx="164862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Input a keyword in the search box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1" idx="0"/>
          </p:cNvCxnSpPr>
          <p:nvPr/>
        </p:nvCxnSpPr>
        <p:spPr>
          <a:xfrm flipH="1">
            <a:off x="3467298" y="4537297"/>
            <a:ext cx="6338" cy="54226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99003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22631" y="1936430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71828" y="6341696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05622" y="6468845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844523" y="2700854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a shop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63222" y="2417611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466261" y="3215120"/>
            <a:ext cx="7375" cy="50514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</p:cNvCxnSpPr>
          <p:nvPr/>
        </p:nvCxnSpPr>
        <p:spPr>
          <a:xfrm>
            <a:off x="3465257" y="5896592"/>
            <a:ext cx="2041" cy="44510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46470" y="5079564"/>
            <a:ext cx="183757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information of the shop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649324" y="3720269"/>
            <a:ext cx="164862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shop detail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1" idx="0"/>
          </p:cNvCxnSpPr>
          <p:nvPr/>
        </p:nvCxnSpPr>
        <p:spPr>
          <a:xfrm flipH="1">
            <a:off x="3465257" y="4537297"/>
            <a:ext cx="8379" cy="54226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3148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22631" y="1936430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71828" y="6341696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05622" y="6468845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844523" y="2700854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a tutorial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63222" y="2417611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466261" y="3215120"/>
            <a:ext cx="7375" cy="50514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</p:cNvCxnSpPr>
          <p:nvPr/>
        </p:nvCxnSpPr>
        <p:spPr>
          <a:xfrm>
            <a:off x="3465257" y="5896592"/>
            <a:ext cx="2041" cy="44510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46470" y="5079564"/>
            <a:ext cx="183757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information of the tutorial including comments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649324" y="3720269"/>
            <a:ext cx="164862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tutorial detail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1" idx="0"/>
          </p:cNvCxnSpPr>
          <p:nvPr/>
        </p:nvCxnSpPr>
        <p:spPr>
          <a:xfrm flipH="1">
            <a:off x="3465257" y="4537297"/>
            <a:ext cx="8379" cy="54226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14661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31010" y="48974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89469" y="8493749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23263" y="8620898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676189" y="760478"/>
            <a:ext cx="1598739" cy="43902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a tutorial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endCxn id="9" idx="0"/>
          </p:cNvCxnSpPr>
          <p:nvPr/>
        </p:nvCxnSpPr>
        <p:spPr>
          <a:xfrm>
            <a:off x="3471601" y="477235"/>
            <a:ext cx="3958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475559" y="1199502"/>
            <a:ext cx="6456" cy="24523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  <a:endCxn id="13" idx="0"/>
          </p:cNvCxnSpPr>
          <p:nvPr/>
        </p:nvCxnSpPr>
        <p:spPr>
          <a:xfrm flipH="1">
            <a:off x="3471601" y="2839990"/>
            <a:ext cx="10414" cy="30889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219113" y="2221908"/>
            <a:ext cx="2525804" cy="61808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information of the tutorial including comments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438408" y="1444733"/>
            <a:ext cx="2087214" cy="47799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tutorial detail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1" idx="0"/>
          </p:cNvCxnSpPr>
          <p:nvPr/>
        </p:nvCxnSpPr>
        <p:spPr>
          <a:xfrm>
            <a:off x="3482015" y="1922729"/>
            <a:ext cx="0" cy="29917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693830" y="3148880"/>
            <a:ext cx="1555541" cy="69163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Provide add comment box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839093" y="4140387"/>
            <a:ext cx="1265016" cy="56245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Add comment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/>
          <p:cNvCxnSpPr>
            <a:stCxn id="13" idx="2"/>
            <a:endCxn id="15" idx="0"/>
          </p:cNvCxnSpPr>
          <p:nvPr/>
        </p:nvCxnSpPr>
        <p:spPr>
          <a:xfrm>
            <a:off x="3471601" y="3840510"/>
            <a:ext cx="0" cy="29987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Decision 18"/>
          <p:cNvSpPr/>
          <p:nvPr/>
        </p:nvSpPr>
        <p:spPr>
          <a:xfrm>
            <a:off x="2479096" y="4976076"/>
            <a:ext cx="1985010" cy="1250734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Is the comment in the right format?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/>
          <p:cNvCxnSpPr>
            <a:stCxn id="15" idx="2"/>
            <a:endCxn id="19" idx="0"/>
          </p:cNvCxnSpPr>
          <p:nvPr/>
        </p:nvCxnSpPr>
        <p:spPr>
          <a:xfrm>
            <a:off x="3471601" y="4702843"/>
            <a:ext cx="0" cy="27323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9" idx="2"/>
            <a:endCxn id="40" idx="0"/>
          </p:cNvCxnSpPr>
          <p:nvPr/>
        </p:nvCxnSpPr>
        <p:spPr>
          <a:xfrm>
            <a:off x="3471601" y="6226810"/>
            <a:ext cx="3039" cy="3628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012623" y="5318576"/>
            <a:ext cx="1532039" cy="5735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error message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9" name="Straight Arrow Connector 28"/>
          <p:cNvCxnSpPr>
            <a:stCxn id="19" idx="3"/>
            <a:endCxn id="28" idx="1"/>
          </p:cNvCxnSpPr>
          <p:nvPr/>
        </p:nvCxnSpPr>
        <p:spPr>
          <a:xfrm>
            <a:off x="4464106" y="5601443"/>
            <a:ext cx="548517" cy="389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473444" y="6191530"/>
            <a:ext cx="594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Yes</a:t>
            </a:r>
            <a:endParaRPr lang="en-US" sz="1400" dirty="0"/>
          </a:p>
        </p:txBody>
      </p:sp>
      <p:sp>
        <p:nvSpPr>
          <p:cNvPr id="31" name="TextBox 30"/>
          <p:cNvSpPr txBox="1"/>
          <p:nvPr/>
        </p:nvSpPr>
        <p:spPr>
          <a:xfrm>
            <a:off x="4451640" y="5293666"/>
            <a:ext cx="432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No</a:t>
            </a:r>
            <a:endParaRPr lang="en-US" sz="1400" dirty="0"/>
          </a:p>
        </p:txBody>
      </p:sp>
      <p:cxnSp>
        <p:nvCxnSpPr>
          <p:cNvPr id="32" name="Straight Connector 31"/>
          <p:cNvCxnSpPr>
            <a:endCxn id="28" idx="2"/>
          </p:cNvCxnSpPr>
          <p:nvPr/>
        </p:nvCxnSpPr>
        <p:spPr>
          <a:xfrm flipV="1">
            <a:off x="5778643" y="5892096"/>
            <a:ext cx="0" cy="289712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endCxn id="6" idx="6"/>
          </p:cNvCxnSpPr>
          <p:nvPr/>
        </p:nvCxnSpPr>
        <p:spPr>
          <a:xfrm flipH="1">
            <a:off x="3780408" y="8789219"/>
            <a:ext cx="199823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2497639" y="6589690"/>
            <a:ext cx="1954001" cy="54082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Save comment into database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2498532" y="7462642"/>
            <a:ext cx="1969566" cy="6510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the added comment on tutorial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80" name="Straight Arrow Connector 79"/>
          <p:cNvCxnSpPr>
            <a:stCxn id="40" idx="2"/>
            <a:endCxn id="63" idx="0"/>
          </p:cNvCxnSpPr>
          <p:nvPr/>
        </p:nvCxnSpPr>
        <p:spPr>
          <a:xfrm>
            <a:off x="3474640" y="7130515"/>
            <a:ext cx="8675" cy="33212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stCxn id="63" idx="2"/>
            <a:endCxn id="6" idx="0"/>
          </p:cNvCxnSpPr>
          <p:nvPr/>
        </p:nvCxnSpPr>
        <p:spPr>
          <a:xfrm>
            <a:off x="3483315" y="8113655"/>
            <a:ext cx="1624" cy="38009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65339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172033" y="689719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38871" y="7751409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272665" y="7878558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793925" y="1454143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a tutorial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12624" y="1170900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415663" y="1968409"/>
            <a:ext cx="7375" cy="38166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8" idx="2"/>
            <a:endCxn id="6" idx="0"/>
          </p:cNvCxnSpPr>
          <p:nvPr/>
        </p:nvCxnSpPr>
        <p:spPr>
          <a:xfrm>
            <a:off x="3434341" y="7336668"/>
            <a:ext cx="0" cy="41474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13513" y="3444773"/>
            <a:ext cx="1837573" cy="52987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Provide a like button 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598726" y="2350078"/>
            <a:ext cx="1648623" cy="67202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tutorial detail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1" idx="0"/>
          </p:cNvCxnSpPr>
          <p:nvPr/>
        </p:nvCxnSpPr>
        <p:spPr>
          <a:xfrm>
            <a:off x="3423038" y="3022104"/>
            <a:ext cx="9262" cy="42266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515554" y="4428356"/>
            <a:ext cx="1837573" cy="52987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the like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432646" y="5366926"/>
            <a:ext cx="1999308" cy="78920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Increase the like number of the tutorial by one in </a:t>
            </a:r>
            <a:r>
              <a:rPr lang="en-US" sz="1400" dirty="0" err="1" smtClean="0">
                <a:solidFill>
                  <a:schemeClr val="tx1"/>
                </a:solidFill>
              </a:rPr>
              <a:t>databsse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515554" y="6606738"/>
            <a:ext cx="1837573" cy="72993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the updated like number of the tutorial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9" name="Straight Arrow Connector 18"/>
          <p:cNvCxnSpPr>
            <a:stCxn id="11" idx="2"/>
            <a:endCxn id="16" idx="0"/>
          </p:cNvCxnSpPr>
          <p:nvPr/>
        </p:nvCxnSpPr>
        <p:spPr>
          <a:xfrm>
            <a:off x="3432300" y="3974646"/>
            <a:ext cx="2041" cy="4537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6" idx="2"/>
            <a:endCxn id="17" idx="0"/>
          </p:cNvCxnSpPr>
          <p:nvPr/>
        </p:nvCxnSpPr>
        <p:spPr>
          <a:xfrm flipH="1">
            <a:off x="3432300" y="4958229"/>
            <a:ext cx="2041" cy="40869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7" idx="2"/>
            <a:endCxn id="18" idx="0"/>
          </p:cNvCxnSpPr>
          <p:nvPr/>
        </p:nvCxnSpPr>
        <p:spPr>
          <a:xfrm>
            <a:off x="3432300" y="6156133"/>
            <a:ext cx="2041" cy="4506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46553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172033" y="1091892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38871" y="7173591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272665" y="7300740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793925" y="1856316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the liked tutorial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12624" y="1573073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415663" y="2370582"/>
            <a:ext cx="7375" cy="38166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8" idx="2"/>
            <a:endCxn id="6" idx="0"/>
          </p:cNvCxnSpPr>
          <p:nvPr/>
        </p:nvCxnSpPr>
        <p:spPr>
          <a:xfrm>
            <a:off x="3434341" y="6758850"/>
            <a:ext cx="0" cy="41474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598726" y="2752251"/>
            <a:ext cx="1648623" cy="67202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tutorial detail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6" idx="0"/>
          </p:cNvCxnSpPr>
          <p:nvPr/>
        </p:nvCxnSpPr>
        <p:spPr>
          <a:xfrm>
            <a:off x="3423038" y="3424277"/>
            <a:ext cx="11303" cy="42626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515554" y="3850538"/>
            <a:ext cx="1837573" cy="52987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the liked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432646" y="4789108"/>
            <a:ext cx="1999308" cy="78920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Decrease the like number of the tutorial by one in database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515554" y="6028920"/>
            <a:ext cx="1837573" cy="72993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the updated like number of the tutorial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5" name="Straight Arrow Connector 24"/>
          <p:cNvCxnSpPr>
            <a:stCxn id="16" idx="2"/>
            <a:endCxn id="17" idx="0"/>
          </p:cNvCxnSpPr>
          <p:nvPr/>
        </p:nvCxnSpPr>
        <p:spPr>
          <a:xfrm flipH="1">
            <a:off x="3432300" y="4380411"/>
            <a:ext cx="2041" cy="40869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7" idx="2"/>
            <a:endCxn id="18" idx="0"/>
          </p:cNvCxnSpPr>
          <p:nvPr/>
        </p:nvCxnSpPr>
        <p:spPr>
          <a:xfrm>
            <a:off x="3432300" y="5578315"/>
            <a:ext cx="2041" cy="4506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80948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22631" y="985649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82141" y="7698082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15935" y="7825231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/>
          <p:cNvCxnSpPr>
            <a:stCxn id="5" idx="4"/>
            <a:endCxn id="12" idx="0"/>
          </p:cNvCxnSpPr>
          <p:nvPr/>
        </p:nvCxnSpPr>
        <p:spPr>
          <a:xfrm>
            <a:off x="3463222" y="1466830"/>
            <a:ext cx="10414" cy="30782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endCxn id="6" idx="0"/>
          </p:cNvCxnSpPr>
          <p:nvPr/>
        </p:nvCxnSpPr>
        <p:spPr>
          <a:xfrm flipH="1">
            <a:off x="3477611" y="6330109"/>
            <a:ext cx="6338" cy="136797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46470" y="2922283"/>
            <a:ext cx="183757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the selected blogger’s information and tutorials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649324" y="1774654"/>
            <a:ext cx="164862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a blogger and go to blogger’s profile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1" idx="0"/>
          </p:cNvCxnSpPr>
          <p:nvPr/>
        </p:nvCxnSpPr>
        <p:spPr>
          <a:xfrm flipH="1">
            <a:off x="3465257" y="2591682"/>
            <a:ext cx="8379" cy="33060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568751" y="4175347"/>
            <a:ext cx="1794126" cy="52999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follow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7" name="Straight Arrow Connector 26"/>
          <p:cNvCxnSpPr>
            <a:stCxn id="11" idx="2"/>
            <a:endCxn id="26" idx="0"/>
          </p:cNvCxnSpPr>
          <p:nvPr/>
        </p:nvCxnSpPr>
        <p:spPr>
          <a:xfrm>
            <a:off x="3465257" y="3739311"/>
            <a:ext cx="557" cy="43603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347315" y="5127847"/>
            <a:ext cx="2252642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Save the blogger into following list in database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31" name="Straight Arrow Connector 30"/>
          <p:cNvCxnSpPr>
            <a:stCxn id="26" idx="2"/>
            <a:endCxn id="30" idx="0"/>
          </p:cNvCxnSpPr>
          <p:nvPr/>
        </p:nvCxnSpPr>
        <p:spPr>
          <a:xfrm>
            <a:off x="3465814" y="4705345"/>
            <a:ext cx="7822" cy="42250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2347315" y="6444414"/>
            <a:ext cx="2252642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Change from follow to followed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35" name="Straight Arrow Connector 34"/>
          <p:cNvCxnSpPr>
            <a:stCxn id="30" idx="2"/>
            <a:endCxn id="34" idx="0"/>
          </p:cNvCxnSpPr>
          <p:nvPr/>
        </p:nvCxnSpPr>
        <p:spPr>
          <a:xfrm>
            <a:off x="3473636" y="5944875"/>
            <a:ext cx="0" cy="49953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9351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22631" y="985649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82141" y="7698082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15935" y="7825231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/>
          <p:cNvCxnSpPr>
            <a:stCxn id="5" idx="4"/>
          </p:cNvCxnSpPr>
          <p:nvPr/>
        </p:nvCxnSpPr>
        <p:spPr>
          <a:xfrm>
            <a:off x="3463222" y="1466830"/>
            <a:ext cx="10414" cy="30782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endCxn id="6" idx="0"/>
          </p:cNvCxnSpPr>
          <p:nvPr/>
        </p:nvCxnSpPr>
        <p:spPr>
          <a:xfrm flipH="1">
            <a:off x="3477611" y="6330109"/>
            <a:ext cx="6338" cy="136797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3465257" y="2591682"/>
            <a:ext cx="8379" cy="33060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568751" y="4175347"/>
            <a:ext cx="1794126" cy="52999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followed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7" name="Straight Arrow Connector 26"/>
          <p:cNvCxnSpPr>
            <a:endCxn id="26" idx="0"/>
          </p:cNvCxnSpPr>
          <p:nvPr/>
        </p:nvCxnSpPr>
        <p:spPr>
          <a:xfrm>
            <a:off x="3465257" y="3739311"/>
            <a:ext cx="557" cy="43603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347315" y="5127847"/>
            <a:ext cx="2252642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Remove the blogger from following list in database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31" name="Straight Arrow Connector 30"/>
          <p:cNvCxnSpPr>
            <a:stCxn id="26" idx="2"/>
            <a:endCxn id="30" idx="0"/>
          </p:cNvCxnSpPr>
          <p:nvPr/>
        </p:nvCxnSpPr>
        <p:spPr>
          <a:xfrm>
            <a:off x="3465814" y="4705345"/>
            <a:ext cx="7822" cy="42250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2347315" y="6444414"/>
            <a:ext cx="2252642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Change from followed to follow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35" name="Straight Arrow Connector 34"/>
          <p:cNvCxnSpPr>
            <a:stCxn id="30" idx="2"/>
            <a:endCxn id="34" idx="0"/>
          </p:cNvCxnSpPr>
          <p:nvPr/>
        </p:nvCxnSpPr>
        <p:spPr>
          <a:xfrm>
            <a:off x="3473636" y="5944875"/>
            <a:ext cx="0" cy="49953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546470" y="2922283"/>
            <a:ext cx="183757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the selected blogger’s information and tutorials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649324" y="1774654"/>
            <a:ext cx="164862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a blogger and go to blogger’s profile page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73877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01464" y="912277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88376" y="7815211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22170" y="7942360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823356" y="1676701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profile link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42055" y="1393458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445094" y="2190967"/>
            <a:ext cx="7375" cy="50514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5" idx="2"/>
            <a:endCxn id="6" idx="0"/>
          </p:cNvCxnSpPr>
          <p:nvPr/>
        </p:nvCxnSpPr>
        <p:spPr>
          <a:xfrm>
            <a:off x="3466261" y="7379013"/>
            <a:ext cx="17585" cy="43619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25303" y="3928409"/>
            <a:ext cx="183757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blogger’s information and tutorials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628157" y="2696116"/>
            <a:ext cx="164862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blogger’s profile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1" idx="0"/>
          </p:cNvCxnSpPr>
          <p:nvPr/>
        </p:nvCxnSpPr>
        <p:spPr>
          <a:xfrm flipH="1">
            <a:off x="3444090" y="3513144"/>
            <a:ext cx="8379" cy="41526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628157" y="5210745"/>
            <a:ext cx="1660176" cy="68660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following link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461401" y="6366808"/>
            <a:ext cx="2009720" cy="101220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list of bloggers that the blogger(user) is following 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/>
          <p:cNvCxnSpPr>
            <a:stCxn id="11" idx="2"/>
            <a:endCxn id="13" idx="0"/>
          </p:cNvCxnSpPr>
          <p:nvPr/>
        </p:nvCxnSpPr>
        <p:spPr>
          <a:xfrm>
            <a:off x="3444090" y="4745437"/>
            <a:ext cx="14155" cy="46530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3" idx="2"/>
            <a:endCxn id="15" idx="0"/>
          </p:cNvCxnSpPr>
          <p:nvPr/>
        </p:nvCxnSpPr>
        <p:spPr>
          <a:xfrm>
            <a:off x="3458245" y="5897346"/>
            <a:ext cx="8016" cy="46946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7797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01464" y="912277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88376" y="7815211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22170" y="7942360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823356" y="1676701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profile link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42055" y="1393458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445094" y="2190967"/>
            <a:ext cx="7375" cy="50514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5" idx="2"/>
            <a:endCxn id="6" idx="0"/>
          </p:cNvCxnSpPr>
          <p:nvPr/>
        </p:nvCxnSpPr>
        <p:spPr>
          <a:xfrm>
            <a:off x="3466261" y="7379013"/>
            <a:ext cx="17585" cy="43619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25303" y="3928409"/>
            <a:ext cx="183757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blogger’s information and tutorials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628157" y="2696116"/>
            <a:ext cx="1648623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blogger’s profile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1" idx="0"/>
          </p:cNvCxnSpPr>
          <p:nvPr/>
        </p:nvCxnSpPr>
        <p:spPr>
          <a:xfrm flipH="1">
            <a:off x="3444090" y="3513144"/>
            <a:ext cx="8379" cy="41526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628157" y="5210745"/>
            <a:ext cx="1660176" cy="68660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follower link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461401" y="6366808"/>
            <a:ext cx="2009720" cy="101220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list of bloggers that have followed the blogger(user)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/>
          <p:cNvCxnSpPr>
            <a:stCxn id="11" idx="2"/>
            <a:endCxn id="13" idx="0"/>
          </p:cNvCxnSpPr>
          <p:nvPr/>
        </p:nvCxnSpPr>
        <p:spPr>
          <a:xfrm>
            <a:off x="3444090" y="4745437"/>
            <a:ext cx="14155" cy="46530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3" idx="2"/>
            <a:endCxn id="15" idx="0"/>
          </p:cNvCxnSpPr>
          <p:nvPr/>
        </p:nvCxnSpPr>
        <p:spPr>
          <a:xfrm>
            <a:off x="3458245" y="5897346"/>
            <a:ext cx="8016" cy="46946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31797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19599" y="69845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/>
          <p:cNvCxnSpPr>
            <a:stCxn id="5" idx="4"/>
            <a:endCxn id="12" idx="0"/>
          </p:cNvCxnSpPr>
          <p:nvPr/>
        </p:nvCxnSpPr>
        <p:spPr>
          <a:xfrm>
            <a:off x="3460190" y="551026"/>
            <a:ext cx="0" cy="30782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949820" y="1651000"/>
            <a:ext cx="3028982" cy="57148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the selected shopkeeper’s information and shops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263475" y="858850"/>
            <a:ext cx="4393430" cy="45348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a shopkeeper and go to shopkeeper’s profile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1" idx="0"/>
          </p:cNvCxnSpPr>
          <p:nvPr/>
        </p:nvCxnSpPr>
        <p:spPr>
          <a:xfrm>
            <a:off x="3460190" y="1312333"/>
            <a:ext cx="4121" cy="33866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575976" y="2545569"/>
            <a:ext cx="1794126" cy="52999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message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7" name="Straight Arrow Connector 26"/>
          <p:cNvCxnSpPr>
            <a:stCxn id="11" idx="2"/>
            <a:endCxn id="26" idx="0"/>
          </p:cNvCxnSpPr>
          <p:nvPr/>
        </p:nvCxnSpPr>
        <p:spPr>
          <a:xfrm>
            <a:off x="3464311" y="2222487"/>
            <a:ext cx="8728" cy="32308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862320" y="3369611"/>
            <a:ext cx="3221437" cy="50243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private message page between blogger and the selected shopkeeper 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31" name="Straight Arrow Connector 30"/>
          <p:cNvCxnSpPr>
            <a:stCxn id="26" idx="2"/>
            <a:endCxn id="30" idx="0"/>
          </p:cNvCxnSpPr>
          <p:nvPr/>
        </p:nvCxnSpPr>
        <p:spPr>
          <a:xfrm>
            <a:off x="3473039" y="3075567"/>
            <a:ext cx="0" cy="29404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3197982" y="8412849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3331776" y="8539998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ounded Rectangle 68"/>
          <p:cNvSpPr/>
          <p:nvPr/>
        </p:nvSpPr>
        <p:spPr>
          <a:xfrm>
            <a:off x="2847606" y="4165322"/>
            <a:ext cx="1265016" cy="56245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Send message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70" name="Straight Arrow Connector 69"/>
          <p:cNvCxnSpPr>
            <a:stCxn id="30" idx="2"/>
            <a:endCxn id="69" idx="0"/>
          </p:cNvCxnSpPr>
          <p:nvPr/>
        </p:nvCxnSpPr>
        <p:spPr>
          <a:xfrm>
            <a:off x="3473039" y="3872046"/>
            <a:ext cx="7075" cy="29327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Decision 70"/>
          <p:cNvSpPr/>
          <p:nvPr/>
        </p:nvSpPr>
        <p:spPr>
          <a:xfrm>
            <a:off x="2487609" y="5001011"/>
            <a:ext cx="1985010" cy="1250734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Is the message in the right format?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72" name="Straight Arrow Connector 71"/>
          <p:cNvCxnSpPr>
            <a:stCxn id="69" idx="2"/>
            <a:endCxn id="71" idx="0"/>
          </p:cNvCxnSpPr>
          <p:nvPr/>
        </p:nvCxnSpPr>
        <p:spPr>
          <a:xfrm>
            <a:off x="3480114" y="4727778"/>
            <a:ext cx="0" cy="27323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71" idx="2"/>
            <a:endCxn id="80" idx="0"/>
          </p:cNvCxnSpPr>
          <p:nvPr/>
        </p:nvCxnSpPr>
        <p:spPr>
          <a:xfrm>
            <a:off x="3480114" y="6251745"/>
            <a:ext cx="3039" cy="3628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5021136" y="5343511"/>
            <a:ext cx="1532039" cy="5735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error message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75" name="Straight Arrow Connector 74"/>
          <p:cNvCxnSpPr>
            <a:stCxn id="71" idx="3"/>
            <a:endCxn id="74" idx="1"/>
          </p:cNvCxnSpPr>
          <p:nvPr/>
        </p:nvCxnSpPr>
        <p:spPr>
          <a:xfrm>
            <a:off x="4472619" y="5626378"/>
            <a:ext cx="548517" cy="389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3481957" y="6216465"/>
            <a:ext cx="594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Yes</a:t>
            </a:r>
            <a:endParaRPr lang="en-US" sz="1400" dirty="0"/>
          </a:p>
        </p:txBody>
      </p:sp>
      <p:sp>
        <p:nvSpPr>
          <p:cNvPr id="77" name="TextBox 76"/>
          <p:cNvSpPr txBox="1"/>
          <p:nvPr/>
        </p:nvSpPr>
        <p:spPr>
          <a:xfrm>
            <a:off x="4460153" y="5318601"/>
            <a:ext cx="432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No</a:t>
            </a:r>
            <a:endParaRPr lang="en-US" sz="1400" dirty="0"/>
          </a:p>
        </p:txBody>
      </p:sp>
      <p:cxnSp>
        <p:nvCxnSpPr>
          <p:cNvPr id="78" name="Straight Connector 77"/>
          <p:cNvCxnSpPr>
            <a:endCxn id="74" idx="2"/>
          </p:cNvCxnSpPr>
          <p:nvPr/>
        </p:nvCxnSpPr>
        <p:spPr>
          <a:xfrm flipV="1">
            <a:off x="5787156" y="5917031"/>
            <a:ext cx="0" cy="279128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 flipH="1">
            <a:off x="3788921" y="8708319"/>
            <a:ext cx="199823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ounded Rectangle 79"/>
          <p:cNvSpPr/>
          <p:nvPr/>
        </p:nvSpPr>
        <p:spPr>
          <a:xfrm>
            <a:off x="2506152" y="6614625"/>
            <a:ext cx="1954001" cy="54082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Save message into database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2085082" y="7424078"/>
            <a:ext cx="2816739" cy="64042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the sent message on the private message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82" name="Straight Arrow Connector 81"/>
          <p:cNvCxnSpPr>
            <a:stCxn id="80" idx="2"/>
            <a:endCxn id="81" idx="0"/>
          </p:cNvCxnSpPr>
          <p:nvPr/>
        </p:nvCxnSpPr>
        <p:spPr>
          <a:xfrm>
            <a:off x="3483153" y="7155450"/>
            <a:ext cx="10299" cy="26862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stCxn id="81" idx="2"/>
            <a:endCxn id="67" idx="0"/>
          </p:cNvCxnSpPr>
          <p:nvPr/>
        </p:nvCxnSpPr>
        <p:spPr>
          <a:xfrm>
            <a:off x="3493452" y="8064502"/>
            <a:ext cx="0" cy="3483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1562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25967" y="2380120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/>
          <p:cNvCxnSpPr>
            <a:stCxn id="5" idx="4"/>
            <a:endCxn id="30" idx="0"/>
          </p:cNvCxnSpPr>
          <p:nvPr/>
        </p:nvCxnSpPr>
        <p:spPr>
          <a:xfrm>
            <a:off x="3466558" y="2861301"/>
            <a:ext cx="5988" cy="41884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145913" y="3280150"/>
            <a:ext cx="2653265" cy="73024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the conversation between the user and shopkeeper page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Oval 66"/>
          <p:cNvSpPr/>
          <p:nvPr/>
        </p:nvSpPr>
        <p:spPr>
          <a:xfrm>
            <a:off x="3181888" y="5995932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3315682" y="6123081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ounded Rectangle 68"/>
          <p:cNvSpPr/>
          <p:nvPr/>
        </p:nvSpPr>
        <p:spPr>
          <a:xfrm>
            <a:off x="2109796" y="4522622"/>
            <a:ext cx="2735124" cy="96247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the messages received from the shopkeeper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70" name="Straight Arrow Connector 69"/>
          <p:cNvCxnSpPr>
            <a:stCxn id="30" idx="2"/>
            <a:endCxn id="69" idx="0"/>
          </p:cNvCxnSpPr>
          <p:nvPr/>
        </p:nvCxnSpPr>
        <p:spPr>
          <a:xfrm>
            <a:off x="3472546" y="4010392"/>
            <a:ext cx="4812" cy="51223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69" idx="2"/>
            <a:endCxn id="67" idx="0"/>
          </p:cNvCxnSpPr>
          <p:nvPr/>
        </p:nvCxnSpPr>
        <p:spPr>
          <a:xfrm>
            <a:off x="3477358" y="5485094"/>
            <a:ext cx="0" cy="51083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83299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178757" y="2230997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/>
          <p:cNvCxnSpPr>
            <a:stCxn id="5" idx="4"/>
            <a:endCxn id="30" idx="0"/>
          </p:cNvCxnSpPr>
          <p:nvPr/>
        </p:nvCxnSpPr>
        <p:spPr>
          <a:xfrm flipH="1">
            <a:off x="3415759" y="2712178"/>
            <a:ext cx="3589" cy="40580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502984" y="3117979"/>
            <a:ext cx="1825550" cy="50243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private message page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7" name="Oval 66"/>
          <p:cNvSpPr/>
          <p:nvPr/>
        </p:nvSpPr>
        <p:spPr>
          <a:xfrm>
            <a:off x="3123878" y="5605955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3257672" y="5733104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ounded Rectangle 68"/>
          <p:cNvSpPr/>
          <p:nvPr/>
        </p:nvSpPr>
        <p:spPr>
          <a:xfrm>
            <a:off x="2051786" y="4132645"/>
            <a:ext cx="2735124" cy="96247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list of shopkeepers that the blogger has been communicating with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70" name="Straight Arrow Connector 69"/>
          <p:cNvCxnSpPr>
            <a:stCxn id="30" idx="2"/>
            <a:endCxn id="69" idx="0"/>
          </p:cNvCxnSpPr>
          <p:nvPr/>
        </p:nvCxnSpPr>
        <p:spPr>
          <a:xfrm>
            <a:off x="3415759" y="3620414"/>
            <a:ext cx="3589" cy="51223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69" idx="2"/>
            <a:endCxn id="67" idx="0"/>
          </p:cNvCxnSpPr>
          <p:nvPr/>
        </p:nvCxnSpPr>
        <p:spPr>
          <a:xfrm>
            <a:off x="3419348" y="5095117"/>
            <a:ext cx="0" cy="51083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59588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2946401" y="180344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948646" y="8318589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082440" y="8445738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391580" y="891848"/>
            <a:ext cx="1598739" cy="43902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a tutorial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endCxn id="9" idx="0"/>
          </p:cNvCxnSpPr>
          <p:nvPr/>
        </p:nvCxnSpPr>
        <p:spPr>
          <a:xfrm>
            <a:off x="3186992" y="608605"/>
            <a:ext cx="3958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2" idx="0"/>
          </p:cNvCxnSpPr>
          <p:nvPr/>
        </p:nvCxnSpPr>
        <p:spPr>
          <a:xfrm>
            <a:off x="3190950" y="1330872"/>
            <a:ext cx="6456" cy="24523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  <a:endCxn id="13" idx="0"/>
          </p:cNvCxnSpPr>
          <p:nvPr/>
        </p:nvCxnSpPr>
        <p:spPr>
          <a:xfrm flipH="1">
            <a:off x="3186992" y="2971360"/>
            <a:ext cx="10414" cy="30889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934504" y="2353278"/>
            <a:ext cx="2525804" cy="61808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information of the tutorial including share to Facebook link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153799" y="1576103"/>
            <a:ext cx="2087214" cy="47799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Go to tutorial detail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1" idx="0"/>
          </p:cNvCxnSpPr>
          <p:nvPr/>
        </p:nvCxnSpPr>
        <p:spPr>
          <a:xfrm>
            <a:off x="3197406" y="2054099"/>
            <a:ext cx="0" cy="29917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409221" y="3280250"/>
            <a:ext cx="1555541" cy="69163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Access to user’s Facebook account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13565" y="4271757"/>
            <a:ext cx="2173530" cy="56245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confirmation post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/>
          <p:cNvCxnSpPr>
            <a:stCxn id="13" idx="2"/>
            <a:endCxn id="15" idx="0"/>
          </p:cNvCxnSpPr>
          <p:nvPr/>
        </p:nvCxnSpPr>
        <p:spPr>
          <a:xfrm>
            <a:off x="3186992" y="3971880"/>
            <a:ext cx="13338" cy="29987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Decision 18"/>
          <p:cNvSpPr/>
          <p:nvPr/>
        </p:nvSpPr>
        <p:spPr>
          <a:xfrm>
            <a:off x="2238274" y="5107446"/>
            <a:ext cx="1929018" cy="916020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Post to Facebook wall?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/>
          <p:cNvCxnSpPr>
            <a:stCxn id="15" idx="2"/>
            <a:endCxn id="19" idx="0"/>
          </p:cNvCxnSpPr>
          <p:nvPr/>
        </p:nvCxnSpPr>
        <p:spPr>
          <a:xfrm>
            <a:off x="3200330" y="4834213"/>
            <a:ext cx="2453" cy="27323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9" idx="2"/>
            <a:endCxn id="40" idx="0"/>
          </p:cNvCxnSpPr>
          <p:nvPr/>
        </p:nvCxnSpPr>
        <p:spPr>
          <a:xfrm>
            <a:off x="3202783" y="6023466"/>
            <a:ext cx="9141" cy="39106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188835" y="6016370"/>
            <a:ext cx="594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Yes</a:t>
            </a:r>
            <a:endParaRPr lang="en-US" sz="1400" dirty="0"/>
          </a:p>
        </p:txBody>
      </p:sp>
      <p:sp>
        <p:nvSpPr>
          <p:cNvPr id="31" name="TextBox 30"/>
          <p:cNvSpPr txBox="1"/>
          <p:nvPr/>
        </p:nvSpPr>
        <p:spPr>
          <a:xfrm>
            <a:off x="4223105" y="5248629"/>
            <a:ext cx="432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No</a:t>
            </a:r>
            <a:endParaRPr lang="en-US" sz="1400" dirty="0"/>
          </a:p>
        </p:txBody>
      </p:sp>
      <p:cxnSp>
        <p:nvCxnSpPr>
          <p:cNvPr id="32" name="Straight Connector 31"/>
          <p:cNvCxnSpPr>
            <a:stCxn id="49" idx="0"/>
          </p:cNvCxnSpPr>
          <p:nvPr/>
        </p:nvCxnSpPr>
        <p:spPr>
          <a:xfrm flipV="1">
            <a:off x="5337949" y="1809794"/>
            <a:ext cx="0" cy="346784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endCxn id="12" idx="3"/>
          </p:cNvCxnSpPr>
          <p:nvPr/>
        </p:nvCxnSpPr>
        <p:spPr>
          <a:xfrm flipH="1">
            <a:off x="4241013" y="1809794"/>
            <a:ext cx="1096936" cy="530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2234923" y="6414530"/>
            <a:ext cx="1954001" cy="54082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post button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2235816" y="7287482"/>
            <a:ext cx="1969566" cy="6510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Post the tutorial on Facebook wall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80" name="Straight Arrow Connector 79"/>
          <p:cNvCxnSpPr>
            <a:stCxn id="40" idx="2"/>
            <a:endCxn id="63" idx="0"/>
          </p:cNvCxnSpPr>
          <p:nvPr/>
        </p:nvCxnSpPr>
        <p:spPr>
          <a:xfrm>
            <a:off x="3211924" y="6955355"/>
            <a:ext cx="8675" cy="33212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stCxn id="63" idx="2"/>
            <a:endCxn id="6" idx="0"/>
          </p:cNvCxnSpPr>
          <p:nvPr/>
        </p:nvCxnSpPr>
        <p:spPr>
          <a:xfrm>
            <a:off x="3220599" y="7938495"/>
            <a:ext cx="23517" cy="38009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4720985" y="5277642"/>
            <a:ext cx="1233927" cy="56984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Click cancel button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50" name="Straight Arrow Connector 49"/>
          <p:cNvCxnSpPr>
            <a:stCxn id="19" idx="3"/>
            <a:endCxn id="49" idx="1"/>
          </p:cNvCxnSpPr>
          <p:nvPr/>
        </p:nvCxnSpPr>
        <p:spPr>
          <a:xfrm flipV="1">
            <a:off x="4167292" y="5562566"/>
            <a:ext cx="553693" cy="289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27902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22631" y="1653187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71828" y="6713911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05622" y="6841060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844523" y="2417611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home 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63222" y="2134368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8" idx="0"/>
          </p:cNvCxnSpPr>
          <p:nvPr/>
        </p:nvCxnSpPr>
        <p:spPr>
          <a:xfrm>
            <a:off x="3466261" y="2931877"/>
            <a:ext cx="1037" cy="43720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  <a:endCxn id="6" idx="0"/>
          </p:cNvCxnSpPr>
          <p:nvPr/>
        </p:nvCxnSpPr>
        <p:spPr>
          <a:xfrm>
            <a:off x="3451743" y="6268807"/>
            <a:ext cx="15555" cy="44510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810002" y="5451779"/>
            <a:ext cx="3283481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</a:t>
            </a:r>
            <a:r>
              <a:rPr lang="en-US" sz="1400" dirty="0">
                <a:solidFill>
                  <a:schemeClr val="tx1"/>
                </a:solidFill>
              </a:rPr>
              <a:t>list of tutorials </a:t>
            </a:r>
            <a:r>
              <a:rPr lang="en-US" sz="1400" dirty="0" smtClean="0">
                <a:solidFill>
                  <a:schemeClr val="tx1"/>
                </a:solidFill>
              </a:rPr>
              <a:t>that exist in database according to the selected category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642986" y="4399978"/>
            <a:ext cx="1648623" cy="61498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a </a:t>
            </a:r>
            <a:r>
              <a:rPr lang="en-US" sz="1400" dirty="0" smtClean="0">
                <a:solidFill>
                  <a:schemeClr val="tx1"/>
                </a:solidFill>
              </a:rPr>
              <a:t>category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1" idx="0"/>
          </p:cNvCxnSpPr>
          <p:nvPr/>
        </p:nvCxnSpPr>
        <p:spPr>
          <a:xfrm flipH="1">
            <a:off x="3451743" y="5014967"/>
            <a:ext cx="15555" cy="43681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642986" y="3369078"/>
            <a:ext cx="1648623" cy="61498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list of tutorial categories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/>
          <p:cNvCxnSpPr>
            <a:stCxn id="18" idx="2"/>
            <a:endCxn id="12" idx="0"/>
          </p:cNvCxnSpPr>
          <p:nvPr/>
        </p:nvCxnSpPr>
        <p:spPr>
          <a:xfrm>
            <a:off x="3467298" y="3984067"/>
            <a:ext cx="0" cy="41591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70766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222631" y="1653187"/>
            <a:ext cx="481181" cy="48118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71828" y="6713911"/>
            <a:ext cx="590939" cy="59093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305622" y="6841060"/>
            <a:ext cx="315402" cy="315402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844523" y="2417611"/>
            <a:ext cx="1243476" cy="5142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</a:t>
            </a:r>
            <a:r>
              <a:rPr lang="en-US" sz="1400" dirty="0" smtClean="0">
                <a:solidFill>
                  <a:schemeClr val="tx1"/>
                </a:solidFill>
              </a:rPr>
              <a:t>shop</a:t>
            </a:r>
            <a:r>
              <a:rPr lang="en-US" sz="1400" dirty="0" smtClean="0">
                <a:solidFill>
                  <a:schemeClr val="tx1"/>
                </a:solidFill>
              </a:rPr>
              <a:t> </a:t>
            </a:r>
            <a:r>
              <a:rPr lang="en-US" sz="1400" dirty="0" smtClean="0">
                <a:solidFill>
                  <a:schemeClr val="tx1"/>
                </a:solidFill>
              </a:rPr>
              <a:t>page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>
            <a:stCxn id="5" idx="4"/>
            <a:endCxn id="9" idx="0"/>
          </p:cNvCxnSpPr>
          <p:nvPr/>
        </p:nvCxnSpPr>
        <p:spPr>
          <a:xfrm>
            <a:off x="3463222" y="2134368"/>
            <a:ext cx="3039" cy="28324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9" idx="2"/>
            <a:endCxn id="18" idx="0"/>
          </p:cNvCxnSpPr>
          <p:nvPr/>
        </p:nvCxnSpPr>
        <p:spPr>
          <a:xfrm>
            <a:off x="3466261" y="2931877"/>
            <a:ext cx="1037" cy="43720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1" idx="2"/>
            <a:endCxn id="6" idx="0"/>
          </p:cNvCxnSpPr>
          <p:nvPr/>
        </p:nvCxnSpPr>
        <p:spPr>
          <a:xfrm>
            <a:off x="3451743" y="6268807"/>
            <a:ext cx="15555" cy="44510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810002" y="5451779"/>
            <a:ext cx="3283481" cy="81702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</a:t>
            </a:r>
            <a:r>
              <a:rPr lang="en-US" sz="1400" dirty="0">
                <a:solidFill>
                  <a:schemeClr val="tx1"/>
                </a:solidFill>
              </a:rPr>
              <a:t>list </a:t>
            </a:r>
            <a:r>
              <a:rPr lang="en-US" sz="1400" dirty="0" smtClean="0">
                <a:solidFill>
                  <a:schemeClr val="tx1"/>
                </a:solidFill>
              </a:rPr>
              <a:t>of shops that </a:t>
            </a:r>
            <a:r>
              <a:rPr lang="en-US" sz="1400" dirty="0" smtClean="0">
                <a:solidFill>
                  <a:schemeClr val="tx1"/>
                </a:solidFill>
              </a:rPr>
              <a:t>exist in database according to the selected category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642986" y="4399978"/>
            <a:ext cx="1648623" cy="61498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Select a </a:t>
            </a:r>
            <a:r>
              <a:rPr lang="en-US" sz="1400" dirty="0" smtClean="0">
                <a:solidFill>
                  <a:schemeClr val="tx1"/>
                </a:solidFill>
              </a:rPr>
              <a:t>category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stCxn id="12" idx="2"/>
            <a:endCxn id="11" idx="0"/>
          </p:cNvCxnSpPr>
          <p:nvPr/>
        </p:nvCxnSpPr>
        <p:spPr>
          <a:xfrm flipH="1">
            <a:off x="3451743" y="5014967"/>
            <a:ext cx="15555" cy="43681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642986" y="3369078"/>
            <a:ext cx="1648623" cy="61498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Display list of shop categories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/>
          <p:cNvCxnSpPr>
            <a:stCxn id="18" idx="2"/>
            <a:endCxn id="12" idx="0"/>
          </p:cNvCxnSpPr>
          <p:nvPr/>
        </p:nvCxnSpPr>
        <p:spPr>
          <a:xfrm>
            <a:off x="3467298" y="3984067"/>
            <a:ext cx="0" cy="41591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7076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1493</TotalTime>
  <Words>964</Words>
  <Application>Microsoft Macintosh PowerPoint</Application>
  <PresentationFormat>On-screen Show (4:3)</PresentationFormat>
  <Paragraphs>217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pimchanok sripraphan</dc:creator>
  <cp:lastModifiedBy>pimchanok sripraphan</cp:lastModifiedBy>
  <cp:revision>67</cp:revision>
  <dcterms:created xsi:type="dcterms:W3CDTF">2014-06-25T11:03:03Z</dcterms:created>
  <dcterms:modified xsi:type="dcterms:W3CDTF">2014-10-14T13:22:46Z</dcterms:modified>
</cp:coreProperties>
</file>