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</p:sldIdLst>
  <p:sldSz cx="18003838" cy="18003838"/>
  <p:notesSz cx="6858000" cy="9144000"/>
  <p:defaultTextStyle>
    <a:defPPr>
      <a:defRPr lang="en-US"/>
    </a:defPPr>
    <a:lvl1pPr marL="0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1pPr>
    <a:lvl2pPr marL="881703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2pPr>
    <a:lvl3pPr marL="1763406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3pPr>
    <a:lvl4pPr marL="2645109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4pPr>
    <a:lvl5pPr marL="3526813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5pPr>
    <a:lvl6pPr marL="4408516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6pPr>
    <a:lvl7pPr marL="5290219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7pPr>
    <a:lvl8pPr marL="6171922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8pPr>
    <a:lvl9pPr marL="7053625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2" d="100"/>
          <a:sy n="32" d="100"/>
        </p:scale>
        <p:origin x="-2168" y="208"/>
      </p:cViewPr>
      <p:guideLst>
        <p:guide orient="horz" pos="5672"/>
        <p:guide pos="56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291" y="5592863"/>
            <a:ext cx="15303262" cy="38591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576" y="10202178"/>
            <a:ext cx="12602687" cy="46009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17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3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5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6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08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0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1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3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184" y="11569134"/>
            <a:ext cx="15303262" cy="3575762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184" y="7630797"/>
            <a:ext cx="15303262" cy="3938338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1703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2pPr>
            <a:lvl3pPr marL="176340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64510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681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0851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02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192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362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97" y="4200899"/>
            <a:ext cx="7951695" cy="11881700"/>
          </a:xfrm>
        </p:spPr>
        <p:txBody>
          <a:bodyPr/>
          <a:lstStyle>
            <a:lvl1pPr>
              <a:defRPr sz="5300"/>
            </a:lvl1pPr>
            <a:lvl2pPr>
              <a:defRPr sz="4600"/>
            </a:lvl2pPr>
            <a:lvl3pPr>
              <a:defRPr sz="39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1956" y="4200899"/>
            <a:ext cx="7951695" cy="11881700"/>
          </a:xfrm>
        </p:spPr>
        <p:txBody>
          <a:bodyPr/>
          <a:lstStyle>
            <a:lvl1pPr>
              <a:defRPr sz="5300"/>
            </a:lvl1pPr>
            <a:lvl2pPr>
              <a:defRPr sz="4600"/>
            </a:lvl2pPr>
            <a:lvl3pPr>
              <a:defRPr sz="39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2" y="4030029"/>
            <a:ext cx="7954823" cy="1679523"/>
          </a:xfrm>
        </p:spPr>
        <p:txBody>
          <a:bodyPr anchor="b"/>
          <a:lstStyle>
            <a:lvl1pPr marL="0" indent="0">
              <a:buNone/>
              <a:defRPr sz="4600" b="1"/>
            </a:lvl1pPr>
            <a:lvl2pPr marL="881703" indent="0">
              <a:buNone/>
              <a:defRPr sz="3900" b="1"/>
            </a:lvl2pPr>
            <a:lvl3pPr marL="1763406" indent="0">
              <a:buNone/>
              <a:defRPr sz="3400" b="1"/>
            </a:lvl3pPr>
            <a:lvl4pPr marL="2645109" indent="0">
              <a:buNone/>
              <a:defRPr sz="3200" b="1"/>
            </a:lvl4pPr>
            <a:lvl5pPr marL="3526813" indent="0">
              <a:buNone/>
              <a:defRPr sz="3200" b="1"/>
            </a:lvl5pPr>
            <a:lvl6pPr marL="4408516" indent="0">
              <a:buNone/>
              <a:defRPr sz="3200" b="1"/>
            </a:lvl6pPr>
            <a:lvl7pPr marL="5290219" indent="0">
              <a:buNone/>
              <a:defRPr sz="3200" b="1"/>
            </a:lvl7pPr>
            <a:lvl8pPr marL="6171922" indent="0">
              <a:buNone/>
              <a:defRPr sz="3200" b="1"/>
            </a:lvl8pPr>
            <a:lvl9pPr marL="7053625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192" y="5709553"/>
            <a:ext cx="7954823" cy="10373044"/>
          </a:xfrm>
        </p:spPr>
        <p:txBody>
          <a:bodyPr/>
          <a:lstStyle>
            <a:lvl1pPr>
              <a:defRPr sz="4600"/>
            </a:lvl1pPr>
            <a:lvl2pPr>
              <a:defRPr sz="3900"/>
            </a:lvl2pPr>
            <a:lvl3pPr>
              <a:defRPr sz="34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45706" y="4030029"/>
            <a:ext cx="7957945" cy="1679523"/>
          </a:xfrm>
        </p:spPr>
        <p:txBody>
          <a:bodyPr anchor="b"/>
          <a:lstStyle>
            <a:lvl1pPr marL="0" indent="0">
              <a:buNone/>
              <a:defRPr sz="4600" b="1"/>
            </a:lvl1pPr>
            <a:lvl2pPr marL="881703" indent="0">
              <a:buNone/>
              <a:defRPr sz="3900" b="1"/>
            </a:lvl2pPr>
            <a:lvl3pPr marL="1763406" indent="0">
              <a:buNone/>
              <a:defRPr sz="3400" b="1"/>
            </a:lvl3pPr>
            <a:lvl4pPr marL="2645109" indent="0">
              <a:buNone/>
              <a:defRPr sz="3200" b="1"/>
            </a:lvl4pPr>
            <a:lvl5pPr marL="3526813" indent="0">
              <a:buNone/>
              <a:defRPr sz="3200" b="1"/>
            </a:lvl5pPr>
            <a:lvl6pPr marL="4408516" indent="0">
              <a:buNone/>
              <a:defRPr sz="3200" b="1"/>
            </a:lvl6pPr>
            <a:lvl7pPr marL="5290219" indent="0">
              <a:buNone/>
              <a:defRPr sz="3200" b="1"/>
            </a:lvl7pPr>
            <a:lvl8pPr marL="6171922" indent="0">
              <a:buNone/>
              <a:defRPr sz="3200" b="1"/>
            </a:lvl8pPr>
            <a:lvl9pPr marL="7053625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45706" y="5709553"/>
            <a:ext cx="7957945" cy="10373044"/>
          </a:xfrm>
        </p:spPr>
        <p:txBody>
          <a:bodyPr/>
          <a:lstStyle>
            <a:lvl1pPr>
              <a:defRPr sz="4600"/>
            </a:lvl1pPr>
            <a:lvl2pPr>
              <a:defRPr sz="3900"/>
            </a:lvl2pPr>
            <a:lvl3pPr>
              <a:defRPr sz="34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61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4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8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92" y="716818"/>
            <a:ext cx="5923140" cy="305065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000" y="716821"/>
            <a:ext cx="10064646" cy="15365778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6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92" y="3767474"/>
            <a:ext cx="5923140" cy="12315127"/>
          </a:xfrm>
        </p:spPr>
        <p:txBody>
          <a:bodyPr/>
          <a:lstStyle>
            <a:lvl1pPr marL="0" indent="0">
              <a:buNone/>
              <a:defRPr sz="2700"/>
            </a:lvl1pPr>
            <a:lvl2pPr marL="881703" indent="0">
              <a:buNone/>
              <a:defRPr sz="2200"/>
            </a:lvl2pPr>
            <a:lvl3pPr marL="1763406" indent="0">
              <a:buNone/>
              <a:defRPr sz="1900"/>
            </a:lvl3pPr>
            <a:lvl4pPr marL="2645109" indent="0">
              <a:buNone/>
              <a:defRPr sz="1700"/>
            </a:lvl4pPr>
            <a:lvl5pPr marL="3526813" indent="0">
              <a:buNone/>
              <a:defRPr sz="1700"/>
            </a:lvl5pPr>
            <a:lvl6pPr marL="4408516" indent="0">
              <a:buNone/>
              <a:defRPr sz="1700"/>
            </a:lvl6pPr>
            <a:lvl7pPr marL="5290219" indent="0">
              <a:buNone/>
              <a:defRPr sz="1700"/>
            </a:lvl7pPr>
            <a:lvl8pPr marL="6171922" indent="0">
              <a:buNone/>
              <a:defRPr sz="1700"/>
            </a:lvl8pPr>
            <a:lvl9pPr marL="7053625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0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878" y="12602688"/>
            <a:ext cx="10802303" cy="1487819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28878" y="1608677"/>
            <a:ext cx="10802303" cy="10802303"/>
          </a:xfrm>
        </p:spPr>
        <p:txBody>
          <a:bodyPr/>
          <a:lstStyle>
            <a:lvl1pPr marL="0" indent="0">
              <a:buNone/>
              <a:defRPr sz="6100"/>
            </a:lvl1pPr>
            <a:lvl2pPr marL="881703" indent="0">
              <a:buNone/>
              <a:defRPr sz="5300"/>
            </a:lvl2pPr>
            <a:lvl3pPr marL="1763406" indent="0">
              <a:buNone/>
              <a:defRPr sz="4600"/>
            </a:lvl3pPr>
            <a:lvl4pPr marL="2645109" indent="0">
              <a:buNone/>
              <a:defRPr sz="3900"/>
            </a:lvl4pPr>
            <a:lvl5pPr marL="3526813" indent="0">
              <a:buNone/>
              <a:defRPr sz="3900"/>
            </a:lvl5pPr>
            <a:lvl6pPr marL="4408516" indent="0">
              <a:buNone/>
              <a:defRPr sz="3900"/>
            </a:lvl6pPr>
            <a:lvl7pPr marL="5290219" indent="0">
              <a:buNone/>
              <a:defRPr sz="3900"/>
            </a:lvl7pPr>
            <a:lvl8pPr marL="6171922" indent="0">
              <a:buNone/>
              <a:defRPr sz="3900"/>
            </a:lvl8pPr>
            <a:lvl9pPr marL="7053625" indent="0">
              <a:buNone/>
              <a:defRPr sz="3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8878" y="14090509"/>
            <a:ext cx="10802303" cy="2112948"/>
          </a:xfrm>
        </p:spPr>
        <p:txBody>
          <a:bodyPr/>
          <a:lstStyle>
            <a:lvl1pPr marL="0" indent="0">
              <a:buNone/>
              <a:defRPr sz="2700"/>
            </a:lvl1pPr>
            <a:lvl2pPr marL="881703" indent="0">
              <a:buNone/>
              <a:defRPr sz="2200"/>
            </a:lvl2pPr>
            <a:lvl3pPr marL="1763406" indent="0">
              <a:buNone/>
              <a:defRPr sz="1900"/>
            </a:lvl3pPr>
            <a:lvl4pPr marL="2645109" indent="0">
              <a:buNone/>
              <a:defRPr sz="1700"/>
            </a:lvl4pPr>
            <a:lvl5pPr marL="3526813" indent="0">
              <a:buNone/>
              <a:defRPr sz="1700"/>
            </a:lvl5pPr>
            <a:lvl6pPr marL="4408516" indent="0">
              <a:buNone/>
              <a:defRPr sz="1700"/>
            </a:lvl6pPr>
            <a:lvl7pPr marL="5290219" indent="0">
              <a:buNone/>
              <a:defRPr sz="1700"/>
            </a:lvl7pPr>
            <a:lvl8pPr marL="6171922" indent="0">
              <a:buNone/>
              <a:defRPr sz="1700"/>
            </a:lvl8pPr>
            <a:lvl9pPr marL="7053625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9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5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52787" y="720991"/>
            <a:ext cx="4050864" cy="153616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93" y="720991"/>
            <a:ext cx="11852527" cy="153616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5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95" y="720989"/>
            <a:ext cx="16203454" cy="3000642"/>
          </a:xfrm>
          <a:prstGeom prst="rect">
            <a:avLst/>
          </a:prstGeom>
        </p:spPr>
        <p:txBody>
          <a:bodyPr vert="horz" lIns="176341" tIns="88171" rIns="176341" bIns="8817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5" y="4200899"/>
            <a:ext cx="16203454" cy="11881700"/>
          </a:xfrm>
          <a:prstGeom prst="rect">
            <a:avLst/>
          </a:prstGeom>
        </p:spPr>
        <p:txBody>
          <a:bodyPr vert="horz" lIns="176341" tIns="88171" rIns="176341" bIns="8817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0192" y="16686895"/>
            <a:ext cx="4200896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l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5272D-563D-F34A-A5C4-46D1B5A0E3F5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51315" y="16686895"/>
            <a:ext cx="5701215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ct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02753" y="16686895"/>
            <a:ext cx="4200896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9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1703" rtl="0" eaLnBrk="1" latinLnBrk="0" hangingPunct="1">
        <a:spcBef>
          <a:spcPct val="0"/>
        </a:spcBef>
        <a:buNone/>
        <a:defRPr sz="8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277" indent="-661277" algn="l" defTabSz="881703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2768" indent="-551065" algn="l" defTabSz="881703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4257" indent="-440850" algn="l" defTabSz="881703" rtl="0" eaLnBrk="1" latinLnBrk="0" hangingPunct="1">
        <a:spcBef>
          <a:spcPct val="20000"/>
        </a:spcBef>
        <a:buFont typeface="Arial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3pPr>
      <a:lvl4pPr marL="3085962" indent="-440850" algn="l" defTabSz="881703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67665" indent="-440850" algn="l" defTabSz="881703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49366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1072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2772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4478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81703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763406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645109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3526813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4408516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290219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6171922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7053625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8" descr="ggap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162" y="9316753"/>
            <a:ext cx="1664437" cy="1664681"/>
          </a:xfrm>
          <a:prstGeom prst="rect">
            <a:avLst/>
          </a:prstGeom>
        </p:spPr>
      </p:pic>
      <p:pic>
        <p:nvPicPr>
          <p:cNvPr id="212" name="Picture 211" descr="faceboo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7024" y="4637160"/>
            <a:ext cx="1036299" cy="1036451"/>
          </a:xfrm>
          <a:prstGeom prst="rect">
            <a:avLst/>
          </a:prstGeom>
        </p:spPr>
      </p:pic>
      <p:sp>
        <p:nvSpPr>
          <p:cNvPr id="213" name="Rectangle 212"/>
          <p:cNvSpPr/>
          <p:nvPr/>
        </p:nvSpPr>
        <p:spPr>
          <a:xfrm>
            <a:off x="3817839" y="861917"/>
            <a:ext cx="10652439" cy="15559852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endParaRPr lang="en-US" sz="1800"/>
          </a:p>
        </p:txBody>
      </p:sp>
      <p:sp>
        <p:nvSpPr>
          <p:cNvPr id="214" name="Oval 213"/>
          <p:cNvSpPr/>
          <p:nvPr/>
        </p:nvSpPr>
        <p:spPr>
          <a:xfrm>
            <a:off x="7430857" y="3974506"/>
            <a:ext cx="2459349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Share tutorial to Facebook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798602" y="4850084"/>
            <a:ext cx="1784746" cy="67202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tutorial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157811" y="5653710"/>
            <a:ext cx="3101170" cy="10065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Communicate via comments and likes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7604030" y="6758131"/>
            <a:ext cx="2122319" cy="94982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Follow other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7536208" y="8901683"/>
            <a:ext cx="2253917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Send private messages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7598403" y="9970522"/>
            <a:ext cx="2276986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Get notification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173761" y="12545095"/>
            <a:ext cx="1190364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in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1" name="Oval 220"/>
          <p:cNvSpPr/>
          <p:nvPr/>
        </p:nvSpPr>
        <p:spPr>
          <a:xfrm>
            <a:off x="7933626" y="13354695"/>
            <a:ext cx="1430499" cy="74211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out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2" name="Oval 221"/>
          <p:cNvSpPr/>
          <p:nvPr/>
        </p:nvSpPr>
        <p:spPr>
          <a:xfrm>
            <a:off x="7888150" y="11689779"/>
            <a:ext cx="1553444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shops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23" name="Straight Connector 222"/>
          <p:cNvCxnSpPr>
            <a:endCxn id="220" idx="2"/>
          </p:cNvCxnSpPr>
          <p:nvPr/>
        </p:nvCxnSpPr>
        <p:spPr>
          <a:xfrm>
            <a:off x="3118442" y="9174348"/>
            <a:ext cx="5055319" cy="371986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>
            <a:endCxn id="237" idx="2"/>
          </p:cNvCxnSpPr>
          <p:nvPr/>
        </p:nvCxnSpPr>
        <p:spPr>
          <a:xfrm flipV="1">
            <a:off x="3118442" y="3347646"/>
            <a:ext cx="4662297" cy="109720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>
            <a:endCxn id="214" idx="2"/>
          </p:cNvCxnSpPr>
          <p:nvPr/>
        </p:nvCxnSpPr>
        <p:spPr>
          <a:xfrm flipV="1">
            <a:off x="3118442" y="4339235"/>
            <a:ext cx="4312415" cy="364729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>
            <a:endCxn id="215" idx="2"/>
          </p:cNvCxnSpPr>
          <p:nvPr/>
        </p:nvCxnSpPr>
        <p:spPr>
          <a:xfrm flipV="1">
            <a:off x="3118442" y="5186099"/>
            <a:ext cx="4680160" cy="252186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>
            <a:endCxn id="217" idx="2"/>
          </p:cNvCxnSpPr>
          <p:nvPr/>
        </p:nvCxnSpPr>
        <p:spPr>
          <a:xfrm flipV="1">
            <a:off x="3118442" y="7233045"/>
            <a:ext cx="4485588" cy="71513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>
            <a:endCxn id="216" idx="2"/>
          </p:cNvCxnSpPr>
          <p:nvPr/>
        </p:nvCxnSpPr>
        <p:spPr>
          <a:xfrm flipV="1">
            <a:off x="3118442" y="6157010"/>
            <a:ext cx="4039369" cy="168450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>
            <a:endCxn id="222" idx="2"/>
          </p:cNvCxnSpPr>
          <p:nvPr/>
        </p:nvCxnSpPr>
        <p:spPr>
          <a:xfrm>
            <a:off x="3118442" y="8999182"/>
            <a:ext cx="4769708" cy="305532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>
            <a:endCxn id="218" idx="2"/>
          </p:cNvCxnSpPr>
          <p:nvPr/>
        </p:nvCxnSpPr>
        <p:spPr>
          <a:xfrm>
            <a:off x="3118442" y="8312549"/>
            <a:ext cx="4417766" cy="1060166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>
            <a:endCxn id="219" idx="2"/>
          </p:cNvCxnSpPr>
          <p:nvPr/>
        </p:nvCxnSpPr>
        <p:spPr>
          <a:xfrm>
            <a:off x="3118442" y="8539370"/>
            <a:ext cx="4479961" cy="179588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>
            <a:endCxn id="221" idx="2"/>
          </p:cNvCxnSpPr>
          <p:nvPr/>
        </p:nvCxnSpPr>
        <p:spPr>
          <a:xfrm>
            <a:off x="3118442" y="9372715"/>
            <a:ext cx="4815184" cy="435303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>
            <a:stCxn id="214" idx="6"/>
          </p:cNvCxnSpPr>
          <p:nvPr/>
        </p:nvCxnSpPr>
        <p:spPr>
          <a:xfrm>
            <a:off x="9890206" y="4339235"/>
            <a:ext cx="5040044" cy="84686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5103869" y="5617344"/>
            <a:ext cx="150090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Facebook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5103610" y="10607213"/>
            <a:ext cx="1179010" cy="699394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pPr algn="ctr"/>
            <a:r>
              <a:rPr lang="en-US" sz="1800" b="1" dirty="0"/>
              <a:t>Google </a:t>
            </a:r>
          </a:p>
          <a:p>
            <a:pPr algn="ctr"/>
            <a:r>
              <a:rPr lang="en-US" sz="1800" b="1" dirty="0"/>
              <a:t>Map</a:t>
            </a:r>
          </a:p>
        </p:txBody>
      </p:sp>
      <p:sp>
        <p:nvSpPr>
          <p:cNvPr id="236" name="Oval 235"/>
          <p:cNvSpPr/>
          <p:nvPr/>
        </p:nvSpPr>
        <p:spPr>
          <a:xfrm>
            <a:off x="7700354" y="7841517"/>
            <a:ext cx="1957296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near by shops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7780739" y="2967699"/>
            <a:ext cx="1660855" cy="759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tutorials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38" name="Straight Connector 237"/>
          <p:cNvCxnSpPr>
            <a:endCxn id="236" idx="2"/>
          </p:cNvCxnSpPr>
          <p:nvPr/>
        </p:nvCxnSpPr>
        <p:spPr>
          <a:xfrm>
            <a:off x="3118442" y="8112401"/>
            <a:ext cx="4581912" cy="200148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>
            <a:stCxn id="236" idx="6"/>
          </p:cNvCxnSpPr>
          <p:nvPr/>
        </p:nvCxnSpPr>
        <p:spPr>
          <a:xfrm>
            <a:off x="9657650" y="8312549"/>
            <a:ext cx="5314788" cy="1571832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7798602" y="10829502"/>
            <a:ext cx="1701748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1" name="Straight Connector 240"/>
          <p:cNvCxnSpPr>
            <a:endCxn id="240" idx="2"/>
          </p:cNvCxnSpPr>
          <p:nvPr/>
        </p:nvCxnSpPr>
        <p:spPr>
          <a:xfrm>
            <a:off x="3118442" y="8783581"/>
            <a:ext cx="4680160" cy="241065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240985" y="1000706"/>
            <a:ext cx="6729662" cy="667779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b="1" dirty="0" smtClean="0"/>
              <a:t>HanDIYcraft Mobile Application</a:t>
            </a:r>
            <a:endParaRPr lang="en-US" b="1" dirty="0"/>
          </a:p>
        </p:txBody>
      </p:sp>
      <p:sp>
        <p:nvSpPr>
          <p:cNvPr id="243" name="TextBox 242"/>
          <p:cNvSpPr txBox="1"/>
          <p:nvPr/>
        </p:nvSpPr>
        <p:spPr>
          <a:xfrm>
            <a:off x="2002017" y="5471173"/>
            <a:ext cx="988725" cy="453173"/>
          </a:xfrm>
          <a:prstGeom prst="rect">
            <a:avLst/>
          </a:prstGeom>
          <a:noFill/>
        </p:spPr>
        <p:txBody>
          <a:bodyPr wrap="none" lIns="143990" tIns="71995" rIns="143990" bIns="71995" rtlCol="0">
            <a:spAutoFit/>
          </a:bodyPr>
          <a:lstStyle/>
          <a:p>
            <a:r>
              <a:rPr lang="en-US" sz="2000" b="1" dirty="0" smtClean="0"/>
              <a:t>Visitor</a:t>
            </a:r>
            <a:endParaRPr lang="en-US" sz="2000" b="1" dirty="0"/>
          </a:p>
        </p:txBody>
      </p:sp>
      <p:sp>
        <p:nvSpPr>
          <p:cNvPr id="244" name="TextBox 243"/>
          <p:cNvSpPr txBox="1"/>
          <p:nvPr/>
        </p:nvSpPr>
        <p:spPr>
          <a:xfrm>
            <a:off x="1935758" y="9408338"/>
            <a:ext cx="137083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Bloggers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flipV="1">
            <a:off x="2492193" y="5877306"/>
            <a:ext cx="4187" cy="13684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1243487" y="13243322"/>
            <a:ext cx="2347532" cy="453173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pPr algn="ctr"/>
            <a:r>
              <a:rPr lang="en-US" sz="2000" b="1" dirty="0" smtClean="0"/>
              <a:t>Shopkeepers</a:t>
            </a:r>
            <a:endParaRPr lang="en-US" sz="2000" b="1" dirty="0"/>
          </a:p>
        </p:txBody>
      </p:sp>
      <p:sp>
        <p:nvSpPr>
          <p:cNvPr id="247" name="Oval 246"/>
          <p:cNvSpPr/>
          <p:nvPr/>
        </p:nvSpPr>
        <p:spPr>
          <a:xfrm>
            <a:off x="5869128" y="14849060"/>
            <a:ext cx="1734902" cy="75723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Search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7897736" y="14132042"/>
            <a:ext cx="1602614" cy="787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shop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9" name="Straight Connector 248"/>
          <p:cNvCxnSpPr>
            <a:endCxn id="218" idx="2"/>
          </p:cNvCxnSpPr>
          <p:nvPr/>
        </p:nvCxnSpPr>
        <p:spPr>
          <a:xfrm flipV="1">
            <a:off x="3118442" y="9372715"/>
            <a:ext cx="4417766" cy="218624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>
            <a:endCxn id="219" idx="2"/>
          </p:cNvCxnSpPr>
          <p:nvPr/>
        </p:nvCxnSpPr>
        <p:spPr>
          <a:xfrm flipV="1">
            <a:off x="3118442" y="10335251"/>
            <a:ext cx="4479961" cy="13775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>
            <a:endCxn id="240" idx="2"/>
          </p:cNvCxnSpPr>
          <p:nvPr/>
        </p:nvCxnSpPr>
        <p:spPr>
          <a:xfrm flipV="1">
            <a:off x="3118442" y="11194231"/>
            <a:ext cx="4680160" cy="69876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>
            <a:endCxn id="222" idx="2"/>
          </p:cNvCxnSpPr>
          <p:nvPr/>
        </p:nvCxnSpPr>
        <p:spPr>
          <a:xfrm>
            <a:off x="3118442" y="12054508"/>
            <a:ext cx="4769708" cy="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>
            <a:endCxn id="220" idx="2"/>
          </p:cNvCxnSpPr>
          <p:nvPr/>
        </p:nvCxnSpPr>
        <p:spPr>
          <a:xfrm>
            <a:off x="3118442" y="12214222"/>
            <a:ext cx="5055319" cy="67998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>
            <a:endCxn id="221" idx="2"/>
          </p:cNvCxnSpPr>
          <p:nvPr/>
        </p:nvCxnSpPr>
        <p:spPr>
          <a:xfrm>
            <a:off x="3118442" y="12419237"/>
            <a:ext cx="4815184" cy="130651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>
            <a:endCxn id="248" idx="2"/>
          </p:cNvCxnSpPr>
          <p:nvPr/>
        </p:nvCxnSpPr>
        <p:spPr>
          <a:xfrm>
            <a:off x="3118442" y="12602686"/>
            <a:ext cx="4779294" cy="19233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>
            <a:endCxn id="247" idx="2"/>
          </p:cNvCxnSpPr>
          <p:nvPr/>
        </p:nvCxnSpPr>
        <p:spPr>
          <a:xfrm>
            <a:off x="3118442" y="12759566"/>
            <a:ext cx="2750686" cy="246811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>
            <a:stCxn id="268" idx="6"/>
          </p:cNvCxnSpPr>
          <p:nvPr/>
        </p:nvCxnSpPr>
        <p:spPr>
          <a:xfrm flipV="1">
            <a:off x="14243458" y="10335252"/>
            <a:ext cx="728980" cy="3091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>
            <a:stCxn id="264" idx="7"/>
          </p:cNvCxnSpPr>
          <p:nvPr/>
        </p:nvCxnSpPr>
        <p:spPr>
          <a:xfrm flipV="1">
            <a:off x="13392426" y="10699980"/>
            <a:ext cx="1580012" cy="313591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Oval 258"/>
          <p:cNvSpPr/>
          <p:nvPr/>
        </p:nvSpPr>
        <p:spPr>
          <a:xfrm>
            <a:off x="8487187" y="15103957"/>
            <a:ext cx="1690802" cy="93108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blogger’s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2" name="Straight Arrow Connector 261"/>
          <p:cNvCxnSpPr>
            <a:stCxn id="273" idx="4"/>
            <a:endCxn id="259" idx="7"/>
          </p:cNvCxnSpPr>
          <p:nvPr/>
        </p:nvCxnSpPr>
        <p:spPr>
          <a:xfrm flipH="1">
            <a:off x="9930377" y="4141632"/>
            <a:ext cx="2966205" cy="11098679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 rot="17074237">
            <a:off x="11170280" y="7404300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64" name="Oval 263"/>
          <p:cNvSpPr/>
          <p:nvPr/>
        </p:nvSpPr>
        <p:spPr>
          <a:xfrm>
            <a:off x="11486209" y="13756635"/>
            <a:ext cx="2233272" cy="5411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Pin location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5" name="Straight Arrow Connector 264"/>
          <p:cNvCxnSpPr>
            <a:stCxn id="264" idx="2"/>
            <a:endCxn id="248" idx="6"/>
          </p:cNvCxnSpPr>
          <p:nvPr/>
        </p:nvCxnSpPr>
        <p:spPr>
          <a:xfrm flipH="1">
            <a:off x="9500350" y="14027227"/>
            <a:ext cx="1985859" cy="498762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 rot="20846275">
            <a:off x="10233613" y="13849492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67" name="Oval 266"/>
          <p:cNvSpPr/>
          <p:nvPr/>
        </p:nvSpPr>
        <p:spPr>
          <a:xfrm>
            <a:off x="11489140" y="11348025"/>
            <a:ext cx="1649184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shop detail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68" name="Oval 267"/>
          <p:cNvSpPr/>
          <p:nvPr/>
        </p:nvSpPr>
        <p:spPr>
          <a:xfrm>
            <a:off x="12675585" y="10313355"/>
            <a:ext cx="1567873" cy="6619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location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9" name="Straight Arrow Connector 268"/>
          <p:cNvCxnSpPr>
            <a:stCxn id="268" idx="3"/>
            <a:endCxn id="267" idx="0"/>
          </p:cNvCxnSpPr>
          <p:nvPr/>
        </p:nvCxnSpPr>
        <p:spPr>
          <a:xfrm flipH="1">
            <a:off x="12313732" y="10878406"/>
            <a:ext cx="591463" cy="469619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 rot="19274824">
            <a:off x="12015512" y="10700394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73" name="Oval 272"/>
          <p:cNvSpPr/>
          <p:nvPr/>
        </p:nvSpPr>
        <p:spPr>
          <a:xfrm>
            <a:off x="11849567" y="3417131"/>
            <a:ext cx="2094030" cy="72450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tutorial detail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74" name="Straight Arrow Connector 273"/>
          <p:cNvCxnSpPr>
            <a:stCxn id="273" idx="2"/>
            <a:endCxn id="237" idx="6"/>
          </p:cNvCxnSpPr>
          <p:nvPr/>
        </p:nvCxnSpPr>
        <p:spPr>
          <a:xfrm flipH="1" flipV="1">
            <a:off x="9441594" y="3347646"/>
            <a:ext cx="2407973" cy="43173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071" y="3417131"/>
            <a:ext cx="953646" cy="2148623"/>
          </a:xfrm>
          <a:prstGeom prst="rect">
            <a:avLst/>
          </a:prstGeom>
        </p:spPr>
      </p:pic>
      <p:pic>
        <p:nvPicPr>
          <p:cNvPr id="73" name="Picture 72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70" y="7292781"/>
            <a:ext cx="953646" cy="2148623"/>
          </a:xfrm>
          <a:prstGeom prst="rect">
            <a:avLst/>
          </a:prstGeom>
        </p:spPr>
      </p:pic>
      <p:pic>
        <p:nvPicPr>
          <p:cNvPr id="86" name="Picture 85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876" y="11140541"/>
            <a:ext cx="953646" cy="2148623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7729341" y="1990833"/>
            <a:ext cx="1854007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Register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71" name="Straight Connector 70"/>
          <p:cNvCxnSpPr>
            <a:endCxn id="70" idx="2"/>
          </p:cNvCxnSpPr>
          <p:nvPr/>
        </p:nvCxnSpPr>
        <p:spPr>
          <a:xfrm flipV="1">
            <a:off x="3118442" y="2355562"/>
            <a:ext cx="4610899" cy="178607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 rot="1279930">
            <a:off x="7632061" y="15089155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cxnSp>
        <p:nvCxnSpPr>
          <p:cNvPr id="74" name="Straight Arrow Connector 73"/>
          <p:cNvCxnSpPr>
            <a:stCxn id="259" idx="2"/>
            <a:endCxn id="247" idx="6"/>
          </p:cNvCxnSpPr>
          <p:nvPr/>
        </p:nvCxnSpPr>
        <p:spPr>
          <a:xfrm flipH="1" flipV="1">
            <a:off x="7604030" y="15227677"/>
            <a:ext cx="883157" cy="341821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 rot="21009232">
            <a:off x="9773828" y="11556398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cxnSp>
        <p:nvCxnSpPr>
          <p:cNvPr id="77" name="Straight Arrow Connector 76"/>
          <p:cNvCxnSpPr>
            <a:stCxn id="267" idx="2"/>
            <a:endCxn id="222" idx="6"/>
          </p:cNvCxnSpPr>
          <p:nvPr/>
        </p:nvCxnSpPr>
        <p:spPr>
          <a:xfrm flipH="1">
            <a:off x="9441594" y="11712754"/>
            <a:ext cx="2047546" cy="341754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 rot="622023">
            <a:off x="10364418" y="3277457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929202" y="4419455"/>
            <a:ext cx="0" cy="7802179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929202" y="4419455"/>
            <a:ext cx="100655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929202" y="12214222"/>
            <a:ext cx="808111" cy="7412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177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212"/>
          <p:cNvSpPr/>
          <p:nvPr/>
        </p:nvSpPr>
        <p:spPr>
          <a:xfrm>
            <a:off x="3765625" y="1847865"/>
            <a:ext cx="10652439" cy="9103323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endParaRPr lang="en-US" sz="1800"/>
          </a:p>
        </p:txBody>
      </p:sp>
      <p:sp>
        <p:nvSpPr>
          <p:cNvPr id="215" name="Oval 214"/>
          <p:cNvSpPr/>
          <p:nvPr/>
        </p:nvSpPr>
        <p:spPr>
          <a:xfrm>
            <a:off x="7920347" y="6275721"/>
            <a:ext cx="1784746" cy="67202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tutorial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208587" y="8286194"/>
            <a:ext cx="1190364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in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1" name="Oval 220"/>
          <p:cNvSpPr/>
          <p:nvPr/>
        </p:nvSpPr>
        <p:spPr>
          <a:xfrm>
            <a:off x="8073008" y="9366078"/>
            <a:ext cx="1430499" cy="74211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out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23" name="Straight Connector 222"/>
          <p:cNvCxnSpPr>
            <a:endCxn id="220" idx="2"/>
          </p:cNvCxnSpPr>
          <p:nvPr/>
        </p:nvCxnSpPr>
        <p:spPr>
          <a:xfrm>
            <a:off x="3315439" y="7974293"/>
            <a:ext cx="4893148" cy="66101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>
            <a:endCxn id="237" idx="2"/>
          </p:cNvCxnSpPr>
          <p:nvPr/>
        </p:nvCxnSpPr>
        <p:spPr>
          <a:xfrm>
            <a:off x="3240187" y="4124233"/>
            <a:ext cx="4702284" cy="135681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>
            <a:endCxn id="215" idx="2"/>
          </p:cNvCxnSpPr>
          <p:nvPr/>
        </p:nvCxnSpPr>
        <p:spPr>
          <a:xfrm flipV="1">
            <a:off x="3315439" y="6611736"/>
            <a:ext cx="4604908" cy="715542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>
            <a:endCxn id="221" idx="2"/>
          </p:cNvCxnSpPr>
          <p:nvPr/>
        </p:nvCxnSpPr>
        <p:spPr>
          <a:xfrm>
            <a:off x="3315439" y="8286194"/>
            <a:ext cx="4757569" cy="145094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236"/>
          <p:cNvSpPr/>
          <p:nvPr/>
        </p:nvSpPr>
        <p:spPr>
          <a:xfrm>
            <a:off x="7942471" y="5101099"/>
            <a:ext cx="1660855" cy="759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tutorials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0" name="Oval 239"/>
          <p:cNvSpPr/>
          <p:nvPr/>
        </p:nvSpPr>
        <p:spPr>
          <a:xfrm>
            <a:off x="7942471" y="7244835"/>
            <a:ext cx="1701748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1" name="Straight Connector 240"/>
          <p:cNvCxnSpPr>
            <a:endCxn id="240" idx="2"/>
          </p:cNvCxnSpPr>
          <p:nvPr/>
        </p:nvCxnSpPr>
        <p:spPr>
          <a:xfrm>
            <a:off x="3315439" y="7609564"/>
            <a:ext cx="4627032" cy="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354449" y="1986654"/>
            <a:ext cx="6729662" cy="667779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b="1" dirty="0" smtClean="0"/>
              <a:t>HanDIYcraft Web Application</a:t>
            </a:r>
            <a:endParaRPr lang="en-US" b="1" dirty="0"/>
          </a:p>
        </p:txBody>
      </p:sp>
      <p:sp>
        <p:nvSpPr>
          <p:cNvPr id="243" name="TextBox 242"/>
          <p:cNvSpPr txBox="1"/>
          <p:nvPr/>
        </p:nvSpPr>
        <p:spPr>
          <a:xfrm>
            <a:off x="2020646" y="4824030"/>
            <a:ext cx="988725" cy="453173"/>
          </a:xfrm>
          <a:prstGeom prst="rect">
            <a:avLst/>
          </a:prstGeom>
          <a:noFill/>
        </p:spPr>
        <p:txBody>
          <a:bodyPr wrap="none" lIns="143990" tIns="71995" rIns="143990" bIns="71995" rtlCol="0">
            <a:spAutoFit/>
          </a:bodyPr>
          <a:lstStyle/>
          <a:p>
            <a:r>
              <a:rPr lang="en-US" sz="2000" b="1" dirty="0" smtClean="0"/>
              <a:t>Visitor</a:t>
            </a:r>
            <a:endParaRPr lang="en-US" sz="2000" b="1" dirty="0"/>
          </a:p>
        </p:txBody>
      </p:sp>
      <p:sp>
        <p:nvSpPr>
          <p:cNvPr id="244" name="TextBox 243"/>
          <p:cNvSpPr txBox="1"/>
          <p:nvPr/>
        </p:nvSpPr>
        <p:spPr>
          <a:xfrm>
            <a:off x="1954387" y="8761195"/>
            <a:ext cx="137083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Bloggers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flipV="1">
            <a:off x="2510822" y="5230163"/>
            <a:ext cx="4187" cy="13684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12011299" y="5550531"/>
            <a:ext cx="2094030" cy="72450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tutorial detail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74" name="Straight Arrow Connector 273"/>
          <p:cNvCxnSpPr>
            <a:stCxn id="273" idx="2"/>
            <a:endCxn id="237" idx="6"/>
          </p:cNvCxnSpPr>
          <p:nvPr/>
        </p:nvCxnSpPr>
        <p:spPr>
          <a:xfrm flipH="1" flipV="1">
            <a:off x="9603326" y="5481046"/>
            <a:ext cx="2407973" cy="43173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iga-toilet-me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700" y="2769988"/>
            <a:ext cx="953646" cy="2148623"/>
          </a:xfrm>
          <a:prstGeom prst="rect">
            <a:avLst/>
          </a:prstGeom>
        </p:spPr>
      </p:pic>
      <p:pic>
        <p:nvPicPr>
          <p:cNvPr id="73" name="Picture 72" descr="aiga-toilet-me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999" y="6645638"/>
            <a:ext cx="953646" cy="2148623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7891073" y="4124233"/>
            <a:ext cx="1854007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Register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71" name="Straight Connector 70"/>
          <p:cNvCxnSpPr>
            <a:endCxn id="70" idx="2"/>
          </p:cNvCxnSpPr>
          <p:nvPr/>
        </p:nvCxnSpPr>
        <p:spPr>
          <a:xfrm>
            <a:off x="3240187" y="3703554"/>
            <a:ext cx="4650886" cy="785408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 rot="622023">
            <a:off x="10526150" y="5410857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327003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86</Words>
  <Application>Microsoft Macintosh PowerPoint</Application>
  <PresentationFormat>Custom</PresentationFormat>
  <Paragraphs>44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30</cp:revision>
  <dcterms:created xsi:type="dcterms:W3CDTF">2014-05-27T08:23:20Z</dcterms:created>
  <dcterms:modified xsi:type="dcterms:W3CDTF">2014-12-18T13:58:19Z</dcterms:modified>
</cp:coreProperties>
</file>