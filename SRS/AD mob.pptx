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3" r:id="rId5"/>
    <p:sldId id="267" r:id="rId6"/>
    <p:sldId id="268" r:id="rId7"/>
    <p:sldId id="269" r:id="rId8"/>
    <p:sldId id="270" r:id="rId9"/>
    <p:sldId id="271" r:id="rId10"/>
    <p:sldId id="272" r:id="rId11"/>
    <p:sldId id="273" r:id="rId12"/>
    <p:sldId id="274" r:id="rId13"/>
    <p:sldId id="275" r:id="rId14"/>
    <p:sldId id="261" r:id="rId15"/>
    <p:sldId id="266" r:id="rId16"/>
    <p:sldId id="276" r:id="rId17"/>
    <p:sldId id="277" r:id="rId18"/>
    <p:sldId id="296" r:id="rId19"/>
    <p:sldId id="278" r:id="rId20"/>
    <p:sldId id="279" r:id="rId21"/>
    <p:sldId id="280" r:id="rId22"/>
    <p:sldId id="301" r:id="rId23"/>
    <p:sldId id="281" r:id="rId24"/>
    <p:sldId id="282" r:id="rId25"/>
    <p:sldId id="283" r:id="rId26"/>
    <p:sldId id="297" r:id="rId27"/>
    <p:sldId id="298" r:id="rId28"/>
    <p:sldId id="300" r:id="rId29"/>
    <p:sldId id="284" r:id="rId30"/>
    <p:sldId id="285" r:id="rId31"/>
    <p:sldId id="306" r:id="rId32"/>
    <p:sldId id="288" r:id="rId33"/>
    <p:sldId id="290" r:id="rId34"/>
    <p:sldId id="291" r:id="rId35"/>
    <p:sldId id="292" r:id="rId36"/>
    <p:sldId id="293" r:id="rId37"/>
    <p:sldId id="294" r:id="rId38"/>
    <p:sldId id="295" r:id="rId39"/>
    <p:sldId id="302" r:id="rId40"/>
    <p:sldId id="303" r:id="rId41"/>
    <p:sldId id="304" r:id="rId42"/>
    <p:sldId id="305" r:id="rId43"/>
  </p:sldIdLst>
  <p:sldSz cx="6858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7" d="100"/>
          <a:sy n="57" d="100"/>
        </p:scale>
        <p:origin x="-2888" y="-10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9" Type="http://schemas.openxmlformats.org/officeDocument/2006/relationships/slide" Target="slides/slide8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printerSettings" Target="printerSettings/printerSettings1.bin"/><Relationship Id="rId45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840568"/>
            <a:ext cx="5829300" cy="196003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5181600"/>
            <a:ext cx="4800600" cy="23368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10/18/14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927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10/18/14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460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5" y="5875867"/>
            <a:ext cx="5829300" cy="181610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5" y="3875618"/>
            <a:ext cx="5829300" cy="2000249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10/18/14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5986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7175" y="2844800"/>
            <a:ext cx="2257425" cy="804545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28900" y="2844800"/>
            <a:ext cx="2257425" cy="804545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10/18/14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5549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366184"/>
            <a:ext cx="6172200" cy="1524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2046817"/>
            <a:ext cx="3030141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899833"/>
            <a:ext cx="3030141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9" y="2046817"/>
            <a:ext cx="3031331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9" y="2899833"/>
            <a:ext cx="3031331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10/18/14 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7723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10/18/14 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22937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10/18/14 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2656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364067"/>
            <a:ext cx="2256235" cy="154940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364067"/>
            <a:ext cx="3833813" cy="78041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913467"/>
            <a:ext cx="2256235" cy="625475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10/18/14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135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6400800"/>
            <a:ext cx="4114800" cy="7556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817033"/>
            <a:ext cx="41148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7156451"/>
            <a:ext cx="4114800" cy="107314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10/18/14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2685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10/18/14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5863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729037" y="488951"/>
            <a:ext cx="1157288" cy="104013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488951"/>
            <a:ext cx="3357563" cy="1040130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10/18/14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2388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366184"/>
            <a:ext cx="6172200" cy="1524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2133601"/>
            <a:ext cx="6172200" cy="60346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C32E88-616F-C648-B3FA-694311D876FD}" type="datetimeFigureOut">
              <a:rPr lang="en-US" smtClean="0"/>
              <a:t>10/18/14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8475134"/>
            <a:ext cx="21717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2776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004117" y="190073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2968691" y="8316067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102485" y="8443216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626009" y="954497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sign up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620937" y="2772575"/>
            <a:ext cx="1243476" cy="47732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information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371716" y="1777944"/>
            <a:ext cx="1753475" cy="68099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registration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2617346" y="3651513"/>
            <a:ext cx="1243476" cy="48655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done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837947" y="4869442"/>
            <a:ext cx="1124688" cy="48655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error message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6" name="Decision 15"/>
          <p:cNvSpPr/>
          <p:nvPr/>
        </p:nvSpPr>
        <p:spPr>
          <a:xfrm>
            <a:off x="2163828" y="4548329"/>
            <a:ext cx="2163777" cy="1131454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All information are valid?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563626" y="6142674"/>
            <a:ext cx="1386772" cy="65838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Save information into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2568810" y="7230921"/>
            <a:ext cx="1386772" cy="65838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back to log in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244708" y="671254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247747" y="1468763"/>
            <a:ext cx="707" cy="30918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>
            <a:stCxn id="12" idx="2"/>
            <a:endCxn id="10" idx="0"/>
          </p:cNvCxnSpPr>
          <p:nvPr/>
        </p:nvCxnSpPr>
        <p:spPr>
          <a:xfrm flipH="1">
            <a:off x="3242675" y="2458940"/>
            <a:ext cx="5779" cy="31363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>
            <a:stCxn id="10" idx="2"/>
            <a:endCxn id="13" idx="0"/>
          </p:cNvCxnSpPr>
          <p:nvPr/>
        </p:nvCxnSpPr>
        <p:spPr>
          <a:xfrm flipH="1">
            <a:off x="3239084" y="3249896"/>
            <a:ext cx="3591" cy="40161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>
            <a:stCxn id="13" idx="2"/>
            <a:endCxn id="16" idx="0"/>
          </p:cNvCxnSpPr>
          <p:nvPr/>
        </p:nvCxnSpPr>
        <p:spPr>
          <a:xfrm>
            <a:off x="3239084" y="4138071"/>
            <a:ext cx="6633" cy="41025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>
            <a:stCxn id="16" idx="2"/>
            <a:endCxn id="17" idx="0"/>
          </p:cNvCxnSpPr>
          <p:nvPr/>
        </p:nvCxnSpPr>
        <p:spPr>
          <a:xfrm>
            <a:off x="3245717" y="5679783"/>
            <a:ext cx="11295" cy="46289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7" idx="2"/>
            <a:endCxn id="18" idx="0"/>
          </p:cNvCxnSpPr>
          <p:nvPr/>
        </p:nvCxnSpPr>
        <p:spPr>
          <a:xfrm>
            <a:off x="3257012" y="6801063"/>
            <a:ext cx="5184" cy="42985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/>
          <p:cNvCxnSpPr>
            <a:stCxn id="18" idx="2"/>
          </p:cNvCxnSpPr>
          <p:nvPr/>
        </p:nvCxnSpPr>
        <p:spPr>
          <a:xfrm>
            <a:off x="3262196" y="7889310"/>
            <a:ext cx="1965" cy="42675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/>
          <p:cNvCxnSpPr>
            <a:stCxn id="16" idx="3"/>
            <a:endCxn id="14" idx="1"/>
          </p:cNvCxnSpPr>
          <p:nvPr/>
        </p:nvCxnSpPr>
        <p:spPr>
          <a:xfrm flipV="1">
            <a:off x="4327605" y="5112721"/>
            <a:ext cx="510342" cy="133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>
            <a:stCxn id="14" idx="0"/>
          </p:cNvCxnSpPr>
          <p:nvPr/>
        </p:nvCxnSpPr>
        <p:spPr>
          <a:xfrm flipH="1" flipV="1">
            <a:off x="5384709" y="3011236"/>
            <a:ext cx="15582" cy="185820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>
            <a:endCxn id="10" idx="3"/>
          </p:cNvCxnSpPr>
          <p:nvPr/>
        </p:nvCxnSpPr>
        <p:spPr>
          <a:xfrm flipH="1">
            <a:off x="3864413" y="3011236"/>
            <a:ext cx="152029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3230879" y="5646617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61" name="TextBox 60"/>
          <p:cNvSpPr txBox="1"/>
          <p:nvPr/>
        </p:nvSpPr>
        <p:spPr>
          <a:xfrm>
            <a:off x="4356800" y="4804944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888597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076281" y="965639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040855" y="8006487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174649" y="8133636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698173" y="1730063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log in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466577" y="3549240"/>
            <a:ext cx="1706668" cy="58393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username and password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443880" y="2553510"/>
            <a:ext cx="1753475" cy="68099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log in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2689510" y="4427079"/>
            <a:ext cx="1243476" cy="48655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log in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910111" y="5645008"/>
            <a:ext cx="1124688" cy="48655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error message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6" name="Decision 15"/>
          <p:cNvSpPr/>
          <p:nvPr/>
        </p:nvSpPr>
        <p:spPr>
          <a:xfrm>
            <a:off x="2235992" y="5323895"/>
            <a:ext cx="2163777" cy="1131454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All information are verified?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635790" y="6918241"/>
            <a:ext cx="1386772" cy="57983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home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316872" y="1446820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319911" y="2244329"/>
            <a:ext cx="707" cy="30918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>
            <a:stCxn id="12" idx="2"/>
            <a:endCxn id="10" idx="0"/>
          </p:cNvCxnSpPr>
          <p:nvPr/>
        </p:nvCxnSpPr>
        <p:spPr>
          <a:xfrm flipH="1">
            <a:off x="3319911" y="3234506"/>
            <a:ext cx="707" cy="31473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>
            <a:stCxn id="10" idx="2"/>
            <a:endCxn id="13" idx="0"/>
          </p:cNvCxnSpPr>
          <p:nvPr/>
        </p:nvCxnSpPr>
        <p:spPr>
          <a:xfrm flipH="1">
            <a:off x="3311248" y="4133171"/>
            <a:ext cx="8663" cy="29390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>
            <a:stCxn id="13" idx="2"/>
            <a:endCxn id="16" idx="0"/>
          </p:cNvCxnSpPr>
          <p:nvPr/>
        </p:nvCxnSpPr>
        <p:spPr>
          <a:xfrm>
            <a:off x="3311248" y="4913637"/>
            <a:ext cx="6633" cy="41025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>
            <a:stCxn id="16" idx="2"/>
            <a:endCxn id="17" idx="0"/>
          </p:cNvCxnSpPr>
          <p:nvPr/>
        </p:nvCxnSpPr>
        <p:spPr>
          <a:xfrm>
            <a:off x="3317881" y="6455349"/>
            <a:ext cx="11295" cy="46289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7" idx="2"/>
          </p:cNvCxnSpPr>
          <p:nvPr/>
        </p:nvCxnSpPr>
        <p:spPr>
          <a:xfrm>
            <a:off x="3329176" y="7498077"/>
            <a:ext cx="5184" cy="50841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/>
          <p:cNvCxnSpPr>
            <a:stCxn id="16" idx="3"/>
            <a:endCxn id="14" idx="1"/>
          </p:cNvCxnSpPr>
          <p:nvPr/>
        </p:nvCxnSpPr>
        <p:spPr>
          <a:xfrm flipV="1">
            <a:off x="4399769" y="5888287"/>
            <a:ext cx="510342" cy="133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>
            <a:stCxn id="14" idx="0"/>
          </p:cNvCxnSpPr>
          <p:nvPr/>
        </p:nvCxnSpPr>
        <p:spPr>
          <a:xfrm flipH="1" flipV="1">
            <a:off x="5456873" y="3845555"/>
            <a:ext cx="15582" cy="179945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/>
          <p:nvPr/>
        </p:nvCxnSpPr>
        <p:spPr>
          <a:xfrm flipH="1">
            <a:off x="4173245" y="3845555"/>
            <a:ext cx="128362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3303043" y="6422183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61" name="TextBox 60"/>
          <p:cNvSpPr txBox="1"/>
          <p:nvPr/>
        </p:nvSpPr>
        <p:spPr>
          <a:xfrm>
            <a:off x="4428964" y="5580510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0294305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109559" y="651963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065649" y="7535110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199443" y="7662259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731451" y="1416387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Log in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499855" y="3235564"/>
            <a:ext cx="1706668" cy="58393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menu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477158" y="2239834"/>
            <a:ext cx="1753475" cy="68099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home page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2499856" y="4113402"/>
            <a:ext cx="1706668" cy="65498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menu page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491756" y="6404868"/>
            <a:ext cx="1730776" cy="65692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unlogged in home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350150" y="1133144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353189" y="1930653"/>
            <a:ext cx="707" cy="30918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>
            <a:stCxn id="12" idx="2"/>
            <a:endCxn id="10" idx="0"/>
          </p:cNvCxnSpPr>
          <p:nvPr/>
        </p:nvCxnSpPr>
        <p:spPr>
          <a:xfrm flipH="1">
            <a:off x="3353189" y="2920830"/>
            <a:ext cx="707" cy="31473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>
            <a:stCxn id="10" idx="2"/>
            <a:endCxn id="13" idx="0"/>
          </p:cNvCxnSpPr>
          <p:nvPr/>
        </p:nvCxnSpPr>
        <p:spPr>
          <a:xfrm>
            <a:off x="3353189" y="3819495"/>
            <a:ext cx="1" cy="29390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>
            <a:stCxn id="13" idx="2"/>
            <a:endCxn id="35" idx="0"/>
          </p:cNvCxnSpPr>
          <p:nvPr/>
        </p:nvCxnSpPr>
        <p:spPr>
          <a:xfrm flipH="1">
            <a:off x="3353189" y="4768383"/>
            <a:ext cx="1" cy="39452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>
            <a:stCxn id="35" idx="2"/>
            <a:endCxn id="17" idx="0"/>
          </p:cNvCxnSpPr>
          <p:nvPr/>
        </p:nvCxnSpPr>
        <p:spPr>
          <a:xfrm>
            <a:off x="3353189" y="5817890"/>
            <a:ext cx="3955" cy="58697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7" idx="2"/>
            <a:endCxn id="6" idx="0"/>
          </p:cNvCxnSpPr>
          <p:nvPr/>
        </p:nvCxnSpPr>
        <p:spPr>
          <a:xfrm>
            <a:off x="3357144" y="7061792"/>
            <a:ext cx="3975" cy="47331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2499855" y="5162909"/>
            <a:ext cx="1706668" cy="65498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log out button</a:t>
            </a:r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38590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193643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71828" y="6341696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05622" y="6468845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27008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profile link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2417611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66261" y="3215120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6" idx="0"/>
          </p:cNvCxnSpPr>
          <p:nvPr/>
        </p:nvCxnSpPr>
        <p:spPr>
          <a:xfrm>
            <a:off x="3465257" y="5896592"/>
            <a:ext cx="2041" cy="4451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46470" y="5079564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blogger’s information and tutorials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3720269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blogger’s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 flipH="1">
            <a:off x="3465257" y="4537297"/>
            <a:ext cx="8379" cy="54226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87852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2805533" y="8849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xfrm>
            <a:off x="2427425" y="763786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4" name="Straight Arrow Connector 3"/>
          <p:cNvCxnSpPr>
            <a:stCxn id="2" idx="4"/>
            <a:endCxn id="3" idx="0"/>
          </p:cNvCxnSpPr>
          <p:nvPr/>
        </p:nvCxnSpPr>
        <p:spPr>
          <a:xfrm>
            <a:off x="3046124" y="569671"/>
            <a:ext cx="3039" cy="19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/>
          <p:cNvCxnSpPr>
            <a:stCxn id="7" idx="2"/>
          </p:cNvCxnSpPr>
          <p:nvPr/>
        </p:nvCxnSpPr>
        <p:spPr>
          <a:xfrm>
            <a:off x="3046124" y="2010270"/>
            <a:ext cx="7547" cy="35240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>
            <a:stCxn id="3" idx="2"/>
            <a:endCxn id="7" idx="0"/>
          </p:cNvCxnSpPr>
          <p:nvPr/>
        </p:nvCxnSpPr>
        <p:spPr>
          <a:xfrm flipH="1">
            <a:off x="3046124" y="1278052"/>
            <a:ext cx="3039" cy="27124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547724" y="1549300"/>
            <a:ext cx="996800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edit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2114969" y="2387292"/>
            <a:ext cx="1862309" cy="75177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Provide editable profile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465340" y="4514625"/>
            <a:ext cx="1165612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save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/>
          <p:cNvCxnSpPr>
            <a:stCxn id="8" idx="2"/>
            <a:endCxn id="12" idx="0"/>
          </p:cNvCxnSpPr>
          <p:nvPr/>
        </p:nvCxnSpPr>
        <p:spPr>
          <a:xfrm>
            <a:off x="3046124" y="3139068"/>
            <a:ext cx="2022" cy="31734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337804" y="3456415"/>
            <a:ext cx="1420683" cy="59319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new email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3" name="Straight Arrow Connector 12"/>
          <p:cNvCxnSpPr>
            <a:stCxn id="12" idx="2"/>
            <a:endCxn id="10" idx="0"/>
          </p:cNvCxnSpPr>
          <p:nvPr/>
        </p:nvCxnSpPr>
        <p:spPr>
          <a:xfrm>
            <a:off x="3048146" y="4049609"/>
            <a:ext cx="0" cy="46501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263418" y="6252316"/>
            <a:ext cx="1576072" cy="72165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Save new email into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/>
          <p:cNvCxnSpPr>
            <a:stCxn id="14" idx="2"/>
            <a:endCxn id="16" idx="0"/>
          </p:cNvCxnSpPr>
          <p:nvPr/>
        </p:nvCxnSpPr>
        <p:spPr>
          <a:xfrm>
            <a:off x="3051454" y="6973975"/>
            <a:ext cx="2217" cy="43779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240843" y="7411772"/>
            <a:ext cx="1625656" cy="47974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/>
          <p:cNvCxnSpPr/>
          <p:nvPr/>
        </p:nvCxnSpPr>
        <p:spPr>
          <a:xfrm>
            <a:off x="3059471" y="7893850"/>
            <a:ext cx="0" cy="52377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2772264" y="8457135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2906058" y="8584284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Decision 49"/>
          <p:cNvSpPr/>
          <p:nvPr/>
        </p:nvSpPr>
        <p:spPr>
          <a:xfrm>
            <a:off x="2464136" y="5347990"/>
            <a:ext cx="1166816" cy="695177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Valid?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51" name="Straight Arrow Connector 50"/>
          <p:cNvCxnSpPr>
            <a:endCxn id="50" idx="0"/>
          </p:cNvCxnSpPr>
          <p:nvPr/>
        </p:nvCxnSpPr>
        <p:spPr>
          <a:xfrm flipH="1">
            <a:off x="3047544" y="5079014"/>
            <a:ext cx="1774" cy="26897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H="1" flipV="1">
            <a:off x="5140137" y="3767595"/>
            <a:ext cx="5847" cy="16620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>
            <a:stCxn id="50" idx="3"/>
          </p:cNvCxnSpPr>
          <p:nvPr/>
        </p:nvCxnSpPr>
        <p:spPr>
          <a:xfrm>
            <a:off x="3630952" y="5695579"/>
            <a:ext cx="92019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 flipH="1">
            <a:off x="3758487" y="3767595"/>
            <a:ext cx="138165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3055246" y="5980668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56" name="TextBox 55"/>
          <p:cNvSpPr txBox="1"/>
          <p:nvPr/>
        </p:nvSpPr>
        <p:spPr>
          <a:xfrm>
            <a:off x="3615485" y="5408619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cxnSp>
        <p:nvCxnSpPr>
          <p:cNvPr id="57" name="Straight Arrow Connector 56"/>
          <p:cNvCxnSpPr>
            <a:stCxn id="50" idx="2"/>
          </p:cNvCxnSpPr>
          <p:nvPr/>
        </p:nvCxnSpPr>
        <p:spPr>
          <a:xfrm>
            <a:off x="3047544" y="6043167"/>
            <a:ext cx="7702" cy="2244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4559283" y="5429636"/>
            <a:ext cx="1165612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error message</a:t>
            </a:r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9352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2887796" y="39881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xfrm>
            <a:off x="2509688" y="715177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4" name="Straight Arrow Connector 3"/>
          <p:cNvCxnSpPr>
            <a:stCxn id="2" idx="4"/>
            <a:endCxn id="3" idx="0"/>
          </p:cNvCxnSpPr>
          <p:nvPr/>
        </p:nvCxnSpPr>
        <p:spPr>
          <a:xfrm>
            <a:off x="3128387" y="521062"/>
            <a:ext cx="3039" cy="19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/>
          <p:cNvCxnSpPr>
            <a:stCxn id="7" idx="2"/>
          </p:cNvCxnSpPr>
          <p:nvPr/>
        </p:nvCxnSpPr>
        <p:spPr>
          <a:xfrm>
            <a:off x="3128387" y="1961661"/>
            <a:ext cx="7547" cy="35240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>
            <a:stCxn id="3" idx="2"/>
            <a:endCxn id="7" idx="0"/>
          </p:cNvCxnSpPr>
          <p:nvPr/>
        </p:nvCxnSpPr>
        <p:spPr>
          <a:xfrm flipH="1">
            <a:off x="3128387" y="1229443"/>
            <a:ext cx="3039" cy="27124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629987" y="1500691"/>
            <a:ext cx="996800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edit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2355429" y="2290693"/>
            <a:ext cx="1558813" cy="60167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browse picture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131792" y="3134743"/>
            <a:ext cx="1996737" cy="60167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pictures in user’s smart phone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2424494" y="3994287"/>
            <a:ext cx="1420683" cy="59319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picture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547355" y="4841427"/>
            <a:ext cx="1165612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save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2348053" y="6603561"/>
            <a:ext cx="1576072" cy="72165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Save the picture into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9" idx="2"/>
            <a:endCxn id="10" idx="0"/>
          </p:cNvCxnSpPr>
          <p:nvPr/>
        </p:nvCxnSpPr>
        <p:spPr>
          <a:xfrm flipH="1">
            <a:off x="3130161" y="2892366"/>
            <a:ext cx="4675" cy="24237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10" idx="2"/>
            <a:endCxn id="11" idx="0"/>
          </p:cNvCxnSpPr>
          <p:nvPr/>
        </p:nvCxnSpPr>
        <p:spPr>
          <a:xfrm>
            <a:off x="3130161" y="3736416"/>
            <a:ext cx="4675" cy="25787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stCxn id="11" idx="2"/>
            <a:endCxn id="12" idx="0"/>
          </p:cNvCxnSpPr>
          <p:nvPr/>
        </p:nvCxnSpPr>
        <p:spPr>
          <a:xfrm flipH="1">
            <a:off x="3130161" y="4587481"/>
            <a:ext cx="4675" cy="25394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13" idx="2"/>
            <a:endCxn id="19" idx="0"/>
          </p:cNvCxnSpPr>
          <p:nvPr/>
        </p:nvCxnSpPr>
        <p:spPr>
          <a:xfrm flipH="1">
            <a:off x="3129297" y="7325220"/>
            <a:ext cx="6792" cy="32967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316469" y="7654893"/>
            <a:ext cx="1625656" cy="47974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19" idx="2"/>
          </p:cNvCxnSpPr>
          <p:nvPr/>
        </p:nvCxnSpPr>
        <p:spPr>
          <a:xfrm>
            <a:off x="3129297" y="8134633"/>
            <a:ext cx="864" cy="36321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Decision 20"/>
          <p:cNvSpPr/>
          <p:nvPr/>
        </p:nvSpPr>
        <p:spPr>
          <a:xfrm>
            <a:off x="2544979" y="5683923"/>
            <a:ext cx="1166816" cy="695177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Valid?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2" name="Straight Arrow Connector 21"/>
          <p:cNvCxnSpPr>
            <a:stCxn id="12" idx="2"/>
            <a:endCxn id="21" idx="0"/>
          </p:cNvCxnSpPr>
          <p:nvPr/>
        </p:nvCxnSpPr>
        <p:spPr>
          <a:xfrm flipH="1">
            <a:off x="3128387" y="5414947"/>
            <a:ext cx="1774" cy="26897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V="1">
            <a:off x="5226827" y="4290884"/>
            <a:ext cx="0" cy="145386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21" idx="3"/>
          </p:cNvCxnSpPr>
          <p:nvPr/>
        </p:nvCxnSpPr>
        <p:spPr>
          <a:xfrm>
            <a:off x="3711795" y="6031512"/>
            <a:ext cx="92019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endCxn id="11" idx="3"/>
          </p:cNvCxnSpPr>
          <p:nvPr/>
        </p:nvCxnSpPr>
        <p:spPr>
          <a:xfrm flipH="1">
            <a:off x="3845177" y="4290884"/>
            <a:ext cx="138165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136089" y="6295784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28" name="TextBox 27"/>
          <p:cNvSpPr txBox="1"/>
          <p:nvPr/>
        </p:nvSpPr>
        <p:spPr>
          <a:xfrm>
            <a:off x="3696328" y="5723735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sp>
        <p:nvSpPr>
          <p:cNvPr id="37" name="Oval 36"/>
          <p:cNvSpPr/>
          <p:nvPr/>
        </p:nvSpPr>
        <p:spPr>
          <a:xfrm>
            <a:off x="2834691" y="8519095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/>
          <p:cNvSpPr/>
          <p:nvPr/>
        </p:nvSpPr>
        <p:spPr>
          <a:xfrm>
            <a:off x="2968485" y="8646244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Arrow Connector 31"/>
          <p:cNvCxnSpPr>
            <a:stCxn id="21" idx="2"/>
            <a:endCxn id="13" idx="0"/>
          </p:cNvCxnSpPr>
          <p:nvPr/>
        </p:nvCxnSpPr>
        <p:spPr>
          <a:xfrm>
            <a:off x="3128387" y="6379100"/>
            <a:ext cx="7702" cy="2244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4640126" y="5744752"/>
            <a:ext cx="1165612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error message</a:t>
            </a:r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3648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2887796" y="39881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xfrm>
            <a:off x="2509688" y="715177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4" name="Straight Arrow Connector 3"/>
          <p:cNvCxnSpPr>
            <a:stCxn id="2" idx="4"/>
            <a:endCxn id="3" idx="0"/>
          </p:cNvCxnSpPr>
          <p:nvPr/>
        </p:nvCxnSpPr>
        <p:spPr>
          <a:xfrm>
            <a:off x="3128387" y="521062"/>
            <a:ext cx="3039" cy="19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/>
          <p:cNvCxnSpPr>
            <a:stCxn id="7" idx="2"/>
          </p:cNvCxnSpPr>
          <p:nvPr/>
        </p:nvCxnSpPr>
        <p:spPr>
          <a:xfrm>
            <a:off x="3128387" y="1961661"/>
            <a:ext cx="7547" cy="35240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>
            <a:stCxn id="3" idx="2"/>
            <a:endCxn id="7" idx="0"/>
          </p:cNvCxnSpPr>
          <p:nvPr/>
        </p:nvCxnSpPr>
        <p:spPr>
          <a:xfrm flipH="1">
            <a:off x="3128387" y="1229443"/>
            <a:ext cx="3039" cy="27124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629987" y="1500691"/>
            <a:ext cx="996800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edit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2355429" y="2290693"/>
            <a:ext cx="1558813" cy="60167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</a:t>
            </a:r>
            <a:r>
              <a:rPr lang="en-US" sz="1400" dirty="0">
                <a:solidFill>
                  <a:schemeClr val="tx1"/>
                </a:solidFill>
              </a:rPr>
              <a:t>change password </a:t>
            </a:r>
            <a:r>
              <a:rPr lang="en-US" sz="1400" dirty="0" smtClean="0">
                <a:solidFill>
                  <a:schemeClr val="tx1"/>
                </a:solidFill>
              </a:rPr>
              <a:t>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131792" y="3134743"/>
            <a:ext cx="1996737" cy="60167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Provide change password interface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24494" y="3994287"/>
            <a:ext cx="1420683" cy="59319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Input new information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47355" y="4841427"/>
            <a:ext cx="1165612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save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2348053" y="6603561"/>
            <a:ext cx="1576072" cy="72165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Save new information into database</a:t>
            </a:r>
          </a:p>
        </p:txBody>
      </p:sp>
      <p:cxnSp>
        <p:nvCxnSpPr>
          <p:cNvPr id="14" name="Straight Arrow Connector 13"/>
          <p:cNvCxnSpPr>
            <a:stCxn id="9" idx="2"/>
            <a:endCxn id="10" idx="0"/>
          </p:cNvCxnSpPr>
          <p:nvPr/>
        </p:nvCxnSpPr>
        <p:spPr>
          <a:xfrm flipH="1">
            <a:off x="3130161" y="2892366"/>
            <a:ext cx="4675" cy="24237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10" idx="2"/>
            <a:endCxn id="11" idx="0"/>
          </p:cNvCxnSpPr>
          <p:nvPr/>
        </p:nvCxnSpPr>
        <p:spPr>
          <a:xfrm>
            <a:off x="3130161" y="3736416"/>
            <a:ext cx="4675" cy="25787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stCxn id="11" idx="2"/>
            <a:endCxn id="12" idx="0"/>
          </p:cNvCxnSpPr>
          <p:nvPr/>
        </p:nvCxnSpPr>
        <p:spPr>
          <a:xfrm flipH="1">
            <a:off x="3130161" y="4587481"/>
            <a:ext cx="4675" cy="25394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13" idx="2"/>
            <a:endCxn id="19" idx="0"/>
          </p:cNvCxnSpPr>
          <p:nvPr/>
        </p:nvCxnSpPr>
        <p:spPr>
          <a:xfrm flipH="1">
            <a:off x="3129297" y="7325220"/>
            <a:ext cx="6792" cy="32967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316469" y="7654893"/>
            <a:ext cx="1625656" cy="47974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19" idx="2"/>
          </p:cNvCxnSpPr>
          <p:nvPr/>
        </p:nvCxnSpPr>
        <p:spPr>
          <a:xfrm>
            <a:off x="3129297" y="8134633"/>
            <a:ext cx="864" cy="36321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Decision 20"/>
          <p:cNvSpPr/>
          <p:nvPr/>
        </p:nvSpPr>
        <p:spPr>
          <a:xfrm>
            <a:off x="2544979" y="5683923"/>
            <a:ext cx="1166816" cy="695177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Valid?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2" name="Straight Arrow Connector 21"/>
          <p:cNvCxnSpPr>
            <a:stCxn id="12" idx="2"/>
            <a:endCxn id="21" idx="0"/>
          </p:cNvCxnSpPr>
          <p:nvPr/>
        </p:nvCxnSpPr>
        <p:spPr>
          <a:xfrm flipH="1">
            <a:off x="3128387" y="5414947"/>
            <a:ext cx="1774" cy="26897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V="1">
            <a:off x="5226827" y="4290884"/>
            <a:ext cx="0" cy="145386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21" idx="3"/>
          </p:cNvCxnSpPr>
          <p:nvPr/>
        </p:nvCxnSpPr>
        <p:spPr>
          <a:xfrm>
            <a:off x="3711795" y="6031512"/>
            <a:ext cx="92019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endCxn id="11" idx="3"/>
          </p:cNvCxnSpPr>
          <p:nvPr/>
        </p:nvCxnSpPr>
        <p:spPr>
          <a:xfrm flipH="1">
            <a:off x="3845177" y="4290884"/>
            <a:ext cx="138165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136089" y="6295784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28" name="TextBox 27"/>
          <p:cNvSpPr txBox="1"/>
          <p:nvPr/>
        </p:nvSpPr>
        <p:spPr>
          <a:xfrm>
            <a:off x="3696328" y="5723735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sp>
        <p:nvSpPr>
          <p:cNvPr id="37" name="Oval 36"/>
          <p:cNvSpPr/>
          <p:nvPr/>
        </p:nvSpPr>
        <p:spPr>
          <a:xfrm>
            <a:off x="2834691" y="8519095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/>
          <p:cNvSpPr/>
          <p:nvPr/>
        </p:nvSpPr>
        <p:spPr>
          <a:xfrm>
            <a:off x="2968485" y="8646244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Arrow Connector 31"/>
          <p:cNvCxnSpPr>
            <a:stCxn id="21" idx="2"/>
            <a:endCxn id="13" idx="0"/>
          </p:cNvCxnSpPr>
          <p:nvPr/>
        </p:nvCxnSpPr>
        <p:spPr>
          <a:xfrm>
            <a:off x="3128387" y="6379100"/>
            <a:ext cx="7702" cy="2244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4640126" y="5744752"/>
            <a:ext cx="1165612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error message</a:t>
            </a:r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49538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2881146" y="282258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xfrm>
            <a:off x="2503038" y="9575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4" name="Straight Arrow Connector 3"/>
          <p:cNvCxnSpPr>
            <a:stCxn id="2" idx="4"/>
            <a:endCxn id="3" idx="0"/>
          </p:cNvCxnSpPr>
          <p:nvPr/>
        </p:nvCxnSpPr>
        <p:spPr>
          <a:xfrm>
            <a:off x="3121737" y="763439"/>
            <a:ext cx="3039" cy="19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/>
          <p:cNvCxnSpPr>
            <a:stCxn id="7" idx="2"/>
          </p:cNvCxnSpPr>
          <p:nvPr/>
        </p:nvCxnSpPr>
        <p:spPr>
          <a:xfrm>
            <a:off x="3121737" y="2204038"/>
            <a:ext cx="7547" cy="35240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>
            <a:stCxn id="3" idx="2"/>
            <a:endCxn id="7" idx="0"/>
          </p:cNvCxnSpPr>
          <p:nvPr/>
        </p:nvCxnSpPr>
        <p:spPr>
          <a:xfrm flipH="1">
            <a:off x="3121737" y="1471820"/>
            <a:ext cx="3039" cy="27124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623337" y="1743068"/>
            <a:ext cx="996800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edit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2413665" y="2543875"/>
            <a:ext cx="1460711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delete account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0" name="Straight Arrow Connector 9"/>
          <p:cNvCxnSpPr>
            <a:stCxn id="9" idx="2"/>
            <a:endCxn id="12" idx="0"/>
          </p:cNvCxnSpPr>
          <p:nvPr/>
        </p:nvCxnSpPr>
        <p:spPr>
          <a:xfrm flipH="1">
            <a:off x="3120164" y="3004845"/>
            <a:ext cx="23857" cy="30720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>
            <a:stCxn id="13" idx="2"/>
            <a:endCxn id="20" idx="0"/>
          </p:cNvCxnSpPr>
          <p:nvPr/>
        </p:nvCxnSpPr>
        <p:spPr>
          <a:xfrm>
            <a:off x="3120164" y="6161819"/>
            <a:ext cx="1573" cy="31713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Decision 11"/>
          <p:cNvSpPr/>
          <p:nvPr/>
        </p:nvSpPr>
        <p:spPr>
          <a:xfrm>
            <a:off x="2333075" y="3312052"/>
            <a:ext cx="1574177" cy="772779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Confirm?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2212866" y="5510573"/>
            <a:ext cx="1814595" cy="65124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Remove the account from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8" idx="0"/>
          </p:cNvCxnSpPr>
          <p:nvPr/>
        </p:nvCxnSpPr>
        <p:spPr>
          <a:xfrm>
            <a:off x="3120164" y="4084831"/>
            <a:ext cx="0" cy="42664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594353" y="3414038"/>
            <a:ext cx="1256419" cy="56898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No</a:t>
            </a:r>
            <a:br>
              <a:rPr lang="en-US" sz="1400" dirty="0" smtClean="0">
                <a:solidFill>
                  <a:schemeClr val="tx1"/>
                </a:solidFill>
              </a:rPr>
            </a:br>
            <a:r>
              <a:rPr lang="en-US" sz="1400" dirty="0" smtClean="0">
                <a:solidFill>
                  <a:schemeClr val="tx1"/>
                </a:solidFill>
              </a:rPr>
              <a:t>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/>
          <p:cNvCxnSpPr>
            <a:stCxn id="12" idx="3"/>
            <a:endCxn id="15" idx="1"/>
          </p:cNvCxnSpPr>
          <p:nvPr/>
        </p:nvCxnSpPr>
        <p:spPr>
          <a:xfrm>
            <a:off x="3907252" y="3698442"/>
            <a:ext cx="687101" cy="8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608130" y="4511477"/>
            <a:ext cx="1024068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Yes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9" name="Straight Arrow Connector 18"/>
          <p:cNvCxnSpPr>
            <a:stCxn id="18" idx="2"/>
            <a:endCxn id="13" idx="0"/>
          </p:cNvCxnSpPr>
          <p:nvPr/>
        </p:nvCxnSpPr>
        <p:spPr>
          <a:xfrm>
            <a:off x="3120164" y="5084997"/>
            <a:ext cx="0" cy="42557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214439" y="6478952"/>
            <a:ext cx="1814595" cy="65124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visitor home page 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1" name="Straight Arrow Connector 20"/>
          <p:cNvCxnSpPr>
            <a:stCxn id="20" idx="2"/>
            <a:endCxn id="24" idx="0"/>
          </p:cNvCxnSpPr>
          <p:nvPr/>
        </p:nvCxnSpPr>
        <p:spPr>
          <a:xfrm flipH="1">
            <a:off x="3113383" y="7130198"/>
            <a:ext cx="8354" cy="66870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109408" y="4024834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23" name="TextBox 22"/>
          <p:cNvSpPr txBox="1"/>
          <p:nvPr/>
        </p:nvSpPr>
        <p:spPr>
          <a:xfrm>
            <a:off x="3849718" y="3390665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sp>
        <p:nvSpPr>
          <p:cNvPr id="24" name="Oval 23"/>
          <p:cNvSpPr/>
          <p:nvPr/>
        </p:nvSpPr>
        <p:spPr>
          <a:xfrm>
            <a:off x="2817913" y="7798904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2951707" y="7926053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Connector 25"/>
          <p:cNvCxnSpPr>
            <a:endCxn id="15" idx="2"/>
          </p:cNvCxnSpPr>
          <p:nvPr/>
        </p:nvCxnSpPr>
        <p:spPr>
          <a:xfrm flipH="1" flipV="1">
            <a:off x="5222563" y="3983019"/>
            <a:ext cx="5743" cy="410197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 flipH="1">
            <a:off x="3383148" y="8084994"/>
            <a:ext cx="183941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34726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193643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71828" y="6341696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05622" y="6468845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27008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home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2417611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66261" y="3215120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6" idx="0"/>
          </p:cNvCxnSpPr>
          <p:nvPr/>
        </p:nvCxnSpPr>
        <p:spPr>
          <a:xfrm>
            <a:off x="3465257" y="5896592"/>
            <a:ext cx="2041" cy="4451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46470" y="5079564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list of tutorials that exist in database randomly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3720269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random tab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 flipH="1">
            <a:off x="3465257" y="4537297"/>
            <a:ext cx="8379" cy="54226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06319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193643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92649" y="6341696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26443" y="6468845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27008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home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2417611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66261" y="3215120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6" idx="0"/>
          </p:cNvCxnSpPr>
          <p:nvPr/>
        </p:nvCxnSpPr>
        <p:spPr>
          <a:xfrm>
            <a:off x="3484043" y="5896592"/>
            <a:ext cx="4076" cy="4451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703638" y="5079564"/>
            <a:ext cx="3560809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list </a:t>
            </a:r>
            <a:r>
              <a:rPr lang="en-US" sz="1400" dirty="0">
                <a:solidFill>
                  <a:schemeClr val="tx1"/>
                </a:solidFill>
              </a:rPr>
              <a:t>of recent </a:t>
            </a:r>
            <a:r>
              <a:rPr lang="en-US" sz="1400" dirty="0" smtClean="0">
                <a:solidFill>
                  <a:schemeClr val="tx1"/>
                </a:solidFill>
              </a:rPr>
              <a:t>tutorials that exist in database from high popularity according to the number of likes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3720269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popular </a:t>
            </a:r>
            <a:r>
              <a:rPr lang="en-US" sz="1400" dirty="0">
                <a:solidFill>
                  <a:schemeClr val="tx1"/>
                </a:solidFill>
              </a:rPr>
              <a:t>tab</a:t>
            </a: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>
            <a:off x="3473636" y="4537297"/>
            <a:ext cx="10407" cy="54226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50028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633772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92995" y="7547075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26789" y="7674224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1398196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menu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1114953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66261" y="1912462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6" idx="0"/>
          </p:cNvCxnSpPr>
          <p:nvPr/>
        </p:nvCxnSpPr>
        <p:spPr>
          <a:xfrm flipH="1">
            <a:off x="3488465" y="7101971"/>
            <a:ext cx="6338" cy="4451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853062" y="6284943"/>
            <a:ext cx="3283481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</a:t>
            </a:r>
            <a:r>
              <a:rPr lang="en-US" sz="1400" dirty="0">
                <a:solidFill>
                  <a:schemeClr val="tx1"/>
                </a:solidFill>
              </a:rPr>
              <a:t>list of tutorials </a:t>
            </a:r>
            <a:r>
              <a:rPr lang="en-US" sz="1400" dirty="0" smtClean="0">
                <a:solidFill>
                  <a:schemeClr val="tx1"/>
                </a:solidFill>
              </a:rPr>
              <a:t>that exist in database according to the selected category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2417611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categories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5" idx="0"/>
          </p:cNvCxnSpPr>
          <p:nvPr/>
        </p:nvCxnSpPr>
        <p:spPr>
          <a:xfrm>
            <a:off x="3473636" y="3234639"/>
            <a:ext cx="0" cy="45542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660077" y="4982969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tutorial category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2649324" y="3690064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tutorial categories links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/>
          <p:cNvCxnSpPr>
            <a:stCxn id="15" idx="2"/>
            <a:endCxn id="13" idx="0"/>
          </p:cNvCxnSpPr>
          <p:nvPr/>
        </p:nvCxnSpPr>
        <p:spPr>
          <a:xfrm>
            <a:off x="3473636" y="4507092"/>
            <a:ext cx="10753" cy="47587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13" idx="2"/>
            <a:endCxn id="11" idx="0"/>
          </p:cNvCxnSpPr>
          <p:nvPr/>
        </p:nvCxnSpPr>
        <p:spPr>
          <a:xfrm>
            <a:off x="3484389" y="5799997"/>
            <a:ext cx="10414" cy="48494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47917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193643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71828" y="6341696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05622" y="6468845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27008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home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2417611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66261" y="3215120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6" idx="0"/>
          </p:cNvCxnSpPr>
          <p:nvPr/>
        </p:nvCxnSpPr>
        <p:spPr>
          <a:xfrm>
            <a:off x="3467298" y="5896592"/>
            <a:ext cx="0" cy="4451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835968" y="5079564"/>
            <a:ext cx="3262659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</a:t>
            </a:r>
            <a:r>
              <a:rPr lang="en-US" sz="1400" dirty="0">
                <a:solidFill>
                  <a:schemeClr val="tx1"/>
                </a:solidFill>
              </a:rPr>
              <a:t>list </a:t>
            </a:r>
            <a:r>
              <a:rPr lang="en-US" sz="1400" dirty="0" smtClean="0">
                <a:solidFill>
                  <a:schemeClr val="tx1"/>
                </a:solidFill>
              </a:rPr>
              <a:t>of tutorials that exist in database, in which the tutorial title contains the searched keyword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3720269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a keyword in the search box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 flipH="1">
            <a:off x="3467298" y="4537297"/>
            <a:ext cx="6338" cy="54226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11113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2903466" y="1198219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xfrm>
            <a:off x="2525358" y="1873515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home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4" name="Straight Arrow Connector 3"/>
          <p:cNvCxnSpPr>
            <a:stCxn id="2" idx="4"/>
            <a:endCxn id="3" idx="0"/>
          </p:cNvCxnSpPr>
          <p:nvPr/>
        </p:nvCxnSpPr>
        <p:spPr>
          <a:xfrm>
            <a:off x="3144057" y="1679400"/>
            <a:ext cx="3039" cy="19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/>
          <p:cNvCxnSpPr>
            <a:stCxn id="7" idx="2"/>
            <a:endCxn id="12" idx="0"/>
          </p:cNvCxnSpPr>
          <p:nvPr/>
        </p:nvCxnSpPr>
        <p:spPr>
          <a:xfrm flipH="1">
            <a:off x="3131728" y="3459836"/>
            <a:ext cx="10756" cy="41218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>
            <a:stCxn id="3" idx="2"/>
            <a:endCxn id="7" idx="0"/>
          </p:cNvCxnSpPr>
          <p:nvPr/>
        </p:nvCxnSpPr>
        <p:spPr>
          <a:xfrm flipH="1">
            <a:off x="3142484" y="2387781"/>
            <a:ext cx="4612" cy="44195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398273" y="2829732"/>
            <a:ext cx="1488421" cy="63010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following </a:t>
            </a:r>
            <a:r>
              <a:rPr lang="en-US" sz="1400" dirty="0">
                <a:solidFill>
                  <a:schemeClr val="tx1"/>
                </a:solidFill>
              </a:rPr>
              <a:t>tab</a:t>
            </a:r>
          </a:p>
        </p:txBody>
      </p:sp>
      <p:sp>
        <p:nvSpPr>
          <p:cNvPr id="12" name="Decision 11"/>
          <p:cNvSpPr/>
          <p:nvPr/>
        </p:nvSpPr>
        <p:spPr>
          <a:xfrm>
            <a:off x="1865203" y="3872019"/>
            <a:ext cx="2533049" cy="1128774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Does user logged in as a blogger?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</p:cNvCxnSpPr>
          <p:nvPr/>
        </p:nvCxnSpPr>
        <p:spPr>
          <a:xfrm>
            <a:off x="3131728" y="5000793"/>
            <a:ext cx="10756" cy="42664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845707" y="4151915"/>
            <a:ext cx="1256419" cy="56898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error message 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/>
          <p:cNvCxnSpPr>
            <a:stCxn id="12" idx="3"/>
            <a:endCxn id="15" idx="1"/>
          </p:cNvCxnSpPr>
          <p:nvPr/>
        </p:nvCxnSpPr>
        <p:spPr>
          <a:xfrm>
            <a:off x="4398252" y="4436406"/>
            <a:ext cx="4474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endCxn id="24" idx="0"/>
          </p:cNvCxnSpPr>
          <p:nvPr/>
        </p:nvCxnSpPr>
        <p:spPr>
          <a:xfrm flipH="1">
            <a:off x="3135703" y="6231529"/>
            <a:ext cx="8354" cy="66870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131728" y="4940795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23" name="TextBox 22"/>
          <p:cNvSpPr txBox="1"/>
          <p:nvPr/>
        </p:nvSpPr>
        <p:spPr>
          <a:xfrm>
            <a:off x="4359444" y="4124061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sp>
        <p:nvSpPr>
          <p:cNvPr id="24" name="Oval 23"/>
          <p:cNvSpPr/>
          <p:nvPr/>
        </p:nvSpPr>
        <p:spPr>
          <a:xfrm>
            <a:off x="2840233" y="6900235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2974027" y="7027384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Connector 25"/>
          <p:cNvCxnSpPr>
            <a:endCxn id="15" idx="2"/>
          </p:cNvCxnSpPr>
          <p:nvPr/>
        </p:nvCxnSpPr>
        <p:spPr>
          <a:xfrm flipH="1" flipV="1">
            <a:off x="5473917" y="4720896"/>
            <a:ext cx="5743" cy="246542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 flipH="1">
            <a:off x="3405469" y="7186325"/>
            <a:ext cx="207419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1873845" y="5427438"/>
            <a:ext cx="2540424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</a:t>
            </a:r>
            <a:r>
              <a:rPr lang="en-US" sz="1400" dirty="0">
                <a:solidFill>
                  <a:schemeClr val="tx1"/>
                </a:solidFill>
              </a:rPr>
              <a:t>list of tutorials </a:t>
            </a:r>
            <a:r>
              <a:rPr lang="en-US" sz="1400" dirty="0" smtClean="0">
                <a:solidFill>
                  <a:schemeClr val="tx1"/>
                </a:solidFill>
              </a:rPr>
              <a:t>that exist in database from the following bloggers.</a:t>
            </a:r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04034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193643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71828" y="6341696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05622" y="6468845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27008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2417611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66261" y="3215120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6" idx="0"/>
          </p:cNvCxnSpPr>
          <p:nvPr/>
        </p:nvCxnSpPr>
        <p:spPr>
          <a:xfrm>
            <a:off x="3465257" y="5896592"/>
            <a:ext cx="2041" cy="4451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46470" y="5079564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information of the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3720269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tutorial detail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 flipH="1">
            <a:off x="3465257" y="4537297"/>
            <a:ext cx="8379" cy="54226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95202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07701" y="196964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206536" y="8410939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37502" y="8548708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528072" y="926370"/>
            <a:ext cx="1858439" cy="41055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create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48292" y="678145"/>
            <a:ext cx="9000" cy="24822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1" idx="0"/>
          </p:cNvCxnSpPr>
          <p:nvPr/>
        </p:nvCxnSpPr>
        <p:spPr>
          <a:xfrm>
            <a:off x="3457292" y="1336924"/>
            <a:ext cx="0" cy="46245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036000" y="1799374"/>
            <a:ext cx="2842583" cy="49567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Provide create tutorial interface 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257777" y="2596408"/>
            <a:ext cx="2425598" cy="65505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picture, title, and category of the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3" name="Straight Arrow Connector 22"/>
          <p:cNvCxnSpPr>
            <a:stCxn id="11" idx="2"/>
            <a:endCxn id="17" idx="0"/>
          </p:cNvCxnSpPr>
          <p:nvPr/>
        </p:nvCxnSpPr>
        <p:spPr>
          <a:xfrm>
            <a:off x="3457292" y="2295052"/>
            <a:ext cx="13284" cy="30135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>
            <a:stCxn id="17" idx="2"/>
            <a:endCxn id="33" idx="0"/>
          </p:cNvCxnSpPr>
          <p:nvPr/>
        </p:nvCxnSpPr>
        <p:spPr>
          <a:xfrm>
            <a:off x="3470576" y="3251458"/>
            <a:ext cx="2343" cy="28296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63" idx="2"/>
            <a:endCxn id="6" idx="0"/>
          </p:cNvCxnSpPr>
          <p:nvPr/>
        </p:nvCxnSpPr>
        <p:spPr>
          <a:xfrm>
            <a:off x="3495203" y="8029947"/>
            <a:ext cx="6803" cy="38099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2554842" y="3534418"/>
            <a:ext cx="1836154" cy="45317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next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1969441" y="4413942"/>
            <a:ext cx="3006955" cy="48601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Provide add tutorial step interface 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36" name="Straight Arrow Connector 35"/>
          <p:cNvCxnSpPr>
            <a:stCxn id="33" idx="2"/>
            <a:endCxn id="35" idx="0"/>
          </p:cNvCxnSpPr>
          <p:nvPr/>
        </p:nvCxnSpPr>
        <p:spPr>
          <a:xfrm>
            <a:off x="3472919" y="3987589"/>
            <a:ext cx="0" cy="42635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2340538" y="5191212"/>
            <a:ext cx="2309329" cy="60212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information step by step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2589439" y="6139070"/>
            <a:ext cx="1811527" cy="43413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done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43" name="Straight Arrow Connector 42"/>
          <p:cNvCxnSpPr>
            <a:stCxn id="35" idx="2"/>
            <a:endCxn id="41" idx="0"/>
          </p:cNvCxnSpPr>
          <p:nvPr/>
        </p:nvCxnSpPr>
        <p:spPr>
          <a:xfrm>
            <a:off x="3472919" y="4899957"/>
            <a:ext cx="22284" cy="29125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>
            <a:stCxn id="41" idx="2"/>
            <a:endCxn id="42" idx="0"/>
          </p:cNvCxnSpPr>
          <p:nvPr/>
        </p:nvCxnSpPr>
        <p:spPr>
          <a:xfrm>
            <a:off x="3495203" y="5793335"/>
            <a:ext cx="0" cy="34573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2350268" y="6881478"/>
            <a:ext cx="2289869" cy="42703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Save tutorial into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2350268" y="7601120"/>
            <a:ext cx="2289869" cy="428827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successful message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24" name="Straight Arrow Connector 123"/>
          <p:cNvCxnSpPr>
            <a:stCxn id="42" idx="2"/>
            <a:endCxn id="62" idx="0"/>
          </p:cNvCxnSpPr>
          <p:nvPr/>
        </p:nvCxnSpPr>
        <p:spPr>
          <a:xfrm>
            <a:off x="3495203" y="6573208"/>
            <a:ext cx="0" cy="30827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/>
          <p:cNvCxnSpPr>
            <a:stCxn id="62" idx="2"/>
            <a:endCxn id="63" idx="0"/>
          </p:cNvCxnSpPr>
          <p:nvPr/>
        </p:nvCxnSpPr>
        <p:spPr>
          <a:xfrm>
            <a:off x="3495203" y="7308516"/>
            <a:ext cx="0" cy="2926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565028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2748069" y="8506088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/>
          <p:cNvSpPr/>
          <p:nvPr/>
        </p:nvSpPr>
        <p:spPr>
          <a:xfrm>
            <a:off x="2881863" y="8633237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/>
          <p:cNvSpPr/>
          <p:nvPr/>
        </p:nvSpPr>
        <p:spPr>
          <a:xfrm>
            <a:off x="2823757" y="68622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/>
          <p:cNvSpPr/>
          <p:nvPr/>
        </p:nvSpPr>
        <p:spPr>
          <a:xfrm>
            <a:off x="2434286" y="953129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2539513" y="1871624"/>
            <a:ext cx="996800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edit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2104736" y="2714737"/>
            <a:ext cx="1862309" cy="75177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Provide editable tutorial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8" name="Straight Arrow Connector 7"/>
          <p:cNvCxnSpPr>
            <a:stCxn id="6" idx="2"/>
            <a:endCxn id="7" idx="0"/>
          </p:cNvCxnSpPr>
          <p:nvPr/>
        </p:nvCxnSpPr>
        <p:spPr>
          <a:xfrm flipH="1">
            <a:off x="3035891" y="2332594"/>
            <a:ext cx="2022" cy="3821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455107" y="4696351"/>
            <a:ext cx="1165612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save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0" name="Straight Arrow Connector 9"/>
          <p:cNvCxnSpPr>
            <a:stCxn id="7" idx="2"/>
            <a:endCxn id="11" idx="0"/>
          </p:cNvCxnSpPr>
          <p:nvPr/>
        </p:nvCxnSpPr>
        <p:spPr>
          <a:xfrm>
            <a:off x="3035891" y="3466513"/>
            <a:ext cx="2022" cy="31734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327571" y="3783860"/>
            <a:ext cx="1420683" cy="59319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new information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2" name="Straight Arrow Connector 11"/>
          <p:cNvCxnSpPr>
            <a:stCxn id="11" idx="2"/>
            <a:endCxn id="9" idx="0"/>
          </p:cNvCxnSpPr>
          <p:nvPr/>
        </p:nvCxnSpPr>
        <p:spPr>
          <a:xfrm>
            <a:off x="3037913" y="4377054"/>
            <a:ext cx="0" cy="31929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 flipH="1">
            <a:off x="3059470" y="549803"/>
            <a:ext cx="2022" cy="3821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 flipH="1">
            <a:off x="3054020" y="1467395"/>
            <a:ext cx="2022" cy="3821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Decision 14"/>
          <p:cNvSpPr/>
          <p:nvPr/>
        </p:nvSpPr>
        <p:spPr>
          <a:xfrm>
            <a:off x="2277552" y="5587366"/>
            <a:ext cx="1511293" cy="876100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Valid?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4345997" y="5743188"/>
            <a:ext cx="1256419" cy="56898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error message 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104736" y="6731708"/>
            <a:ext cx="1862309" cy="5959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Save the tutorial to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2148799" y="7660087"/>
            <a:ext cx="1768800" cy="56898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successful message 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9" name="Straight Arrow Connector 18"/>
          <p:cNvCxnSpPr>
            <a:stCxn id="9" idx="2"/>
            <a:endCxn id="15" idx="0"/>
          </p:cNvCxnSpPr>
          <p:nvPr/>
        </p:nvCxnSpPr>
        <p:spPr>
          <a:xfrm flipH="1">
            <a:off x="3033199" y="5269871"/>
            <a:ext cx="4714" cy="31749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15" idx="2"/>
            <a:endCxn id="17" idx="0"/>
          </p:cNvCxnSpPr>
          <p:nvPr/>
        </p:nvCxnSpPr>
        <p:spPr>
          <a:xfrm>
            <a:off x="3033199" y="6463466"/>
            <a:ext cx="2692" cy="26824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stCxn id="17" idx="2"/>
            <a:endCxn id="18" idx="0"/>
          </p:cNvCxnSpPr>
          <p:nvPr/>
        </p:nvCxnSpPr>
        <p:spPr>
          <a:xfrm flipH="1">
            <a:off x="3033199" y="7327693"/>
            <a:ext cx="2692" cy="33239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>
            <a:stCxn id="18" idx="2"/>
            <a:endCxn id="2" idx="0"/>
          </p:cNvCxnSpPr>
          <p:nvPr/>
        </p:nvCxnSpPr>
        <p:spPr>
          <a:xfrm>
            <a:off x="3033199" y="8229068"/>
            <a:ext cx="10340" cy="27702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15" idx="3"/>
            <a:endCxn id="16" idx="1"/>
          </p:cNvCxnSpPr>
          <p:nvPr/>
        </p:nvCxnSpPr>
        <p:spPr>
          <a:xfrm>
            <a:off x="3788845" y="6025416"/>
            <a:ext cx="557152" cy="226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>
            <a:stCxn id="16" idx="0"/>
          </p:cNvCxnSpPr>
          <p:nvPr/>
        </p:nvCxnSpPr>
        <p:spPr>
          <a:xfrm flipV="1">
            <a:off x="4974207" y="4073773"/>
            <a:ext cx="0" cy="166941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H="1">
            <a:off x="3719288" y="4073773"/>
            <a:ext cx="125491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054020" y="6400847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42" name="TextBox 41"/>
          <p:cNvSpPr txBox="1"/>
          <p:nvPr/>
        </p:nvSpPr>
        <p:spPr>
          <a:xfrm>
            <a:off x="3781751" y="5690403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6493557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2823757" y="68622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xfrm>
            <a:off x="2434286" y="953129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2560334" y="1746722"/>
            <a:ext cx="996800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edit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2125557" y="2485750"/>
            <a:ext cx="1862309" cy="75177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Provide editable tutorial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6" name="Straight Arrow Connector 5"/>
          <p:cNvCxnSpPr>
            <a:stCxn id="4" idx="2"/>
            <a:endCxn id="5" idx="0"/>
          </p:cNvCxnSpPr>
          <p:nvPr/>
        </p:nvCxnSpPr>
        <p:spPr>
          <a:xfrm flipH="1">
            <a:off x="3056712" y="2207692"/>
            <a:ext cx="2022" cy="27805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3059470" y="549803"/>
            <a:ext cx="2022" cy="3821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stCxn id="3" idx="2"/>
            <a:endCxn id="4" idx="0"/>
          </p:cNvCxnSpPr>
          <p:nvPr/>
        </p:nvCxnSpPr>
        <p:spPr>
          <a:xfrm>
            <a:off x="3056024" y="1467395"/>
            <a:ext cx="2710" cy="27932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>
            <a:stCxn id="5" idx="2"/>
            <a:endCxn id="10" idx="0"/>
          </p:cNvCxnSpPr>
          <p:nvPr/>
        </p:nvCxnSpPr>
        <p:spPr>
          <a:xfrm flipH="1">
            <a:off x="3054020" y="3237526"/>
            <a:ext cx="2692" cy="29425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323664" y="3531780"/>
            <a:ext cx="1460711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delete tutorial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/>
          <p:cNvCxnSpPr>
            <a:stCxn id="10" idx="2"/>
            <a:endCxn id="13" idx="0"/>
          </p:cNvCxnSpPr>
          <p:nvPr/>
        </p:nvCxnSpPr>
        <p:spPr>
          <a:xfrm flipH="1">
            <a:off x="3049910" y="3992750"/>
            <a:ext cx="4110" cy="37158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14" idx="2"/>
            <a:endCxn id="25" idx="0"/>
          </p:cNvCxnSpPr>
          <p:nvPr/>
        </p:nvCxnSpPr>
        <p:spPr>
          <a:xfrm>
            <a:off x="3069649" y="7218046"/>
            <a:ext cx="5192" cy="35182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Decision 12"/>
          <p:cNvSpPr/>
          <p:nvPr/>
        </p:nvSpPr>
        <p:spPr>
          <a:xfrm>
            <a:off x="2162359" y="4364331"/>
            <a:ext cx="1775101" cy="876100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Confirm?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2138494" y="6466270"/>
            <a:ext cx="1862309" cy="75177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Remove the tutorial from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/>
          <p:cNvCxnSpPr>
            <a:stCxn id="13" idx="2"/>
            <a:endCxn id="21" idx="0"/>
          </p:cNvCxnSpPr>
          <p:nvPr/>
        </p:nvCxnSpPr>
        <p:spPr>
          <a:xfrm>
            <a:off x="3049910" y="5240431"/>
            <a:ext cx="12600" cy="34068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493015" y="4526235"/>
            <a:ext cx="976484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</a:t>
            </a:r>
          </a:p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No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/>
          <p:cNvCxnSpPr>
            <a:stCxn id="13" idx="3"/>
            <a:endCxn id="16" idx="1"/>
          </p:cNvCxnSpPr>
          <p:nvPr/>
        </p:nvCxnSpPr>
        <p:spPr>
          <a:xfrm>
            <a:off x="3937460" y="4802381"/>
            <a:ext cx="555555" cy="1061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054020" y="5238965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20" name="TextBox 19"/>
          <p:cNvSpPr txBox="1"/>
          <p:nvPr/>
        </p:nvSpPr>
        <p:spPr>
          <a:xfrm>
            <a:off x="3960240" y="4523079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sp>
        <p:nvSpPr>
          <p:cNvPr id="21" name="Rounded Rectangle 20"/>
          <p:cNvSpPr/>
          <p:nvPr/>
        </p:nvSpPr>
        <p:spPr>
          <a:xfrm>
            <a:off x="2482824" y="5581118"/>
            <a:ext cx="1159372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</a:t>
            </a:r>
          </a:p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Yes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2" name="Straight Arrow Connector 21"/>
          <p:cNvCxnSpPr>
            <a:stCxn id="21" idx="2"/>
            <a:endCxn id="14" idx="0"/>
          </p:cNvCxnSpPr>
          <p:nvPr/>
        </p:nvCxnSpPr>
        <p:spPr>
          <a:xfrm>
            <a:off x="3062510" y="6154638"/>
            <a:ext cx="7139" cy="31163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190441" y="7569871"/>
            <a:ext cx="1768800" cy="56898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successful message 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30" name="Oval 29"/>
          <p:cNvSpPr/>
          <p:nvPr/>
        </p:nvSpPr>
        <p:spPr>
          <a:xfrm>
            <a:off x="2789711" y="8506088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/>
          <p:cNvSpPr/>
          <p:nvPr/>
        </p:nvSpPr>
        <p:spPr>
          <a:xfrm>
            <a:off x="2923505" y="8633237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Arrow Connector 31"/>
          <p:cNvCxnSpPr>
            <a:stCxn id="25" idx="2"/>
            <a:endCxn id="30" idx="0"/>
          </p:cNvCxnSpPr>
          <p:nvPr/>
        </p:nvCxnSpPr>
        <p:spPr>
          <a:xfrm>
            <a:off x="3074841" y="8138852"/>
            <a:ext cx="10340" cy="36723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>
            <a:endCxn id="16" idx="2"/>
          </p:cNvCxnSpPr>
          <p:nvPr/>
        </p:nvCxnSpPr>
        <p:spPr>
          <a:xfrm flipV="1">
            <a:off x="4981257" y="5099755"/>
            <a:ext cx="0" cy="36851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>
            <a:endCxn id="30" idx="6"/>
          </p:cNvCxnSpPr>
          <p:nvPr/>
        </p:nvCxnSpPr>
        <p:spPr>
          <a:xfrm flipH="1">
            <a:off x="3380650" y="8801558"/>
            <a:ext cx="160060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30322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02867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193643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69793" y="4982401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03587" y="5109550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27008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shop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2417611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</p:cNvCxnSpPr>
          <p:nvPr/>
        </p:nvCxnSpPr>
        <p:spPr>
          <a:xfrm>
            <a:off x="3466261" y="3215120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6" idx="0"/>
          </p:cNvCxnSpPr>
          <p:nvPr/>
        </p:nvCxnSpPr>
        <p:spPr>
          <a:xfrm>
            <a:off x="3463222" y="4537297"/>
            <a:ext cx="2041" cy="4451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44435" y="3720269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</a:t>
            </a:r>
            <a:r>
              <a:rPr lang="en-US" sz="1400" dirty="0">
                <a:solidFill>
                  <a:schemeClr val="tx1"/>
                </a:solidFill>
              </a:rPr>
              <a:t>list of </a:t>
            </a:r>
            <a:r>
              <a:rPr lang="en-US" sz="1400" dirty="0" smtClean="0">
                <a:solidFill>
                  <a:schemeClr val="tx1"/>
                </a:solidFill>
              </a:rPr>
              <a:t>shops that exist in database randomly</a:t>
            </a:r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46391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1323603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71828" y="7281166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05622" y="7408315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2140947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shop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1804784"/>
            <a:ext cx="3039" cy="33616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5" idx="0"/>
          </p:cNvCxnSpPr>
          <p:nvPr/>
        </p:nvCxnSpPr>
        <p:spPr>
          <a:xfrm>
            <a:off x="3466261" y="2655213"/>
            <a:ext cx="2625" cy="5245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6" idx="0"/>
          </p:cNvCxnSpPr>
          <p:nvPr/>
        </p:nvCxnSpPr>
        <p:spPr>
          <a:xfrm flipH="1">
            <a:off x="3467298" y="6836062"/>
            <a:ext cx="6338" cy="4451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831895" y="6019034"/>
            <a:ext cx="3283481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</a:t>
            </a:r>
            <a:r>
              <a:rPr lang="en-US" sz="1400" dirty="0">
                <a:solidFill>
                  <a:schemeClr val="tx1"/>
                </a:solidFill>
              </a:rPr>
              <a:t>list </a:t>
            </a:r>
            <a:r>
              <a:rPr lang="en-US" sz="1400" dirty="0" smtClean="0">
                <a:solidFill>
                  <a:schemeClr val="tx1"/>
                </a:solidFill>
              </a:rPr>
              <a:t>of shops that exist in database according to the selected category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4589179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shop category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>
            <a:off x="3473636" y="5406207"/>
            <a:ext cx="0" cy="61282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644574" y="3179717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category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/>
          <p:cNvCxnSpPr>
            <a:stCxn id="15" idx="2"/>
            <a:endCxn id="12" idx="0"/>
          </p:cNvCxnSpPr>
          <p:nvPr/>
        </p:nvCxnSpPr>
        <p:spPr>
          <a:xfrm>
            <a:off x="3468886" y="3996745"/>
            <a:ext cx="4750" cy="59243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46651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193643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71828" y="6341696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05622" y="6468845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27008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shop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2417611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66261" y="3215120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6" idx="0"/>
          </p:cNvCxnSpPr>
          <p:nvPr/>
        </p:nvCxnSpPr>
        <p:spPr>
          <a:xfrm>
            <a:off x="3467298" y="5896592"/>
            <a:ext cx="0" cy="4451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835968" y="5079564"/>
            <a:ext cx="3262659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</a:t>
            </a:r>
            <a:r>
              <a:rPr lang="en-US" sz="1400" dirty="0">
                <a:solidFill>
                  <a:schemeClr val="tx1"/>
                </a:solidFill>
              </a:rPr>
              <a:t>list of </a:t>
            </a:r>
            <a:r>
              <a:rPr lang="en-US" sz="1400" dirty="0" smtClean="0">
                <a:solidFill>
                  <a:schemeClr val="tx1"/>
                </a:solidFill>
              </a:rPr>
              <a:t>shops that exist in database, in which the shop name contains the searched keyword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3720269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a keyword in the search box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 flipH="1">
            <a:off x="3467298" y="4537297"/>
            <a:ext cx="6338" cy="54226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38897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193643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71828" y="6341696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05622" y="6468845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27008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shop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2417611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66261" y="3215120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</p:cNvCxnSpPr>
          <p:nvPr/>
        </p:nvCxnSpPr>
        <p:spPr>
          <a:xfrm>
            <a:off x="3465257" y="5896592"/>
            <a:ext cx="2041" cy="4451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46470" y="5079564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information of the shop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3720269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shop detail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 flipH="1">
            <a:off x="3465257" y="4537297"/>
            <a:ext cx="8379" cy="54226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47817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123651" y="1271743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063957" y="7396890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194923" y="7534659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422498" y="2001149"/>
            <a:ext cx="1858439" cy="41055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create shop link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 flipH="1">
            <a:off x="3351718" y="1752924"/>
            <a:ext cx="12524" cy="24822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1" idx="0"/>
          </p:cNvCxnSpPr>
          <p:nvPr/>
        </p:nvCxnSpPr>
        <p:spPr>
          <a:xfrm>
            <a:off x="3351718" y="2411703"/>
            <a:ext cx="0" cy="46245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930426" y="2874153"/>
            <a:ext cx="2842583" cy="49567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Provide create shop interface 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137482" y="3842544"/>
            <a:ext cx="2425598" cy="65505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shop information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3" name="Straight Arrow Connector 22"/>
          <p:cNvCxnSpPr>
            <a:stCxn id="11" idx="2"/>
            <a:endCxn id="17" idx="0"/>
          </p:cNvCxnSpPr>
          <p:nvPr/>
        </p:nvCxnSpPr>
        <p:spPr>
          <a:xfrm flipH="1">
            <a:off x="3350281" y="3369831"/>
            <a:ext cx="1437" cy="47271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>
            <a:stCxn id="17" idx="2"/>
            <a:endCxn id="42" idx="0"/>
          </p:cNvCxnSpPr>
          <p:nvPr/>
        </p:nvCxnSpPr>
        <p:spPr>
          <a:xfrm>
            <a:off x="3350281" y="4497594"/>
            <a:ext cx="2343" cy="45520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63" idx="2"/>
            <a:endCxn id="6" idx="0"/>
          </p:cNvCxnSpPr>
          <p:nvPr/>
        </p:nvCxnSpPr>
        <p:spPr>
          <a:xfrm>
            <a:off x="3352624" y="7015898"/>
            <a:ext cx="6803" cy="38099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2446860" y="4952797"/>
            <a:ext cx="1811527" cy="43413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done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2207689" y="5781317"/>
            <a:ext cx="2289869" cy="42703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Save shop into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2207689" y="6587071"/>
            <a:ext cx="2289869" cy="428827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successful message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24" name="Straight Arrow Connector 123"/>
          <p:cNvCxnSpPr>
            <a:stCxn id="42" idx="2"/>
            <a:endCxn id="62" idx="0"/>
          </p:cNvCxnSpPr>
          <p:nvPr/>
        </p:nvCxnSpPr>
        <p:spPr>
          <a:xfrm>
            <a:off x="3352624" y="5386935"/>
            <a:ext cx="0" cy="39438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/>
          <p:cNvCxnSpPr>
            <a:stCxn id="62" idx="2"/>
            <a:endCxn id="63" idx="0"/>
          </p:cNvCxnSpPr>
          <p:nvPr/>
        </p:nvCxnSpPr>
        <p:spPr>
          <a:xfrm>
            <a:off x="3352624" y="6208355"/>
            <a:ext cx="0" cy="37871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20729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2748069" y="8506088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/>
          <p:cNvSpPr/>
          <p:nvPr/>
        </p:nvSpPr>
        <p:spPr>
          <a:xfrm>
            <a:off x="2881863" y="8633237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/>
          <p:cNvSpPr/>
          <p:nvPr/>
        </p:nvSpPr>
        <p:spPr>
          <a:xfrm>
            <a:off x="2823757" y="68622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/>
          <p:cNvSpPr/>
          <p:nvPr/>
        </p:nvSpPr>
        <p:spPr>
          <a:xfrm>
            <a:off x="2434286" y="953129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shop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2539513" y="1871624"/>
            <a:ext cx="996800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edit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2104736" y="2714737"/>
            <a:ext cx="1862309" cy="75177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Provide editable shop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8" name="Straight Arrow Connector 7"/>
          <p:cNvCxnSpPr>
            <a:stCxn id="6" idx="2"/>
            <a:endCxn id="7" idx="0"/>
          </p:cNvCxnSpPr>
          <p:nvPr/>
        </p:nvCxnSpPr>
        <p:spPr>
          <a:xfrm flipH="1">
            <a:off x="3035891" y="2332594"/>
            <a:ext cx="2022" cy="3821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455107" y="4696351"/>
            <a:ext cx="1165612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save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0" name="Straight Arrow Connector 9"/>
          <p:cNvCxnSpPr>
            <a:stCxn id="7" idx="2"/>
            <a:endCxn id="11" idx="0"/>
          </p:cNvCxnSpPr>
          <p:nvPr/>
        </p:nvCxnSpPr>
        <p:spPr>
          <a:xfrm>
            <a:off x="3035891" y="3466513"/>
            <a:ext cx="2022" cy="31734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327571" y="3783860"/>
            <a:ext cx="1420683" cy="59319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new information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2" name="Straight Arrow Connector 11"/>
          <p:cNvCxnSpPr>
            <a:stCxn id="11" idx="2"/>
            <a:endCxn id="9" idx="0"/>
          </p:cNvCxnSpPr>
          <p:nvPr/>
        </p:nvCxnSpPr>
        <p:spPr>
          <a:xfrm>
            <a:off x="3037913" y="4377054"/>
            <a:ext cx="0" cy="31929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 flipH="1">
            <a:off x="3059470" y="549803"/>
            <a:ext cx="2022" cy="3821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 flipH="1">
            <a:off x="3054020" y="1467395"/>
            <a:ext cx="2022" cy="3821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Decision 14"/>
          <p:cNvSpPr/>
          <p:nvPr/>
        </p:nvSpPr>
        <p:spPr>
          <a:xfrm>
            <a:off x="2277552" y="5587366"/>
            <a:ext cx="1511293" cy="876100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Valid?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4345997" y="5743188"/>
            <a:ext cx="1256419" cy="56898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error message 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104736" y="6731708"/>
            <a:ext cx="1862309" cy="5959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Save the shop to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2148799" y="7660087"/>
            <a:ext cx="1768800" cy="56898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successful message 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9" name="Straight Arrow Connector 18"/>
          <p:cNvCxnSpPr>
            <a:stCxn id="9" idx="2"/>
            <a:endCxn id="15" idx="0"/>
          </p:cNvCxnSpPr>
          <p:nvPr/>
        </p:nvCxnSpPr>
        <p:spPr>
          <a:xfrm flipH="1">
            <a:off x="3033199" y="5269871"/>
            <a:ext cx="4714" cy="31749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15" idx="2"/>
            <a:endCxn id="17" idx="0"/>
          </p:cNvCxnSpPr>
          <p:nvPr/>
        </p:nvCxnSpPr>
        <p:spPr>
          <a:xfrm>
            <a:off x="3033199" y="6463466"/>
            <a:ext cx="2692" cy="26824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stCxn id="17" idx="2"/>
            <a:endCxn id="18" idx="0"/>
          </p:cNvCxnSpPr>
          <p:nvPr/>
        </p:nvCxnSpPr>
        <p:spPr>
          <a:xfrm flipH="1">
            <a:off x="3033199" y="7327693"/>
            <a:ext cx="2692" cy="33239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>
            <a:stCxn id="18" idx="2"/>
            <a:endCxn id="2" idx="0"/>
          </p:cNvCxnSpPr>
          <p:nvPr/>
        </p:nvCxnSpPr>
        <p:spPr>
          <a:xfrm>
            <a:off x="3033199" y="8229068"/>
            <a:ext cx="10340" cy="27702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15" idx="3"/>
            <a:endCxn id="16" idx="1"/>
          </p:cNvCxnSpPr>
          <p:nvPr/>
        </p:nvCxnSpPr>
        <p:spPr>
          <a:xfrm>
            <a:off x="3788845" y="6025416"/>
            <a:ext cx="557152" cy="226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>
            <a:stCxn id="16" idx="0"/>
          </p:cNvCxnSpPr>
          <p:nvPr/>
        </p:nvCxnSpPr>
        <p:spPr>
          <a:xfrm flipV="1">
            <a:off x="4974207" y="4073773"/>
            <a:ext cx="0" cy="166941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H="1">
            <a:off x="3719288" y="4073773"/>
            <a:ext cx="125491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054020" y="6400847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42" name="TextBox 41"/>
          <p:cNvSpPr txBox="1"/>
          <p:nvPr/>
        </p:nvSpPr>
        <p:spPr>
          <a:xfrm>
            <a:off x="3781751" y="5690403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8579904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2823757" y="68622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xfrm>
            <a:off x="2434286" y="953129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</a:t>
            </a:r>
            <a:r>
              <a:rPr lang="en-US" sz="1400" dirty="0">
                <a:solidFill>
                  <a:schemeClr val="tx1"/>
                </a:solidFill>
              </a:rPr>
              <a:t>shop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60334" y="1746722"/>
            <a:ext cx="996800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edit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2125557" y="2485750"/>
            <a:ext cx="1862309" cy="75177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Provide editable </a:t>
            </a:r>
            <a:r>
              <a:rPr lang="en-US" sz="1400" dirty="0">
                <a:solidFill>
                  <a:schemeClr val="tx1"/>
                </a:solidFill>
              </a:rPr>
              <a:t>shop </a:t>
            </a:r>
            <a:r>
              <a:rPr lang="en-US" sz="1400" dirty="0" smtClean="0">
                <a:solidFill>
                  <a:schemeClr val="tx1"/>
                </a:solidFill>
              </a:rPr>
              <a:t>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6" name="Straight Arrow Connector 5"/>
          <p:cNvCxnSpPr>
            <a:stCxn id="4" idx="2"/>
            <a:endCxn id="5" idx="0"/>
          </p:cNvCxnSpPr>
          <p:nvPr/>
        </p:nvCxnSpPr>
        <p:spPr>
          <a:xfrm flipH="1">
            <a:off x="3056712" y="2207692"/>
            <a:ext cx="2022" cy="27805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3059470" y="549803"/>
            <a:ext cx="2022" cy="3821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stCxn id="3" idx="2"/>
            <a:endCxn id="4" idx="0"/>
          </p:cNvCxnSpPr>
          <p:nvPr/>
        </p:nvCxnSpPr>
        <p:spPr>
          <a:xfrm>
            <a:off x="3056024" y="1467395"/>
            <a:ext cx="2710" cy="27932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>
            <a:stCxn id="5" idx="2"/>
            <a:endCxn id="10" idx="0"/>
          </p:cNvCxnSpPr>
          <p:nvPr/>
        </p:nvCxnSpPr>
        <p:spPr>
          <a:xfrm flipH="1">
            <a:off x="3054020" y="3237526"/>
            <a:ext cx="2692" cy="29425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323664" y="3531780"/>
            <a:ext cx="1460711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delete </a:t>
            </a:r>
            <a:r>
              <a:rPr lang="en-US" sz="1400" dirty="0">
                <a:solidFill>
                  <a:schemeClr val="tx1"/>
                </a:solidFill>
              </a:rPr>
              <a:t>shop </a:t>
            </a:r>
            <a:r>
              <a:rPr lang="en-US" sz="1400" dirty="0" smtClean="0">
                <a:solidFill>
                  <a:schemeClr val="tx1"/>
                </a:solidFill>
              </a:rPr>
              <a:t>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/>
          <p:cNvCxnSpPr>
            <a:stCxn id="10" idx="2"/>
            <a:endCxn id="13" idx="0"/>
          </p:cNvCxnSpPr>
          <p:nvPr/>
        </p:nvCxnSpPr>
        <p:spPr>
          <a:xfrm flipH="1">
            <a:off x="3049910" y="3992750"/>
            <a:ext cx="4110" cy="37158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14" idx="2"/>
            <a:endCxn id="25" idx="0"/>
          </p:cNvCxnSpPr>
          <p:nvPr/>
        </p:nvCxnSpPr>
        <p:spPr>
          <a:xfrm>
            <a:off x="3069649" y="7218046"/>
            <a:ext cx="5192" cy="35182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Decision 12"/>
          <p:cNvSpPr/>
          <p:nvPr/>
        </p:nvSpPr>
        <p:spPr>
          <a:xfrm>
            <a:off x="2162359" y="4364331"/>
            <a:ext cx="1775101" cy="876100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Confirm?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2138494" y="6466270"/>
            <a:ext cx="1862309" cy="75177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Remove the </a:t>
            </a:r>
            <a:r>
              <a:rPr lang="en-US" sz="1400" dirty="0">
                <a:solidFill>
                  <a:schemeClr val="tx1"/>
                </a:solidFill>
              </a:rPr>
              <a:t>shop </a:t>
            </a:r>
            <a:r>
              <a:rPr lang="en-US" sz="1400" dirty="0" smtClean="0">
                <a:solidFill>
                  <a:schemeClr val="tx1"/>
                </a:solidFill>
              </a:rPr>
              <a:t>from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/>
          <p:cNvCxnSpPr>
            <a:stCxn id="13" idx="2"/>
            <a:endCxn id="21" idx="0"/>
          </p:cNvCxnSpPr>
          <p:nvPr/>
        </p:nvCxnSpPr>
        <p:spPr>
          <a:xfrm>
            <a:off x="3049910" y="5240431"/>
            <a:ext cx="12600" cy="34068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493015" y="4526235"/>
            <a:ext cx="976484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</a:t>
            </a:r>
          </a:p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No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/>
          <p:cNvCxnSpPr>
            <a:stCxn id="13" idx="3"/>
            <a:endCxn id="16" idx="1"/>
          </p:cNvCxnSpPr>
          <p:nvPr/>
        </p:nvCxnSpPr>
        <p:spPr>
          <a:xfrm>
            <a:off x="3937460" y="4802381"/>
            <a:ext cx="555555" cy="1061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054020" y="5238965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20" name="TextBox 19"/>
          <p:cNvSpPr txBox="1"/>
          <p:nvPr/>
        </p:nvSpPr>
        <p:spPr>
          <a:xfrm>
            <a:off x="3960240" y="4523079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sp>
        <p:nvSpPr>
          <p:cNvPr id="21" name="Rounded Rectangle 20"/>
          <p:cNvSpPr/>
          <p:nvPr/>
        </p:nvSpPr>
        <p:spPr>
          <a:xfrm>
            <a:off x="2482824" y="5581118"/>
            <a:ext cx="1159372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</a:t>
            </a:r>
          </a:p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Yes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2" name="Straight Arrow Connector 21"/>
          <p:cNvCxnSpPr>
            <a:stCxn id="21" idx="2"/>
            <a:endCxn id="14" idx="0"/>
          </p:cNvCxnSpPr>
          <p:nvPr/>
        </p:nvCxnSpPr>
        <p:spPr>
          <a:xfrm>
            <a:off x="3062510" y="6154638"/>
            <a:ext cx="7139" cy="31163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190441" y="7569871"/>
            <a:ext cx="1768800" cy="56898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successful message 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30" name="Oval 29"/>
          <p:cNvSpPr/>
          <p:nvPr/>
        </p:nvSpPr>
        <p:spPr>
          <a:xfrm>
            <a:off x="2789711" y="8506088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/>
          <p:cNvSpPr/>
          <p:nvPr/>
        </p:nvSpPr>
        <p:spPr>
          <a:xfrm>
            <a:off x="2923505" y="8633237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Arrow Connector 31"/>
          <p:cNvCxnSpPr>
            <a:stCxn id="25" idx="2"/>
            <a:endCxn id="30" idx="0"/>
          </p:cNvCxnSpPr>
          <p:nvPr/>
        </p:nvCxnSpPr>
        <p:spPr>
          <a:xfrm>
            <a:off x="3074841" y="8138852"/>
            <a:ext cx="10340" cy="36723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>
            <a:endCxn id="16" idx="2"/>
          </p:cNvCxnSpPr>
          <p:nvPr/>
        </p:nvCxnSpPr>
        <p:spPr>
          <a:xfrm flipV="1">
            <a:off x="4981257" y="5099755"/>
            <a:ext cx="0" cy="36851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>
            <a:endCxn id="30" idx="6"/>
          </p:cNvCxnSpPr>
          <p:nvPr/>
        </p:nvCxnSpPr>
        <p:spPr>
          <a:xfrm flipH="1">
            <a:off x="3380650" y="8801558"/>
            <a:ext cx="160060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56574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3190324" y="88687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/>
          <p:cNvSpPr/>
          <p:nvPr/>
        </p:nvSpPr>
        <p:spPr>
          <a:xfrm>
            <a:off x="2812216" y="173887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menu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6" name="Straight Arrow Connector 5"/>
          <p:cNvCxnSpPr>
            <a:stCxn id="2" idx="4"/>
            <a:endCxn id="5" idx="0"/>
          </p:cNvCxnSpPr>
          <p:nvPr/>
        </p:nvCxnSpPr>
        <p:spPr>
          <a:xfrm>
            <a:off x="3430915" y="1368051"/>
            <a:ext cx="3039" cy="37082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>
            <a:stCxn id="5" idx="2"/>
            <a:endCxn id="10" idx="0"/>
          </p:cNvCxnSpPr>
          <p:nvPr/>
        </p:nvCxnSpPr>
        <p:spPr>
          <a:xfrm>
            <a:off x="3433954" y="2253140"/>
            <a:ext cx="7766" cy="41756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617408" y="2670709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around me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/>
          <p:cNvCxnSpPr>
            <a:stCxn id="10" idx="2"/>
            <a:endCxn id="18" idx="0"/>
          </p:cNvCxnSpPr>
          <p:nvPr/>
        </p:nvCxnSpPr>
        <p:spPr>
          <a:xfrm flipH="1">
            <a:off x="3433954" y="3487737"/>
            <a:ext cx="7766" cy="42757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3150665" y="7592077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3284459" y="7719226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ounded Rectangle 17"/>
          <p:cNvSpPr/>
          <p:nvPr/>
        </p:nvSpPr>
        <p:spPr>
          <a:xfrm>
            <a:off x="2038330" y="3915307"/>
            <a:ext cx="2791248" cy="76806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Connect with Google Map and provide location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280021" y="6357824"/>
            <a:ext cx="2322616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the exact location of shops near by the user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18" idx="2"/>
            <a:endCxn id="22" idx="0"/>
          </p:cNvCxnSpPr>
          <p:nvPr/>
        </p:nvCxnSpPr>
        <p:spPr>
          <a:xfrm>
            <a:off x="3433954" y="4683375"/>
            <a:ext cx="7766" cy="44797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19" idx="2"/>
            <a:endCxn id="16" idx="0"/>
          </p:cNvCxnSpPr>
          <p:nvPr/>
        </p:nvCxnSpPr>
        <p:spPr>
          <a:xfrm>
            <a:off x="3441329" y="7174852"/>
            <a:ext cx="4806" cy="41722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280412" y="5131354"/>
            <a:ext cx="2322616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System retrieves the location from database.</a:t>
            </a:r>
            <a:r>
              <a:rPr lang="en-US" sz="1400" dirty="0">
                <a:solidFill>
                  <a:srgbClr val="000000"/>
                </a:solidFill>
              </a:rPr>
              <a:t> </a:t>
            </a:r>
            <a:endParaRPr lang="en-US" sz="1400" dirty="0">
              <a:solidFill>
                <a:srgbClr val="000000"/>
              </a:solidFill>
            </a:endParaRPr>
          </a:p>
        </p:txBody>
      </p:sp>
      <p:cxnSp>
        <p:nvCxnSpPr>
          <p:cNvPr id="23" name="Straight Arrow Connector 22"/>
          <p:cNvCxnSpPr>
            <a:stCxn id="22" idx="2"/>
            <a:endCxn id="19" idx="0"/>
          </p:cNvCxnSpPr>
          <p:nvPr/>
        </p:nvCxnSpPr>
        <p:spPr>
          <a:xfrm flipH="1">
            <a:off x="3441329" y="5948382"/>
            <a:ext cx="391" cy="40944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92741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3194735" y="176678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/>
          <p:cNvSpPr/>
          <p:nvPr/>
        </p:nvSpPr>
        <p:spPr>
          <a:xfrm>
            <a:off x="3189377" y="8306614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/>
          <p:cNvSpPr/>
          <p:nvPr/>
        </p:nvSpPr>
        <p:spPr>
          <a:xfrm>
            <a:off x="3323171" y="8433763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/>
          <p:cNvSpPr/>
          <p:nvPr/>
        </p:nvSpPr>
        <p:spPr>
          <a:xfrm>
            <a:off x="2816627" y="941102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shop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6" name="Straight Arrow Connector 5"/>
          <p:cNvCxnSpPr>
            <a:stCxn id="2" idx="4"/>
            <a:endCxn id="5" idx="0"/>
          </p:cNvCxnSpPr>
          <p:nvPr/>
        </p:nvCxnSpPr>
        <p:spPr>
          <a:xfrm>
            <a:off x="3435326" y="657859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>
            <a:stCxn id="5" idx="2"/>
            <a:endCxn id="10" idx="0"/>
          </p:cNvCxnSpPr>
          <p:nvPr/>
        </p:nvCxnSpPr>
        <p:spPr>
          <a:xfrm>
            <a:off x="3438365" y="1455368"/>
            <a:ext cx="7375" cy="37377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stCxn id="9" idx="2"/>
            <a:endCxn id="12" idx="0"/>
          </p:cNvCxnSpPr>
          <p:nvPr/>
        </p:nvCxnSpPr>
        <p:spPr>
          <a:xfrm>
            <a:off x="3457610" y="3813397"/>
            <a:ext cx="8870" cy="38096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538823" y="2996369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information of the shop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621428" y="1829147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shop detail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/>
          <p:cNvCxnSpPr>
            <a:stCxn id="10" idx="2"/>
            <a:endCxn id="9" idx="0"/>
          </p:cNvCxnSpPr>
          <p:nvPr/>
        </p:nvCxnSpPr>
        <p:spPr>
          <a:xfrm>
            <a:off x="3445740" y="2646175"/>
            <a:ext cx="11870" cy="35019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560716" y="4194366"/>
            <a:ext cx="1811527" cy="43413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location link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2073067" y="4991473"/>
            <a:ext cx="2791248" cy="76806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Connect with Google Map and provide location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3" idx="0"/>
          </p:cNvCxnSpPr>
          <p:nvPr/>
        </p:nvCxnSpPr>
        <p:spPr>
          <a:xfrm>
            <a:off x="3466480" y="4628504"/>
            <a:ext cx="2211" cy="36296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562085" y="7233243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the exact location of the shop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8" name="Straight Arrow Connector 17"/>
          <p:cNvCxnSpPr>
            <a:stCxn id="13" idx="2"/>
            <a:endCxn id="20" idx="0"/>
          </p:cNvCxnSpPr>
          <p:nvPr/>
        </p:nvCxnSpPr>
        <p:spPr>
          <a:xfrm>
            <a:off x="3468691" y="5759541"/>
            <a:ext cx="14242" cy="32244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17" idx="2"/>
            <a:endCxn id="3" idx="0"/>
          </p:cNvCxnSpPr>
          <p:nvPr/>
        </p:nvCxnSpPr>
        <p:spPr>
          <a:xfrm>
            <a:off x="3480872" y="8050271"/>
            <a:ext cx="3975" cy="2563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321625" y="6081985"/>
            <a:ext cx="2322616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System retrieves the location from database.</a:t>
            </a:r>
            <a:r>
              <a:rPr lang="en-US" sz="1400" dirty="0">
                <a:solidFill>
                  <a:srgbClr val="000000"/>
                </a:solidFill>
              </a:rPr>
              <a:t> </a:t>
            </a:r>
            <a:endParaRPr lang="en-US" sz="1400" dirty="0">
              <a:solidFill>
                <a:srgbClr val="000000"/>
              </a:solidFill>
            </a:endParaRPr>
          </a:p>
        </p:txBody>
      </p:sp>
      <p:cxnSp>
        <p:nvCxnSpPr>
          <p:cNvPr id="23" name="Straight Arrow Connector 22"/>
          <p:cNvCxnSpPr>
            <a:stCxn id="20" idx="2"/>
            <a:endCxn id="17" idx="0"/>
          </p:cNvCxnSpPr>
          <p:nvPr/>
        </p:nvCxnSpPr>
        <p:spPr>
          <a:xfrm flipH="1">
            <a:off x="3480872" y="6899013"/>
            <a:ext cx="2061" cy="33423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81642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123651" y="14398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075575" y="8445466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206541" y="8583235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422498" y="873386"/>
            <a:ext cx="1858439" cy="41055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create/edit shop link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 flipH="1">
            <a:off x="3351718" y="625161"/>
            <a:ext cx="12524" cy="24822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1" idx="0"/>
          </p:cNvCxnSpPr>
          <p:nvPr/>
        </p:nvCxnSpPr>
        <p:spPr>
          <a:xfrm>
            <a:off x="3351718" y="1283940"/>
            <a:ext cx="0" cy="28729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930426" y="1571230"/>
            <a:ext cx="2842583" cy="49567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Provide create/edit shop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285457" y="2364461"/>
            <a:ext cx="2132522" cy="48192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shop information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3" name="Straight Arrow Connector 22"/>
          <p:cNvCxnSpPr>
            <a:stCxn id="11" idx="2"/>
            <a:endCxn id="17" idx="0"/>
          </p:cNvCxnSpPr>
          <p:nvPr/>
        </p:nvCxnSpPr>
        <p:spPr>
          <a:xfrm>
            <a:off x="3351718" y="2066908"/>
            <a:ext cx="0" cy="29755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>
            <a:stCxn id="17" idx="2"/>
            <a:endCxn id="34" idx="0"/>
          </p:cNvCxnSpPr>
          <p:nvPr/>
        </p:nvCxnSpPr>
        <p:spPr>
          <a:xfrm>
            <a:off x="3351718" y="2846385"/>
            <a:ext cx="1563" cy="33031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63" idx="2"/>
            <a:endCxn id="6" idx="0"/>
          </p:cNvCxnSpPr>
          <p:nvPr/>
        </p:nvCxnSpPr>
        <p:spPr>
          <a:xfrm>
            <a:off x="3364242" y="8064474"/>
            <a:ext cx="6803" cy="38099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2568215" y="6065367"/>
            <a:ext cx="1569844" cy="43413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done/save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2219307" y="6895578"/>
            <a:ext cx="2289869" cy="42703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Save shop into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2219307" y="7635647"/>
            <a:ext cx="2289869" cy="428827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successful message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24" name="Straight Arrow Connector 123"/>
          <p:cNvCxnSpPr>
            <a:stCxn id="42" idx="2"/>
            <a:endCxn id="62" idx="0"/>
          </p:cNvCxnSpPr>
          <p:nvPr/>
        </p:nvCxnSpPr>
        <p:spPr>
          <a:xfrm>
            <a:off x="3353137" y="6499505"/>
            <a:ext cx="11105" cy="39607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/>
          <p:cNvCxnSpPr>
            <a:stCxn id="62" idx="2"/>
            <a:endCxn id="63" idx="0"/>
          </p:cNvCxnSpPr>
          <p:nvPr/>
        </p:nvCxnSpPr>
        <p:spPr>
          <a:xfrm>
            <a:off x="3364242" y="7322616"/>
            <a:ext cx="0" cy="31303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2447517" y="3176698"/>
            <a:ext cx="1811527" cy="43413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location link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1959868" y="3973805"/>
            <a:ext cx="2791248" cy="76806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Connect with Google Map and provide location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38" name="Straight Arrow Connector 37"/>
          <p:cNvCxnSpPr>
            <a:stCxn id="34" idx="2"/>
            <a:endCxn id="35" idx="0"/>
          </p:cNvCxnSpPr>
          <p:nvPr/>
        </p:nvCxnSpPr>
        <p:spPr>
          <a:xfrm>
            <a:off x="3353281" y="3610836"/>
            <a:ext cx="2211" cy="36296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2445954" y="5080718"/>
            <a:ext cx="1811527" cy="59015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Identify the shop’s location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44" name="Straight Arrow Connector 43"/>
          <p:cNvCxnSpPr>
            <a:stCxn id="35" idx="2"/>
            <a:endCxn id="43" idx="0"/>
          </p:cNvCxnSpPr>
          <p:nvPr/>
        </p:nvCxnSpPr>
        <p:spPr>
          <a:xfrm flipH="1">
            <a:off x="3351718" y="4741873"/>
            <a:ext cx="3774" cy="33884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>
            <a:stCxn id="43" idx="2"/>
            <a:endCxn id="42" idx="0"/>
          </p:cNvCxnSpPr>
          <p:nvPr/>
        </p:nvCxnSpPr>
        <p:spPr>
          <a:xfrm>
            <a:off x="3351718" y="5670870"/>
            <a:ext cx="1419" cy="39449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03529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193643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71828" y="6341696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05622" y="6468845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27008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2417611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66261" y="3215120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</p:cNvCxnSpPr>
          <p:nvPr/>
        </p:nvCxnSpPr>
        <p:spPr>
          <a:xfrm>
            <a:off x="3465257" y="5896592"/>
            <a:ext cx="2041" cy="4451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46470" y="5079564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information of the tutorial including comments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3720269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tutorial detail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 flipH="1">
            <a:off x="3465257" y="4537297"/>
            <a:ext cx="8379" cy="54226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44561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31010" y="48974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89469" y="8493749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23263" y="8620898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676189" y="760478"/>
            <a:ext cx="1598739" cy="43902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endCxn id="9" idx="0"/>
          </p:cNvCxnSpPr>
          <p:nvPr/>
        </p:nvCxnSpPr>
        <p:spPr>
          <a:xfrm>
            <a:off x="3471601" y="477235"/>
            <a:ext cx="3958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75559" y="1199502"/>
            <a:ext cx="6456" cy="24523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13" idx="0"/>
          </p:cNvCxnSpPr>
          <p:nvPr/>
        </p:nvCxnSpPr>
        <p:spPr>
          <a:xfrm flipH="1">
            <a:off x="3471601" y="2839990"/>
            <a:ext cx="10414" cy="30889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219113" y="2221908"/>
            <a:ext cx="2525804" cy="61808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information of the tutorial including comments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438408" y="1444733"/>
            <a:ext cx="2087214" cy="47799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tutorial detail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>
            <a:off x="3482015" y="1922729"/>
            <a:ext cx="0" cy="29917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693830" y="3148880"/>
            <a:ext cx="1555541" cy="69163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Provide add comment box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2839093" y="4140387"/>
            <a:ext cx="1265016" cy="56245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Add comment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/>
          <p:cNvCxnSpPr>
            <a:stCxn id="13" idx="2"/>
            <a:endCxn id="15" idx="0"/>
          </p:cNvCxnSpPr>
          <p:nvPr/>
        </p:nvCxnSpPr>
        <p:spPr>
          <a:xfrm>
            <a:off x="3471601" y="3840510"/>
            <a:ext cx="0" cy="29987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Decision 18"/>
          <p:cNvSpPr/>
          <p:nvPr/>
        </p:nvSpPr>
        <p:spPr>
          <a:xfrm>
            <a:off x="2479096" y="4976076"/>
            <a:ext cx="1985010" cy="1250734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Is the comment in the right format?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1" name="Straight Arrow Connector 20"/>
          <p:cNvCxnSpPr>
            <a:stCxn id="15" idx="2"/>
            <a:endCxn id="19" idx="0"/>
          </p:cNvCxnSpPr>
          <p:nvPr/>
        </p:nvCxnSpPr>
        <p:spPr>
          <a:xfrm>
            <a:off x="3471601" y="4702843"/>
            <a:ext cx="0" cy="27323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>
            <a:stCxn id="19" idx="2"/>
            <a:endCxn id="40" idx="0"/>
          </p:cNvCxnSpPr>
          <p:nvPr/>
        </p:nvCxnSpPr>
        <p:spPr>
          <a:xfrm>
            <a:off x="3471601" y="6226810"/>
            <a:ext cx="3039" cy="36288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012623" y="5318576"/>
            <a:ext cx="1532039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error message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9" name="Straight Arrow Connector 28"/>
          <p:cNvCxnSpPr>
            <a:stCxn id="19" idx="3"/>
            <a:endCxn id="28" idx="1"/>
          </p:cNvCxnSpPr>
          <p:nvPr/>
        </p:nvCxnSpPr>
        <p:spPr>
          <a:xfrm>
            <a:off x="4464106" y="5601443"/>
            <a:ext cx="548517" cy="389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473444" y="6191530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31" name="TextBox 30"/>
          <p:cNvSpPr txBox="1"/>
          <p:nvPr/>
        </p:nvSpPr>
        <p:spPr>
          <a:xfrm>
            <a:off x="4451640" y="5293666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cxnSp>
        <p:nvCxnSpPr>
          <p:cNvPr id="32" name="Straight Connector 31"/>
          <p:cNvCxnSpPr>
            <a:endCxn id="28" idx="2"/>
          </p:cNvCxnSpPr>
          <p:nvPr/>
        </p:nvCxnSpPr>
        <p:spPr>
          <a:xfrm flipV="1">
            <a:off x="5778643" y="5892096"/>
            <a:ext cx="0" cy="289712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>
            <a:endCxn id="6" idx="6"/>
          </p:cNvCxnSpPr>
          <p:nvPr/>
        </p:nvCxnSpPr>
        <p:spPr>
          <a:xfrm flipH="1">
            <a:off x="3780408" y="8789219"/>
            <a:ext cx="199823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2497639" y="6589690"/>
            <a:ext cx="1954001" cy="54082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Save comment into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2498532" y="7462642"/>
            <a:ext cx="1969566" cy="6510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the added comment on tutorial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80" name="Straight Arrow Connector 79"/>
          <p:cNvCxnSpPr>
            <a:stCxn id="40" idx="2"/>
            <a:endCxn id="63" idx="0"/>
          </p:cNvCxnSpPr>
          <p:nvPr/>
        </p:nvCxnSpPr>
        <p:spPr>
          <a:xfrm>
            <a:off x="3474640" y="7130515"/>
            <a:ext cx="8675" cy="33212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/>
          <p:cNvCxnSpPr>
            <a:stCxn id="63" idx="2"/>
            <a:endCxn id="6" idx="0"/>
          </p:cNvCxnSpPr>
          <p:nvPr/>
        </p:nvCxnSpPr>
        <p:spPr>
          <a:xfrm>
            <a:off x="3483315" y="8113655"/>
            <a:ext cx="1624" cy="38009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10631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172033" y="167586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793925" y="932010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12624" y="648767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15663" y="1446276"/>
            <a:ext cx="7375" cy="29254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13513" y="2699820"/>
            <a:ext cx="1837573" cy="52987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Provide a like button 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598726" y="1738817"/>
            <a:ext cx="1648623" cy="67202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tutorial detail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>
            <a:off x="3423038" y="2410843"/>
            <a:ext cx="9262" cy="28897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515554" y="3574440"/>
            <a:ext cx="1837573" cy="52987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the like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9" name="Straight Arrow Connector 18"/>
          <p:cNvCxnSpPr>
            <a:stCxn id="11" idx="2"/>
            <a:endCxn id="16" idx="0"/>
          </p:cNvCxnSpPr>
          <p:nvPr/>
        </p:nvCxnSpPr>
        <p:spPr>
          <a:xfrm>
            <a:off x="3432300" y="3229693"/>
            <a:ext cx="2041" cy="34474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16" idx="2"/>
            <a:endCxn id="27" idx="0"/>
          </p:cNvCxnSpPr>
          <p:nvPr/>
        </p:nvCxnSpPr>
        <p:spPr>
          <a:xfrm flipH="1">
            <a:off x="3423038" y="4104313"/>
            <a:ext cx="11303" cy="3521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3140906" y="8085496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/>
          <p:cNvSpPr/>
          <p:nvPr/>
        </p:nvSpPr>
        <p:spPr>
          <a:xfrm>
            <a:off x="3274700" y="8212645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Decision 26"/>
          <p:cNvSpPr/>
          <p:nvPr/>
        </p:nvSpPr>
        <p:spPr>
          <a:xfrm>
            <a:off x="2430533" y="4456413"/>
            <a:ext cx="1985010" cy="1250734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user has liked this tutorial or </a:t>
            </a:r>
            <a:r>
              <a:rPr lang="en-US" sz="1400" dirty="0" smtClean="0">
                <a:solidFill>
                  <a:schemeClr val="tx1"/>
                </a:solidFill>
              </a:rPr>
              <a:t>not?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/>
          <p:cNvCxnSpPr>
            <a:stCxn id="27" idx="2"/>
            <a:endCxn id="36" idx="0"/>
          </p:cNvCxnSpPr>
          <p:nvPr/>
        </p:nvCxnSpPr>
        <p:spPr>
          <a:xfrm>
            <a:off x="3423038" y="5707147"/>
            <a:ext cx="3039" cy="38390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4964060" y="4623770"/>
            <a:ext cx="1532039" cy="9160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System </a:t>
            </a:r>
            <a:r>
              <a:rPr lang="en-US" sz="1400" dirty="0" smtClean="0">
                <a:solidFill>
                  <a:srgbClr val="000000"/>
                </a:solidFill>
              </a:rPr>
              <a:t>deletes </a:t>
            </a:r>
            <a:r>
              <a:rPr lang="en-US" sz="1400" dirty="0">
                <a:solidFill>
                  <a:srgbClr val="000000"/>
                </a:solidFill>
              </a:rPr>
              <a:t>information in like table in database. </a:t>
            </a:r>
            <a:endParaRPr lang="en-US" sz="1400" dirty="0">
              <a:solidFill>
                <a:srgbClr val="000000"/>
              </a:solidFill>
            </a:endParaRPr>
          </a:p>
        </p:txBody>
      </p:sp>
      <p:cxnSp>
        <p:nvCxnSpPr>
          <p:cNvPr id="31" name="Straight Arrow Connector 30"/>
          <p:cNvCxnSpPr>
            <a:stCxn id="27" idx="3"/>
            <a:endCxn id="30" idx="1"/>
          </p:cNvCxnSpPr>
          <p:nvPr/>
        </p:nvCxnSpPr>
        <p:spPr>
          <a:xfrm>
            <a:off x="4415543" y="5081780"/>
            <a:ext cx="54851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424881" y="5671867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33" name="TextBox 32"/>
          <p:cNvSpPr txBox="1"/>
          <p:nvPr/>
        </p:nvSpPr>
        <p:spPr>
          <a:xfrm>
            <a:off x="4403077" y="4774003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cxnSp>
        <p:nvCxnSpPr>
          <p:cNvPr id="34" name="Straight Connector 33"/>
          <p:cNvCxnSpPr>
            <a:endCxn id="30" idx="2"/>
          </p:cNvCxnSpPr>
          <p:nvPr/>
        </p:nvCxnSpPr>
        <p:spPr>
          <a:xfrm flipV="1">
            <a:off x="5730080" y="5539790"/>
            <a:ext cx="0" cy="28411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>
            <a:endCxn id="23" idx="6"/>
          </p:cNvCxnSpPr>
          <p:nvPr/>
        </p:nvCxnSpPr>
        <p:spPr>
          <a:xfrm flipH="1">
            <a:off x="3731845" y="8380966"/>
            <a:ext cx="199823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2449076" y="6091055"/>
            <a:ext cx="1954001" cy="63120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System adds information in like table in database. </a:t>
            </a:r>
            <a:endParaRPr lang="en-US" sz="1400" dirty="0">
              <a:solidFill>
                <a:srgbClr val="000000"/>
              </a:solidFill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2449969" y="7054389"/>
            <a:ext cx="1969566" cy="6510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the added comment on tutorial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38" name="Straight Arrow Connector 37"/>
          <p:cNvCxnSpPr>
            <a:stCxn id="36" idx="2"/>
            <a:endCxn id="37" idx="0"/>
          </p:cNvCxnSpPr>
          <p:nvPr/>
        </p:nvCxnSpPr>
        <p:spPr>
          <a:xfrm>
            <a:off x="3426077" y="6722263"/>
            <a:ext cx="8675" cy="33212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>
            <a:stCxn id="37" idx="2"/>
            <a:endCxn id="23" idx="0"/>
          </p:cNvCxnSpPr>
          <p:nvPr/>
        </p:nvCxnSpPr>
        <p:spPr>
          <a:xfrm>
            <a:off x="3434752" y="7705402"/>
            <a:ext cx="1624" cy="38009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184998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2932935" y="310085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/>
          <p:cNvCxnSpPr>
            <a:stCxn id="5" idx="4"/>
            <a:endCxn id="12" idx="0"/>
          </p:cNvCxnSpPr>
          <p:nvPr/>
        </p:nvCxnSpPr>
        <p:spPr>
          <a:xfrm>
            <a:off x="3173526" y="791266"/>
            <a:ext cx="10414" cy="30782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256774" y="2246719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the selected blogger’s information and tutorials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359628" y="1099090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blogger and go to blogger’s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 flipH="1">
            <a:off x="3175561" y="1916118"/>
            <a:ext cx="8379" cy="33060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279055" y="3388373"/>
            <a:ext cx="1794126" cy="52999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follow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7" name="Straight Arrow Connector 26"/>
          <p:cNvCxnSpPr>
            <a:stCxn id="11" idx="2"/>
            <a:endCxn id="26" idx="0"/>
          </p:cNvCxnSpPr>
          <p:nvPr/>
        </p:nvCxnSpPr>
        <p:spPr>
          <a:xfrm>
            <a:off x="3175561" y="3063747"/>
            <a:ext cx="557" cy="32462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>
            <a:stCxn id="26" idx="2"/>
            <a:endCxn id="18" idx="0"/>
          </p:cNvCxnSpPr>
          <p:nvPr/>
        </p:nvCxnSpPr>
        <p:spPr>
          <a:xfrm>
            <a:off x="3176118" y="3918371"/>
            <a:ext cx="9818" cy="36788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2903804" y="8004462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3037598" y="8131611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Decision 17"/>
          <p:cNvSpPr/>
          <p:nvPr/>
        </p:nvSpPr>
        <p:spPr>
          <a:xfrm>
            <a:off x="2193431" y="4286251"/>
            <a:ext cx="1985010" cy="1250734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user has </a:t>
            </a:r>
            <a:r>
              <a:rPr lang="en-US" sz="1400" dirty="0" smtClean="0">
                <a:solidFill>
                  <a:schemeClr val="tx1"/>
                </a:solidFill>
              </a:rPr>
              <a:t>followed </a:t>
            </a:r>
            <a:r>
              <a:rPr lang="en-US" sz="1400" dirty="0">
                <a:solidFill>
                  <a:schemeClr val="tx1"/>
                </a:solidFill>
              </a:rPr>
              <a:t>this </a:t>
            </a:r>
            <a:r>
              <a:rPr lang="en-US" sz="1400" dirty="0" smtClean="0">
                <a:solidFill>
                  <a:schemeClr val="tx1"/>
                </a:solidFill>
              </a:rPr>
              <a:t>blogger </a:t>
            </a:r>
            <a:r>
              <a:rPr lang="en-US" sz="1400" dirty="0">
                <a:solidFill>
                  <a:schemeClr val="tx1"/>
                </a:solidFill>
              </a:rPr>
              <a:t>or </a:t>
            </a:r>
            <a:r>
              <a:rPr lang="en-US" sz="1400" dirty="0" smtClean="0">
                <a:solidFill>
                  <a:schemeClr val="tx1"/>
                </a:solidFill>
              </a:rPr>
              <a:t>not?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9" name="Straight Arrow Connector 18"/>
          <p:cNvCxnSpPr>
            <a:stCxn id="18" idx="2"/>
            <a:endCxn id="29" idx="0"/>
          </p:cNvCxnSpPr>
          <p:nvPr/>
        </p:nvCxnSpPr>
        <p:spPr>
          <a:xfrm>
            <a:off x="3185936" y="5536985"/>
            <a:ext cx="3039" cy="3393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726958" y="4453608"/>
            <a:ext cx="1532039" cy="9160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System </a:t>
            </a:r>
            <a:r>
              <a:rPr lang="en-US" sz="1400" dirty="0" smtClean="0">
                <a:solidFill>
                  <a:srgbClr val="000000"/>
                </a:solidFill>
              </a:rPr>
              <a:t>deletes </a:t>
            </a:r>
            <a:r>
              <a:rPr lang="en-US" sz="1400" dirty="0">
                <a:solidFill>
                  <a:srgbClr val="000000"/>
                </a:solidFill>
              </a:rPr>
              <a:t>information in follow table in </a:t>
            </a:r>
            <a:r>
              <a:rPr lang="en-US" sz="1400" dirty="0" smtClean="0">
                <a:solidFill>
                  <a:srgbClr val="000000"/>
                </a:solidFill>
              </a:rPr>
              <a:t>database</a:t>
            </a:r>
            <a:r>
              <a:rPr lang="en-US" sz="1400" dirty="0">
                <a:solidFill>
                  <a:srgbClr val="000000"/>
                </a:solidFill>
              </a:rPr>
              <a:t>.</a:t>
            </a:r>
            <a:endParaRPr lang="en-US" sz="1400" dirty="0">
              <a:solidFill>
                <a:srgbClr val="000000"/>
              </a:solidFill>
            </a:endParaRPr>
          </a:p>
        </p:txBody>
      </p:sp>
      <p:cxnSp>
        <p:nvCxnSpPr>
          <p:cNvPr id="22" name="Straight Arrow Connector 21"/>
          <p:cNvCxnSpPr>
            <a:stCxn id="18" idx="3"/>
            <a:endCxn id="21" idx="1"/>
          </p:cNvCxnSpPr>
          <p:nvPr/>
        </p:nvCxnSpPr>
        <p:spPr>
          <a:xfrm>
            <a:off x="4178441" y="4911618"/>
            <a:ext cx="54851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187779" y="5501705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24" name="TextBox 23"/>
          <p:cNvSpPr txBox="1"/>
          <p:nvPr/>
        </p:nvSpPr>
        <p:spPr>
          <a:xfrm>
            <a:off x="4165975" y="4603841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cxnSp>
        <p:nvCxnSpPr>
          <p:cNvPr id="25" name="Straight Connector 24"/>
          <p:cNvCxnSpPr>
            <a:endCxn id="21" idx="2"/>
          </p:cNvCxnSpPr>
          <p:nvPr/>
        </p:nvCxnSpPr>
        <p:spPr>
          <a:xfrm flipV="1">
            <a:off x="5492978" y="5369628"/>
            <a:ext cx="0" cy="293030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>
            <a:endCxn id="16" idx="6"/>
          </p:cNvCxnSpPr>
          <p:nvPr/>
        </p:nvCxnSpPr>
        <p:spPr>
          <a:xfrm flipH="1">
            <a:off x="3494743" y="8299932"/>
            <a:ext cx="199823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211974" y="5876328"/>
            <a:ext cx="1954001" cy="74261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System adds information in follow table in database.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12867" y="6973355"/>
            <a:ext cx="1969566" cy="6510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the added comment on tutorial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33" name="Straight Arrow Connector 32"/>
          <p:cNvCxnSpPr>
            <a:stCxn id="29" idx="2"/>
            <a:endCxn id="32" idx="0"/>
          </p:cNvCxnSpPr>
          <p:nvPr/>
        </p:nvCxnSpPr>
        <p:spPr>
          <a:xfrm>
            <a:off x="3188975" y="6618947"/>
            <a:ext cx="8675" cy="35440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>
            <a:stCxn id="32" idx="2"/>
            <a:endCxn id="16" idx="0"/>
          </p:cNvCxnSpPr>
          <p:nvPr/>
        </p:nvCxnSpPr>
        <p:spPr>
          <a:xfrm>
            <a:off x="3197650" y="7624368"/>
            <a:ext cx="1624" cy="38009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98435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01464" y="912277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88376" y="7815211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22170" y="7942360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23356" y="1676701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profile link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42055" y="1393458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45094" y="2190967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5" idx="2"/>
            <a:endCxn id="6" idx="0"/>
          </p:cNvCxnSpPr>
          <p:nvPr/>
        </p:nvCxnSpPr>
        <p:spPr>
          <a:xfrm>
            <a:off x="3466261" y="7379013"/>
            <a:ext cx="17585" cy="43619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25303" y="3928409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blogger’s information and tutorials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28157" y="2696116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blogger’s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 flipH="1">
            <a:off x="3444090" y="3513144"/>
            <a:ext cx="8379" cy="41526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628157" y="5210745"/>
            <a:ext cx="1660176" cy="68660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following link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2461401" y="6366808"/>
            <a:ext cx="2009720" cy="101220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list of bloggers that the blogger(user) is following 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/>
          <p:cNvCxnSpPr>
            <a:stCxn id="11" idx="2"/>
            <a:endCxn id="13" idx="0"/>
          </p:cNvCxnSpPr>
          <p:nvPr/>
        </p:nvCxnSpPr>
        <p:spPr>
          <a:xfrm>
            <a:off x="3444090" y="4745437"/>
            <a:ext cx="14155" cy="46530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13" idx="2"/>
            <a:endCxn id="15" idx="0"/>
          </p:cNvCxnSpPr>
          <p:nvPr/>
        </p:nvCxnSpPr>
        <p:spPr>
          <a:xfrm>
            <a:off x="3458245" y="5897346"/>
            <a:ext cx="8016" cy="46946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39903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01464" y="912277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88376" y="7815211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22170" y="7942360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23356" y="1676701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profile link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42055" y="1393458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45094" y="2190967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5" idx="2"/>
            <a:endCxn id="6" idx="0"/>
          </p:cNvCxnSpPr>
          <p:nvPr/>
        </p:nvCxnSpPr>
        <p:spPr>
          <a:xfrm>
            <a:off x="3466261" y="7379013"/>
            <a:ext cx="17585" cy="43619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25303" y="3928409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blogger’s information and tutorials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28157" y="2696116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blogger’s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 flipH="1">
            <a:off x="3444090" y="3513144"/>
            <a:ext cx="8379" cy="41526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628157" y="5210745"/>
            <a:ext cx="1660176" cy="68660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follower link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2461401" y="6366808"/>
            <a:ext cx="2009720" cy="101220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list of bloggers that have followed the blogger(user)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/>
          <p:cNvCxnSpPr>
            <a:stCxn id="11" idx="2"/>
            <a:endCxn id="13" idx="0"/>
          </p:cNvCxnSpPr>
          <p:nvPr/>
        </p:nvCxnSpPr>
        <p:spPr>
          <a:xfrm>
            <a:off x="3444090" y="4745437"/>
            <a:ext cx="14155" cy="46530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13" idx="2"/>
            <a:endCxn id="15" idx="0"/>
          </p:cNvCxnSpPr>
          <p:nvPr/>
        </p:nvCxnSpPr>
        <p:spPr>
          <a:xfrm>
            <a:off x="3458245" y="5897346"/>
            <a:ext cx="8016" cy="46946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93842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19599" y="69845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/>
          <p:cNvCxnSpPr>
            <a:stCxn id="5" idx="4"/>
            <a:endCxn id="12" idx="0"/>
          </p:cNvCxnSpPr>
          <p:nvPr/>
        </p:nvCxnSpPr>
        <p:spPr>
          <a:xfrm>
            <a:off x="3460190" y="551026"/>
            <a:ext cx="0" cy="30782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949820" y="1760475"/>
            <a:ext cx="3028982" cy="571487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the selected shopkeeper’s/blogger’s information and shops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263475" y="858850"/>
            <a:ext cx="4393430" cy="60813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shopkeeper/blogger and go to shopkeeper’s/blogger’s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>
            <a:off x="3460190" y="1466981"/>
            <a:ext cx="4121" cy="29349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575976" y="2655044"/>
            <a:ext cx="1794126" cy="36649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message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7" name="Straight Arrow Connector 26"/>
          <p:cNvCxnSpPr>
            <a:stCxn id="11" idx="2"/>
            <a:endCxn id="26" idx="0"/>
          </p:cNvCxnSpPr>
          <p:nvPr/>
        </p:nvCxnSpPr>
        <p:spPr>
          <a:xfrm>
            <a:off x="3464311" y="2331962"/>
            <a:ext cx="8728" cy="32308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575747" y="3306180"/>
            <a:ext cx="3794584" cy="67534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private message page between the user and the selected shopkeeper/blogger 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31" name="Straight Arrow Connector 30"/>
          <p:cNvCxnSpPr>
            <a:stCxn id="26" idx="2"/>
            <a:endCxn id="30" idx="0"/>
          </p:cNvCxnSpPr>
          <p:nvPr/>
        </p:nvCxnSpPr>
        <p:spPr>
          <a:xfrm>
            <a:off x="3473039" y="3021542"/>
            <a:ext cx="0" cy="28463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3197982" y="8412849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/>
          <p:cNvSpPr/>
          <p:nvPr/>
        </p:nvSpPr>
        <p:spPr>
          <a:xfrm>
            <a:off x="3331776" y="8539998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ounded Rectangle 68"/>
          <p:cNvSpPr/>
          <p:nvPr/>
        </p:nvSpPr>
        <p:spPr>
          <a:xfrm>
            <a:off x="2847606" y="4274797"/>
            <a:ext cx="1265016" cy="38888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Send message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/>
          <p:cNvCxnSpPr>
            <a:stCxn id="30" idx="2"/>
            <a:endCxn id="69" idx="0"/>
          </p:cNvCxnSpPr>
          <p:nvPr/>
        </p:nvCxnSpPr>
        <p:spPr>
          <a:xfrm>
            <a:off x="3473039" y="3981521"/>
            <a:ext cx="7075" cy="29327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Decision 70"/>
          <p:cNvSpPr/>
          <p:nvPr/>
        </p:nvSpPr>
        <p:spPr>
          <a:xfrm>
            <a:off x="2487609" y="5001011"/>
            <a:ext cx="1985010" cy="1250734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Is the message in the right format?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72" name="Straight Arrow Connector 71"/>
          <p:cNvCxnSpPr>
            <a:stCxn id="69" idx="2"/>
            <a:endCxn id="71" idx="0"/>
          </p:cNvCxnSpPr>
          <p:nvPr/>
        </p:nvCxnSpPr>
        <p:spPr>
          <a:xfrm>
            <a:off x="3480114" y="4663685"/>
            <a:ext cx="0" cy="33732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>
            <a:stCxn id="71" idx="2"/>
            <a:endCxn id="80" idx="0"/>
          </p:cNvCxnSpPr>
          <p:nvPr/>
        </p:nvCxnSpPr>
        <p:spPr>
          <a:xfrm>
            <a:off x="3480114" y="6251745"/>
            <a:ext cx="3039" cy="36288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/>
          <p:cNvSpPr/>
          <p:nvPr/>
        </p:nvSpPr>
        <p:spPr>
          <a:xfrm>
            <a:off x="5021136" y="5343511"/>
            <a:ext cx="1532039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error message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75" name="Straight Arrow Connector 74"/>
          <p:cNvCxnSpPr>
            <a:stCxn id="71" idx="3"/>
            <a:endCxn id="74" idx="1"/>
          </p:cNvCxnSpPr>
          <p:nvPr/>
        </p:nvCxnSpPr>
        <p:spPr>
          <a:xfrm>
            <a:off x="4472619" y="5626378"/>
            <a:ext cx="548517" cy="389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3481957" y="6216465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77" name="TextBox 76"/>
          <p:cNvSpPr txBox="1"/>
          <p:nvPr/>
        </p:nvSpPr>
        <p:spPr>
          <a:xfrm>
            <a:off x="4460153" y="5318601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cxnSp>
        <p:nvCxnSpPr>
          <p:cNvPr id="78" name="Straight Connector 77"/>
          <p:cNvCxnSpPr>
            <a:endCxn id="74" idx="2"/>
          </p:cNvCxnSpPr>
          <p:nvPr/>
        </p:nvCxnSpPr>
        <p:spPr>
          <a:xfrm flipV="1">
            <a:off x="5787156" y="5917031"/>
            <a:ext cx="0" cy="279128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/>
          <p:cNvCxnSpPr/>
          <p:nvPr/>
        </p:nvCxnSpPr>
        <p:spPr>
          <a:xfrm flipH="1">
            <a:off x="3788921" y="8708319"/>
            <a:ext cx="199823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ounded Rectangle 79"/>
          <p:cNvSpPr/>
          <p:nvPr/>
        </p:nvSpPr>
        <p:spPr>
          <a:xfrm>
            <a:off x="2506152" y="6614625"/>
            <a:ext cx="1954001" cy="54082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Save message into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2085082" y="7424078"/>
            <a:ext cx="2816739" cy="64042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the sent message on the private message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82" name="Straight Arrow Connector 81"/>
          <p:cNvCxnSpPr>
            <a:stCxn id="80" idx="2"/>
            <a:endCxn id="81" idx="0"/>
          </p:cNvCxnSpPr>
          <p:nvPr/>
        </p:nvCxnSpPr>
        <p:spPr>
          <a:xfrm>
            <a:off x="3483153" y="7155450"/>
            <a:ext cx="10299" cy="26862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/>
          <p:cNvCxnSpPr>
            <a:stCxn id="81" idx="2"/>
            <a:endCxn id="67" idx="0"/>
          </p:cNvCxnSpPr>
          <p:nvPr/>
        </p:nvCxnSpPr>
        <p:spPr>
          <a:xfrm>
            <a:off x="3493452" y="8064502"/>
            <a:ext cx="0" cy="34834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601999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5967" y="1675522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/>
          <p:cNvCxnSpPr>
            <a:stCxn id="5" idx="4"/>
            <a:endCxn id="30" idx="0"/>
          </p:cNvCxnSpPr>
          <p:nvPr/>
        </p:nvCxnSpPr>
        <p:spPr>
          <a:xfrm>
            <a:off x="3466558" y="2156703"/>
            <a:ext cx="5988" cy="37739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2145913" y="2534094"/>
            <a:ext cx="2653265" cy="92316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the conversation between the user and shopkeeper/blogger page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7" name="Oval 66"/>
          <p:cNvSpPr/>
          <p:nvPr/>
        </p:nvSpPr>
        <p:spPr>
          <a:xfrm>
            <a:off x="3171088" y="6717568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/>
          <p:cNvSpPr/>
          <p:nvPr/>
        </p:nvSpPr>
        <p:spPr>
          <a:xfrm>
            <a:off x="3304882" y="6844717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ounded Rectangle 68"/>
          <p:cNvSpPr/>
          <p:nvPr/>
        </p:nvSpPr>
        <p:spPr>
          <a:xfrm>
            <a:off x="2098996" y="5377950"/>
            <a:ext cx="2735124" cy="9624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the messages received from the shopkeeper/blogger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/>
          <p:cNvCxnSpPr>
            <a:stCxn id="30" idx="2"/>
            <a:endCxn id="12" idx="0"/>
          </p:cNvCxnSpPr>
          <p:nvPr/>
        </p:nvCxnSpPr>
        <p:spPr>
          <a:xfrm flipH="1">
            <a:off x="3466558" y="3457257"/>
            <a:ext cx="5988" cy="49421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>
            <a:stCxn id="69" idx="2"/>
            <a:endCxn id="67" idx="0"/>
          </p:cNvCxnSpPr>
          <p:nvPr/>
        </p:nvCxnSpPr>
        <p:spPr>
          <a:xfrm>
            <a:off x="3466558" y="6340422"/>
            <a:ext cx="0" cy="37714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355651" y="3951471"/>
            <a:ext cx="2221814" cy="9624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System retrieves messages from database.</a:t>
            </a:r>
          </a:p>
        </p:txBody>
      </p:sp>
      <p:cxnSp>
        <p:nvCxnSpPr>
          <p:cNvPr id="14" name="Straight Arrow Connector 13"/>
          <p:cNvCxnSpPr>
            <a:stCxn id="12" idx="2"/>
            <a:endCxn id="69" idx="0"/>
          </p:cNvCxnSpPr>
          <p:nvPr/>
        </p:nvCxnSpPr>
        <p:spPr>
          <a:xfrm>
            <a:off x="3466558" y="4913943"/>
            <a:ext cx="0" cy="46400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983785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178757" y="2047424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/>
          <p:cNvCxnSpPr>
            <a:stCxn id="5" idx="4"/>
            <a:endCxn id="30" idx="0"/>
          </p:cNvCxnSpPr>
          <p:nvPr/>
        </p:nvCxnSpPr>
        <p:spPr>
          <a:xfrm flipH="1">
            <a:off x="3415759" y="2528605"/>
            <a:ext cx="3589" cy="40580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2502984" y="2934406"/>
            <a:ext cx="1825550" cy="50243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private message page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7" name="Oval 66"/>
          <p:cNvSpPr/>
          <p:nvPr/>
        </p:nvSpPr>
        <p:spPr>
          <a:xfrm>
            <a:off x="3127467" y="6887569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/>
          <p:cNvSpPr/>
          <p:nvPr/>
        </p:nvSpPr>
        <p:spPr>
          <a:xfrm>
            <a:off x="3261261" y="7014718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ounded Rectangle 68"/>
          <p:cNvSpPr/>
          <p:nvPr/>
        </p:nvSpPr>
        <p:spPr>
          <a:xfrm>
            <a:off x="1741448" y="5414259"/>
            <a:ext cx="3355800" cy="9624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list of shopkeepers/bloggers that the blogger/shopkeeper has been communicating with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/>
          <p:cNvCxnSpPr>
            <a:stCxn id="30" idx="2"/>
            <a:endCxn id="12" idx="0"/>
          </p:cNvCxnSpPr>
          <p:nvPr/>
        </p:nvCxnSpPr>
        <p:spPr>
          <a:xfrm>
            <a:off x="3415759" y="3436841"/>
            <a:ext cx="0" cy="45720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>
            <a:stCxn id="69" idx="2"/>
            <a:endCxn id="67" idx="0"/>
          </p:cNvCxnSpPr>
          <p:nvPr/>
        </p:nvCxnSpPr>
        <p:spPr>
          <a:xfrm>
            <a:off x="3419348" y="6376731"/>
            <a:ext cx="3589" cy="51083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364412" y="3894044"/>
            <a:ext cx="2102693" cy="100269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System retrieves list of communicated people from database.</a:t>
            </a:r>
          </a:p>
        </p:txBody>
      </p:sp>
      <p:cxnSp>
        <p:nvCxnSpPr>
          <p:cNvPr id="14" name="Straight Arrow Connector 13"/>
          <p:cNvCxnSpPr>
            <a:stCxn id="12" idx="2"/>
            <a:endCxn id="69" idx="0"/>
          </p:cNvCxnSpPr>
          <p:nvPr/>
        </p:nvCxnSpPr>
        <p:spPr>
          <a:xfrm>
            <a:off x="3415759" y="4896736"/>
            <a:ext cx="3589" cy="51752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30294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2946401" y="180344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2948646" y="8318589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082440" y="8445738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391580" y="891848"/>
            <a:ext cx="1598739" cy="43902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endCxn id="9" idx="0"/>
          </p:cNvCxnSpPr>
          <p:nvPr/>
        </p:nvCxnSpPr>
        <p:spPr>
          <a:xfrm>
            <a:off x="3186992" y="608605"/>
            <a:ext cx="3958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190950" y="1330872"/>
            <a:ext cx="6456" cy="24523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13" idx="0"/>
          </p:cNvCxnSpPr>
          <p:nvPr/>
        </p:nvCxnSpPr>
        <p:spPr>
          <a:xfrm flipH="1">
            <a:off x="3186992" y="2971360"/>
            <a:ext cx="10414" cy="30889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934504" y="2353278"/>
            <a:ext cx="2525804" cy="61808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information of the tutorial including share to Facebook link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153799" y="1576103"/>
            <a:ext cx="2087214" cy="47799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tutorial detail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>
            <a:off x="3197406" y="2054099"/>
            <a:ext cx="0" cy="29917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409221" y="3280250"/>
            <a:ext cx="1555541" cy="69163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Access to user’s Facebook account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13565" y="4271757"/>
            <a:ext cx="2173530" cy="56245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confirmation post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/>
          <p:cNvCxnSpPr>
            <a:stCxn id="13" idx="2"/>
            <a:endCxn id="15" idx="0"/>
          </p:cNvCxnSpPr>
          <p:nvPr/>
        </p:nvCxnSpPr>
        <p:spPr>
          <a:xfrm>
            <a:off x="3186992" y="3971880"/>
            <a:ext cx="13338" cy="29987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Decision 18"/>
          <p:cNvSpPr/>
          <p:nvPr/>
        </p:nvSpPr>
        <p:spPr>
          <a:xfrm>
            <a:off x="2238274" y="5107446"/>
            <a:ext cx="1929018" cy="916020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Post to Facebook wall?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1" name="Straight Arrow Connector 20"/>
          <p:cNvCxnSpPr>
            <a:stCxn id="15" idx="2"/>
            <a:endCxn id="19" idx="0"/>
          </p:cNvCxnSpPr>
          <p:nvPr/>
        </p:nvCxnSpPr>
        <p:spPr>
          <a:xfrm>
            <a:off x="3200330" y="4834213"/>
            <a:ext cx="2453" cy="27323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>
            <a:stCxn id="19" idx="2"/>
            <a:endCxn id="40" idx="0"/>
          </p:cNvCxnSpPr>
          <p:nvPr/>
        </p:nvCxnSpPr>
        <p:spPr>
          <a:xfrm>
            <a:off x="3202783" y="6023466"/>
            <a:ext cx="9141" cy="39106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188835" y="6016370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31" name="TextBox 30"/>
          <p:cNvSpPr txBox="1"/>
          <p:nvPr/>
        </p:nvSpPr>
        <p:spPr>
          <a:xfrm>
            <a:off x="4223105" y="5248629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cxnSp>
        <p:nvCxnSpPr>
          <p:cNvPr id="32" name="Straight Connector 31"/>
          <p:cNvCxnSpPr>
            <a:stCxn id="49" idx="0"/>
          </p:cNvCxnSpPr>
          <p:nvPr/>
        </p:nvCxnSpPr>
        <p:spPr>
          <a:xfrm flipV="1">
            <a:off x="5337949" y="1809794"/>
            <a:ext cx="0" cy="346784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>
            <a:endCxn id="12" idx="3"/>
          </p:cNvCxnSpPr>
          <p:nvPr/>
        </p:nvCxnSpPr>
        <p:spPr>
          <a:xfrm flipH="1">
            <a:off x="4241013" y="1809794"/>
            <a:ext cx="1096936" cy="530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2234923" y="6414530"/>
            <a:ext cx="1954001" cy="54082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post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2235816" y="7287482"/>
            <a:ext cx="1969566" cy="6510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Post the tutorial on Facebook wall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80" name="Straight Arrow Connector 79"/>
          <p:cNvCxnSpPr>
            <a:stCxn id="40" idx="2"/>
            <a:endCxn id="63" idx="0"/>
          </p:cNvCxnSpPr>
          <p:nvPr/>
        </p:nvCxnSpPr>
        <p:spPr>
          <a:xfrm>
            <a:off x="3211924" y="6955355"/>
            <a:ext cx="8675" cy="33212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/>
          <p:cNvCxnSpPr>
            <a:stCxn id="63" idx="2"/>
            <a:endCxn id="6" idx="0"/>
          </p:cNvCxnSpPr>
          <p:nvPr/>
        </p:nvCxnSpPr>
        <p:spPr>
          <a:xfrm>
            <a:off x="3220599" y="7938495"/>
            <a:ext cx="23517" cy="38009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4720985" y="5277642"/>
            <a:ext cx="1233927" cy="569847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cancel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50" name="Straight Arrow Connector 49"/>
          <p:cNvCxnSpPr>
            <a:stCxn id="19" idx="3"/>
            <a:endCxn id="49" idx="1"/>
          </p:cNvCxnSpPr>
          <p:nvPr/>
        </p:nvCxnSpPr>
        <p:spPr>
          <a:xfrm flipV="1">
            <a:off x="4167292" y="5562566"/>
            <a:ext cx="553693" cy="289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679516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940302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71102" y="7568970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04896" y="7696119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1704726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menu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1421483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66261" y="2218992"/>
            <a:ext cx="7375" cy="41756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6" idx="0"/>
          </p:cNvCxnSpPr>
          <p:nvPr/>
        </p:nvCxnSpPr>
        <p:spPr>
          <a:xfrm>
            <a:off x="3466572" y="7181637"/>
            <a:ext cx="0" cy="38733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667417" y="6153570"/>
            <a:ext cx="3598309" cy="1028067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list of all bloggers with bloggers’ picture and username that relate to the searched keyword or character  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2636559"/>
            <a:ext cx="1648623" cy="64772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search blogger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5" idx="0"/>
          </p:cNvCxnSpPr>
          <p:nvPr/>
        </p:nvCxnSpPr>
        <p:spPr>
          <a:xfrm>
            <a:off x="3473636" y="3284282"/>
            <a:ext cx="0" cy="42767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289855" y="4829702"/>
            <a:ext cx="235343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a keyword or a character in the search box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2649324" y="3711959"/>
            <a:ext cx="1648623" cy="64519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search blogger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/>
          <p:cNvCxnSpPr>
            <a:stCxn id="15" idx="2"/>
            <a:endCxn id="13" idx="0"/>
          </p:cNvCxnSpPr>
          <p:nvPr/>
        </p:nvCxnSpPr>
        <p:spPr>
          <a:xfrm flipH="1">
            <a:off x="3466572" y="4357153"/>
            <a:ext cx="7064" cy="4725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13" idx="2"/>
            <a:endCxn id="11" idx="0"/>
          </p:cNvCxnSpPr>
          <p:nvPr/>
        </p:nvCxnSpPr>
        <p:spPr>
          <a:xfrm>
            <a:off x="3466572" y="5646730"/>
            <a:ext cx="0" cy="50684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326499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11152" y="215674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81516" y="6311244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15310" y="6438393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33044" y="300874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Search bloggers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51743" y="2637921"/>
            <a:ext cx="3039" cy="37082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54782" y="3523010"/>
            <a:ext cx="7375" cy="43946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637845" y="3962472"/>
            <a:ext cx="1648623" cy="64772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on the selected blogger’s link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5" idx="0"/>
          </p:cNvCxnSpPr>
          <p:nvPr/>
        </p:nvCxnSpPr>
        <p:spPr>
          <a:xfrm>
            <a:off x="3462157" y="4610195"/>
            <a:ext cx="11479" cy="47146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476654" y="5081660"/>
            <a:ext cx="1993964" cy="79846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Goes to the selected blogger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/>
          <p:cNvCxnSpPr>
            <a:stCxn id="15" idx="2"/>
            <a:endCxn id="6" idx="0"/>
          </p:cNvCxnSpPr>
          <p:nvPr/>
        </p:nvCxnSpPr>
        <p:spPr>
          <a:xfrm>
            <a:off x="3473636" y="5880121"/>
            <a:ext cx="3350" cy="43112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745133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915807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1680231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profile link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1396988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66261" y="2194497"/>
            <a:ext cx="7375" cy="27231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endCxn id="13" idx="0"/>
          </p:cNvCxnSpPr>
          <p:nvPr/>
        </p:nvCxnSpPr>
        <p:spPr>
          <a:xfrm>
            <a:off x="3465257" y="4198625"/>
            <a:ext cx="9383" cy="41502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46470" y="3529766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blogger’s information and tutorials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2466809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blogger’s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 flipH="1">
            <a:off x="3465257" y="3283837"/>
            <a:ext cx="8379" cy="24592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52902" y="46136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/>
          <p:cNvCxnSpPr>
            <a:stCxn id="13" idx="2"/>
            <a:endCxn id="17" idx="0"/>
          </p:cNvCxnSpPr>
          <p:nvPr/>
        </p:nvCxnSpPr>
        <p:spPr>
          <a:xfrm>
            <a:off x="3474640" y="5127920"/>
            <a:ext cx="7375" cy="27231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576016" y="6505526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information of the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657703" y="5400232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tutorial detail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8" name="Straight Arrow Connector 17"/>
          <p:cNvCxnSpPr>
            <a:stCxn id="17" idx="2"/>
            <a:endCxn id="16" idx="0"/>
          </p:cNvCxnSpPr>
          <p:nvPr/>
        </p:nvCxnSpPr>
        <p:spPr>
          <a:xfrm>
            <a:off x="3482015" y="6217260"/>
            <a:ext cx="12788" cy="28826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192894" y="7686872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3326688" y="7814021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Arrow Connector 21"/>
          <p:cNvCxnSpPr>
            <a:stCxn id="16" idx="2"/>
            <a:endCxn id="19" idx="0"/>
          </p:cNvCxnSpPr>
          <p:nvPr/>
        </p:nvCxnSpPr>
        <p:spPr>
          <a:xfrm flipH="1">
            <a:off x="3488364" y="7322554"/>
            <a:ext cx="6439" cy="36431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329033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915807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1680231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profile link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1396988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66261" y="2194497"/>
            <a:ext cx="8379" cy="27231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endCxn id="13" idx="0"/>
          </p:cNvCxnSpPr>
          <p:nvPr/>
        </p:nvCxnSpPr>
        <p:spPr>
          <a:xfrm>
            <a:off x="3465257" y="4198625"/>
            <a:ext cx="9383" cy="41502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365790" y="3516223"/>
            <a:ext cx="219486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</a:t>
            </a:r>
            <a:r>
              <a:rPr lang="en-US" sz="1400" dirty="0">
                <a:solidFill>
                  <a:schemeClr val="tx1"/>
                </a:solidFill>
              </a:rPr>
              <a:t>shopkeeper’s </a:t>
            </a:r>
            <a:r>
              <a:rPr lang="en-US" sz="1400" dirty="0" smtClean="0">
                <a:solidFill>
                  <a:schemeClr val="tx1"/>
                </a:solidFill>
              </a:rPr>
              <a:t>information and shops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460385" y="2466809"/>
            <a:ext cx="2028509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shopkeeper’s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 flipH="1">
            <a:off x="3463222" y="3283837"/>
            <a:ext cx="11418" cy="2323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52902" y="46136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shop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/>
          <p:cNvCxnSpPr>
            <a:stCxn id="13" idx="2"/>
            <a:endCxn id="17" idx="0"/>
          </p:cNvCxnSpPr>
          <p:nvPr/>
        </p:nvCxnSpPr>
        <p:spPr>
          <a:xfrm>
            <a:off x="3474640" y="5127920"/>
            <a:ext cx="7375" cy="27231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576016" y="6505526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information of the shop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657703" y="5400232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shop detail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8" name="Straight Arrow Connector 17"/>
          <p:cNvCxnSpPr>
            <a:stCxn id="17" idx="2"/>
            <a:endCxn id="16" idx="0"/>
          </p:cNvCxnSpPr>
          <p:nvPr/>
        </p:nvCxnSpPr>
        <p:spPr>
          <a:xfrm>
            <a:off x="3482015" y="6217260"/>
            <a:ext cx="12788" cy="28826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192894" y="7686872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3326688" y="7814021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Arrow Connector 21"/>
          <p:cNvCxnSpPr>
            <a:stCxn id="16" idx="2"/>
            <a:endCxn id="19" idx="0"/>
          </p:cNvCxnSpPr>
          <p:nvPr/>
        </p:nvCxnSpPr>
        <p:spPr>
          <a:xfrm flipH="1">
            <a:off x="3488364" y="7322554"/>
            <a:ext cx="6439" cy="36431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77803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</TotalTime>
  <Words>1246</Words>
  <Application>Microsoft Macintosh PowerPoint</Application>
  <PresentationFormat>On-screen Show (4:3)</PresentationFormat>
  <Paragraphs>284</Paragraphs>
  <Slides>42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pimchanok sripraphan</dc:creator>
  <cp:lastModifiedBy>pimchanok sripraphan</cp:lastModifiedBy>
  <cp:revision>35</cp:revision>
  <dcterms:created xsi:type="dcterms:W3CDTF">2014-06-25T11:03:03Z</dcterms:created>
  <dcterms:modified xsi:type="dcterms:W3CDTF">2014-10-18T07:27:07Z</dcterms:modified>
</cp:coreProperties>
</file>