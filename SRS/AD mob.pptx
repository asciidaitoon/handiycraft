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3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1" r:id="rId15"/>
    <p:sldId id="266" r:id="rId16"/>
    <p:sldId id="276" r:id="rId17"/>
    <p:sldId id="277" r:id="rId18"/>
    <p:sldId id="296" r:id="rId19"/>
    <p:sldId id="278" r:id="rId20"/>
    <p:sldId id="279" r:id="rId21"/>
    <p:sldId id="280" r:id="rId22"/>
    <p:sldId id="301" r:id="rId23"/>
    <p:sldId id="281" r:id="rId24"/>
    <p:sldId id="282" r:id="rId25"/>
    <p:sldId id="283" r:id="rId26"/>
    <p:sldId id="297" r:id="rId27"/>
    <p:sldId id="298" r:id="rId28"/>
    <p:sldId id="300" r:id="rId29"/>
    <p:sldId id="284" r:id="rId30"/>
    <p:sldId id="285" r:id="rId31"/>
    <p:sldId id="306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302" r:id="rId40"/>
    <p:sldId id="303" r:id="rId41"/>
    <p:sldId id="304" r:id="rId42"/>
    <p:sldId id="305" r:id="rId43"/>
    <p:sldId id="307" r:id="rId44"/>
    <p:sldId id="308" r:id="rId45"/>
    <p:sldId id="309" r:id="rId46"/>
    <p:sldId id="310" r:id="rId47"/>
    <p:sldId id="311" r:id="rId4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-1760" y="16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6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4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9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6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8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32E88-616F-C648-B3FA-694311D876FD}" type="datetimeFigureOut">
              <a:rPr lang="en-US" smtClean="0"/>
              <a:t>12/18/14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7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04117" y="19007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68691" y="831606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02485" y="844321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26009" y="95449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sign up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0937" y="2772575"/>
            <a:ext cx="1243476" cy="4773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71716" y="177794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registration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17346" y="3651513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37947" y="4869442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163828" y="4548329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3626" y="6142674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information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68810" y="7230921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log in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244708" y="67125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247747" y="146876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242675" y="2458940"/>
            <a:ext cx="5779" cy="313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239084" y="3249896"/>
            <a:ext cx="3591" cy="4016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239084" y="4138071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245717" y="5679783"/>
            <a:ext cx="11295" cy="4628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18" idx="0"/>
          </p:cNvCxnSpPr>
          <p:nvPr/>
        </p:nvCxnSpPr>
        <p:spPr>
          <a:xfrm>
            <a:off x="3257012" y="6801063"/>
            <a:ext cx="5184" cy="4298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8" idx="2"/>
          </p:cNvCxnSpPr>
          <p:nvPr/>
        </p:nvCxnSpPr>
        <p:spPr>
          <a:xfrm>
            <a:off x="3262196" y="7889310"/>
            <a:ext cx="1965" cy="4267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27605" y="5112721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384709" y="3011236"/>
            <a:ext cx="15582" cy="18582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10" idx="3"/>
          </p:cNvCxnSpPr>
          <p:nvPr/>
        </p:nvCxnSpPr>
        <p:spPr>
          <a:xfrm flipH="1">
            <a:off x="3864413" y="3011236"/>
            <a:ext cx="15202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230879" y="564661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356800" y="4804944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885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76281" y="96563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0855" y="800648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74649" y="813363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98173" y="1730063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6577" y="3549240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username and password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43880" y="2553510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log in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89510" y="4427079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10111" y="5645008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235992" y="5323895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verified?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5790" y="6918241"/>
            <a:ext cx="1386772" cy="5798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16872" y="1446820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19911" y="2244329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19911" y="3234506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311248" y="4133171"/>
            <a:ext cx="8663" cy="293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311248" y="4913637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317881" y="6455349"/>
            <a:ext cx="11295" cy="462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</p:cNvCxnSpPr>
          <p:nvPr/>
        </p:nvCxnSpPr>
        <p:spPr>
          <a:xfrm>
            <a:off x="3329176" y="7498077"/>
            <a:ext cx="5184" cy="5084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99769" y="5888287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456873" y="3845555"/>
            <a:ext cx="15582" cy="17994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4173245" y="3845555"/>
            <a:ext cx="128362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303043" y="6422183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428964" y="5580510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943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09559" y="65196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5649" y="753511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9443" y="76622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31451" y="141638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Log in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99855" y="3235564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menu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77158" y="223983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99856" y="4113402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91756" y="6404868"/>
            <a:ext cx="1730776" cy="6569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unlogged in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50150" y="113314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53189" y="193065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53189" y="2920830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>
            <a:off x="3353189" y="3819495"/>
            <a:ext cx="1" cy="2939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35" idx="0"/>
          </p:cNvCxnSpPr>
          <p:nvPr/>
        </p:nvCxnSpPr>
        <p:spPr>
          <a:xfrm flipH="1">
            <a:off x="3353189" y="4768383"/>
            <a:ext cx="1" cy="3945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2"/>
            <a:endCxn id="17" idx="0"/>
          </p:cNvCxnSpPr>
          <p:nvPr/>
        </p:nvCxnSpPr>
        <p:spPr>
          <a:xfrm>
            <a:off x="3353189" y="5817890"/>
            <a:ext cx="3955" cy="5869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6" idx="0"/>
          </p:cNvCxnSpPr>
          <p:nvPr/>
        </p:nvCxnSpPr>
        <p:spPr>
          <a:xfrm>
            <a:off x="3357144" y="7061792"/>
            <a:ext cx="3975" cy="473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99855" y="5162909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out button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85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78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05533" y="8849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27425" y="76378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046124" y="569671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046124" y="2010270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046124" y="1278052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47724" y="1549300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14969" y="2387292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profile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5340" y="4514625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  <a:endCxn id="12" idx="0"/>
          </p:cNvCxnSpPr>
          <p:nvPr/>
        </p:nvCxnSpPr>
        <p:spPr>
          <a:xfrm>
            <a:off x="3046124" y="3139068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7804" y="3456415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email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2" idx="2"/>
            <a:endCxn id="10" idx="0"/>
          </p:cNvCxnSpPr>
          <p:nvPr/>
        </p:nvCxnSpPr>
        <p:spPr>
          <a:xfrm>
            <a:off x="3048146" y="4049609"/>
            <a:ext cx="0" cy="465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63418" y="6252316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Update user’s information in the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4" idx="2"/>
            <a:endCxn id="16" idx="0"/>
          </p:cNvCxnSpPr>
          <p:nvPr/>
        </p:nvCxnSpPr>
        <p:spPr>
          <a:xfrm>
            <a:off x="3051454" y="6973975"/>
            <a:ext cx="2217" cy="4377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40843" y="7411772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059471" y="7893850"/>
            <a:ext cx="0" cy="523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72264" y="845713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906058" y="858428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ecision 49"/>
          <p:cNvSpPr/>
          <p:nvPr/>
        </p:nvSpPr>
        <p:spPr>
          <a:xfrm>
            <a:off x="2464136" y="5347990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0"/>
          </p:cNvCxnSpPr>
          <p:nvPr/>
        </p:nvCxnSpPr>
        <p:spPr>
          <a:xfrm flipH="1">
            <a:off x="3047544" y="5079014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5140137" y="3767595"/>
            <a:ext cx="5847" cy="16620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3"/>
          </p:cNvCxnSpPr>
          <p:nvPr/>
        </p:nvCxnSpPr>
        <p:spPr>
          <a:xfrm>
            <a:off x="3630952" y="5695579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758487" y="3767595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055246" y="5980668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3615485" y="540861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57" name="Straight Arrow Connector 56"/>
          <p:cNvCxnSpPr>
            <a:stCxn id="50" idx="2"/>
          </p:cNvCxnSpPr>
          <p:nvPr/>
        </p:nvCxnSpPr>
        <p:spPr>
          <a:xfrm>
            <a:off x="3047544" y="6043167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59283" y="5429636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93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7796" y="39881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9688" y="71517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8387" y="521062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8387" y="1961661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8387" y="1229443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9987" y="1500691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5429" y="2290693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browse picture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1792" y="3134743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pictures in user’s smart phone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24494" y="3994287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picture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47355" y="4841427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48053" y="6603561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picture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3130161" y="2892366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130161" y="3736416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0"/>
          </p:cNvCxnSpPr>
          <p:nvPr/>
        </p:nvCxnSpPr>
        <p:spPr>
          <a:xfrm flipH="1">
            <a:off x="3130161" y="4587481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9" idx="0"/>
          </p:cNvCxnSpPr>
          <p:nvPr/>
        </p:nvCxnSpPr>
        <p:spPr>
          <a:xfrm flipH="1">
            <a:off x="3129297" y="7325220"/>
            <a:ext cx="6792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16469" y="7654893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>
            <a:off x="3129297" y="8134633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2544979" y="5683923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2" idx="2"/>
            <a:endCxn id="21" idx="0"/>
          </p:cNvCxnSpPr>
          <p:nvPr/>
        </p:nvCxnSpPr>
        <p:spPr>
          <a:xfrm flipH="1">
            <a:off x="3128387" y="5414947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226827" y="4290884"/>
            <a:ext cx="0" cy="145386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3"/>
          </p:cNvCxnSpPr>
          <p:nvPr/>
        </p:nvCxnSpPr>
        <p:spPr>
          <a:xfrm>
            <a:off x="3711795" y="6031512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1" idx="3"/>
          </p:cNvCxnSpPr>
          <p:nvPr/>
        </p:nvCxnSpPr>
        <p:spPr>
          <a:xfrm flipH="1">
            <a:off x="3845177" y="4290884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6089" y="629578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696328" y="572373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2834691" y="851909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968485" y="864624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1" idx="2"/>
            <a:endCxn id="13" idx="0"/>
          </p:cNvCxnSpPr>
          <p:nvPr/>
        </p:nvCxnSpPr>
        <p:spPr>
          <a:xfrm>
            <a:off x="3128387" y="6379100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640126" y="5744752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6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7796" y="39881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9688" y="71517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8387" y="521062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8387" y="1961661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8387" y="1229443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9987" y="1500691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5429" y="2290693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>
                <a:solidFill>
                  <a:schemeClr val="tx1"/>
                </a:solidFill>
              </a:rPr>
              <a:t>change password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1792" y="3134743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Provide change password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4494" y="3994287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Input new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7355" y="4841427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48053" y="6603561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Save new information into database</a:t>
            </a:r>
          </a:p>
        </p:txBody>
      </p: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3130161" y="2892366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130161" y="3736416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0"/>
          </p:cNvCxnSpPr>
          <p:nvPr/>
        </p:nvCxnSpPr>
        <p:spPr>
          <a:xfrm flipH="1">
            <a:off x="3130161" y="4587481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9" idx="0"/>
          </p:cNvCxnSpPr>
          <p:nvPr/>
        </p:nvCxnSpPr>
        <p:spPr>
          <a:xfrm flipH="1">
            <a:off x="3129297" y="7325220"/>
            <a:ext cx="6792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16469" y="7654893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>
            <a:off x="3129297" y="8134633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2544979" y="5683923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2" idx="2"/>
            <a:endCxn id="21" idx="0"/>
          </p:cNvCxnSpPr>
          <p:nvPr/>
        </p:nvCxnSpPr>
        <p:spPr>
          <a:xfrm flipH="1">
            <a:off x="3128387" y="5414947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226827" y="4290884"/>
            <a:ext cx="0" cy="145386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3"/>
          </p:cNvCxnSpPr>
          <p:nvPr/>
        </p:nvCxnSpPr>
        <p:spPr>
          <a:xfrm>
            <a:off x="3711795" y="6031512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1" idx="3"/>
          </p:cNvCxnSpPr>
          <p:nvPr/>
        </p:nvCxnSpPr>
        <p:spPr>
          <a:xfrm flipH="1">
            <a:off x="3845177" y="4290884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6089" y="629578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696328" y="572373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2834691" y="851909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968485" y="864624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1" idx="2"/>
            <a:endCxn id="13" idx="0"/>
          </p:cNvCxnSpPr>
          <p:nvPr/>
        </p:nvCxnSpPr>
        <p:spPr>
          <a:xfrm>
            <a:off x="3128387" y="6379100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640126" y="5744752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95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1146" y="282258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3038" y="9575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1737" y="763439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1737" y="2204038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1737" y="1471820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3337" y="1743068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13665" y="2543875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account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9" idx="2"/>
            <a:endCxn id="12" idx="0"/>
          </p:cNvCxnSpPr>
          <p:nvPr/>
        </p:nvCxnSpPr>
        <p:spPr>
          <a:xfrm flipH="1">
            <a:off x="3120164" y="3004845"/>
            <a:ext cx="23857" cy="3072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3" idx="2"/>
            <a:endCxn id="20" idx="0"/>
          </p:cNvCxnSpPr>
          <p:nvPr/>
        </p:nvCxnSpPr>
        <p:spPr>
          <a:xfrm>
            <a:off x="3120164" y="6161819"/>
            <a:ext cx="1573" cy="3171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cision 11"/>
          <p:cNvSpPr/>
          <p:nvPr/>
        </p:nvSpPr>
        <p:spPr>
          <a:xfrm>
            <a:off x="2333075" y="3312052"/>
            <a:ext cx="1574177" cy="77277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12866" y="5510573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account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8" idx="0"/>
          </p:cNvCxnSpPr>
          <p:nvPr/>
        </p:nvCxnSpPr>
        <p:spPr>
          <a:xfrm>
            <a:off x="3120164" y="4084831"/>
            <a:ext cx="0" cy="4266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353" y="341403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No</a:t>
            </a:r>
            <a:br>
              <a:rPr lang="en-US" sz="1400" dirty="0" smtClean="0">
                <a:solidFill>
                  <a:schemeClr val="tx1"/>
                </a:solidFill>
              </a:rPr>
            </a:b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2" idx="3"/>
            <a:endCxn id="15" idx="1"/>
          </p:cNvCxnSpPr>
          <p:nvPr/>
        </p:nvCxnSpPr>
        <p:spPr>
          <a:xfrm>
            <a:off x="3907252" y="3698442"/>
            <a:ext cx="687101" cy="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8130" y="4511477"/>
            <a:ext cx="1024068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8" idx="2"/>
            <a:endCxn id="13" idx="0"/>
          </p:cNvCxnSpPr>
          <p:nvPr/>
        </p:nvCxnSpPr>
        <p:spPr>
          <a:xfrm>
            <a:off x="3120164" y="5084997"/>
            <a:ext cx="0" cy="4255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14439" y="6478952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visitor home page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0" idx="2"/>
            <a:endCxn id="24" idx="0"/>
          </p:cNvCxnSpPr>
          <p:nvPr/>
        </p:nvCxnSpPr>
        <p:spPr>
          <a:xfrm flipH="1">
            <a:off x="3113383" y="7130198"/>
            <a:ext cx="8354" cy="668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9408" y="402483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3849718" y="339066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2817913" y="7798904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51707" y="7926053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5222563" y="1223120"/>
            <a:ext cx="0" cy="221503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3746515" y="1216703"/>
            <a:ext cx="1476048" cy="64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4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tutorials that exist in database randomly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random tab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63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92649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6443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84043" y="5896592"/>
            <a:ext cx="4076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03638" y="5079564"/>
            <a:ext cx="356080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</a:t>
            </a:r>
            <a:r>
              <a:rPr lang="en-US" sz="1400" dirty="0">
                <a:solidFill>
                  <a:schemeClr val="tx1"/>
                </a:solidFill>
              </a:rPr>
              <a:t>of recent </a:t>
            </a:r>
            <a:r>
              <a:rPr lang="en-US" sz="1400" dirty="0" smtClean="0">
                <a:solidFill>
                  <a:schemeClr val="tx1"/>
                </a:solidFill>
              </a:rPr>
              <a:t>tutorials that exist in database from high popularity according to the number of likes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popular </a:t>
            </a:r>
            <a:r>
              <a:rPr lang="en-US" sz="1400" dirty="0">
                <a:solidFill>
                  <a:schemeClr val="tx1"/>
                </a:solidFill>
              </a:rPr>
              <a:t>tab</a:t>
            </a: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73636" y="4537297"/>
            <a:ext cx="10407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00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63377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92995" y="754707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6789" y="767422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139819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11495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1912462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 flipH="1">
            <a:off x="3488465" y="7101971"/>
            <a:ext cx="6338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53062" y="6284943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2417611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categories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5" idx="0"/>
          </p:cNvCxnSpPr>
          <p:nvPr/>
        </p:nvCxnSpPr>
        <p:spPr>
          <a:xfrm>
            <a:off x="3473636" y="3234639"/>
            <a:ext cx="0" cy="455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60077" y="49829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649324" y="369006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tutorial categories links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3" idx="0"/>
          </p:cNvCxnSpPr>
          <p:nvPr/>
        </p:nvCxnSpPr>
        <p:spPr>
          <a:xfrm>
            <a:off x="3473636" y="4507092"/>
            <a:ext cx="10753" cy="475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1" idx="0"/>
          </p:cNvCxnSpPr>
          <p:nvPr/>
        </p:nvCxnSpPr>
        <p:spPr>
          <a:xfrm>
            <a:off x="3484389" y="5799997"/>
            <a:ext cx="10414" cy="484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9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7298" y="5896592"/>
            <a:ext cx="0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5968" y="5079564"/>
            <a:ext cx="326265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</a:t>
            </a:r>
            <a:r>
              <a:rPr lang="en-US" sz="1400" dirty="0" smtClean="0">
                <a:solidFill>
                  <a:schemeClr val="tx1"/>
                </a:solidFill>
              </a:rPr>
              <a:t>of tutorials that exist in database, in which the tutorial title contains the searched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7298" y="4537297"/>
            <a:ext cx="6338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1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03466" y="119821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25358" y="1873515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44057" y="1679400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  <a:endCxn id="12" idx="0"/>
          </p:cNvCxnSpPr>
          <p:nvPr/>
        </p:nvCxnSpPr>
        <p:spPr>
          <a:xfrm flipH="1">
            <a:off x="3131728" y="3459836"/>
            <a:ext cx="10756" cy="4121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42484" y="2387781"/>
            <a:ext cx="4612" cy="4419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98273" y="2829732"/>
            <a:ext cx="1488421" cy="6301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following </a:t>
            </a:r>
            <a:r>
              <a:rPr lang="en-US" sz="1400" dirty="0">
                <a:solidFill>
                  <a:schemeClr val="tx1"/>
                </a:solidFill>
              </a:rPr>
              <a:t>tab</a:t>
            </a:r>
          </a:p>
        </p:txBody>
      </p:sp>
      <p:sp>
        <p:nvSpPr>
          <p:cNvPr id="12" name="Decision 11"/>
          <p:cNvSpPr/>
          <p:nvPr/>
        </p:nvSpPr>
        <p:spPr>
          <a:xfrm>
            <a:off x="1865203" y="3872019"/>
            <a:ext cx="2533049" cy="112877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Does user logged in as a blogger?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</p:cNvCxnSpPr>
          <p:nvPr/>
        </p:nvCxnSpPr>
        <p:spPr>
          <a:xfrm>
            <a:off x="3131728" y="5000793"/>
            <a:ext cx="10756" cy="4266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5707" y="4151915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2" idx="3"/>
            <a:endCxn id="15" idx="1"/>
          </p:cNvCxnSpPr>
          <p:nvPr/>
        </p:nvCxnSpPr>
        <p:spPr>
          <a:xfrm>
            <a:off x="4398252" y="4436406"/>
            <a:ext cx="4474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24" idx="0"/>
          </p:cNvCxnSpPr>
          <p:nvPr/>
        </p:nvCxnSpPr>
        <p:spPr>
          <a:xfrm flipH="1">
            <a:off x="3135703" y="6231529"/>
            <a:ext cx="8354" cy="668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1728" y="494079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359444" y="412406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2840233" y="690023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74027" y="702738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endCxn id="15" idx="2"/>
          </p:cNvCxnSpPr>
          <p:nvPr/>
        </p:nvCxnSpPr>
        <p:spPr>
          <a:xfrm flipH="1" flipV="1">
            <a:off x="5473917" y="4720896"/>
            <a:ext cx="5743" cy="24654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05469" y="7186325"/>
            <a:ext cx="207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873845" y="5427438"/>
            <a:ext cx="2540424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from the following bloggers.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40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52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7701" y="19696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06536" y="841093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37502" y="854870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528072" y="926370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create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8292" y="678145"/>
            <a:ext cx="9000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457292" y="1336924"/>
            <a:ext cx="0" cy="4624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36000" y="1799374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 tutorial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57777" y="2596408"/>
            <a:ext cx="2425598" cy="655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picture, title, and category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>
            <a:off x="3457292" y="2295052"/>
            <a:ext cx="13284" cy="3013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33" idx="0"/>
          </p:cNvCxnSpPr>
          <p:nvPr/>
        </p:nvCxnSpPr>
        <p:spPr>
          <a:xfrm>
            <a:off x="3470576" y="3251458"/>
            <a:ext cx="2343" cy="2829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495203" y="8029947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554842" y="3534418"/>
            <a:ext cx="1836154" cy="4531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next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969441" y="4413942"/>
            <a:ext cx="3006955" cy="486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add tutorial step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>
            <a:stCxn id="33" idx="2"/>
            <a:endCxn id="35" idx="0"/>
          </p:cNvCxnSpPr>
          <p:nvPr/>
        </p:nvCxnSpPr>
        <p:spPr>
          <a:xfrm>
            <a:off x="3472919" y="3987589"/>
            <a:ext cx="0" cy="4263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340538" y="5191212"/>
            <a:ext cx="2309329" cy="6021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information step by step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589439" y="6139070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stCxn id="35" idx="2"/>
            <a:endCxn id="41" idx="0"/>
          </p:cNvCxnSpPr>
          <p:nvPr/>
        </p:nvCxnSpPr>
        <p:spPr>
          <a:xfrm>
            <a:off x="3472919" y="4899957"/>
            <a:ext cx="22284" cy="291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1" idx="2"/>
            <a:endCxn id="42" idx="0"/>
          </p:cNvCxnSpPr>
          <p:nvPr/>
        </p:nvCxnSpPr>
        <p:spPr>
          <a:xfrm>
            <a:off x="3495203" y="5793335"/>
            <a:ext cx="0" cy="345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350268" y="6881478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tutorial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350268" y="7601120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495203" y="6573208"/>
            <a:ext cx="0" cy="308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495203" y="7308516"/>
            <a:ext cx="0" cy="2926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50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8069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881863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39513" y="187162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04736" y="2714737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  <a:endCxn id="7" idx="0"/>
          </p:cNvCxnSpPr>
          <p:nvPr/>
        </p:nvCxnSpPr>
        <p:spPr>
          <a:xfrm flipH="1">
            <a:off x="3035891" y="2332594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5107" y="4696351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7" idx="2"/>
            <a:endCxn id="11" idx="0"/>
          </p:cNvCxnSpPr>
          <p:nvPr/>
        </p:nvCxnSpPr>
        <p:spPr>
          <a:xfrm>
            <a:off x="3035891" y="3466513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27571" y="3783860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2"/>
            <a:endCxn id="9" idx="0"/>
          </p:cNvCxnSpPr>
          <p:nvPr/>
        </p:nvCxnSpPr>
        <p:spPr>
          <a:xfrm>
            <a:off x="3037913" y="4377054"/>
            <a:ext cx="0" cy="3192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054020" y="1467395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2277552" y="5587366"/>
            <a:ext cx="1511293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5997" y="574318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4736" y="6731708"/>
            <a:ext cx="1862309" cy="5959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tutorial 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48799" y="7660087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33199" y="5269871"/>
            <a:ext cx="4714" cy="3174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5" idx="2"/>
            <a:endCxn id="17" idx="0"/>
          </p:cNvCxnSpPr>
          <p:nvPr/>
        </p:nvCxnSpPr>
        <p:spPr>
          <a:xfrm>
            <a:off x="3033199" y="6463466"/>
            <a:ext cx="2692" cy="2682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2"/>
            <a:endCxn id="18" idx="0"/>
          </p:cNvCxnSpPr>
          <p:nvPr/>
        </p:nvCxnSpPr>
        <p:spPr>
          <a:xfrm flipH="1">
            <a:off x="3033199" y="7327693"/>
            <a:ext cx="2692" cy="3323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  <a:endCxn id="2" idx="0"/>
          </p:cNvCxnSpPr>
          <p:nvPr/>
        </p:nvCxnSpPr>
        <p:spPr>
          <a:xfrm>
            <a:off x="3033199" y="8229068"/>
            <a:ext cx="10340" cy="277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5" idx="3"/>
            <a:endCxn id="16" idx="1"/>
          </p:cNvCxnSpPr>
          <p:nvPr/>
        </p:nvCxnSpPr>
        <p:spPr>
          <a:xfrm>
            <a:off x="3788845" y="6025416"/>
            <a:ext cx="557152" cy="2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6" idx="0"/>
          </p:cNvCxnSpPr>
          <p:nvPr/>
        </p:nvCxnSpPr>
        <p:spPr>
          <a:xfrm flipV="1">
            <a:off x="4974207" y="4073773"/>
            <a:ext cx="0" cy="16694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719288" y="4073773"/>
            <a:ext cx="12549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54020" y="640084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3781751" y="569040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9355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60334" y="1746722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25557" y="248575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4" idx="2"/>
            <a:endCxn id="5" idx="0"/>
          </p:cNvCxnSpPr>
          <p:nvPr/>
        </p:nvCxnSpPr>
        <p:spPr>
          <a:xfrm flipH="1">
            <a:off x="3056712" y="2207692"/>
            <a:ext cx="2022" cy="278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  <a:endCxn id="4" idx="0"/>
          </p:cNvCxnSpPr>
          <p:nvPr/>
        </p:nvCxnSpPr>
        <p:spPr>
          <a:xfrm>
            <a:off x="3056024" y="1467395"/>
            <a:ext cx="2710" cy="2793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  <a:endCxn id="10" idx="0"/>
          </p:cNvCxnSpPr>
          <p:nvPr/>
        </p:nvCxnSpPr>
        <p:spPr>
          <a:xfrm flipH="1">
            <a:off x="3054020" y="3237526"/>
            <a:ext cx="2692" cy="2942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23664" y="3531780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tutorial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3" idx="0"/>
          </p:cNvCxnSpPr>
          <p:nvPr/>
        </p:nvCxnSpPr>
        <p:spPr>
          <a:xfrm flipH="1">
            <a:off x="3049910" y="3992750"/>
            <a:ext cx="4110" cy="3715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2"/>
            <a:endCxn id="25" idx="0"/>
          </p:cNvCxnSpPr>
          <p:nvPr/>
        </p:nvCxnSpPr>
        <p:spPr>
          <a:xfrm>
            <a:off x="3069649" y="7218046"/>
            <a:ext cx="5192" cy="3518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ision 12"/>
          <p:cNvSpPr/>
          <p:nvPr/>
        </p:nvSpPr>
        <p:spPr>
          <a:xfrm>
            <a:off x="2162359" y="4364331"/>
            <a:ext cx="1775101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38494" y="646627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tutorial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21" idx="0"/>
          </p:cNvCxnSpPr>
          <p:nvPr/>
        </p:nvCxnSpPr>
        <p:spPr>
          <a:xfrm>
            <a:off x="3049910" y="5240431"/>
            <a:ext cx="12600" cy="340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93015" y="4526235"/>
            <a:ext cx="976484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3" idx="3"/>
            <a:endCxn id="16" idx="1"/>
          </p:cNvCxnSpPr>
          <p:nvPr/>
        </p:nvCxnSpPr>
        <p:spPr>
          <a:xfrm>
            <a:off x="3937460" y="4802381"/>
            <a:ext cx="555555" cy="10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4020" y="52389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960240" y="452307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2482824" y="5581118"/>
            <a:ext cx="115937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21" idx="2"/>
            <a:endCxn id="14" idx="0"/>
          </p:cNvCxnSpPr>
          <p:nvPr/>
        </p:nvCxnSpPr>
        <p:spPr>
          <a:xfrm>
            <a:off x="3062510" y="6154638"/>
            <a:ext cx="7139" cy="3116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0441" y="7569871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789711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923505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0" idx="0"/>
          </p:cNvCxnSpPr>
          <p:nvPr/>
        </p:nvCxnSpPr>
        <p:spPr>
          <a:xfrm>
            <a:off x="3074841" y="8138852"/>
            <a:ext cx="10340" cy="3672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4981257" y="2874129"/>
            <a:ext cx="0" cy="165210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987867" y="2874129"/>
            <a:ext cx="9933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3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286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69793" y="498240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3587" y="510955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shop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3222" y="4537297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4435" y="372026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</a:t>
            </a:r>
            <a:r>
              <a:rPr lang="en-US" sz="1400" dirty="0" smtClean="0">
                <a:solidFill>
                  <a:schemeClr val="tx1"/>
                </a:solidFill>
              </a:rPr>
              <a:t>shops that exist in database randomly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639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32360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728116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740831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14094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shop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804784"/>
            <a:ext cx="3039" cy="3361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5" idx="0"/>
          </p:cNvCxnSpPr>
          <p:nvPr/>
        </p:nvCxnSpPr>
        <p:spPr>
          <a:xfrm>
            <a:off x="3466261" y="2655213"/>
            <a:ext cx="2625" cy="5245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 flipH="1">
            <a:off x="3467298" y="6836062"/>
            <a:ext cx="6338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1895" y="6019034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</a:t>
            </a:r>
            <a:r>
              <a:rPr lang="en-US" sz="1400" dirty="0" smtClean="0">
                <a:solidFill>
                  <a:schemeClr val="tx1"/>
                </a:solidFill>
              </a:rPr>
              <a:t>of shops that 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458917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73636" y="5406207"/>
            <a:ext cx="0" cy="6128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44574" y="3179717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category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2" idx="0"/>
          </p:cNvCxnSpPr>
          <p:nvPr/>
        </p:nvCxnSpPr>
        <p:spPr>
          <a:xfrm>
            <a:off x="3468886" y="3996745"/>
            <a:ext cx="4750" cy="5924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665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shop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7298" y="5896592"/>
            <a:ext cx="0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5968" y="5079564"/>
            <a:ext cx="326265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</a:t>
            </a:r>
            <a:r>
              <a:rPr lang="en-US" sz="1400" dirty="0" smtClean="0">
                <a:solidFill>
                  <a:schemeClr val="tx1"/>
                </a:solidFill>
              </a:rPr>
              <a:t>shops that exist in database, in which the shop name contains the searched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7298" y="4537297"/>
            <a:ext cx="6338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889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shop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781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23651" y="127174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3957" y="739689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4923" y="75346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22498" y="2001149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create shop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 flipH="1">
            <a:off x="3351718" y="1752924"/>
            <a:ext cx="12524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351718" y="2411703"/>
            <a:ext cx="0" cy="4624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0426" y="2874153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 shop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37482" y="3842544"/>
            <a:ext cx="2425598" cy="655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shop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 flipH="1">
            <a:off x="3350281" y="3369831"/>
            <a:ext cx="1437" cy="4727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42" idx="0"/>
          </p:cNvCxnSpPr>
          <p:nvPr/>
        </p:nvCxnSpPr>
        <p:spPr>
          <a:xfrm>
            <a:off x="3350281" y="4497594"/>
            <a:ext cx="2343" cy="455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352624" y="7015898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446860" y="4952797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207689" y="5781317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shop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07689" y="6587071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352624" y="5386935"/>
            <a:ext cx="0" cy="3943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352624" y="6208355"/>
            <a:ext cx="0" cy="3787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072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8069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881863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39513" y="187162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04736" y="2714737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shop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  <a:endCxn id="7" idx="0"/>
          </p:cNvCxnSpPr>
          <p:nvPr/>
        </p:nvCxnSpPr>
        <p:spPr>
          <a:xfrm flipH="1">
            <a:off x="3035891" y="2332594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5107" y="4696351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7" idx="2"/>
            <a:endCxn id="11" idx="0"/>
          </p:cNvCxnSpPr>
          <p:nvPr/>
        </p:nvCxnSpPr>
        <p:spPr>
          <a:xfrm>
            <a:off x="3035891" y="3466513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27571" y="3783860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2"/>
            <a:endCxn id="9" idx="0"/>
          </p:cNvCxnSpPr>
          <p:nvPr/>
        </p:nvCxnSpPr>
        <p:spPr>
          <a:xfrm>
            <a:off x="3037913" y="4377054"/>
            <a:ext cx="0" cy="3192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054020" y="1467395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2277552" y="5587366"/>
            <a:ext cx="1511293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5997" y="574318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4736" y="6731708"/>
            <a:ext cx="1862309" cy="5959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shop 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48799" y="7660087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33199" y="5269871"/>
            <a:ext cx="4714" cy="3174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5" idx="2"/>
            <a:endCxn id="17" idx="0"/>
          </p:cNvCxnSpPr>
          <p:nvPr/>
        </p:nvCxnSpPr>
        <p:spPr>
          <a:xfrm>
            <a:off x="3033199" y="6463466"/>
            <a:ext cx="2692" cy="2682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2"/>
            <a:endCxn id="18" idx="0"/>
          </p:cNvCxnSpPr>
          <p:nvPr/>
        </p:nvCxnSpPr>
        <p:spPr>
          <a:xfrm flipH="1">
            <a:off x="3033199" y="7327693"/>
            <a:ext cx="2692" cy="3323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  <a:endCxn id="2" idx="0"/>
          </p:cNvCxnSpPr>
          <p:nvPr/>
        </p:nvCxnSpPr>
        <p:spPr>
          <a:xfrm>
            <a:off x="3033199" y="8229068"/>
            <a:ext cx="10340" cy="277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5" idx="3"/>
            <a:endCxn id="16" idx="1"/>
          </p:cNvCxnSpPr>
          <p:nvPr/>
        </p:nvCxnSpPr>
        <p:spPr>
          <a:xfrm>
            <a:off x="3788845" y="6025416"/>
            <a:ext cx="557152" cy="2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6" idx="0"/>
          </p:cNvCxnSpPr>
          <p:nvPr/>
        </p:nvCxnSpPr>
        <p:spPr>
          <a:xfrm flipV="1">
            <a:off x="4974207" y="4073773"/>
            <a:ext cx="0" cy="16694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719288" y="4073773"/>
            <a:ext cx="12549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54020" y="640084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3781751" y="569040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7990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>
                <a:solidFill>
                  <a:schemeClr val="tx1"/>
                </a:solidFill>
              </a:rPr>
              <a:t>shop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34" y="1746722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25557" y="248575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</a:t>
            </a:r>
            <a:r>
              <a:rPr lang="en-US" sz="1400" dirty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4" idx="2"/>
            <a:endCxn id="5" idx="0"/>
          </p:cNvCxnSpPr>
          <p:nvPr/>
        </p:nvCxnSpPr>
        <p:spPr>
          <a:xfrm flipH="1">
            <a:off x="3056712" y="2207692"/>
            <a:ext cx="2022" cy="278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  <a:endCxn id="4" idx="0"/>
          </p:cNvCxnSpPr>
          <p:nvPr/>
        </p:nvCxnSpPr>
        <p:spPr>
          <a:xfrm>
            <a:off x="3056024" y="1467395"/>
            <a:ext cx="2710" cy="2793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  <a:endCxn id="10" idx="0"/>
          </p:cNvCxnSpPr>
          <p:nvPr/>
        </p:nvCxnSpPr>
        <p:spPr>
          <a:xfrm flipH="1">
            <a:off x="3054020" y="3237526"/>
            <a:ext cx="2692" cy="2942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23664" y="3531780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</a:t>
            </a:r>
            <a:r>
              <a:rPr lang="en-US" sz="1400" dirty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3" idx="0"/>
          </p:cNvCxnSpPr>
          <p:nvPr/>
        </p:nvCxnSpPr>
        <p:spPr>
          <a:xfrm flipH="1">
            <a:off x="3049910" y="3992750"/>
            <a:ext cx="4110" cy="3715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2"/>
            <a:endCxn id="25" idx="0"/>
          </p:cNvCxnSpPr>
          <p:nvPr/>
        </p:nvCxnSpPr>
        <p:spPr>
          <a:xfrm>
            <a:off x="3069649" y="7218046"/>
            <a:ext cx="5192" cy="3518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ision 12"/>
          <p:cNvSpPr/>
          <p:nvPr/>
        </p:nvSpPr>
        <p:spPr>
          <a:xfrm>
            <a:off x="2162359" y="4364331"/>
            <a:ext cx="1775101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38494" y="646627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</a:t>
            </a:r>
            <a:r>
              <a:rPr lang="en-US" sz="1400" dirty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21" idx="0"/>
          </p:cNvCxnSpPr>
          <p:nvPr/>
        </p:nvCxnSpPr>
        <p:spPr>
          <a:xfrm>
            <a:off x="3049910" y="5240431"/>
            <a:ext cx="12600" cy="340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93015" y="4526235"/>
            <a:ext cx="976484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3" idx="3"/>
            <a:endCxn id="16" idx="1"/>
          </p:cNvCxnSpPr>
          <p:nvPr/>
        </p:nvCxnSpPr>
        <p:spPr>
          <a:xfrm>
            <a:off x="3937460" y="4802381"/>
            <a:ext cx="555555" cy="10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4020" y="52389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960240" y="452307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2482824" y="5581118"/>
            <a:ext cx="115937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21" idx="2"/>
            <a:endCxn id="14" idx="0"/>
          </p:cNvCxnSpPr>
          <p:nvPr/>
        </p:nvCxnSpPr>
        <p:spPr>
          <a:xfrm>
            <a:off x="3062510" y="6154638"/>
            <a:ext cx="7139" cy="3116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0441" y="7569871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789711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923505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0" idx="0"/>
          </p:cNvCxnSpPr>
          <p:nvPr/>
        </p:nvCxnSpPr>
        <p:spPr>
          <a:xfrm>
            <a:off x="3074841" y="8138852"/>
            <a:ext cx="10340" cy="3672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16" idx="2"/>
          </p:cNvCxnSpPr>
          <p:nvPr/>
        </p:nvCxnSpPr>
        <p:spPr>
          <a:xfrm flipV="1">
            <a:off x="4981257" y="5099755"/>
            <a:ext cx="0" cy="3685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0" idx="6"/>
          </p:cNvCxnSpPr>
          <p:nvPr/>
        </p:nvCxnSpPr>
        <p:spPr>
          <a:xfrm flipH="1">
            <a:off x="3380650" y="8801558"/>
            <a:ext cx="16006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657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90324" y="88687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812216" y="173887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2" idx="4"/>
            <a:endCxn id="5" idx="0"/>
          </p:cNvCxnSpPr>
          <p:nvPr/>
        </p:nvCxnSpPr>
        <p:spPr>
          <a:xfrm>
            <a:off x="3430915" y="1368051"/>
            <a:ext cx="3039" cy="3708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2"/>
            <a:endCxn id="10" idx="0"/>
          </p:cNvCxnSpPr>
          <p:nvPr/>
        </p:nvCxnSpPr>
        <p:spPr>
          <a:xfrm>
            <a:off x="3433954" y="2253140"/>
            <a:ext cx="7766" cy="4175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17408" y="267070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around me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8" idx="0"/>
          </p:cNvCxnSpPr>
          <p:nvPr/>
        </p:nvCxnSpPr>
        <p:spPr>
          <a:xfrm flipH="1">
            <a:off x="3433954" y="3487737"/>
            <a:ext cx="7766" cy="427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50665" y="759207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84459" y="771922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038330" y="3915307"/>
            <a:ext cx="2791248" cy="768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Connect with Google Map and provide location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280021" y="6357824"/>
            <a:ext cx="2322616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exact location of shops near by the user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8" idx="2"/>
            <a:endCxn id="22" idx="0"/>
          </p:cNvCxnSpPr>
          <p:nvPr/>
        </p:nvCxnSpPr>
        <p:spPr>
          <a:xfrm>
            <a:off x="3433954" y="4683375"/>
            <a:ext cx="7766" cy="4479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2"/>
            <a:endCxn id="16" idx="0"/>
          </p:cNvCxnSpPr>
          <p:nvPr/>
        </p:nvCxnSpPr>
        <p:spPr>
          <a:xfrm>
            <a:off x="3441329" y="7174852"/>
            <a:ext cx="4806" cy="417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80412" y="5131354"/>
            <a:ext cx="2322616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System retrieves the location from database. </a:t>
            </a:r>
          </a:p>
        </p:txBody>
      </p:sp>
      <p:cxnSp>
        <p:nvCxnSpPr>
          <p:cNvPr id="23" name="Straight Arrow Connector 22"/>
          <p:cNvCxnSpPr>
            <a:stCxn id="22" idx="2"/>
            <a:endCxn id="19" idx="0"/>
          </p:cNvCxnSpPr>
          <p:nvPr/>
        </p:nvCxnSpPr>
        <p:spPr>
          <a:xfrm flipH="1">
            <a:off x="3441329" y="5948382"/>
            <a:ext cx="391" cy="4094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74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94735" y="176678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3189377" y="8306614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323171" y="8433763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816627" y="941102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2" idx="4"/>
            <a:endCxn id="5" idx="0"/>
          </p:cNvCxnSpPr>
          <p:nvPr/>
        </p:nvCxnSpPr>
        <p:spPr>
          <a:xfrm>
            <a:off x="3435326" y="657859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2"/>
            <a:endCxn id="10" idx="0"/>
          </p:cNvCxnSpPr>
          <p:nvPr/>
        </p:nvCxnSpPr>
        <p:spPr>
          <a:xfrm>
            <a:off x="3438365" y="1455368"/>
            <a:ext cx="7375" cy="373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9" idx="2"/>
            <a:endCxn id="12" idx="0"/>
          </p:cNvCxnSpPr>
          <p:nvPr/>
        </p:nvCxnSpPr>
        <p:spPr>
          <a:xfrm>
            <a:off x="3457610" y="3813397"/>
            <a:ext cx="8870" cy="3809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38823" y="299636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1428" y="1829147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shop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9" idx="0"/>
          </p:cNvCxnSpPr>
          <p:nvPr/>
        </p:nvCxnSpPr>
        <p:spPr>
          <a:xfrm>
            <a:off x="3445740" y="2646175"/>
            <a:ext cx="11870" cy="3501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0716" y="4194366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location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073067" y="4991473"/>
            <a:ext cx="2791248" cy="768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Connect with Google Map and provide location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3" idx="0"/>
          </p:cNvCxnSpPr>
          <p:nvPr/>
        </p:nvCxnSpPr>
        <p:spPr>
          <a:xfrm>
            <a:off x="3466480" y="4628504"/>
            <a:ext cx="2211" cy="3629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2085" y="7233243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exact location of the 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3" idx="2"/>
            <a:endCxn id="20" idx="0"/>
          </p:cNvCxnSpPr>
          <p:nvPr/>
        </p:nvCxnSpPr>
        <p:spPr>
          <a:xfrm>
            <a:off x="3468691" y="5759541"/>
            <a:ext cx="14242" cy="3224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7" idx="2"/>
            <a:endCxn id="3" idx="0"/>
          </p:cNvCxnSpPr>
          <p:nvPr/>
        </p:nvCxnSpPr>
        <p:spPr>
          <a:xfrm>
            <a:off x="3480872" y="8050271"/>
            <a:ext cx="3975" cy="2563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321625" y="6081985"/>
            <a:ext cx="2322616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System retrieves the location from database. </a:t>
            </a:r>
          </a:p>
        </p:txBody>
      </p:sp>
      <p:cxnSp>
        <p:nvCxnSpPr>
          <p:cNvPr id="23" name="Straight Arrow Connector 22"/>
          <p:cNvCxnSpPr>
            <a:stCxn id="20" idx="2"/>
            <a:endCxn id="17" idx="0"/>
          </p:cNvCxnSpPr>
          <p:nvPr/>
        </p:nvCxnSpPr>
        <p:spPr>
          <a:xfrm flipH="1">
            <a:off x="3480872" y="6899013"/>
            <a:ext cx="2061" cy="3342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164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23651" y="14398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75575" y="844546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6541" y="858323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22498" y="873386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create/edit shop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 flipH="1">
            <a:off x="3351718" y="625161"/>
            <a:ext cx="12524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351718" y="1283940"/>
            <a:ext cx="0" cy="2872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0426" y="1571230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create/edit shop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85457" y="2364461"/>
            <a:ext cx="2132522" cy="4819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shop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>
            <a:off x="3351718" y="2066908"/>
            <a:ext cx="0" cy="2975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34" idx="0"/>
          </p:cNvCxnSpPr>
          <p:nvPr/>
        </p:nvCxnSpPr>
        <p:spPr>
          <a:xfrm>
            <a:off x="3351718" y="2846385"/>
            <a:ext cx="1563" cy="3303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364242" y="8064474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68215" y="6065367"/>
            <a:ext cx="1569844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done/save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219307" y="6895578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shop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19307" y="7635647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353137" y="6499505"/>
            <a:ext cx="11105" cy="3960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364242" y="7322616"/>
            <a:ext cx="0" cy="3130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447517" y="3176698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location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959868" y="3973805"/>
            <a:ext cx="2791248" cy="768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Connect with Google Map and provide location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34" idx="2"/>
            <a:endCxn id="35" idx="0"/>
          </p:cNvCxnSpPr>
          <p:nvPr/>
        </p:nvCxnSpPr>
        <p:spPr>
          <a:xfrm>
            <a:off x="3353281" y="3610836"/>
            <a:ext cx="2211" cy="3629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45954" y="5080718"/>
            <a:ext cx="1811527" cy="590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Identify the shop’s location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/>
          <p:cNvCxnSpPr>
            <a:stCxn id="35" idx="2"/>
            <a:endCxn id="43" idx="0"/>
          </p:cNvCxnSpPr>
          <p:nvPr/>
        </p:nvCxnSpPr>
        <p:spPr>
          <a:xfrm flipH="1">
            <a:off x="3351718" y="4741873"/>
            <a:ext cx="3774" cy="3388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3" idx="2"/>
            <a:endCxn id="42" idx="0"/>
          </p:cNvCxnSpPr>
          <p:nvPr/>
        </p:nvCxnSpPr>
        <p:spPr>
          <a:xfrm>
            <a:off x="3351718" y="5670870"/>
            <a:ext cx="1419" cy="3944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352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 including comments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456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31010" y="4897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9469" y="849374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3263" y="862089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76189" y="760478"/>
            <a:ext cx="1598739" cy="4390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471601" y="477235"/>
            <a:ext cx="3958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75559" y="1199502"/>
            <a:ext cx="6456" cy="245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3" idx="0"/>
          </p:cNvCxnSpPr>
          <p:nvPr/>
        </p:nvCxnSpPr>
        <p:spPr>
          <a:xfrm flipH="1">
            <a:off x="3471601" y="2839990"/>
            <a:ext cx="10414" cy="30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19113" y="2221908"/>
            <a:ext cx="2525804" cy="6180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 including comments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38408" y="1444733"/>
            <a:ext cx="2087214" cy="477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82015" y="1922729"/>
            <a:ext cx="0" cy="2991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93830" y="3148880"/>
            <a:ext cx="1555541" cy="6916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add comment box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39093" y="4140387"/>
            <a:ext cx="1265016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Add comment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2"/>
            <a:endCxn id="15" idx="0"/>
          </p:cNvCxnSpPr>
          <p:nvPr/>
        </p:nvCxnSpPr>
        <p:spPr>
          <a:xfrm>
            <a:off x="3471601" y="3840510"/>
            <a:ext cx="0" cy="299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ision 18"/>
          <p:cNvSpPr/>
          <p:nvPr/>
        </p:nvSpPr>
        <p:spPr>
          <a:xfrm>
            <a:off x="2479096" y="4976076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Is the comment in the right format?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5" idx="2"/>
            <a:endCxn id="19" idx="0"/>
          </p:cNvCxnSpPr>
          <p:nvPr/>
        </p:nvCxnSpPr>
        <p:spPr>
          <a:xfrm>
            <a:off x="3471601" y="4702843"/>
            <a:ext cx="0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2"/>
            <a:endCxn id="40" idx="0"/>
          </p:cNvCxnSpPr>
          <p:nvPr/>
        </p:nvCxnSpPr>
        <p:spPr>
          <a:xfrm>
            <a:off x="3471601" y="6226810"/>
            <a:ext cx="3039" cy="36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12623" y="5318576"/>
            <a:ext cx="1532039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19" idx="3"/>
            <a:endCxn id="28" idx="1"/>
          </p:cNvCxnSpPr>
          <p:nvPr/>
        </p:nvCxnSpPr>
        <p:spPr>
          <a:xfrm>
            <a:off x="4464106" y="5601443"/>
            <a:ext cx="548517" cy="3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73444" y="6191530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451640" y="5293666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5778643" y="3481188"/>
            <a:ext cx="0" cy="18373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4249372" y="3496871"/>
            <a:ext cx="152927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497639" y="6589690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comment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498532" y="7462642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added comment on tutorial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40" idx="2"/>
            <a:endCxn id="63" idx="0"/>
          </p:cNvCxnSpPr>
          <p:nvPr/>
        </p:nvCxnSpPr>
        <p:spPr>
          <a:xfrm>
            <a:off x="3474640" y="7130515"/>
            <a:ext cx="8675" cy="332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3" idx="2"/>
            <a:endCxn id="6" idx="0"/>
          </p:cNvCxnSpPr>
          <p:nvPr/>
        </p:nvCxnSpPr>
        <p:spPr>
          <a:xfrm>
            <a:off x="3483315" y="8113655"/>
            <a:ext cx="1624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063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033" y="167586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93925" y="932010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12624" y="648767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15663" y="1446276"/>
            <a:ext cx="7375" cy="2925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3513" y="2699820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 like button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98726" y="1738817"/>
            <a:ext cx="1648623" cy="6720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23038" y="2410843"/>
            <a:ext cx="9262" cy="2889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554" y="3574440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the like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1" idx="2"/>
            <a:endCxn id="16" idx="0"/>
          </p:cNvCxnSpPr>
          <p:nvPr/>
        </p:nvCxnSpPr>
        <p:spPr>
          <a:xfrm>
            <a:off x="3432300" y="3229693"/>
            <a:ext cx="2041" cy="3447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6" idx="2"/>
            <a:endCxn id="27" idx="0"/>
          </p:cNvCxnSpPr>
          <p:nvPr/>
        </p:nvCxnSpPr>
        <p:spPr>
          <a:xfrm flipH="1">
            <a:off x="3423038" y="4104313"/>
            <a:ext cx="11303" cy="352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40906" y="80854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274700" y="82126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ecision 26"/>
          <p:cNvSpPr/>
          <p:nvPr/>
        </p:nvSpPr>
        <p:spPr>
          <a:xfrm>
            <a:off x="2430533" y="4456413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 has liked this tutorial or </a:t>
            </a:r>
            <a:r>
              <a:rPr lang="en-US" sz="1400" dirty="0" smtClean="0">
                <a:solidFill>
                  <a:schemeClr val="tx1"/>
                </a:solidFill>
              </a:rPr>
              <a:t>not?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7" idx="2"/>
            <a:endCxn id="36" idx="0"/>
          </p:cNvCxnSpPr>
          <p:nvPr/>
        </p:nvCxnSpPr>
        <p:spPr>
          <a:xfrm>
            <a:off x="3423038" y="5707147"/>
            <a:ext cx="13338" cy="383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35278" y="4623770"/>
            <a:ext cx="1893940" cy="916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System </a:t>
            </a:r>
            <a:r>
              <a:rPr lang="en-US" sz="1400" dirty="0" smtClean="0">
                <a:solidFill>
                  <a:srgbClr val="000000"/>
                </a:solidFill>
              </a:rPr>
              <a:t>deletes </a:t>
            </a:r>
            <a:r>
              <a:rPr lang="en-US" sz="1400" dirty="0">
                <a:solidFill>
                  <a:srgbClr val="000000"/>
                </a:solidFill>
              </a:rPr>
              <a:t>like number by one in popular table in database. </a:t>
            </a:r>
          </a:p>
        </p:txBody>
      </p:sp>
      <p:cxnSp>
        <p:nvCxnSpPr>
          <p:cNvPr id="31" name="Straight Arrow Connector 30"/>
          <p:cNvCxnSpPr>
            <a:stCxn id="27" idx="3"/>
            <a:endCxn id="30" idx="1"/>
          </p:cNvCxnSpPr>
          <p:nvPr/>
        </p:nvCxnSpPr>
        <p:spPr>
          <a:xfrm>
            <a:off x="4415543" y="5081780"/>
            <a:ext cx="4197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24881" y="567186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4403077" y="477400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4" name="Straight Connector 33"/>
          <p:cNvCxnSpPr>
            <a:endCxn id="30" idx="2"/>
          </p:cNvCxnSpPr>
          <p:nvPr/>
        </p:nvCxnSpPr>
        <p:spPr>
          <a:xfrm flipV="1">
            <a:off x="5782248" y="5539790"/>
            <a:ext cx="0" cy="1830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403078" y="7369932"/>
            <a:ext cx="137917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381529" y="6091055"/>
            <a:ext cx="2109694" cy="6312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System </a:t>
            </a:r>
            <a:r>
              <a:rPr lang="en-US" sz="1400" dirty="0" smtClean="0">
                <a:solidFill>
                  <a:srgbClr val="000000"/>
                </a:solidFill>
              </a:rPr>
              <a:t>adds like number by one in popular table </a:t>
            </a:r>
            <a:r>
              <a:rPr lang="en-US" sz="1400" dirty="0">
                <a:solidFill>
                  <a:srgbClr val="000000"/>
                </a:solidFill>
              </a:rPr>
              <a:t>in database.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49969" y="7054389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</a:t>
            </a:r>
            <a:r>
              <a:rPr lang="en-US" sz="1400" dirty="0" smtClean="0">
                <a:solidFill>
                  <a:schemeClr val="tx1"/>
                </a:solidFill>
              </a:rPr>
              <a:t>updated like number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36" idx="2"/>
            <a:endCxn id="37" idx="0"/>
          </p:cNvCxnSpPr>
          <p:nvPr/>
        </p:nvCxnSpPr>
        <p:spPr>
          <a:xfrm flipH="1">
            <a:off x="3434752" y="6722263"/>
            <a:ext cx="1624" cy="3321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7" idx="2"/>
            <a:endCxn id="23" idx="0"/>
          </p:cNvCxnSpPr>
          <p:nvPr/>
        </p:nvCxnSpPr>
        <p:spPr>
          <a:xfrm>
            <a:off x="3434752" y="7705402"/>
            <a:ext cx="1624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849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32935" y="310085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2" idx="0"/>
          </p:cNvCxnSpPr>
          <p:nvPr/>
        </p:nvCxnSpPr>
        <p:spPr>
          <a:xfrm>
            <a:off x="3173526" y="791266"/>
            <a:ext cx="10414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6774" y="224671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9628" y="1099090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blogger and 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175561" y="1916118"/>
            <a:ext cx="8379" cy="3306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279055" y="3388373"/>
            <a:ext cx="1794126" cy="5299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1" idx="2"/>
            <a:endCxn id="26" idx="0"/>
          </p:cNvCxnSpPr>
          <p:nvPr/>
        </p:nvCxnSpPr>
        <p:spPr>
          <a:xfrm>
            <a:off x="3175561" y="3063747"/>
            <a:ext cx="557" cy="3246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6" idx="2"/>
            <a:endCxn id="18" idx="0"/>
          </p:cNvCxnSpPr>
          <p:nvPr/>
        </p:nvCxnSpPr>
        <p:spPr>
          <a:xfrm>
            <a:off x="3176118" y="3918371"/>
            <a:ext cx="9818" cy="367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03804" y="800446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037598" y="813161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ecision 17"/>
          <p:cNvSpPr/>
          <p:nvPr/>
        </p:nvSpPr>
        <p:spPr>
          <a:xfrm>
            <a:off x="2193431" y="4286251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 has </a:t>
            </a:r>
            <a:r>
              <a:rPr lang="en-US" sz="1400" dirty="0" smtClean="0">
                <a:solidFill>
                  <a:schemeClr val="tx1"/>
                </a:solidFill>
              </a:rPr>
              <a:t>followed </a:t>
            </a:r>
            <a:r>
              <a:rPr lang="en-US" sz="1400" dirty="0">
                <a:solidFill>
                  <a:schemeClr val="tx1"/>
                </a:solidFill>
              </a:rPr>
              <a:t>this </a:t>
            </a:r>
            <a:r>
              <a:rPr lang="en-US" sz="1400" dirty="0" smtClean="0">
                <a:solidFill>
                  <a:schemeClr val="tx1"/>
                </a:solidFill>
              </a:rPr>
              <a:t>blogger </a:t>
            </a:r>
            <a:r>
              <a:rPr lang="en-US" sz="1400" dirty="0">
                <a:solidFill>
                  <a:schemeClr val="tx1"/>
                </a:solidFill>
              </a:rPr>
              <a:t>or </a:t>
            </a:r>
            <a:r>
              <a:rPr lang="en-US" sz="1400" dirty="0" smtClean="0">
                <a:solidFill>
                  <a:schemeClr val="tx1"/>
                </a:solidFill>
              </a:rPr>
              <a:t>not?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8" idx="2"/>
            <a:endCxn id="29" idx="0"/>
          </p:cNvCxnSpPr>
          <p:nvPr/>
        </p:nvCxnSpPr>
        <p:spPr>
          <a:xfrm>
            <a:off x="3185936" y="5536985"/>
            <a:ext cx="3039" cy="3393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26958" y="4453608"/>
            <a:ext cx="1532039" cy="9160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System </a:t>
            </a:r>
            <a:r>
              <a:rPr lang="en-US" sz="1400" dirty="0" smtClean="0">
                <a:solidFill>
                  <a:srgbClr val="000000"/>
                </a:solidFill>
              </a:rPr>
              <a:t>deletes </a:t>
            </a:r>
            <a:r>
              <a:rPr lang="en-US" sz="1400" dirty="0">
                <a:solidFill>
                  <a:srgbClr val="000000"/>
                </a:solidFill>
              </a:rPr>
              <a:t>information in follow table in </a:t>
            </a:r>
            <a:r>
              <a:rPr lang="en-US" sz="1400" dirty="0" smtClean="0">
                <a:solidFill>
                  <a:srgbClr val="000000"/>
                </a:solidFill>
              </a:rPr>
              <a:t>database</a:t>
            </a:r>
            <a:r>
              <a:rPr lang="en-US" sz="1400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22" name="Straight Arrow Connector 21"/>
          <p:cNvCxnSpPr>
            <a:stCxn id="18" idx="3"/>
            <a:endCxn id="21" idx="1"/>
          </p:cNvCxnSpPr>
          <p:nvPr/>
        </p:nvCxnSpPr>
        <p:spPr>
          <a:xfrm>
            <a:off x="4178441" y="4911618"/>
            <a:ext cx="54851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87779" y="550170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165975" y="460384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25" name="Straight Connector 24"/>
          <p:cNvCxnSpPr>
            <a:endCxn id="21" idx="2"/>
          </p:cNvCxnSpPr>
          <p:nvPr/>
        </p:nvCxnSpPr>
        <p:spPr>
          <a:xfrm flipV="1">
            <a:off x="5492978" y="5369628"/>
            <a:ext cx="0" cy="19439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165976" y="7313557"/>
            <a:ext cx="13270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211974" y="5876328"/>
            <a:ext cx="1954001" cy="74261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System adds information in follow table in database.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12867" y="6973355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Display the updated </a:t>
            </a:r>
            <a:r>
              <a:rPr lang="en-US" sz="1400" dirty="0" smtClean="0">
                <a:solidFill>
                  <a:schemeClr val="tx1"/>
                </a:solidFill>
              </a:rPr>
              <a:t>following </a:t>
            </a:r>
            <a:r>
              <a:rPr lang="en-US" sz="1400" dirty="0">
                <a:solidFill>
                  <a:schemeClr val="tx1"/>
                </a:solidFill>
              </a:rPr>
              <a:t>number of the </a:t>
            </a:r>
            <a:r>
              <a:rPr lang="en-US" sz="1400" dirty="0" smtClean="0">
                <a:solidFill>
                  <a:schemeClr val="tx1"/>
                </a:solidFill>
              </a:rPr>
              <a:t>user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>
            <a:stCxn id="29" idx="2"/>
            <a:endCxn id="32" idx="0"/>
          </p:cNvCxnSpPr>
          <p:nvPr/>
        </p:nvCxnSpPr>
        <p:spPr>
          <a:xfrm>
            <a:off x="3188975" y="6618947"/>
            <a:ext cx="8675" cy="3544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2" idx="2"/>
            <a:endCxn id="16" idx="0"/>
          </p:cNvCxnSpPr>
          <p:nvPr/>
        </p:nvCxnSpPr>
        <p:spPr>
          <a:xfrm>
            <a:off x="3197650" y="7624368"/>
            <a:ext cx="1624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843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1464" y="91227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8376" y="78152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2170" y="79423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3356" y="167670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2055" y="139345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45094" y="2190967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6" idx="0"/>
          </p:cNvCxnSpPr>
          <p:nvPr/>
        </p:nvCxnSpPr>
        <p:spPr>
          <a:xfrm>
            <a:off x="3466261" y="7379013"/>
            <a:ext cx="17585" cy="4361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25303" y="392840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28157" y="2696116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44090" y="3513144"/>
            <a:ext cx="8379" cy="41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8157" y="5210745"/>
            <a:ext cx="1660176" cy="6866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following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61401" y="6366808"/>
            <a:ext cx="2009720" cy="10122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bloggers that the blogger(user) is following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444090" y="4745437"/>
            <a:ext cx="14155" cy="4653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  <a:endCxn id="15" idx="0"/>
          </p:cNvCxnSpPr>
          <p:nvPr/>
        </p:nvCxnSpPr>
        <p:spPr>
          <a:xfrm>
            <a:off x="3458245" y="5897346"/>
            <a:ext cx="8016" cy="46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990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1464" y="91227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8376" y="78152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2170" y="79423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3356" y="167670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2055" y="139345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45094" y="2190967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6" idx="0"/>
          </p:cNvCxnSpPr>
          <p:nvPr/>
        </p:nvCxnSpPr>
        <p:spPr>
          <a:xfrm>
            <a:off x="3466261" y="7379013"/>
            <a:ext cx="17585" cy="4361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25303" y="392840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28157" y="2696116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44090" y="3513144"/>
            <a:ext cx="8379" cy="41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8157" y="5210745"/>
            <a:ext cx="1660176" cy="6866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follower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61401" y="6366808"/>
            <a:ext cx="2009720" cy="10122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bloggers that have followed the blogger(user)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444090" y="4745437"/>
            <a:ext cx="14155" cy="4653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  <a:endCxn id="15" idx="0"/>
          </p:cNvCxnSpPr>
          <p:nvPr/>
        </p:nvCxnSpPr>
        <p:spPr>
          <a:xfrm>
            <a:off x="3458245" y="5897346"/>
            <a:ext cx="8016" cy="46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84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19599" y="69845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2" idx="0"/>
          </p:cNvCxnSpPr>
          <p:nvPr/>
        </p:nvCxnSpPr>
        <p:spPr>
          <a:xfrm>
            <a:off x="3460190" y="551026"/>
            <a:ext cx="0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49820" y="1760475"/>
            <a:ext cx="3028982" cy="5714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shopkeeper’s/blogger’s information and shops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63475" y="858850"/>
            <a:ext cx="4393430" cy="6081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shopkeeper/blogger and go to shopkeeper’s/blogger’s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60190" y="1466981"/>
            <a:ext cx="4121" cy="2934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75976" y="2655044"/>
            <a:ext cx="1794126" cy="3664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message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1" idx="2"/>
            <a:endCxn id="26" idx="0"/>
          </p:cNvCxnSpPr>
          <p:nvPr/>
        </p:nvCxnSpPr>
        <p:spPr>
          <a:xfrm>
            <a:off x="3464311" y="2331962"/>
            <a:ext cx="8728" cy="3230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75747" y="3306180"/>
            <a:ext cx="3794584" cy="6753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 between the user and the selected shopkeeper/blogger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73039" y="3021542"/>
            <a:ext cx="0" cy="2846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197982" y="841284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331776" y="853999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847606" y="4274797"/>
            <a:ext cx="1265016" cy="3888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Send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73039" y="3981521"/>
            <a:ext cx="7075" cy="2932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ecision 70"/>
          <p:cNvSpPr/>
          <p:nvPr/>
        </p:nvSpPr>
        <p:spPr>
          <a:xfrm>
            <a:off x="2487609" y="5001011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Is the message in the right format?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71"/>
          <p:cNvCxnSpPr>
            <a:stCxn id="69" idx="2"/>
            <a:endCxn id="71" idx="0"/>
          </p:cNvCxnSpPr>
          <p:nvPr/>
        </p:nvCxnSpPr>
        <p:spPr>
          <a:xfrm>
            <a:off x="3480114" y="4663685"/>
            <a:ext cx="0" cy="3373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1" idx="2"/>
            <a:endCxn id="80" idx="0"/>
          </p:cNvCxnSpPr>
          <p:nvPr/>
        </p:nvCxnSpPr>
        <p:spPr>
          <a:xfrm>
            <a:off x="3480114" y="6251745"/>
            <a:ext cx="3039" cy="36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021136" y="5343511"/>
            <a:ext cx="1532039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/>
          <p:cNvCxnSpPr>
            <a:stCxn id="71" idx="3"/>
            <a:endCxn id="74" idx="1"/>
          </p:cNvCxnSpPr>
          <p:nvPr/>
        </p:nvCxnSpPr>
        <p:spPr>
          <a:xfrm>
            <a:off x="4472619" y="5626378"/>
            <a:ext cx="548517" cy="3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481957" y="62164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4460153" y="531860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78" name="Straight Connector 77"/>
          <p:cNvCxnSpPr/>
          <p:nvPr/>
        </p:nvCxnSpPr>
        <p:spPr>
          <a:xfrm flipV="1">
            <a:off x="5792016" y="4479238"/>
            <a:ext cx="0" cy="8642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4112623" y="4479238"/>
            <a:ext cx="167453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2506152" y="6614625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message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085082" y="7424078"/>
            <a:ext cx="2816739" cy="6404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sent message on the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/>
          <p:cNvCxnSpPr>
            <a:stCxn id="80" idx="2"/>
            <a:endCxn id="81" idx="0"/>
          </p:cNvCxnSpPr>
          <p:nvPr/>
        </p:nvCxnSpPr>
        <p:spPr>
          <a:xfrm>
            <a:off x="3483153" y="7155450"/>
            <a:ext cx="10299" cy="268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81" idx="2"/>
            <a:endCxn id="67" idx="0"/>
          </p:cNvCxnSpPr>
          <p:nvPr/>
        </p:nvCxnSpPr>
        <p:spPr>
          <a:xfrm>
            <a:off x="3493452" y="8064502"/>
            <a:ext cx="0" cy="348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199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5967" y="16755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>
            <a:off x="3466558" y="2156703"/>
            <a:ext cx="5988" cy="377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5913" y="2534094"/>
            <a:ext cx="2653265" cy="923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the conversation between the user and shopkeeper/blogger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71088" y="671756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304882" y="684471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098996" y="5377950"/>
            <a:ext cx="273512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messages received from the shopkeeper/blogger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 flipH="1">
            <a:off x="3466558" y="3457257"/>
            <a:ext cx="5988" cy="4942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66558" y="6340422"/>
            <a:ext cx="0" cy="3771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55651" y="3951471"/>
            <a:ext cx="222181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System retrieves messages from database.</a:t>
            </a:r>
          </a:p>
        </p:txBody>
      </p:sp>
      <p:cxnSp>
        <p:nvCxnSpPr>
          <p:cNvPr id="14" name="Straight Arrow Connector 13"/>
          <p:cNvCxnSpPr>
            <a:stCxn id="12" idx="2"/>
            <a:endCxn id="69" idx="0"/>
          </p:cNvCxnSpPr>
          <p:nvPr/>
        </p:nvCxnSpPr>
        <p:spPr>
          <a:xfrm>
            <a:off x="3466558" y="4913943"/>
            <a:ext cx="0" cy="4640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837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8757" y="204742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 flipH="1">
            <a:off x="3415759" y="2528605"/>
            <a:ext cx="3589" cy="4058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02984" y="2934406"/>
            <a:ext cx="1825550" cy="5024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27467" y="688756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61261" y="701471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1741448" y="5414259"/>
            <a:ext cx="3355800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shopkeepers/bloggers that the blogger/shopkeeper has been communicating with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>
            <a:off x="3415759" y="3436841"/>
            <a:ext cx="0" cy="45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19348" y="6376731"/>
            <a:ext cx="3589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64412" y="3894044"/>
            <a:ext cx="2102693" cy="10026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chemeClr val="tx1"/>
                </a:solidFill>
              </a:rPr>
              <a:t>System </a:t>
            </a:r>
            <a:r>
              <a:rPr lang="en-US" sz="1400" dirty="0" smtClean="0">
                <a:solidFill>
                  <a:schemeClr val="tx1"/>
                </a:solidFill>
              </a:rPr>
              <a:t>checks the </a:t>
            </a:r>
            <a:r>
              <a:rPr lang="en-US" sz="1400" dirty="0">
                <a:solidFill>
                  <a:schemeClr val="tx1"/>
                </a:solidFill>
              </a:rPr>
              <a:t>people who have already had a conversation with the user </a:t>
            </a:r>
            <a:r>
              <a:rPr lang="en-US" sz="1400" dirty="0" smtClean="0">
                <a:solidFill>
                  <a:schemeClr val="tx1"/>
                </a:solidFill>
              </a:rPr>
              <a:t>in </a:t>
            </a:r>
            <a:r>
              <a:rPr lang="en-US" sz="1400" dirty="0">
                <a:solidFill>
                  <a:schemeClr val="tx1"/>
                </a:solidFill>
              </a:rPr>
              <a:t>database.</a:t>
            </a:r>
          </a:p>
        </p:txBody>
      </p:sp>
      <p:cxnSp>
        <p:nvCxnSpPr>
          <p:cNvPr id="14" name="Straight Arrow Connector 13"/>
          <p:cNvCxnSpPr>
            <a:stCxn id="12" idx="2"/>
            <a:endCxn id="69" idx="0"/>
          </p:cNvCxnSpPr>
          <p:nvPr/>
        </p:nvCxnSpPr>
        <p:spPr>
          <a:xfrm>
            <a:off x="3415759" y="4896736"/>
            <a:ext cx="3589" cy="5175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029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46401" y="18034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48646" y="831858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82440" y="844573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91580" y="891848"/>
            <a:ext cx="1598739" cy="4390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186992" y="608605"/>
            <a:ext cx="3958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190950" y="1330872"/>
            <a:ext cx="6456" cy="245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3" idx="0"/>
          </p:cNvCxnSpPr>
          <p:nvPr/>
        </p:nvCxnSpPr>
        <p:spPr>
          <a:xfrm flipH="1">
            <a:off x="3186992" y="2971360"/>
            <a:ext cx="10414" cy="30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4504" y="2353278"/>
            <a:ext cx="2525804" cy="6180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 including share to Facebook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53799" y="1576103"/>
            <a:ext cx="2087214" cy="477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197406" y="2054099"/>
            <a:ext cx="0" cy="2991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09221" y="3280250"/>
            <a:ext cx="1555541" cy="6916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Access to user’s Facebook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13565" y="4271757"/>
            <a:ext cx="2173530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confirmation post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2"/>
            <a:endCxn id="15" idx="0"/>
          </p:cNvCxnSpPr>
          <p:nvPr/>
        </p:nvCxnSpPr>
        <p:spPr>
          <a:xfrm>
            <a:off x="3186992" y="3971880"/>
            <a:ext cx="13338" cy="299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ision 18"/>
          <p:cNvSpPr/>
          <p:nvPr/>
        </p:nvSpPr>
        <p:spPr>
          <a:xfrm>
            <a:off x="2238274" y="5107446"/>
            <a:ext cx="1929018" cy="91602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 to Facebook wall?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5" idx="2"/>
            <a:endCxn id="19" idx="0"/>
          </p:cNvCxnSpPr>
          <p:nvPr/>
        </p:nvCxnSpPr>
        <p:spPr>
          <a:xfrm>
            <a:off x="3200330" y="4834213"/>
            <a:ext cx="2453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2"/>
            <a:endCxn id="40" idx="0"/>
          </p:cNvCxnSpPr>
          <p:nvPr/>
        </p:nvCxnSpPr>
        <p:spPr>
          <a:xfrm>
            <a:off x="3202783" y="6023466"/>
            <a:ext cx="9141" cy="3910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88835" y="6016370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223105" y="524862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49" idx="0"/>
          </p:cNvCxnSpPr>
          <p:nvPr/>
        </p:nvCxnSpPr>
        <p:spPr>
          <a:xfrm flipV="1">
            <a:off x="5337949" y="1809794"/>
            <a:ext cx="0" cy="34678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2" idx="3"/>
          </p:cNvCxnSpPr>
          <p:nvPr/>
        </p:nvCxnSpPr>
        <p:spPr>
          <a:xfrm flipH="1">
            <a:off x="4241013" y="1809794"/>
            <a:ext cx="1096936" cy="53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234923" y="6414530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post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35816" y="7287482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 the tutorial on Facebook wall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40" idx="2"/>
            <a:endCxn id="63" idx="0"/>
          </p:cNvCxnSpPr>
          <p:nvPr/>
        </p:nvCxnSpPr>
        <p:spPr>
          <a:xfrm>
            <a:off x="3211924" y="6955355"/>
            <a:ext cx="8675" cy="332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3" idx="2"/>
            <a:endCxn id="6" idx="0"/>
          </p:cNvCxnSpPr>
          <p:nvPr/>
        </p:nvCxnSpPr>
        <p:spPr>
          <a:xfrm>
            <a:off x="3220599" y="7938495"/>
            <a:ext cx="23517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720985" y="5277642"/>
            <a:ext cx="1233927" cy="5698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cancel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/>
          <p:cNvCxnSpPr>
            <a:stCxn id="19" idx="3"/>
            <a:endCxn id="49" idx="1"/>
          </p:cNvCxnSpPr>
          <p:nvPr/>
        </p:nvCxnSpPr>
        <p:spPr>
          <a:xfrm flipV="1">
            <a:off x="4167292" y="5562566"/>
            <a:ext cx="553693" cy="2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795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4030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102" y="756897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4896" y="769611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170472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42148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2218992"/>
            <a:ext cx="7375" cy="4175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6572" y="7181637"/>
            <a:ext cx="0" cy="3873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67417" y="6153570"/>
            <a:ext cx="3598309" cy="102806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all bloggers with bloggers’ picture and username that relate to the searched keyword or character 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2636559"/>
            <a:ext cx="1648623" cy="6477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search blogger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5" idx="0"/>
          </p:cNvCxnSpPr>
          <p:nvPr/>
        </p:nvCxnSpPr>
        <p:spPr>
          <a:xfrm>
            <a:off x="3473636" y="3284282"/>
            <a:ext cx="0" cy="4276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9855" y="4829702"/>
            <a:ext cx="235343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or a character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649324" y="3711959"/>
            <a:ext cx="1648623" cy="645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search blogger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3" idx="0"/>
          </p:cNvCxnSpPr>
          <p:nvPr/>
        </p:nvCxnSpPr>
        <p:spPr>
          <a:xfrm flipH="1">
            <a:off x="3466572" y="4357153"/>
            <a:ext cx="7064" cy="4725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1" idx="0"/>
          </p:cNvCxnSpPr>
          <p:nvPr/>
        </p:nvCxnSpPr>
        <p:spPr>
          <a:xfrm>
            <a:off x="3466572" y="5646730"/>
            <a:ext cx="0" cy="5068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649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11152" y="215674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1516" y="6311244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15310" y="6438393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33044" y="300874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Search bloggers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51743" y="2637921"/>
            <a:ext cx="3039" cy="3708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54782" y="3523010"/>
            <a:ext cx="7375" cy="43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37845" y="3962472"/>
            <a:ext cx="1648623" cy="6477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on the selected blogger’s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5" idx="0"/>
          </p:cNvCxnSpPr>
          <p:nvPr/>
        </p:nvCxnSpPr>
        <p:spPr>
          <a:xfrm>
            <a:off x="3462157" y="4610195"/>
            <a:ext cx="11479" cy="471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76654" y="5081660"/>
            <a:ext cx="1993964" cy="7984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Goes to the selected blogger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6" idx="0"/>
          </p:cNvCxnSpPr>
          <p:nvPr/>
        </p:nvCxnSpPr>
        <p:spPr>
          <a:xfrm>
            <a:off x="3473636" y="5880121"/>
            <a:ext cx="3350" cy="4311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451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1580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168023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39698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2194497"/>
            <a:ext cx="7375" cy="272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3" idx="0"/>
          </p:cNvCxnSpPr>
          <p:nvPr/>
        </p:nvCxnSpPr>
        <p:spPr>
          <a:xfrm>
            <a:off x="3465257" y="4198625"/>
            <a:ext cx="9383" cy="4150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3529766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246680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3283837"/>
            <a:ext cx="8379" cy="2459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02" y="46136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17" idx="0"/>
          </p:cNvCxnSpPr>
          <p:nvPr/>
        </p:nvCxnSpPr>
        <p:spPr>
          <a:xfrm>
            <a:off x="3474640" y="5127920"/>
            <a:ext cx="7375" cy="272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6016" y="6505526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57703" y="5400232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7" idx="2"/>
            <a:endCxn id="16" idx="0"/>
          </p:cNvCxnSpPr>
          <p:nvPr/>
        </p:nvCxnSpPr>
        <p:spPr>
          <a:xfrm>
            <a:off x="3482015" y="6217260"/>
            <a:ext cx="12788" cy="2882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92894" y="768687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326688" y="781402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16" idx="2"/>
            <a:endCxn id="19" idx="0"/>
          </p:cNvCxnSpPr>
          <p:nvPr/>
        </p:nvCxnSpPr>
        <p:spPr>
          <a:xfrm flipH="1">
            <a:off x="3488364" y="7322554"/>
            <a:ext cx="6439" cy="364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290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1580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168023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39698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2194497"/>
            <a:ext cx="8379" cy="272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3" idx="0"/>
          </p:cNvCxnSpPr>
          <p:nvPr/>
        </p:nvCxnSpPr>
        <p:spPr>
          <a:xfrm>
            <a:off x="3465257" y="4198625"/>
            <a:ext cx="9383" cy="4150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65790" y="3516223"/>
            <a:ext cx="219486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shopkeeper’s </a:t>
            </a:r>
            <a:r>
              <a:rPr lang="en-US" sz="1400" dirty="0" smtClean="0">
                <a:solidFill>
                  <a:schemeClr val="tx1"/>
                </a:solidFill>
              </a:rPr>
              <a:t>information and shops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60385" y="2466809"/>
            <a:ext cx="202850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shopkeeper’s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3222" y="3283837"/>
            <a:ext cx="11418" cy="232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02" y="46136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17" idx="0"/>
          </p:cNvCxnSpPr>
          <p:nvPr/>
        </p:nvCxnSpPr>
        <p:spPr>
          <a:xfrm>
            <a:off x="3474640" y="5127920"/>
            <a:ext cx="7375" cy="272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6016" y="6505526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57703" y="5400232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shop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7" idx="2"/>
            <a:endCxn id="16" idx="0"/>
          </p:cNvCxnSpPr>
          <p:nvPr/>
        </p:nvCxnSpPr>
        <p:spPr>
          <a:xfrm>
            <a:off x="3482015" y="6217260"/>
            <a:ext cx="12788" cy="2882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92894" y="768687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326688" y="781402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16" idx="2"/>
            <a:endCxn id="19" idx="0"/>
          </p:cNvCxnSpPr>
          <p:nvPr/>
        </p:nvCxnSpPr>
        <p:spPr>
          <a:xfrm flipH="1">
            <a:off x="3488364" y="7322554"/>
            <a:ext cx="6439" cy="364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780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8757" y="204742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 flipH="1">
            <a:off x="3415759" y="2528605"/>
            <a:ext cx="3589" cy="4058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02984" y="2934406"/>
            <a:ext cx="1825550" cy="5024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27467" y="688756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61261" y="701471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1741448" y="5414259"/>
            <a:ext cx="3355800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shopkeepers that the blogger has been communicating with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>
            <a:off x="3415759" y="3436841"/>
            <a:ext cx="0" cy="45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19348" y="6376731"/>
            <a:ext cx="3589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64412" y="3894044"/>
            <a:ext cx="2102693" cy="10026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chemeClr val="tx1"/>
                </a:solidFill>
              </a:rPr>
              <a:t>System </a:t>
            </a:r>
            <a:r>
              <a:rPr lang="en-US" sz="1400" dirty="0" smtClean="0">
                <a:solidFill>
                  <a:schemeClr val="tx1"/>
                </a:solidFill>
              </a:rPr>
              <a:t>checks the </a:t>
            </a:r>
            <a:r>
              <a:rPr lang="en-US" sz="1400" dirty="0">
                <a:solidFill>
                  <a:schemeClr val="tx1"/>
                </a:solidFill>
              </a:rPr>
              <a:t>people who have already had a conversation with the user </a:t>
            </a:r>
            <a:r>
              <a:rPr lang="en-US" sz="1400" dirty="0" smtClean="0">
                <a:solidFill>
                  <a:schemeClr val="tx1"/>
                </a:solidFill>
              </a:rPr>
              <a:t>in </a:t>
            </a:r>
            <a:r>
              <a:rPr lang="en-US" sz="1400" dirty="0">
                <a:solidFill>
                  <a:schemeClr val="tx1"/>
                </a:solidFill>
              </a:rPr>
              <a:t>database.</a:t>
            </a:r>
          </a:p>
        </p:txBody>
      </p:sp>
      <p:cxnSp>
        <p:nvCxnSpPr>
          <p:cNvPr id="14" name="Straight Arrow Connector 13"/>
          <p:cNvCxnSpPr>
            <a:stCxn id="12" idx="2"/>
            <a:endCxn id="69" idx="0"/>
          </p:cNvCxnSpPr>
          <p:nvPr/>
        </p:nvCxnSpPr>
        <p:spPr>
          <a:xfrm>
            <a:off x="3415759" y="4896736"/>
            <a:ext cx="3589" cy="5175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301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351" y="1217128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5" idx="0"/>
          </p:cNvCxnSpPr>
          <p:nvPr/>
        </p:nvCxnSpPr>
        <p:spPr>
          <a:xfrm>
            <a:off x="3412942" y="1698309"/>
            <a:ext cx="12686" cy="4223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07833" y="3286526"/>
            <a:ext cx="2653265" cy="923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System goes to the conversation between the user and shopkeeper/blogger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51682" y="747000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85476" y="759714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079590" y="6130382"/>
            <a:ext cx="273512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messages received from the shopkeeper/blogger according to time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>
            <a:off x="3434466" y="4209689"/>
            <a:ext cx="12686" cy="4942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47152" y="7092854"/>
            <a:ext cx="0" cy="3771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6245" y="4703903"/>
            <a:ext cx="222181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System retrieves messages from database.</a:t>
            </a:r>
          </a:p>
        </p:txBody>
      </p:sp>
      <p:cxnSp>
        <p:nvCxnSpPr>
          <p:cNvPr id="14" name="Straight Arrow Connector 13"/>
          <p:cNvCxnSpPr>
            <a:stCxn id="12" idx="2"/>
            <a:endCxn id="69" idx="0"/>
          </p:cNvCxnSpPr>
          <p:nvPr/>
        </p:nvCxnSpPr>
        <p:spPr>
          <a:xfrm>
            <a:off x="3447152" y="5666375"/>
            <a:ext cx="0" cy="4640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14721" y="2120666"/>
            <a:ext cx="2221814" cy="6109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 smtClean="0">
                <a:solidFill>
                  <a:srgbClr val="000000"/>
                </a:solidFill>
              </a:rPr>
              <a:t>Select a conversation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7" name="Straight Arrow Connector 16"/>
          <p:cNvCxnSpPr>
            <a:stCxn id="15" idx="2"/>
            <a:endCxn id="30" idx="0"/>
          </p:cNvCxnSpPr>
          <p:nvPr/>
        </p:nvCxnSpPr>
        <p:spPr>
          <a:xfrm>
            <a:off x="3425628" y="2731625"/>
            <a:ext cx="8838" cy="5549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3861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351" y="1217128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5" idx="0"/>
          </p:cNvCxnSpPr>
          <p:nvPr/>
        </p:nvCxnSpPr>
        <p:spPr>
          <a:xfrm>
            <a:off x="3412942" y="1698309"/>
            <a:ext cx="12686" cy="4223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07833" y="3286526"/>
            <a:ext cx="2653265" cy="923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System goes to the conversation between the user and shopkeeper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51682" y="747000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85476" y="759714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079590" y="6130382"/>
            <a:ext cx="273512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messages received from the shopkeeper a</a:t>
            </a:r>
          </a:p>
          <a:p>
            <a:pPr algn="ctr"/>
            <a:r>
              <a:rPr lang="en-US" sz="1400" dirty="0" err="1" smtClean="0">
                <a:solidFill>
                  <a:schemeClr val="tx1"/>
                </a:solidFill>
              </a:rPr>
              <a:t>ccording</a:t>
            </a:r>
            <a:r>
              <a:rPr lang="en-US" sz="1400" dirty="0" smtClean="0">
                <a:solidFill>
                  <a:schemeClr val="tx1"/>
                </a:solidFill>
              </a:rPr>
              <a:t> to time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>
            <a:off x="3434466" y="4209689"/>
            <a:ext cx="12686" cy="4942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47152" y="7092854"/>
            <a:ext cx="0" cy="3771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6245" y="4703903"/>
            <a:ext cx="222181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System retrieves messages from database.</a:t>
            </a:r>
          </a:p>
        </p:txBody>
      </p:sp>
      <p:cxnSp>
        <p:nvCxnSpPr>
          <p:cNvPr id="14" name="Straight Arrow Connector 13"/>
          <p:cNvCxnSpPr>
            <a:stCxn id="12" idx="2"/>
            <a:endCxn id="69" idx="0"/>
          </p:cNvCxnSpPr>
          <p:nvPr/>
        </p:nvCxnSpPr>
        <p:spPr>
          <a:xfrm>
            <a:off x="3447152" y="5666375"/>
            <a:ext cx="0" cy="4640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14721" y="2120666"/>
            <a:ext cx="2221814" cy="6109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 smtClean="0">
                <a:solidFill>
                  <a:srgbClr val="000000"/>
                </a:solidFill>
              </a:rPr>
              <a:t>Select a conversation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7" name="Straight Arrow Connector 16"/>
          <p:cNvCxnSpPr>
            <a:stCxn id="15" idx="2"/>
            <a:endCxn id="30" idx="0"/>
          </p:cNvCxnSpPr>
          <p:nvPr/>
        </p:nvCxnSpPr>
        <p:spPr>
          <a:xfrm>
            <a:off x="3425628" y="2731625"/>
            <a:ext cx="8838" cy="5549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2511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8757" y="204742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 flipH="1">
            <a:off x="3415759" y="2528605"/>
            <a:ext cx="3589" cy="4058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02984" y="2934406"/>
            <a:ext cx="1825550" cy="5024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notification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27467" y="688756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61261" y="701471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1741448" y="5414259"/>
            <a:ext cx="3355800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user’s new activities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>
            <a:off x="3415759" y="3436841"/>
            <a:ext cx="0" cy="45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19348" y="6376731"/>
            <a:ext cx="3589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64412" y="3894044"/>
            <a:ext cx="2102693" cy="10026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chemeClr val="tx1"/>
                </a:solidFill>
              </a:rPr>
              <a:t>System </a:t>
            </a:r>
            <a:r>
              <a:rPr lang="en-US" sz="1400" dirty="0" smtClean="0">
                <a:solidFill>
                  <a:schemeClr val="tx1"/>
                </a:solidFill>
              </a:rPr>
              <a:t>checks new activity that has happened with the </a:t>
            </a:r>
            <a:r>
              <a:rPr lang="en-US" sz="1400" dirty="0">
                <a:solidFill>
                  <a:schemeClr val="tx1"/>
                </a:solidFill>
              </a:rPr>
              <a:t>user </a:t>
            </a:r>
            <a:r>
              <a:rPr lang="en-US" sz="1400" dirty="0" smtClean="0">
                <a:solidFill>
                  <a:schemeClr val="tx1"/>
                </a:solidFill>
              </a:rPr>
              <a:t>in </a:t>
            </a:r>
            <a:r>
              <a:rPr lang="en-US" sz="1400" dirty="0">
                <a:solidFill>
                  <a:schemeClr val="tx1"/>
                </a:solidFill>
              </a:rPr>
              <a:t>database.</a:t>
            </a:r>
          </a:p>
        </p:txBody>
      </p:sp>
      <p:cxnSp>
        <p:nvCxnSpPr>
          <p:cNvPr id="14" name="Straight Arrow Connector 13"/>
          <p:cNvCxnSpPr>
            <a:stCxn id="12" idx="2"/>
            <a:endCxn id="69" idx="0"/>
          </p:cNvCxnSpPr>
          <p:nvPr/>
        </p:nvCxnSpPr>
        <p:spPr>
          <a:xfrm>
            <a:off x="3415759" y="4896736"/>
            <a:ext cx="3589" cy="5175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1250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344856" y="66688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 flipH="1">
            <a:off x="1581858" y="1148070"/>
            <a:ext cx="3589" cy="3104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9083" y="1458526"/>
            <a:ext cx="1825550" cy="889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an activity link in the notification page.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1302747" y="745403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436541" y="758118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30" idx="2"/>
            <a:endCxn id="12" idx="0"/>
          </p:cNvCxnSpPr>
          <p:nvPr/>
        </p:nvCxnSpPr>
        <p:spPr>
          <a:xfrm>
            <a:off x="1581858" y="2347526"/>
            <a:ext cx="0" cy="4881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2"/>
            <a:endCxn id="67" idx="0"/>
          </p:cNvCxnSpPr>
          <p:nvPr/>
        </p:nvCxnSpPr>
        <p:spPr>
          <a:xfrm>
            <a:off x="1593011" y="6630757"/>
            <a:ext cx="5206" cy="8232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511" y="2835631"/>
            <a:ext cx="2102693" cy="7485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chemeClr val="tx1"/>
                </a:solidFill>
              </a:rPr>
              <a:t>System </a:t>
            </a:r>
            <a:r>
              <a:rPr lang="en-US" sz="1400" dirty="0" smtClean="0">
                <a:solidFill>
                  <a:schemeClr val="tx1"/>
                </a:solidFill>
              </a:rPr>
              <a:t>checks type of the new activity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21" idx="0"/>
          </p:cNvCxnSpPr>
          <p:nvPr/>
        </p:nvCxnSpPr>
        <p:spPr>
          <a:xfrm>
            <a:off x="1581858" y="3584229"/>
            <a:ext cx="0" cy="4865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1007223" y="4070766"/>
            <a:ext cx="1149270" cy="7241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Like?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21" idx="2"/>
            <a:endCxn id="28" idx="0"/>
          </p:cNvCxnSpPr>
          <p:nvPr/>
        </p:nvCxnSpPr>
        <p:spPr>
          <a:xfrm>
            <a:off x="1581858" y="4794909"/>
            <a:ext cx="11153" cy="1124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93011" y="4978443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2428293" y="412506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616010" y="5919134"/>
            <a:ext cx="1954001" cy="7116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Goes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0" name="Decision 39"/>
          <p:cNvSpPr/>
          <p:nvPr/>
        </p:nvSpPr>
        <p:spPr>
          <a:xfrm>
            <a:off x="2644394" y="4779901"/>
            <a:ext cx="1771247" cy="10126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c</a:t>
            </a:r>
            <a:r>
              <a:rPr lang="en-US" sz="1300" dirty="0" smtClean="0">
                <a:solidFill>
                  <a:schemeClr val="tx1"/>
                </a:solidFill>
              </a:rPr>
              <a:t>omment?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609440" y="497844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45" name="Decision 44"/>
          <p:cNvSpPr/>
          <p:nvPr/>
        </p:nvSpPr>
        <p:spPr>
          <a:xfrm>
            <a:off x="4609440" y="5633283"/>
            <a:ext cx="1510456" cy="7241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Follow?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2156495" y="4432840"/>
            <a:ext cx="136233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40" idx="0"/>
          </p:cNvCxnSpPr>
          <p:nvPr/>
        </p:nvCxnSpPr>
        <p:spPr>
          <a:xfrm>
            <a:off x="3518828" y="4432838"/>
            <a:ext cx="11190" cy="3470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4397226" y="5286222"/>
            <a:ext cx="95625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5353478" y="5286220"/>
            <a:ext cx="11190" cy="3470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592776" y="7380747"/>
            <a:ext cx="1574040" cy="7116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Goes to user’s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/>
          <p:cNvCxnSpPr>
            <a:stCxn id="45" idx="2"/>
            <a:endCxn id="63" idx="0"/>
          </p:cNvCxnSpPr>
          <p:nvPr/>
        </p:nvCxnSpPr>
        <p:spPr>
          <a:xfrm>
            <a:off x="5364668" y="6357426"/>
            <a:ext cx="15128" cy="102332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397783" y="6357426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cxnSp>
        <p:nvCxnSpPr>
          <p:cNvPr id="72" name="Straight Connector 71"/>
          <p:cNvCxnSpPr/>
          <p:nvPr/>
        </p:nvCxnSpPr>
        <p:spPr>
          <a:xfrm flipH="1">
            <a:off x="6119897" y="5993505"/>
            <a:ext cx="30502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3" idx="1"/>
            <a:endCxn id="67" idx="6"/>
          </p:cNvCxnSpPr>
          <p:nvPr/>
        </p:nvCxnSpPr>
        <p:spPr>
          <a:xfrm flipH="1">
            <a:off x="1893686" y="7736559"/>
            <a:ext cx="2699090" cy="12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endCxn id="12" idx="3"/>
          </p:cNvCxnSpPr>
          <p:nvPr/>
        </p:nvCxnSpPr>
        <p:spPr>
          <a:xfrm flipH="1">
            <a:off x="2633204" y="3209930"/>
            <a:ext cx="379171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424920" y="3209930"/>
            <a:ext cx="0" cy="27835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518828" y="5839616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6051211" y="568360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84" name="Straight Connector 83"/>
          <p:cNvCxnSpPr>
            <a:stCxn id="40" idx="2"/>
          </p:cNvCxnSpPr>
          <p:nvPr/>
        </p:nvCxnSpPr>
        <p:spPr>
          <a:xfrm>
            <a:off x="3530018" y="5792539"/>
            <a:ext cx="0" cy="48240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28" idx="3"/>
          </p:cNvCxnSpPr>
          <p:nvPr/>
        </p:nvCxnSpPr>
        <p:spPr>
          <a:xfrm flipH="1">
            <a:off x="2570011" y="6274946"/>
            <a:ext cx="9600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97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1420</Words>
  <Application>Microsoft Macintosh PowerPoint</Application>
  <PresentationFormat>On-screen Show (4:3)</PresentationFormat>
  <Paragraphs>312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53</cp:revision>
  <dcterms:created xsi:type="dcterms:W3CDTF">2014-06-25T11:03:03Z</dcterms:created>
  <dcterms:modified xsi:type="dcterms:W3CDTF">2014-12-18T14:18:38Z</dcterms:modified>
</cp:coreProperties>
</file>