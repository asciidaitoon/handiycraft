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gif" ContentType="image/gif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68" r:id="rId3"/>
    <p:sldId id="257" r:id="rId4"/>
    <p:sldId id="258" r:id="rId5"/>
    <p:sldId id="259" r:id="rId6"/>
    <p:sldId id="369" r:id="rId7"/>
    <p:sldId id="370" r:id="rId8"/>
    <p:sldId id="262" r:id="rId9"/>
    <p:sldId id="263" r:id="rId10"/>
    <p:sldId id="264" r:id="rId11"/>
    <p:sldId id="272" r:id="rId12"/>
    <p:sldId id="266" r:id="rId13"/>
    <p:sldId id="267" r:id="rId14"/>
    <p:sldId id="268" r:id="rId15"/>
    <p:sldId id="273" r:id="rId16"/>
    <p:sldId id="270" r:id="rId17"/>
    <p:sldId id="271" r:id="rId18"/>
    <p:sldId id="274" r:id="rId19"/>
    <p:sldId id="275" r:id="rId20"/>
    <p:sldId id="314" r:id="rId21"/>
    <p:sldId id="312" r:id="rId22"/>
    <p:sldId id="313" r:id="rId23"/>
    <p:sldId id="315" r:id="rId24"/>
    <p:sldId id="316" r:id="rId25"/>
    <p:sldId id="317" r:id="rId26"/>
    <p:sldId id="318" r:id="rId27"/>
    <p:sldId id="285" r:id="rId28"/>
    <p:sldId id="286" r:id="rId29"/>
    <p:sldId id="287" r:id="rId30"/>
    <p:sldId id="319" r:id="rId31"/>
    <p:sldId id="289" r:id="rId32"/>
    <p:sldId id="290" r:id="rId33"/>
    <p:sldId id="291" r:id="rId34"/>
    <p:sldId id="292" r:id="rId35"/>
    <p:sldId id="293" r:id="rId36"/>
    <p:sldId id="295" r:id="rId37"/>
    <p:sldId id="296" r:id="rId38"/>
    <p:sldId id="297" r:id="rId39"/>
    <p:sldId id="298" r:id="rId40"/>
    <p:sldId id="320" r:id="rId41"/>
    <p:sldId id="366" r:id="rId42"/>
    <p:sldId id="301" r:id="rId43"/>
    <p:sldId id="321" r:id="rId44"/>
    <p:sldId id="322" r:id="rId45"/>
    <p:sldId id="323" r:id="rId46"/>
    <p:sldId id="324" r:id="rId47"/>
    <p:sldId id="325" r:id="rId48"/>
    <p:sldId id="326" r:id="rId49"/>
    <p:sldId id="327" r:id="rId50"/>
    <p:sldId id="309" r:id="rId51"/>
    <p:sldId id="310" r:id="rId52"/>
    <p:sldId id="328" r:id="rId53"/>
    <p:sldId id="329" r:id="rId54"/>
    <p:sldId id="353" r:id="rId55"/>
    <p:sldId id="354" r:id="rId56"/>
    <p:sldId id="355" r:id="rId57"/>
    <p:sldId id="333" r:id="rId58"/>
    <p:sldId id="356" r:id="rId59"/>
    <p:sldId id="357" r:id="rId60"/>
    <p:sldId id="358" r:id="rId61"/>
    <p:sldId id="359" r:id="rId62"/>
    <p:sldId id="338" r:id="rId63"/>
    <p:sldId id="339" r:id="rId64"/>
    <p:sldId id="340" r:id="rId65"/>
    <p:sldId id="360" r:id="rId66"/>
    <p:sldId id="361" r:id="rId67"/>
    <p:sldId id="362" r:id="rId68"/>
    <p:sldId id="363" r:id="rId69"/>
    <p:sldId id="364" r:id="rId70"/>
    <p:sldId id="346" r:id="rId71"/>
    <p:sldId id="347" r:id="rId72"/>
    <p:sldId id="348" r:id="rId73"/>
    <p:sldId id="349" r:id="rId74"/>
    <p:sldId id="365" r:id="rId75"/>
    <p:sldId id="367" r:id="rId7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-193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80" Type="http://schemas.openxmlformats.org/officeDocument/2006/relationships/theme" Target="theme/theme1.xml"/><Relationship Id="rId81" Type="http://schemas.openxmlformats.org/officeDocument/2006/relationships/tableStyles" Target="tableStyles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printerSettings" Target="printerSettings/printerSettings1.bin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5/26/14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482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5/26/14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134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5/26/14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037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5/26/14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543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5/26/14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8315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5/26/14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062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5/26/14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2005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5/26/14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649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5/26/14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107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5/26/14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970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C7BB-2426-4B4A-B44D-8EBAEDB948E8}" type="datetimeFigureOut">
              <a:rPr lang="en-US" smtClean="0"/>
              <a:t>5/26/14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0418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E9C7BB-2426-4B4A-B44D-8EBAEDB948E8}" type="datetimeFigureOut">
              <a:rPr lang="en-US" smtClean="0"/>
              <a:t>5/26/14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FEA78A-19DE-8743-BD52-C17E6E1ACE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7550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2.gif"/><Relationship Id="rId6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2.gif"/><Relationship Id="rId6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4" Type="http://schemas.openxmlformats.org/officeDocument/2006/relationships/image" Target="../media/image12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397744" y="2668686"/>
            <a:ext cx="4730750" cy="92333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5400" b="1" spc="600" dirty="0" smtClean="0">
                <a:solidFill>
                  <a:srgbClr val="000000"/>
                </a:solidFill>
                <a:latin typeface="+mj-lt"/>
                <a:cs typeface="Peach Milk"/>
              </a:rPr>
              <a:t>HanDIYcraft</a:t>
            </a:r>
            <a:endParaRPr lang="en-US" sz="5400" b="1" spc="6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</p:spTree>
    <p:extLst>
      <p:ext uri="{BB962C8B-B14F-4D97-AF65-F5344CB8AC3E}">
        <p14:creationId xmlns:p14="http://schemas.microsoft.com/office/powerpoint/2010/main" val="260113543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346700" y="3649487"/>
            <a:ext cx="4481916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 smtClean="0">
                <a:latin typeface="+mj-lt"/>
                <a:cs typeface="MAW "/>
              </a:rPr>
              <a:t>Sorry</a:t>
            </a:r>
            <a:r>
              <a:rPr lang="en-US" sz="3200" dirty="0" smtClean="0">
                <a:latin typeface="+mj-lt"/>
                <a:cs typeface="MAW "/>
              </a:rPr>
              <a:t>, you are not </a:t>
            </a:r>
          </a:p>
          <a:p>
            <a:pPr algn="ctr"/>
            <a:r>
              <a:rPr lang="en-US" sz="3200" dirty="0" smtClean="0">
                <a:latin typeface="+mj-lt"/>
                <a:cs typeface="MAW "/>
              </a:rPr>
              <a:t>connected to the internet</a:t>
            </a:r>
            <a:endParaRPr lang="en-US" sz="3200" dirty="0">
              <a:latin typeface="+mj-lt"/>
              <a:cs typeface="MAW "/>
            </a:endParaRPr>
          </a:p>
        </p:txBody>
      </p:sp>
      <p:sp>
        <p:nvSpPr>
          <p:cNvPr id="6" name="Chevron 5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Oval 6"/>
          <p:cNvSpPr/>
          <p:nvPr/>
        </p:nvSpPr>
        <p:spPr>
          <a:xfrm>
            <a:off x="3333175" y="1207678"/>
            <a:ext cx="2508409" cy="2404205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/>
          <p:cNvCxnSpPr>
            <a:stCxn id="7" idx="1"/>
            <a:endCxn id="7" idx="5"/>
          </p:cNvCxnSpPr>
          <p:nvPr/>
        </p:nvCxnSpPr>
        <p:spPr>
          <a:xfrm>
            <a:off x="3700523" y="1559766"/>
            <a:ext cx="1773713" cy="17000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7" idx="3"/>
            <a:endCxn id="7" idx="7"/>
          </p:cNvCxnSpPr>
          <p:nvPr/>
        </p:nvCxnSpPr>
        <p:spPr>
          <a:xfrm flipV="1">
            <a:off x="3700523" y="1559766"/>
            <a:ext cx="1773713" cy="17000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229747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627653" y="-78497"/>
            <a:ext cx="3101040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Sign Up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856037" y="3238012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856037" y="3868972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3856037" y="4515422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71762" y="320205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Username</a:t>
            </a:r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719387" y="383301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Password</a:t>
            </a:r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25927" y="4520740"/>
            <a:ext cx="1606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Re-Password</a:t>
            </a:r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2969453" y="5649259"/>
            <a:ext cx="649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 am</a:t>
            </a:r>
            <a:endParaRPr lang="en-US" dirty="0"/>
          </a:p>
        </p:txBody>
      </p:sp>
      <p:sp>
        <p:nvSpPr>
          <p:cNvPr id="22" name="Oval 21"/>
          <p:cNvSpPr/>
          <p:nvPr/>
        </p:nvSpPr>
        <p:spPr>
          <a:xfrm>
            <a:off x="3602162" y="5732993"/>
            <a:ext cx="248075" cy="2435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3661789" y="5780459"/>
            <a:ext cx="136154" cy="14880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813632" y="5649259"/>
            <a:ext cx="10746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Blogger</a:t>
            </a:r>
            <a:endParaRPr lang="en-US" dirty="0"/>
          </a:p>
        </p:txBody>
      </p:sp>
      <p:sp>
        <p:nvSpPr>
          <p:cNvPr id="25" name="Oval 24"/>
          <p:cNvSpPr/>
          <p:nvPr/>
        </p:nvSpPr>
        <p:spPr>
          <a:xfrm>
            <a:off x="4767721" y="5732993"/>
            <a:ext cx="248075" cy="2435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979191" y="5649259"/>
            <a:ext cx="13222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Shopkeeper</a:t>
            </a:r>
            <a:endParaRPr lang="en-US" dirty="0"/>
          </a:p>
        </p:txBody>
      </p:sp>
      <p:sp>
        <p:nvSpPr>
          <p:cNvPr id="18" name="Chevron 1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309219" y="6138536"/>
            <a:ext cx="870917" cy="397335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853746" y="5146275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122178" y="5146275"/>
            <a:ext cx="776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Email</a:t>
            </a:r>
            <a:endParaRPr lang="en-US" dirty="0"/>
          </a:p>
        </p:txBody>
      </p:sp>
      <p:sp>
        <p:nvSpPr>
          <p:cNvPr id="3" name="Oval 2"/>
          <p:cNvSpPr/>
          <p:nvPr/>
        </p:nvSpPr>
        <p:spPr>
          <a:xfrm>
            <a:off x="3602162" y="923747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919" y="1055707"/>
            <a:ext cx="1646204" cy="1646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59580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3856037" y="2143125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613023" y="214312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Username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856037" y="2867025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613023" y="2867025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Password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208516" y="3557588"/>
            <a:ext cx="971621" cy="384909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379911" y="4119007"/>
            <a:ext cx="2076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 smtClean="0">
                <a:solidFill>
                  <a:srgbClr val="000000"/>
                </a:solidFill>
              </a:rPr>
              <a:t>Forgot Password ?</a:t>
            </a:r>
            <a:endParaRPr lang="en-US" u="sng" dirty="0">
              <a:solidFill>
                <a:srgbClr val="000000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2503557" y="6293272"/>
            <a:ext cx="27049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Have no account?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316445" y="6278261"/>
            <a:ext cx="1257895" cy="458788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5" name="Chevron 14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829048" y="-78497"/>
            <a:ext cx="1864932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Log In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</p:spTree>
    <p:extLst>
      <p:ext uri="{BB962C8B-B14F-4D97-AF65-F5344CB8AC3E}">
        <p14:creationId xmlns:p14="http://schemas.microsoft.com/office/powerpoint/2010/main" val="160302322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834007"/>
            <a:ext cx="935503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spc="600" dirty="0" smtClean="0">
                <a:latin typeface="Sketch Rockwell"/>
                <a:cs typeface="Sketch Rockwell"/>
              </a:rPr>
              <a:t>USER</a:t>
            </a:r>
          </a:p>
          <a:p>
            <a:pPr algn="ctr"/>
            <a:r>
              <a:rPr lang="en-US" sz="9600" spc="600" dirty="0" smtClean="0">
                <a:latin typeface="Sketch Rockwell"/>
                <a:cs typeface="Sketch Rockwell"/>
              </a:rPr>
              <a:t>PART</a:t>
            </a:r>
            <a:endParaRPr lang="en-US" sz="9600" spc="600" dirty="0">
              <a:latin typeface="Sketch Rockwell"/>
              <a:cs typeface="Sketch Rockwell"/>
            </a:endParaRPr>
          </a:p>
        </p:txBody>
      </p:sp>
    </p:spTree>
    <p:extLst>
      <p:ext uri="{BB962C8B-B14F-4D97-AF65-F5344CB8AC3E}">
        <p14:creationId xmlns:p14="http://schemas.microsoft.com/office/powerpoint/2010/main" val="390342109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682875" y="2199264"/>
            <a:ext cx="3746500" cy="3850963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804023" y="2346768"/>
            <a:ext cx="3496781" cy="32001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2346768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2346768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4826863" y="1647027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4858612" y="1626945"/>
            <a:ext cx="1572824" cy="36933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rgbClr val="000000"/>
                </a:solidFill>
              </a:rPr>
              <a:t>...Search...</a:t>
            </a:r>
            <a:endParaRPr lang="en-US" i="1" spc="300" dirty="0">
              <a:solidFill>
                <a:srgbClr val="000000"/>
              </a:solidFill>
            </a:endParaRPr>
          </a:p>
        </p:txBody>
      </p:sp>
      <p:sp>
        <p:nvSpPr>
          <p:cNvPr id="38" name="Donut 37"/>
          <p:cNvSpPr/>
          <p:nvPr/>
        </p:nvSpPr>
        <p:spPr>
          <a:xfrm>
            <a:off x="4503907" y="1682751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 rot="2586247">
            <a:off x="4663352" y="1899625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2406198" y="997289"/>
            <a:ext cx="12316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spc="110" dirty="0" smtClean="0">
                <a:solidFill>
                  <a:srgbClr val="000000"/>
                </a:solidFill>
                <a:latin typeface="+mj-lt"/>
                <a:cs typeface="MAW "/>
              </a:rPr>
              <a:t>Random</a:t>
            </a:r>
            <a:endParaRPr lang="en-US" sz="2000" b="1" spc="11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3963260" y="998575"/>
            <a:ext cx="12316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spc="110" dirty="0" smtClean="0">
                <a:solidFill>
                  <a:srgbClr val="000000"/>
                </a:solidFill>
                <a:latin typeface="+mj-lt"/>
                <a:cs typeface="MAW "/>
              </a:rPr>
              <a:t>Popular</a:t>
            </a:r>
            <a:endParaRPr lang="en-US" sz="2000" b="1" spc="11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318345" y="1016505"/>
            <a:ext cx="15717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spc="110" dirty="0" smtClean="0">
                <a:solidFill>
                  <a:srgbClr val="000000"/>
                </a:solidFill>
                <a:latin typeface="+mj-lt"/>
                <a:cs typeface="MAW "/>
              </a:rPr>
              <a:t>Following</a:t>
            </a:r>
            <a:endParaRPr lang="en-US" sz="2000" b="1" spc="11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69" name="Straight Connector 68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3849914" y="-78497"/>
            <a:ext cx="1831944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Home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2712942" y="5481249"/>
            <a:ext cx="2423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Tutorial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5061230" y="5554819"/>
            <a:ext cx="122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No. of likes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5594161" y="160512"/>
            <a:ext cx="979056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73233495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2406198" y="997289"/>
            <a:ext cx="12316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spc="110" dirty="0" smtClean="0">
                <a:solidFill>
                  <a:srgbClr val="000000"/>
                </a:solidFill>
                <a:latin typeface="+mj-lt"/>
                <a:cs typeface="MAW "/>
              </a:rPr>
              <a:t>Random</a:t>
            </a:r>
            <a:endParaRPr lang="en-US" sz="2000" b="1" spc="11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3963260" y="998575"/>
            <a:ext cx="12316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spc="110" dirty="0" smtClean="0">
                <a:solidFill>
                  <a:srgbClr val="000000"/>
                </a:solidFill>
                <a:latin typeface="+mj-lt"/>
                <a:cs typeface="MAW "/>
              </a:rPr>
              <a:t>Popular</a:t>
            </a:r>
            <a:endParaRPr lang="en-US" sz="2000" b="1" spc="11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318345" y="1016505"/>
            <a:ext cx="15717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spc="110" dirty="0" smtClean="0">
                <a:solidFill>
                  <a:srgbClr val="000000"/>
                </a:solidFill>
                <a:latin typeface="+mj-lt"/>
                <a:cs typeface="MAW "/>
              </a:rPr>
              <a:t>Following</a:t>
            </a:r>
            <a:endParaRPr lang="en-US" sz="2000" b="1" spc="11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69" name="Straight Connector 68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3849914" y="-78497"/>
            <a:ext cx="1831944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Home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5594161" y="160512"/>
            <a:ext cx="979056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4826864" y="5531605"/>
            <a:ext cx="1634582" cy="46166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4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333742" y="4104247"/>
            <a:ext cx="4358034" cy="1261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spc="300" dirty="0" smtClean="0">
                <a:solidFill>
                  <a:srgbClr val="000000"/>
                </a:solidFill>
                <a:latin typeface="+mj-lt"/>
                <a:cs typeface="MAW "/>
              </a:rPr>
              <a:t>Sorry</a:t>
            </a:r>
            <a:r>
              <a:rPr lang="en-US" sz="3600" spc="300" dirty="0" smtClean="0">
                <a:solidFill>
                  <a:srgbClr val="000000"/>
                </a:solidFill>
                <a:latin typeface="+mj-lt"/>
                <a:cs typeface="MAW "/>
              </a:rPr>
              <a:t>, you have to </a:t>
            </a:r>
          </a:p>
          <a:p>
            <a:pPr algn="ctr"/>
            <a:r>
              <a:rPr lang="en-US" sz="3600" spc="300" dirty="0" smtClean="0">
                <a:solidFill>
                  <a:srgbClr val="000000"/>
                </a:solidFill>
                <a:latin typeface="+mj-lt"/>
                <a:cs typeface="MAW "/>
              </a:rPr>
              <a:t>log in first.</a:t>
            </a:r>
            <a:endParaRPr lang="en-US" sz="36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472004" y="5553886"/>
            <a:ext cx="223216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 smtClean="0">
                <a:solidFill>
                  <a:srgbClr val="000000"/>
                </a:solidFill>
              </a:rPr>
              <a:t>Have no account?</a:t>
            </a:r>
            <a:endParaRPr lang="en-US" sz="2200" dirty="0">
              <a:solidFill>
                <a:srgbClr val="000000"/>
              </a:solidFill>
            </a:endParaRPr>
          </a:p>
        </p:txBody>
      </p:sp>
      <p:sp>
        <p:nvSpPr>
          <p:cNvPr id="42" name="Oval 41"/>
          <p:cNvSpPr/>
          <p:nvPr/>
        </p:nvSpPr>
        <p:spPr>
          <a:xfrm>
            <a:off x="3210660" y="1700042"/>
            <a:ext cx="2508409" cy="2404205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>
            <a:stCxn id="42" idx="1"/>
            <a:endCxn id="42" idx="5"/>
          </p:cNvCxnSpPr>
          <p:nvPr/>
        </p:nvCxnSpPr>
        <p:spPr>
          <a:xfrm>
            <a:off x="3578008" y="2052130"/>
            <a:ext cx="1773713" cy="17000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>
            <a:stCxn id="42" idx="3"/>
            <a:endCxn id="42" idx="7"/>
          </p:cNvCxnSpPr>
          <p:nvPr/>
        </p:nvCxnSpPr>
        <p:spPr>
          <a:xfrm flipV="1">
            <a:off x="3578008" y="2052130"/>
            <a:ext cx="1773713" cy="17000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90783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3416145" y="1654685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Categories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416145" y="2576290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Shops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416145" y="3488601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Around Me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16145" y="4400912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2" name="Chevron 1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762269" y="-100148"/>
            <a:ext cx="1996886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Menu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7309282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4901754" y="4674116"/>
            <a:ext cx="1634582" cy="46166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4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08632" y="3246758"/>
            <a:ext cx="4358034" cy="1261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spc="300" dirty="0" smtClean="0">
                <a:solidFill>
                  <a:srgbClr val="000000"/>
                </a:solidFill>
                <a:latin typeface="+mj-lt"/>
                <a:cs typeface="MAW "/>
              </a:rPr>
              <a:t>Sorry</a:t>
            </a:r>
            <a:r>
              <a:rPr lang="en-US" sz="3600" spc="300" dirty="0" smtClean="0">
                <a:solidFill>
                  <a:srgbClr val="000000"/>
                </a:solidFill>
                <a:latin typeface="+mj-lt"/>
                <a:cs typeface="MAW "/>
              </a:rPr>
              <a:t>, you have to </a:t>
            </a:r>
          </a:p>
          <a:p>
            <a:pPr algn="ctr"/>
            <a:r>
              <a:rPr lang="en-US" sz="3600" spc="300" dirty="0" smtClean="0">
                <a:solidFill>
                  <a:srgbClr val="000000"/>
                </a:solidFill>
                <a:latin typeface="+mj-lt"/>
                <a:cs typeface="MAW "/>
              </a:rPr>
              <a:t>log in first.</a:t>
            </a:r>
            <a:endParaRPr lang="en-US" sz="36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546894" y="4696397"/>
            <a:ext cx="223216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dirty="0" smtClean="0">
                <a:solidFill>
                  <a:srgbClr val="000000"/>
                </a:solidFill>
              </a:rPr>
              <a:t>Have no account?</a:t>
            </a:r>
            <a:endParaRPr lang="en-US" sz="2200" dirty="0">
              <a:solidFill>
                <a:srgbClr val="000000"/>
              </a:solidFill>
            </a:endParaRPr>
          </a:p>
        </p:txBody>
      </p:sp>
      <p:sp>
        <p:nvSpPr>
          <p:cNvPr id="8" name="Oval 7"/>
          <p:cNvSpPr/>
          <p:nvPr/>
        </p:nvSpPr>
        <p:spPr>
          <a:xfrm>
            <a:off x="3285550" y="842553"/>
            <a:ext cx="2508409" cy="2404205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/>
          <p:cNvCxnSpPr>
            <a:stCxn id="8" idx="1"/>
            <a:endCxn id="8" idx="5"/>
          </p:cNvCxnSpPr>
          <p:nvPr/>
        </p:nvCxnSpPr>
        <p:spPr>
          <a:xfrm>
            <a:off x="3652898" y="1194641"/>
            <a:ext cx="1773713" cy="17000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8" idx="3"/>
            <a:endCxn id="8" idx="7"/>
          </p:cNvCxnSpPr>
          <p:nvPr/>
        </p:nvCxnSpPr>
        <p:spPr>
          <a:xfrm flipV="1">
            <a:off x="3652898" y="1194641"/>
            <a:ext cx="1773713" cy="17000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hevron 13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080037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308468" y="2198036"/>
            <a:ext cx="803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Outfit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430602" y="3834481"/>
            <a:ext cx="6426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Gift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10337" y="2198036"/>
            <a:ext cx="1555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Accessory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76718" y="5611539"/>
            <a:ext cx="994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Garden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93783" y="5624269"/>
            <a:ext cx="1502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Home Decor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143607" y="3837626"/>
            <a:ext cx="539538" cy="366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Kid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84410"/>
            <a:ext cx="158750" cy="3789089"/>
          </a:xfrm>
          <a:prstGeom prst="roundRect">
            <a:avLst/>
          </a:prstGeom>
          <a:solidFill>
            <a:srgbClr val="000000"/>
          </a:solidFill>
          <a:ln w="28575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219112" y="-100148"/>
            <a:ext cx="4138477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Categories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3083142" y="10433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>
            <a:stCxn id="31" idx="1"/>
            <a:endCxn id="31" idx="5"/>
          </p:cNvCxnSpPr>
          <p:nvPr/>
        </p:nvCxnSpPr>
        <p:spPr>
          <a:xfrm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stCxn id="31" idx="3"/>
            <a:endCxn id="31" idx="7"/>
          </p:cNvCxnSpPr>
          <p:nvPr/>
        </p:nvCxnSpPr>
        <p:spPr>
          <a:xfrm flipV="1"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810337" y="10266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/>
          <p:cNvCxnSpPr>
            <a:stCxn id="33" idx="1"/>
            <a:endCxn id="33" idx="5"/>
          </p:cNvCxnSpPr>
          <p:nvPr/>
        </p:nvCxnSpPr>
        <p:spPr>
          <a:xfrm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33" idx="3"/>
            <a:endCxn id="33" idx="7"/>
          </p:cNvCxnSpPr>
          <p:nvPr/>
        </p:nvCxnSpPr>
        <p:spPr>
          <a:xfrm flipV="1"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3130812" y="2679583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>
            <a:stCxn id="36" idx="1"/>
            <a:endCxn id="36" idx="5"/>
          </p:cNvCxnSpPr>
          <p:nvPr/>
        </p:nvCxnSpPr>
        <p:spPr>
          <a:xfrm>
            <a:off x="3304823" y="284868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6" idx="3"/>
            <a:endCxn id="36" idx="7"/>
          </p:cNvCxnSpPr>
          <p:nvPr/>
        </p:nvCxnSpPr>
        <p:spPr>
          <a:xfrm flipV="1">
            <a:off x="3304823" y="284868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810337" y="2679369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>
            <a:stCxn id="39" idx="1"/>
            <a:endCxn id="39" idx="5"/>
          </p:cNvCxnSpPr>
          <p:nvPr/>
        </p:nvCxnSpPr>
        <p:spPr>
          <a:xfrm>
            <a:off x="4984348" y="2848469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9" idx="3"/>
            <a:endCxn id="39" idx="7"/>
          </p:cNvCxnSpPr>
          <p:nvPr/>
        </p:nvCxnSpPr>
        <p:spPr>
          <a:xfrm flipV="1">
            <a:off x="4984348" y="2848469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3128351" y="4456855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>
            <a:stCxn id="42" idx="1"/>
            <a:endCxn id="42" idx="5"/>
          </p:cNvCxnSpPr>
          <p:nvPr/>
        </p:nvCxnSpPr>
        <p:spPr>
          <a:xfrm>
            <a:off x="3302362" y="4625955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>
            <a:stCxn id="42" idx="3"/>
            <a:endCxn id="42" idx="7"/>
          </p:cNvCxnSpPr>
          <p:nvPr/>
        </p:nvCxnSpPr>
        <p:spPr>
          <a:xfrm flipV="1">
            <a:off x="3302362" y="4625955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4810337" y="4456846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>
            <a:stCxn id="45" idx="1"/>
            <a:endCxn id="45" idx="5"/>
          </p:cNvCxnSpPr>
          <p:nvPr/>
        </p:nvCxnSpPr>
        <p:spPr>
          <a:xfrm>
            <a:off x="4984348" y="4625946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>
            <a:stCxn id="45" idx="3"/>
            <a:endCxn id="45" idx="7"/>
          </p:cNvCxnSpPr>
          <p:nvPr/>
        </p:nvCxnSpPr>
        <p:spPr>
          <a:xfrm flipV="1">
            <a:off x="4984348" y="4625946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598501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390938" y="2198036"/>
            <a:ext cx="600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Pet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76322" y="2198036"/>
            <a:ext cx="748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Other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2261750"/>
            <a:ext cx="158750" cy="3789089"/>
          </a:xfrm>
          <a:prstGeom prst="roundRect">
            <a:avLst/>
          </a:prstGeom>
          <a:solidFill>
            <a:srgbClr val="000000"/>
          </a:solidFill>
          <a:ln w="28575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219112" y="-100148"/>
            <a:ext cx="4138477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Categories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3083142" y="10433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>
            <a:stCxn id="31" idx="1"/>
            <a:endCxn id="31" idx="5"/>
          </p:cNvCxnSpPr>
          <p:nvPr/>
        </p:nvCxnSpPr>
        <p:spPr>
          <a:xfrm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stCxn id="31" idx="3"/>
            <a:endCxn id="31" idx="7"/>
          </p:cNvCxnSpPr>
          <p:nvPr/>
        </p:nvCxnSpPr>
        <p:spPr>
          <a:xfrm flipV="1"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810337" y="10266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/>
          <p:cNvCxnSpPr>
            <a:stCxn id="33" idx="1"/>
            <a:endCxn id="33" idx="5"/>
          </p:cNvCxnSpPr>
          <p:nvPr/>
        </p:nvCxnSpPr>
        <p:spPr>
          <a:xfrm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33" idx="3"/>
            <a:endCxn id="33" idx="7"/>
          </p:cNvCxnSpPr>
          <p:nvPr/>
        </p:nvCxnSpPr>
        <p:spPr>
          <a:xfrm flipV="1"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355227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tx1"/>
          </a:solidFill>
          <a:ln w="28575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hevron 2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826863" y="102119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58612" y="1001111"/>
            <a:ext cx="15728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rgbClr val="000000"/>
                </a:solidFill>
              </a:rPr>
              <a:t>...Search...</a:t>
            </a:r>
            <a:endParaRPr lang="en-US" i="1" spc="300" dirty="0">
              <a:solidFill>
                <a:srgbClr val="000000"/>
              </a:solidFill>
            </a:endParaRPr>
          </a:p>
        </p:txBody>
      </p:sp>
      <p:sp>
        <p:nvSpPr>
          <p:cNvPr id="25" name="Donut 24"/>
          <p:cNvSpPr/>
          <p:nvPr/>
        </p:nvSpPr>
        <p:spPr>
          <a:xfrm>
            <a:off x="4503907" y="1056917"/>
            <a:ext cx="261979" cy="264991"/>
          </a:xfrm>
          <a:prstGeom prst="donu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 rot="2586247">
            <a:off x="4663352" y="1273791"/>
            <a:ext cx="144143" cy="54798"/>
          </a:xfrm>
          <a:prstGeom prst="round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2682875" y="1664107"/>
            <a:ext cx="3746500" cy="394524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2804023" y="1811611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712942" y="5065216"/>
            <a:ext cx="2423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Tutorial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061230" y="5138786"/>
            <a:ext cx="122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No. of likes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39" name="Straight Connector 38"/>
          <p:cNvCxnSpPr/>
          <p:nvPr/>
        </p:nvCxnSpPr>
        <p:spPr>
          <a:xfrm>
            <a:off x="2804023" y="1811611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2804023" y="1811611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844330" y="-100148"/>
            <a:ext cx="1639500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Outfit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</p:spTree>
    <p:extLst>
      <p:ext uri="{BB962C8B-B14F-4D97-AF65-F5344CB8AC3E}">
        <p14:creationId xmlns:p14="http://schemas.microsoft.com/office/powerpoint/2010/main" val="419897508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2240574" y="1670755"/>
            <a:ext cx="458629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5515"/>
            <a:ext cx="158750" cy="1727200"/>
          </a:xfrm>
          <a:prstGeom prst="roundRect">
            <a:avLst/>
          </a:prstGeom>
          <a:solidFill>
            <a:srgbClr val="000000"/>
          </a:solidFill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750974" y="583958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23331" y="1157949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42191" y="1148346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442392" y="1732715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334994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334994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334994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Chevron 1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44073141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4044125" y="2466661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46666" y="700188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Step1: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4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endParaRPr lang="en-US" sz="2000" dirty="0"/>
          </a:p>
        </p:txBody>
      </p:sp>
      <p:sp>
        <p:nvSpPr>
          <p:cNvPr id="46" name="TextBox 45"/>
          <p:cNvSpPr txBox="1"/>
          <p:nvPr/>
        </p:nvSpPr>
        <p:spPr>
          <a:xfrm>
            <a:off x="2746289" y="4718146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Step2: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26" name="Picture 25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212221540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4044125" y="2466661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46666" y="700188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Step1: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4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endParaRPr lang="en-US" sz="2000" dirty="0"/>
          </a:p>
        </p:txBody>
      </p:sp>
      <p:sp>
        <p:nvSpPr>
          <p:cNvPr id="46" name="TextBox 45"/>
          <p:cNvSpPr txBox="1"/>
          <p:nvPr/>
        </p:nvSpPr>
        <p:spPr>
          <a:xfrm>
            <a:off x="2746289" y="4718146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Step2: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26" name="Picture 25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1" name="Isosceles Triangle 20"/>
          <p:cNvSpPr/>
          <p:nvPr/>
        </p:nvSpPr>
        <p:spPr>
          <a:xfrm rot="5400000">
            <a:off x="4044125" y="348365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xfrm>
            <a:off x="2435920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637904" y="2838437"/>
            <a:ext cx="3665090" cy="1176457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2686174" y="2885797"/>
            <a:ext cx="1115230" cy="1085897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Connector 29"/>
          <p:cNvCxnSpPr/>
          <p:nvPr/>
        </p:nvCxnSpPr>
        <p:spPr>
          <a:xfrm>
            <a:off x="2686174" y="2885797"/>
            <a:ext cx="1115230" cy="1085897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2686174" y="2885797"/>
            <a:ext cx="1115230" cy="108589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171338" y="2265864"/>
            <a:ext cx="31316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spc="300" dirty="0" smtClean="0"/>
              <a:t>Write a message ...</a:t>
            </a:r>
            <a:endParaRPr lang="en-US" sz="2000" i="1" spc="300" dirty="0"/>
          </a:p>
        </p:txBody>
      </p:sp>
      <p:pic>
        <p:nvPicPr>
          <p:cNvPr id="35" name="Picture 34" descr="facebook (1)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904" y="2235701"/>
            <a:ext cx="459697" cy="459697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674324" y="4070916"/>
            <a:ext cx="630397" cy="318526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rgbClr val="000000"/>
                </a:solidFill>
              </a:rPr>
              <a:t>Post</a:t>
            </a:r>
            <a:endParaRPr lang="en-US" sz="1600" dirty="0">
              <a:solidFill>
                <a:srgbClr val="000000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907257" y="3150902"/>
            <a:ext cx="22284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Tutorial Name</a:t>
            </a:r>
          </a:p>
          <a:p>
            <a:pPr algn="ctr"/>
            <a:r>
              <a:rPr lang="en-US" dirty="0" smtClean="0">
                <a:solidFill>
                  <a:srgbClr val="000000"/>
                </a:solidFill>
              </a:rPr>
              <a:t>Detail</a:t>
            </a:r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454222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4329916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360163" y="2149449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 smtClean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376442" y="3023486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396698" y="3920205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778513" y="677633"/>
            <a:ext cx="3496781" cy="100388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/>
          <p:cNvCxnSpPr/>
          <p:nvPr/>
        </p:nvCxnSpPr>
        <p:spPr>
          <a:xfrm>
            <a:off x="5152884" y="677633"/>
            <a:ext cx="1068848" cy="96266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2795686" y="677633"/>
            <a:ext cx="1041273" cy="96266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922637" y="2937659"/>
            <a:ext cx="3272542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922637" y="3826177"/>
            <a:ext cx="3272542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2922637" y="4685877"/>
            <a:ext cx="3272542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hevron 23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3" name="Picture 32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2845168" y="2271939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Untitled-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0081" y="2304929"/>
            <a:ext cx="433588" cy="433588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2854139" y="3159906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Untitled-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9052" y="3192896"/>
            <a:ext cx="433588" cy="433588"/>
          </a:xfrm>
          <a:prstGeom prst="rect">
            <a:avLst/>
          </a:prstGeom>
        </p:spPr>
      </p:pic>
      <p:sp>
        <p:nvSpPr>
          <p:cNvPr id="38" name="Oval 37"/>
          <p:cNvSpPr/>
          <p:nvPr/>
        </p:nvSpPr>
        <p:spPr>
          <a:xfrm>
            <a:off x="2881703" y="4002946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 descr="Untitled-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616" y="4035936"/>
            <a:ext cx="433588" cy="43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5678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254250" y="2395710"/>
            <a:ext cx="457261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063132" y="1376034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267814" y="1376034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08738" y="1607170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V="1">
            <a:off x="5170770" y="1418179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696279" y="1990479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273615" y="894959"/>
            <a:ext cx="2124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spc="300" dirty="0" smtClean="0">
                <a:solidFill>
                  <a:srgbClr val="000000"/>
                </a:solidFill>
              </a:rPr>
              <a:t>Username</a:t>
            </a:r>
            <a:endParaRPr lang="en-US" sz="2800" b="1" spc="300" dirty="0">
              <a:solidFill>
                <a:srgbClr val="000000"/>
              </a:solidFill>
            </a:endParaRPr>
          </a:p>
        </p:txBody>
      </p:sp>
      <p:sp>
        <p:nvSpPr>
          <p:cNvPr id="27" name="Chevron 2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Oval 28"/>
          <p:cNvSpPr/>
          <p:nvPr/>
        </p:nvSpPr>
        <p:spPr>
          <a:xfrm>
            <a:off x="2739411" y="684434"/>
            <a:ext cx="1366787" cy="1328210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1697" y="772621"/>
            <a:ext cx="1068965" cy="1068965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771435" y="-100148"/>
            <a:ext cx="2341429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Profile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764029" y="5894857"/>
            <a:ext cx="2423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Tutorial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112317" y="5968427"/>
            <a:ext cx="122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No. of likes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254250" y="6207307"/>
            <a:ext cx="4572619" cy="6506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572902" y="6301867"/>
            <a:ext cx="36764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+mj-lt"/>
                <a:cs typeface="MAW "/>
              </a:rPr>
              <a:t>t</a:t>
            </a:r>
            <a:r>
              <a:rPr lang="en-US" sz="2000" b="1" dirty="0" smtClean="0">
                <a:solidFill>
                  <a:srgbClr val="000000"/>
                </a:solidFill>
                <a:latin typeface="+mj-lt"/>
                <a:cs typeface="MAW "/>
              </a:rPr>
              <a:t>o create your own tutorial!</a:t>
            </a:r>
            <a:endParaRPr lang="en-US" sz="2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2327396" y="6288573"/>
            <a:ext cx="1257895" cy="4587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330174" y="1593827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466559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913382"/>
            <a:ext cx="935503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spc="600" dirty="0" smtClean="0">
                <a:solidFill>
                  <a:srgbClr val="000000"/>
                </a:solidFill>
                <a:latin typeface="Sketch Rockwell"/>
                <a:cs typeface="Sketch Rockwell"/>
              </a:rPr>
              <a:t>BLOGGER </a:t>
            </a:r>
          </a:p>
          <a:p>
            <a:pPr algn="ctr"/>
            <a:r>
              <a:rPr lang="en-US" sz="9600" spc="600" dirty="0" smtClean="0">
                <a:solidFill>
                  <a:srgbClr val="000000"/>
                </a:solidFill>
                <a:latin typeface="Sketch Rockwell"/>
                <a:cs typeface="Sketch Rockwell"/>
              </a:rPr>
              <a:t>PART</a:t>
            </a:r>
            <a:endParaRPr lang="en-US" sz="9600" spc="600" dirty="0">
              <a:solidFill>
                <a:srgbClr val="000000"/>
              </a:solidFill>
              <a:latin typeface="Sketch Rockwell"/>
              <a:cs typeface="Sketch Rockwell"/>
            </a:endParaRPr>
          </a:p>
        </p:txBody>
      </p:sp>
    </p:spTree>
    <p:extLst>
      <p:ext uri="{BB962C8B-B14F-4D97-AF65-F5344CB8AC3E}">
        <p14:creationId xmlns:p14="http://schemas.microsoft.com/office/powerpoint/2010/main" val="230153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xmlns:p14="http://schemas.microsoft.com/office/powerpoint/2010/main" spd="slow"/>
    </mc:Fallback>
  </mc:AlternateContent>
  <p:timing>
    <p:tnLst>
      <p:par>
        <p:cTn xmlns:p14="http://schemas.microsoft.com/office/powerpoint/2010/main"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682875" y="2199264"/>
            <a:ext cx="3746500" cy="3850963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804023" y="2346768"/>
            <a:ext cx="3496781" cy="32001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2346768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2346768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4826863" y="1647027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4858612" y="1626945"/>
            <a:ext cx="1572824" cy="36933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rgbClr val="000000"/>
                </a:solidFill>
              </a:rPr>
              <a:t>...Search...</a:t>
            </a:r>
            <a:endParaRPr lang="en-US" i="1" spc="300" dirty="0">
              <a:solidFill>
                <a:srgbClr val="000000"/>
              </a:solidFill>
            </a:endParaRPr>
          </a:p>
        </p:txBody>
      </p:sp>
      <p:sp>
        <p:nvSpPr>
          <p:cNvPr id="38" name="Donut 37"/>
          <p:cNvSpPr/>
          <p:nvPr/>
        </p:nvSpPr>
        <p:spPr>
          <a:xfrm>
            <a:off x="4503907" y="1682751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 rot="2586247">
            <a:off x="4663352" y="1899625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254250" y="1019291"/>
            <a:ext cx="4413869" cy="406673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/>
          <p:nvPr/>
        </p:nvCxnSpPr>
        <p:spPr>
          <a:xfrm>
            <a:off x="3749281" y="1019291"/>
            <a:ext cx="0" cy="406673"/>
          </a:xfrm>
          <a:prstGeom prst="line">
            <a:avLst/>
          </a:prstGeom>
          <a:ln w="9525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5263267" y="1019291"/>
            <a:ext cx="0" cy="406673"/>
          </a:xfrm>
          <a:prstGeom prst="line">
            <a:avLst/>
          </a:prstGeom>
          <a:ln w="9525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2406198" y="997289"/>
            <a:ext cx="12316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spc="110" dirty="0" smtClean="0">
                <a:solidFill>
                  <a:srgbClr val="000000"/>
                </a:solidFill>
                <a:latin typeface="+mj-lt"/>
                <a:cs typeface="MAW "/>
              </a:rPr>
              <a:t>Random</a:t>
            </a:r>
            <a:endParaRPr lang="en-US" sz="2000" b="1" spc="11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3963260" y="998575"/>
            <a:ext cx="12316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spc="110" dirty="0" smtClean="0">
                <a:solidFill>
                  <a:srgbClr val="000000"/>
                </a:solidFill>
                <a:latin typeface="+mj-lt"/>
                <a:cs typeface="MAW "/>
              </a:rPr>
              <a:t>Popular</a:t>
            </a:r>
            <a:endParaRPr lang="en-US" sz="2000" b="1" spc="11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318345" y="1016505"/>
            <a:ext cx="15717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spc="110" dirty="0" smtClean="0">
                <a:solidFill>
                  <a:srgbClr val="000000"/>
                </a:solidFill>
                <a:latin typeface="+mj-lt"/>
                <a:cs typeface="MAW "/>
              </a:rPr>
              <a:t>Following</a:t>
            </a:r>
            <a:endParaRPr lang="en-US" sz="2000" b="1" spc="11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1" name="Picture 40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2" name="Picture 41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3" name="Heart 42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Delay 6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Connector 68"/>
          <p:cNvCxnSpPr/>
          <p:nvPr/>
        </p:nvCxnSpPr>
        <p:spPr>
          <a:xfrm>
            <a:off x="2420981" y="210108"/>
            <a:ext cx="489447" cy="0"/>
          </a:xfrm>
          <a:prstGeom prst="line">
            <a:avLst/>
          </a:prstGeom>
          <a:ln w="762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2424096" y="398679"/>
            <a:ext cx="489447" cy="0"/>
          </a:xfrm>
          <a:prstGeom prst="line">
            <a:avLst/>
          </a:prstGeom>
          <a:ln w="762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2420981" y="576458"/>
            <a:ext cx="489447" cy="0"/>
          </a:xfrm>
          <a:prstGeom prst="line">
            <a:avLst/>
          </a:prstGeom>
          <a:ln w="762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3849914" y="-78497"/>
            <a:ext cx="1831944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Home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pic>
        <p:nvPicPr>
          <p:cNvPr id="73" name="Picture 72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2712942" y="5481249"/>
            <a:ext cx="2423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Tutorial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5061230" y="5554819"/>
            <a:ext cx="122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No. of likes</a:t>
            </a:r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44564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3416145" y="1654685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Categories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416145" y="2576290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Shops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416145" y="3488601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Around Me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16145" y="4400912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2" name="Chevron 1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762269" y="-100148"/>
            <a:ext cx="1996886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Menu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16" name="Picture 15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0" name="Heart 1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Delay 2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313425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308468" y="2198036"/>
            <a:ext cx="803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Outfit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430602" y="3834481"/>
            <a:ext cx="6426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Gift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10337" y="2198036"/>
            <a:ext cx="1555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Accessory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76718" y="5611539"/>
            <a:ext cx="994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Garden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93783" y="5624269"/>
            <a:ext cx="1502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Home Decor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143607" y="3837626"/>
            <a:ext cx="539538" cy="366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Kid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84410"/>
            <a:ext cx="158750" cy="3789089"/>
          </a:xfrm>
          <a:prstGeom prst="roundRect">
            <a:avLst/>
          </a:prstGeom>
          <a:solidFill>
            <a:srgbClr val="000000"/>
          </a:solidFill>
          <a:ln w="28575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219112" y="-100148"/>
            <a:ext cx="4138477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Categories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3083142" y="10433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>
            <a:stCxn id="31" idx="1"/>
            <a:endCxn id="31" idx="5"/>
          </p:cNvCxnSpPr>
          <p:nvPr/>
        </p:nvCxnSpPr>
        <p:spPr>
          <a:xfrm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stCxn id="31" idx="3"/>
            <a:endCxn id="31" idx="7"/>
          </p:cNvCxnSpPr>
          <p:nvPr/>
        </p:nvCxnSpPr>
        <p:spPr>
          <a:xfrm flipV="1"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810337" y="10266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/>
          <p:cNvCxnSpPr>
            <a:stCxn id="33" idx="1"/>
            <a:endCxn id="33" idx="5"/>
          </p:cNvCxnSpPr>
          <p:nvPr/>
        </p:nvCxnSpPr>
        <p:spPr>
          <a:xfrm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33" idx="3"/>
            <a:endCxn id="33" idx="7"/>
          </p:cNvCxnSpPr>
          <p:nvPr/>
        </p:nvCxnSpPr>
        <p:spPr>
          <a:xfrm flipV="1"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3130812" y="2679583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>
            <a:stCxn id="36" idx="1"/>
            <a:endCxn id="36" idx="5"/>
          </p:cNvCxnSpPr>
          <p:nvPr/>
        </p:nvCxnSpPr>
        <p:spPr>
          <a:xfrm>
            <a:off x="3304823" y="284868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6" idx="3"/>
            <a:endCxn id="36" idx="7"/>
          </p:cNvCxnSpPr>
          <p:nvPr/>
        </p:nvCxnSpPr>
        <p:spPr>
          <a:xfrm flipV="1">
            <a:off x="3304823" y="284868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810337" y="2679369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>
            <a:stCxn id="39" idx="1"/>
            <a:endCxn id="39" idx="5"/>
          </p:cNvCxnSpPr>
          <p:nvPr/>
        </p:nvCxnSpPr>
        <p:spPr>
          <a:xfrm>
            <a:off x="4984348" y="2848469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9" idx="3"/>
            <a:endCxn id="39" idx="7"/>
          </p:cNvCxnSpPr>
          <p:nvPr/>
        </p:nvCxnSpPr>
        <p:spPr>
          <a:xfrm flipV="1">
            <a:off x="4984348" y="2848469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3128351" y="4456855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>
            <a:stCxn id="42" idx="1"/>
            <a:endCxn id="42" idx="5"/>
          </p:cNvCxnSpPr>
          <p:nvPr/>
        </p:nvCxnSpPr>
        <p:spPr>
          <a:xfrm>
            <a:off x="3302362" y="4625955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>
            <a:stCxn id="42" idx="3"/>
            <a:endCxn id="42" idx="7"/>
          </p:cNvCxnSpPr>
          <p:nvPr/>
        </p:nvCxnSpPr>
        <p:spPr>
          <a:xfrm flipV="1">
            <a:off x="3302362" y="4625955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4810337" y="4456846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>
            <a:stCxn id="45" idx="1"/>
            <a:endCxn id="45" idx="5"/>
          </p:cNvCxnSpPr>
          <p:nvPr/>
        </p:nvCxnSpPr>
        <p:spPr>
          <a:xfrm>
            <a:off x="4984348" y="4625946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>
            <a:stCxn id="45" idx="3"/>
            <a:endCxn id="45" idx="7"/>
          </p:cNvCxnSpPr>
          <p:nvPr/>
        </p:nvCxnSpPr>
        <p:spPr>
          <a:xfrm flipV="1">
            <a:off x="4984348" y="4625946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0" name="Picture 49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1" name="Heart 5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2" name="Straight Connector 5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Delay 5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44793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390938" y="2198036"/>
            <a:ext cx="600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Pet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76322" y="2198036"/>
            <a:ext cx="748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Other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2261750"/>
            <a:ext cx="158750" cy="3789089"/>
          </a:xfrm>
          <a:prstGeom prst="roundRect">
            <a:avLst/>
          </a:prstGeom>
          <a:solidFill>
            <a:srgbClr val="000000"/>
          </a:solidFill>
          <a:ln w="28575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219112" y="-100148"/>
            <a:ext cx="4138477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Categories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3083142" y="10433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>
            <a:stCxn id="31" idx="1"/>
            <a:endCxn id="31" idx="5"/>
          </p:cNvCxnSpPr>
          <p:nvPr/>
        </p:nvCxnSpPr>
        <p:spPr>
          <a:xfrm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stCxn id="31" idx="3"/>
            <a:endCxn id="31" idx="7"/>
          </p:cNvCxnSpPr>
          <p:nvPr/>
        </p:nvCxnSpPr>
        <p:spPr>
          <a:xfrm flipV="1"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810337" y="10266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/>
          <p:cNvCxnSpPr>
            <a:stCxn id="33" idx="1"/>
            <a:endCxn id="33" idx="5"/>
          </p:cNvCxnSpPr>
          <p:nvPr/>
        </p:nvCxnSpPr>
        <p:spPr>
          <a:xfrm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33" idx="3"/>
            <a:endCxn id="33" idx="7"/>
          </p:cNvCxnSpPr>
          <p:nvPr/>
        </p:nvCxnSpPr>
        <p:spPr>
          <a:xfrm flipV="1"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0" name="Picture 19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Delay 3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78857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noFill/>
          <a:ln w="28575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hevron 2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826863" y="102119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58612" y="1001111"/>
            <a:ext cx="15728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rgbClr val="000000"/>
                </a:solidFill>
              </a:rPr>
              <a:t>...Search...</a:t>
            </a:r>
            <a:endParaRPr lang="en-US" i="1" spc="300" dirty="0">
              <a:solidFill>
                <a:srgbClr val="000000"/>
              </a:solidFill>
            </a:endParaRPr>
          </a:p>
        </p:txBody>
      </p:sp>
      <p:sp>
        <p:nvSpPr>
          <p:cNvPr id="25" name="Donut 24"/>
          <p:cNvSpPr/>
          <p:nvPr/>
        </p:nvSpPr>
        <p:spPr>
          <a:xfrm>
            <a:off x="4503907" y="1056917"/>
            <a:ext cx="261979" cy="264991"/>
          </a:xfrm>
          <a:prstGeom prst="donu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 rot="2586247">
            <a:off x="4663352" y="1273791"/>
            <a:ext cx="144143" cy="54798"/>
          </a:xfrm>
          <a:prstGeom prst="round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2682875" y="1664107"/>
            <a:ext cx="3746500" cy="394524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2804023" y="1811611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712942" y="5065216"/>
            <a:ext cx="2423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Tutorial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061230" y="5138786"/>
            <a:ext cx="122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No. of likes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39" name="Straight Connector 38"/>
          <p:cNvCxnSpPr/>
          <p:nvPr/>
        </p:nvCxnSpPr>
        <p:spPr>
          <a:xfrm>
            <a:off x="2804023" y="1811611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2804023" y="1811611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844330" y="-100148"/>
            <a:ext cx="1639500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Outfit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8" name="Picture 27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9" name="Heart 2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1" name="Picture 40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33687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2240574" y="1670755"/>
            <a:ext cx="458629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rgbClr val="000000"/>
          </a:solidFill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750974" y="583958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23331" y="1157949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42191" y="1148346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442392" y="1732715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334994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334994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334994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Chevron 1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chemeClr val="bg1"/>
                </a:solidFill>
                <a:latin typeface="+mj-lt"/>
                <a:cs typeface="MAW "/>
              </a:rPr>
              <a:t>Like</a:t>
            </a:r>
            <a:endParaRPr lang="en-US" spc="300" dirty="0">
              <a:solidFill>
                <a:schemeClr val="bg1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7735733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4044125" y="2466661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46666" y="700188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Step1: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4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endParaRPr lang="en-US" sz="2000" dirty="0"/>
          </a:p>
        </p:txBody>
      </p:sp>
      <p:sp>
        <p:nvSpPr>
          <p:cNvPr id="46" name="TextBox 45"/>
          <p:cNvSpPr txBox="1"/>
          <p:nvPr/>
        </p:nvSpPr>
        <p:spPr>
          <a:xfrm>
            <a:off x="2746289" y="4718146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Step2: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26" name="Picture 25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8" name="Picture 27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9" name="Heart 2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Connector 2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Picture 3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chemeClr val="bg1"/>
                </a:solidFill>
                <a:latin typeface="+mj-lt"/>
                <a:cs typeface="MAW "/>
              </a:rPr>
              <a:t>Like</a:t>
            </a:r>
            <a:endParaRPr lang="en-US" spc="300" dirty="0">
              <a:solidFill>
                <a:schemeClr val="bg1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23077643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4044125" y="2466661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46666" y="700188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Step1: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4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endParaRPr lang="en-US" sz="2000" dirty="0"/>
          </a:p>
        </p:txBody>
      </p:sp>
      <p:sp>
        <p:nvSpPr>
          <p:cNvPr id="46" name="TextBox 45"/>
          <p:cNvSpPr txBox="1"/>
          <p:nvPr/>
        </p:nvSpPr>
        <p:spPr>
          <a:xfrm>
            <a:off x="2746289" y="4718146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Step2: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26" name="Picture 25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1" name="Isosceles Triangle 20"/>
          <p:cNvSpPr/>
          <p:nvPr/>
        </p:nvSpPr>
        <p:spPr>
          <a:xfrm rot="5400000">
            <a:off x="4044125" y="348365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xfrm>
            <a:off x="2435920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637904" y="2838437"/>
            <a:ext cx="3665090" cy="1176457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2686174" y="2885797"/>
            <a:ext cx="1115230" cy="1085897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Connector 29"/>
          <p:cNvCxnSpPr/>
          <p:nvPr/>
        </p:nvCxnSpPr>
        <p:spPr>
          <a:xfrm>
            <a:off x="2686174" y="2885797"/>
            <a:ext cx="1115230" cy="1085897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2686174" y="2885797"/>
            <a:ext cx="1115230" cy="108589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171338" y="2265864"/>
            <a:ext cx="31316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spc="300" dirty="0" smtClean="0"/>
              <a:t>Write a message ...</a:t>
            </a:r>
            <a:endParaRPr lang="en-US" sz="2000" i="1" spc="300" dirty="0"/>
          </a:p>
        </p:txBody>
      </p:sp>
      <p:pic>
        <p:nvPicPr>
          <p:cNvPr id="35" name="Picture 34" descr="facebook (1)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904" y="2235701"/>
            <a:ext cx="459697" cy="459697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674324" y="4070916"/>
            <a:ext cx="630397" cy="318526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rgbClr val="000000"/>
                </a:solidFill>
              </a:rPr>
              <a:t>Post</a:t>
            </a:r>
            <a:endParaRPr lang="en-US" sz="1600" dirty="0">
              <a:solidFill>
                <a:srgbClr val="000000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907257" y="3150902"/>
            <a:ext cx="22284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Tutorial Name</a:t>
            </a:r>
          </a:p>
          <a:p>
            <a:pPr algn="ctr"/>
            <a:r>
              <a:rPr lang="en-US" dirty="0" smtClean="0">
                <a:solidFill>
                  <a:srgbClr val="000000"/>
                </a:solidFill>
              </a:rPr>
              <a:t>Detail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0" name="Picture 39" descr="comment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1" name="Heart 4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Delay 53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chemeClr val="bg1"/>
                </a:solidFill>
                <a:latin typeface="+mj-lt"/>
                <a:cs typeface="MAW "/>
              </a:rPr>
              <a:t>Like</a:t>
            </a:r>
            <a:endParaRPr lang="en-US" spc="300" dirty="0">
              <a:solidFill>
                <a:schemeClr val="bg1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41407587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3477868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768860" y="660844"/>
            <a:ext cx="3496781" cy="324482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68860" y="660844"/>
            <a:ext cx="3478092" cy="3244819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68860" y="660844"/>
            <a:ext cx="3523387" cy="3244822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4979865" y="5205068"/>
            <a:ext cx="1267088" cy="394691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spc="300" dirty="0" smtClean="0">
                <a:solidFill>
                  <a:srgbClr val="000000"/>
                </a:solidFill>
                <a:latin typeface="+mj-lt"/>
                <a:cs typeface="MAW "/>
              </a:rPr>
              <a:t>Comment</a:t>
            </a:r>
            <a:endParaRPr lang="en-US" sz="14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" name="Rounded Rectangle 1"/>
          <p:cNvSpPr/>
          <p:nvPr/>
        </p:nvSpPr>
        <p:spPr>
          <a:xfrm>
            <a:off x="3396793" y="4133217"/>
            <a:ext cx="2850159" cy="86005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2" name="Picture 31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8" name="Heart 37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Delay 5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Picture 55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7" name="Chevron 5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9" name="Picture 58" descr="flaticon_facebook.gif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chemeClr val="bg1"/>
                </a:solidFill>
                <a:latin typeface="+mj-lt"/>
                <a:cs typeface="MAW "/>
              </a:rPr>
              <a:t>Like</a:t>
            </a:r>
            <a:endParaRPr lang="en-US" spc="300" dirty="0">
              <a:solidFill>
                <a:schemeClr val="bg1"/>
              </a:solidFill>
              <a:latin typeface="+mj-lt"/>
              <a:cs typeface="MAW 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2472427" y="4176841"/>
            <a:ext cx="840146" cy="81643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1422" y="4246557"/>
            <a:ext cx="657079" cy="657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93223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4472387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ounded Rectangle 49"/>
          <p:cNvSpPr/>
          <p:nvPr/>
        </p:nvSpPr>
        <p:spPr>
          <a:xfrm>
            <a:off x="5110790" y="3027467"/>
            <a:ext cx="1139363" cy="394691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MAW "/>
                <a:cs typeface="MAW "/>
              </a:rPr>
              <a:t>Comment</a:t>
            </a:r>
            <a:endParaRPr lang="en-US" sz="16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427314" y="3530131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443593" y="4434548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463849" y="5326047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778513" y="677633"/>
            <a:ext cx="3496781" cy="1003885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/>
          <p:cNvCxnSpPr/>
          <p:nvPr/>
        </p:nvCxnSpPr>
        <p:spPr>
          <a:xfrm>
            <a:off x="5152884" y="677633"/>
            <a:ext cx="1068848" cy="96266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2795686" y="677633"/>
            <a:ext cx="1041273" cy="96266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3396793" y="1955616"/>
            <a:ext cx="2850160" cy="860058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Connector 52"/>
          <p:cNvCxnSpPr/>
          <p:nvPr/>
        </p:nvCxnSpPr>
        <p:spPr>
          <a:xfrm>
            <a:off x="2977611" y="4298777"/>
            <a:ext cx="3272542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2977611" y="5235520"/>
            <a:ext cx="3272542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5" name="Picture 54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8" name="Heart 57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Connector 58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Delay 63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Picture 64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66" name="Chevron 65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8" name="Picture 67" descr="flaticon_facebook.gif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69" name="Rounded Rectangle 68"/>
          <p:cNvSpPr/>
          <p:nvPr/>
        </p:nvSpPr>
        <p:spPr>
          <a:xfrm>
            <a:off x="2744268" y="170442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chemeClr val="bg1"/>
                </a:solidFill>
                <a:latin typeface="+mj-lt"/>
                <a:cs typeface="MAW "/>
              </a:rPr>
              <a:t>Like</a:t>
            </a:r>
            <a:endParaRPr lang="en-US" spc="300" dirty="0">
              <a:solidFill>
                <a:schemeClr val="bg1"/>
              </a:solidFill>
              <a:latin typeface="+mj-lt"/>
              <a:cs typeface="MAW 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2472427" y="1970788"/>
            <a:ext cx="840146" cy="81643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1" name="Picture 70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1422" y="2040504"/>
            <a:ext cx="657079" cy="657079"/>
          </a:xfrm>
          <a:prstGeom prst="rect">
            <a:avLst/>
          </a:prstGeom>
        </p:spPr>
      </p:pic>
      <p:sp>
        <p:nvSpPr>
          <p:cNvPr id="72" name="Oval 71"/>
          <p:cNvSpPr/>
          <p:nvPr/>
        </p:nvSpPr>
        <p:spPr>
          <a:xfrm>
            <a:off x="2864791" y="3667067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3" name="Picture 72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9704" y="3700057"/>
            <a:ext cx="433588" cy="433588"/>
          </a:xfrm>
          <a:prstGeom prst="rect">
            <a:avLst/>
          </a:prstGeom>
        </p:spPr>
      </p:pic>
      <p:sp>
        <p:nvSpPr>
          <p:cNvPr id="74" name="Oval 73"/>
          <p:cNvSpPr/>
          <p:nvPr/>
        </p:nvSpPr>
        <p:spPr>
          <a:xfrm>
            <a:off x="2873762" y="4555034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5" name="Picture 74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8675" y="4588024"/>
            <a:ext cx="433588" cy="433588"/>
          </a:xfrm>
          <a:prstGeom prst="rect">
            <a:avLst/>
          </a:prstGeom>
        </p:spPr>
      </p:pic>
      <p:sp>
        <p:nvSpPr>
          <p:cNvPr id="76" name="Oval 75"/>
          <p:cNvSpPr/>
          <p:nvPr/>
        </p:nvSpPr>
        <p:spPr>
          <a:xfrm>
            <a:off x="2901326" y="5398074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7" name="Picture 76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6239" y="5431064"/>
            <a:ext cx="433588" cy="43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13472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682875" y="1596106"/>
            <a:ext cx="3746500" cy="3934311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804023" y="1743610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804023" y="1743610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2804023" y="1743610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832882" y="1054630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864631" y="1034548"/>
            <a:ext cx="1572824" cy="369332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rgbClr val="000000"/>
                </a:solidFill>
              </a:rPr>
              <a:t>...Search...</a:t>
            </a:r>
            <a:endParaRPr lang="en-US" i="1" spc="300" dirty="0">
              <a:solidFill>
                <a:srgbClr val="000000"/>
              </a:solidFill>
            </a:endParaRPr>
          </a:p>
        </p:txBody>
      </p:sp>
      <p:sp>
        <p:nvSpPr>
          <p:cNvPr id="35" name="Donut 34"/>
          <p:cNvSpPr/>
          <p:nvPr/>
        </p:nvSpPr>
        <p:spPr>
          <a:xfrm>
            <a:off x="4509926" y="1090354"/>
            <a:ext cx="261979" cy="264991"/>
          </a:xfrm>
          <a:prstGeom prst="donu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 rot="2586247">
            <a:off x="4669372" y="1304091"/>
            <a:ext cx="144143" cy="54798"/>
          </a:xfrm>
          <a:prstGeom prst="round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xfrm>
            <a:off x="2682875" y="1062094"/>
            <a:ext cx="1554494" cy="354724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MAW "/>
                <a:cs typeface="MAW "/>
              </a:rPr>
              <a:t>Categories </a:t>
            </a:r>
            <a:endParaRPr lang="en-US" sz="20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1" name="Picture 40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2" name="Picture 41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3" name="Heart 42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Delay 49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2" name="Chevron 5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844330" y="-100148"/>
            <a:ext cx="1919218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Shops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789756" y="5010607"/>
            <a:ext cx="20624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Shop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093403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308468" y="2198036"/>
            <a:ext cx="803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Fabric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324962" y="3834481"/>
            <a:ext cx="888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Wood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10337" y="2198036"/>
            <a:ext cx="1555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Accessory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184310" y="5611539"/>
            <a:ext cx="1226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Container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67802" y="5624269"/>
            <a:ext cx="989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Other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913408" y="3834053"/>
            <a:ext cx="11437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Stationary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219112" y="-100148"/>
            <a:ext cx="4138477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Categories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3083142" y="10433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>
            <a:stCxn id="31" idx="1"/>
            <a:endCxn id="31" idx="5"/>
          </p:cNvCxnSpPr>
          <p:nvPr/>
        </p:nvCxnSpPr>
        <p:spPr>
          <a:xfrm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stCxn id="31" idx="3"/>
            <a:endCxn id="31" idx="7"/>
          </p:cNvCxnSpPr>
          <p:nvPr/>
        </p:nvCxnSpPr>
        <p:spPr>
          <a:xfrm flipV="1"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810337" y="10266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/>
          <p:cNvCxnSpPr>
            <a:stCxn id="33" idx="1"/>
            <a:endCxn id="33" idx="5"/>
          </p:cNvCxnSpPr>
          <p:nvPr/>
        </p:nvCxnSpPr>
        <p:spPr>
          <a:xfrm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33" idx="3"/>
            <a:endCxn id="33" idx="7"/>
          </p:cNvCxnSpPr>
          <p:nvPr/>
        </p:nvCxnSpPr>
        <p:spPr>
          <a:xfrm flipV="1"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3130812" y="2679583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>
            <a:stCxn id="36" idx="1"/>
            <a:endCxn id="36" idx="5"/>
          </p:cNvCxnSpPr>
          <p:nvPr/>
        </p:nvCxnSpPr>
        <p:spPr>
          <a:xfrm>
            <a:off x="3304823" y="284868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6" idx="3"/>
            <a:endCxn id="36" idx="7"/>
          </p:cNvCxnSpPr>
          <p:nvPr/>
        </p:nvCxnSpPr>
        <p:spPr>
          <a:xfrm flipV="1">
            <a:off x="3304823" y="284868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810337" y="2679369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>
            <a:stCxn id="39" idx="1"/>
            <a:endCxn id="39" idx="5"/>
          </p:cNvCxnSpPr>
          <p:nvPr/>
        </p:nvCxnSpPr>
        <p:spPr>
          <a:xfrm>
            <a:off x="4984348" y="2848469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9" idx="3"/>
            <a:endCxn id="39" idx="7"/>
          </p:cNvCxnSpPr>
          <p:nvPr/>
        </p:nvCxnSpPr>
        <p:spPr>
          <a:xfrm flipV="1">
            <a:off x="4984348" y="2848469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3128351" y="4456855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>
            <a:stCxn id="42" idx="1"/>
            <a:endCxn id="42" idx="5"/>
          </p:cNvCxnSpPr>
          <p:nvPr/>
        </p:nvCxnSpPr>
        <p:spPr>
          <a:xfrm>
            <a:off x="3302362" y="4625955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>
            <a:stCxn id="42" idx="3"/>
            <a:endCxn id="42" idx="7"/>
          </p:cNvCxnSpPr>
          <p:nvPr/>
        </p:nvCxnSpPr>
        <p:spPr>
          <a:xfrm flipV="1">
            <a:off x="3302362" y="4625955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4810337" y="4456846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>
            <a:stCxn id="45" idx="1"/>
            <a:endCxn id="45" idx="5"/>
          </p:cNvCxnSpPr>
          <p:nvPr/>
        </p:nvCxnSpPr>
        <p:spPr>
          <a:xfrm>
            <a:off x="4984348" y="4625946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>
            <a:stCxn id="45" idx="3"/>
            <a:endCxn id="45" idx="7"/>
          </p:cNvCxnSpPr>
          <p:nvPr/>
        </p:nvCxnSpPr>
        <p:spPr>
          <a:xfrm flipV="1">
            <a:off x="4984348" y="4625946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0" name="Picture 49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1" name="Heart 5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2" name="Straight Connector 5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Delay 5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8816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2240574" y="1126170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5515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927084" y="360673"/>
            <a:ext cx="339761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 Name</a:t>
            </a:r>
            <a:endParaRPr lang="en-US" sz="44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817970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817970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817970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28150" y="177143"/>
            <a:ext cx="1278259" cy="362053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Message 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2717065" y="1943554"/>
            <a:ext cx="347896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Information: </a:t>
            </a:r>
            <a:r>
              <a:rPr lang="en-US" sz="2000" dirty="0" err="1" smtClean="0">
                <a:solidFill>
                  <a:srgbClr val="000000"/>
                </a:solidFill>
              </a:rPr>
              <a:t>xxxxxxxxxxxxxxxxx</a:t>
            </a:r>
            <a:r>
              <a:rPr lang="en-US" sz="2000" dirty="0" smtClean="0">
                <a:solidFill>
                  <a:srgbClr val="000000"/>
                </a:solidFill>
              </a:rPr>
              <a:t/>
            </a:r>
            <a:br>
              <a:rPr lang="en-US" sz="2000" dirty="0" smtClean="0">
                <a:solidFill>
                  <a:srgbClr val="000000"/>
                </a:solidFill>
              </a:rPr>
            </a:br>
            <a:r>
              <a:rPr lang="en-US" sz="2000" dirty="0" err="1" smtClean="0">
                <a:solidFill>
                  <a:srgbClr val="000000"/>
                </a:solidFill>
              </a:rPr>
              <a:t>xxxxxxxxxxxxxxxxxxxxxxxxxxxxx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719998" y="1143334"/>
            <a:ext cx="13908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Branch: </a:t>
            </a:r>
            <a:r>
              <a:rPr lang="en-US" sz="2000" dirty="0" smtClean="0">
                <a:solidFill>
                  <a:srgbClr val="000000"/>
                </a:solidFill>
              </a:rPr>
              <a:t>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717065" y="1543444"/>
            <a:ext cx="2159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Tel.: </a:t>
            </a:r>
            <a:r>
              <a:rPr lang="en-US" sz="2000" dirty="0" smtClean="0">
                <a:solidFill>
                  <a:srgbClr val="000000"/>
                </a:solidFill>
              </a:rPr>
              <a:t>000-000-0000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8" name="Picture 37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9" name="Heart 3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3" name="Chevron 5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09638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780199" y="784558"/>
            <a:ext cx="3467556" cy="3200125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784558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2767211" y="4364805"/>
            <a:ext cx="3496781" cy="1842502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292538" y="4364807"/>
            <a:ext cx="1971454" cy="1834780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4364805"/>
            <a:ext cx="2199665" cy="1834782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1" name="Picture 30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2" name="Heart 31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Connector 3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3" name="Chevron 5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328150" y="177143"/>
            <a:ext cx="1278259" cy="362053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Message 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88308773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668119" y="4404334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784558"/>
            <a:ext cx="3496781" cy="1737719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cxnSp>
        <p:nvCxnSpPr>
          <p:cNvPr id="43" name="Straight Connector 42"/>
          <p:cNvCxnSpPr/>
          <p:nvPr/>
        </p:nvCxnSpPr>
        <p:spPr>
          <a:xfrm>
            <a:off x="4292538" y="784558"/>
            <a:ext cx="1954414" cy="1737719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1935047" cy="1737720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750973" y="3296351"/>
            <a:ext cx="3496781" cy="1887625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pic>
        <p:nvPicPr>
          <p:cNvPr id="39" name="Picture 38" descr="Screen Shot 2557-05-11 at 11.25.14 AM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01" y="3348649"/>
            <a:ext cx="3390571" cy="178318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40" name="Teardrop 39"/>
          <p:cNvSpPr/>
          <p:nvPr/>
        </p:nvSpPr>
        <p:spPr>
          <a:xfrm rot="7921972">
            <a:off x="4534471" y="4145433"/>
            <a:ext cx="408752" cy="408724"/>
          </a:xfrm>
          <a:prstGeom prst="teardrop">
            <a:avLst/>
          </a:prstGeom>
          <a:solidFill>
            <a:srgbClr val="000000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642876" y="4251021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2675462" y="2896241"/>
            <a:ext cx="1090613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Location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277585" y="4591960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Shop Name</a:t>
            </a:r>
            <a:endParaRPr lang="en-US" sz="2000" b="1" dirty="0"/>
          </a:p>
        </p:txBody>
      </p:sp>
      <p:sp>
        <p:nvSpPr>
          <p:cNvPr id="28" name="Rectangle 2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8" name="Picture 47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9" name="Heart 4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Delay 5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Picture 55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7" name="Chevron 5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328150" y="177143"/>
            <a:ext cx="1278259" cy="362053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Message 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25031230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creen Shot 2557-05-11 at 11.25.14 AM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9359" y="1"/>
            <a:ext cx="4511789" cy="6192562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9" name="Rectangle 18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1" name="Picture 20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4" name="Heart 2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Delay 3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33" name="Chevron 3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4" name="Teardrop 33"/>
          <p:cNvSpPr/>
          <p:nvPr/>
        </p:nvSpPr>
        <p:spPr>
          <a:xfrm rot="7921972">
            <a:off x="4783633" y="1275218"/>
            <a:ext cx="408752" cy="408724"/>
          </a:xfrm>
          <a:prstGeom prst="teardrop">
            <a:avLst/>
          </a:prstGeom>
          <a:solidFill>
            <a:srgbClr val="000000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4892038" y="1380806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4526747" y="1721745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Shop Name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56489476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2682875" y="1004511"/>
            <a:ext cx="3746500" cy="4841339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creen Shot 2557-05-11 at 11.25.14 AM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3005" y="1101312"/>
            <a:ext cx="3579294" cy="4639561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22" name="Teardrop 21"/>
          <p:cNvSpPr/>
          <p:nvPr/>
        </p:nvSpPr>
        <p:spPr>
          <a:xfrm rot="7921972">
            <a:off x="4619301" y="1720200"/>
            <a:ext cx="408752" cy="408724"/>
          </a:xfrm>
          <a:prstGeom prst="teardrop">
            <a:avLst/>
          </a:prstGeom>
          <a:solidFill>
            <a:srgbClr val="000000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4727706" y="1825788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Teardrop 23"/>
          <p:cNvSpPr/>
          <p:nvPr/>
        </p:nvSpPr>
        <p:spPr>
          <a:xfrm rot="7921972">
            <a:off x="2988780" y="3426171"/>
            <a:ext cx="408752" cy="408724"/>
          </a:xfrm>
          <a:prstGeom prst="teardrop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3097185" y="3531759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Teardrop 25"/>
          <p:cNvSpPr/>
          <p:nvPr/>
        </p:nvSpPr>
        <p:spPr>
          <a:xfrm rot="7921972">
            <a:off x="4427838" y="4693725"/>
            <a:ext cx="408752" cy="408724"/>
          </a:xfrm>
          <a:prstGeom prst="teardrop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4536243" y="4799313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8" name="Teardrop 27"/>
          <p:cNvSpPr/>
          <p:nvPr/>
        </p:nvSpPr>
        <p:spPr>
          <a:xfrm rot="7921972">
            <a:off x="5681359" y="2951052"/>
            <a:ext cx="408752" cy="408724"/>
          </a:xfrm>
          <a:prstGeom prst="teardrop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5789764" y="3056640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4335815" y="2139405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Shop Name</a:t>
            </a:r>
            <a:endParaRPr lang="en-US" sz="2000" b="1" dirty="0"/>
          </a:p>
        </p:txBody>
      </p:sp>
      <p:sp>
        <p:nvSpPr>
          <p:cNvPr id="31" name="TextBox 30"/>
          <p:cNvSpPr txBox="1"/>
          <p:nvPr/>
        </p:nvSpPr>
        <p:spPr>
          <a:xfrm>
            <a:off x="2742629" y="3845178"/>
            <a:ext cx="12099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Shop Name</a:t>
            </a:r>
            <a:endParaRPr lang="en-US" sz="2000" b="1" dirty="0"/>
          </a:p>
        </p:txBody>
      </p:sp>
      <p:sp>
        <p:nvSpPr>
          <p:cNvPr id="32" name="TextBox 31"/>
          <p:cNvSpPr txBox="1"/>
          <p:nvPr/>
        </p:nvSpPr>
        <p:spPr>
          <a:xfrm>
            <a:off x="5257501" y="3379414"/>
            <a:ext cx="11718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Shop Name</a:t>
            </a:r>
            <a:endParaRPr lang="en-US" sz="2000" b="1" dirty="0"/>
          </a:p>
        </p:txBody>
      </p:sp>
      <p:sp>
        <p:nvSpPr>
          <p:cNvPr id="33" name="TextBox 32"/>
          <p:cNvSpPr txBox="1"/>
          <p:nvPr/>
        </p:nvSpPr>
        <p:spPr>
          <a:xfrm>
            <a:off x="4130862" y="5103280"/>
            <a:ext cx="12683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Shop Name</a:t>
            </a:r>
            <a:endParaRPr lang="en-US" sz="2000" b="1" dirty="0"/>
          </a:p>
        </p:txBody>
      </p:sp>
      <p:sp>
        <p:nvSpPr>
          <p:cNvPr id="34" name="Oval 33"/>
          <p:cNvSpPr/>
          <p:nvPr/>
        </p:nvSpPr>
        <p:spPr>
          <a:xfrm>
            <a:off x="4715466" y="3284124"/>
            <a:ext cx="193141" cy="182676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glow rad="469900">
              <a:schemeClr val="tx1">
                <a:lumMod val="75000"/>
                <a:lumOff val="25000"/>
                <a:alpha val="48000"/>
              </a:scheme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7" name="Picture 36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8" name="Heart 37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Delay 43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7" name="Chevron 4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171259" y="-100148"/>
            <a:ext cx="3512106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Around Me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</p:spTree>
    <p:extLst>
      <p:ext uri="{BB962C8B-B14F-4D97-AF65-F5344CB8AC3E}">
        <p14:creationId xmlns:p14="http://schemas.microsoft.com/office/powerpoint/2010/main" val="97968834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/>
          <p:cNvCxnSpPr/>
          <p:nvPr/>
        </p:nvCxnSpPr>
        <p:spPr>
          <a:xfrm>
            <a:off x="2441400" y="1888052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441400" y="2985313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441400" y="4067086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301457" y="1027994"/>
            <a:ext cx="14158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</a:t>
            </a:r>
          </a:p>
          <a:p>
            <a:r>
              <a:rPr lang="en-US" sz="2000" dirty="0" smtClean="0">
                <a:solidFill>
                  <a:srgbClr val="000000"/>
                </a:solidFill>
              </a:rPr>
              <a:t>Activity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301458" y="2076057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</a:t>
            </a:r>
          </a:p>
          <a:p>
            <a:r>
              <a:rPr lang="en-US" sz="2000" dirty="0" smtClean="0">
                <a:solidFill>
                  <a:srgbClr val="000000"/>
                </a:solidFill>
              </a:rPr>
              <a:t>Activity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321714" y="3185616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</a:t>
            </a:r>
          </a:p>
          <a:p>
            <a:r>
              <a:rPr lang="en-US" sz="2000" dirty="0" smtClean="0">
                <a:solidFill>
                  <a:srgbClr val="000000"/>
                </a:solidFill>
              </a:rPr>
              <a:t>Activity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1" name="Picture 30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3" name="Heart 32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Delay 38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1" name="Chevron 40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018802" y="-100148"/>
            <a:ext cx="3512106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What’s New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2590653" y="1077479"/>
            <a:ext cx="684892" cy="66556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>
            <a:stCxn id="43" idx="1"/>
            <a:endCxn id="43" idx="5"/>
          </p:cNvCxnSpPr>
          <p:nvPr/>
        </p:nvCxnSpPr>
        <p:spPr>
          <a:xfrm>
            <a:off x="2690953" y="1174948"/>
            <a:ext cx="484292" cy="47062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stCxn id="43" idx="3"/>
            <a:endCxn id="43" idx="7"/>
          </p:cNvCxnSpPr>
          <p:nvPr/>
        </p:nvCxnSpPr>
        <p:spPr>
          <a:xfrm flipV="1">
            <a:off x="2690953" y="1174948"/>
            <a:ext cx="484292" cy="47062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2590653" y="2121568"/>
            <a:ext cx="684892" cy="66556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Connector 46"/>
          <p:cNvCxnSpPr>
            <a:stCxn id="46" idx="1"/>
            <a:endCxn id="46" idx="5"/>
          </p:cNvCxnSpPr>
          <p:nvPr/>
        </p:nvCxnSpPr>
        <p:spPr>
          <a:xfrm>
            <a:off x="2690953" y="2219037"/>
            <a:ext cx="484292" cy="47062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>
            <a:stCxn id="46" idx="3"/>
            <a:endCxn id="46" idx="7"/>
          </p:cNvCxnSpPr>
          <p:nvPr/>
        </p:nvCxnSpPr>
        <p:spPr>
          <a:xfrm flipV="1">
            <a:off x="2690953" y="2219037"/>
            <a:ext cx="484292" cy="47062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2607834" y="3203008"/>
            <a:ext cx="684892" cy="66556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/>
          <p:cNvCxnSpPr>
            <a:stCxn id="49" idx="1"/>
            <a:endCxn id="49" idx="5"/>
          </p:cNvCxnSpPr>
          <p:nvPr/>
        </p:nvCxnSpPr>
        <p:spPr>
          <a:xfrm>
            <a:off x="2708134" y="3300477"/>
            <a:ext cx="484292" cy="47062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>
            <a:stCxn id="49" idx="3"/>
            <a:endCxn id="49" idx="7"/>
          </p:cNvCxnSpPr>
          <p:nvPr/>
        </p:nvCxnSpPr>
        <p:spPr>
          <a:xfrm flipV="1">
            <a:off x="2708134" y="3300477"/>
            <a:ext cx="484292" cy="47062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6436212" y="1479426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6431465" y="2542489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4078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629025" y="4006694"/>
            <a:ext cx="2264533" cy="381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smtClean="0">
                <a:solidFill>
                  <a:schemeClr val="tx1"/>
                </a:solidFill>
              </a:rPr>
              <a:t>Tutorial Title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77890" y="4006694"/>
            <a:ext cx="6080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Title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Next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577155" y="4621366"/>
            <a:ext cx="1187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Category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646146" y="4683326"/>
            <a:ext cx="2264533" cy="381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5518026" y="4683134"/>
            <a:ext cx="394559" cy="38100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Isosceles Triangle 4"/>
          <p:cNvSpPr/>
          <p:nvPr/>
        </p:nvSpPr>
        <p:spPr>
          <a:xfrm rot="10800000">
            <a:off x="5619242" y="4830791"/>
            <a:ext cx="206003" cy="140066"/>
          </a:xfrm>
          <a:prstGeom prst="triangle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0117" y="1206004"/>
            <a:ext cx="2576104" cy="2576104"/>
          </a:xfrm>
          <a:prstGeom prst="rect">
            <a:avLst/>
          </a:prstGeom>
          <a:effectLst/>
        </p:spPr>
      </p:pic>
      <p:sp>
        <p:nvSpPr>
          <p:cNvPr id="24" name="Rectangle 2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8" name="Picture 37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9" name="Heart 3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7" name="Chevron 4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656738" y="-100148"/>
            <a:ext cx="1962503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Create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</p:spTree>
    <p:extLst>
      <p:ext uri="{BB962C8B-B14F-4D97-AF65-F5344CB8AC3E}">
        <p14:creationId xmlns:p14="http://schemas.microsoft.com/office/powerpoint/2010/main" val="250205327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786876" y="-71548"/>
            <a:ext cx="18235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000000"/>
                </a:solidFill>
                <a:latin typeface="+mj-lt"/>
                <a:cs typeface="MAW "/>
              </a:rPr>
              <a:t>Title</a:t>
            </a:r>
            <a:endParaRPr lang="en-US" sz="48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2255830" y="2273338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255830" y="3881755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095802" y="1287023"/>
            <a:ext cx="11580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7443" y="2867600"/>
            <a:ext cx="9954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Step 1</a:t>
            </a:r>
          </a:p>
        </p:txBody>
      </p:sp>
      <p:sp>
        <p:nvSpPr>
          <p:cNvPr id="45" name="Chevron 44"/>
          <p:cNvSpPr/>
          <p:nvPr/>
        </p:nvSpPr>
        <p:spPr>
          <a:xfrm>
            <a:off x="6451776" y="1335595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Chevron 45"/>
          <p:cNvSpPr/>
          <p:nvPr/>
        </p:nvSpPr>
        <p:spPr>
          <a:xfrm>
            <a:off x="6451776" y="2912901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125176" y="4364848"/>
            <a:ext cx="2926189" cy="638277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Add Step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pic>
        <p:nvPicPr>
          <p:cNvPr id="48" name="Picture 47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843063"/>
            <a:ext cx="1335240" cy="1335240"/>
          </a:xfrm>
          <a:prstGeom prst="rect">
            <a:avLst/>
          </a:prstGeom>
          <a:effectLst/>
        </p:spPr>
      </p:pic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2411078"/>
            <a:ext cx="1335240" cy="1335240"/>
          </a:xfrm>
          <a:prstGeom prst="rect">
            <a:avLst/>
          </a:prstGeom>
          <a:effectLst/>
        </p:spPr>
      </p:pic>
      <p:sp>
        <p:nvSpPr>
          <p:cNvPr id="38" name="Rectangle 3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2" name="Picture 41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0" name="Heart 4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Delay 5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8" name="Chevron 5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015842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ounded Rectangle 1"/>
          <p:cNvSpPr/>
          <p:nvPr/>
        </p:nvSpPr>
        <p:spPr>
          <a:xfrm>
            <a:off x="2679246" y="3128890"/>
            <a:ext cx="3738247" cy="2292454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551231" y="1079226"/>
            <a:ext cx="0" cy="16587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9246" y="1079226"/>
            <a:ext cx="1710470" cy="1710470"/>
          </a:xfrm>
          <a:prstGeom prst="rect">
            <a:avLst/>
          </a:prstGeom>
          <a:effectLst/>
        </p:spPr>
      </p:pic>
      <p:pic>
        <p:nvPicPr>
          <p:cNvPr id="6" name="Picture 5" descr="vdoicon2.png"/>
          <p:cNvPicPr>
            <a:picLocks noChangeAspect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999" y="1079226"/>
            <a:ext cx="1750541" cy="1750541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5" name="Picture 24" descr="comment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8" name="Heart 37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Delay 43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6" name="Chevron 45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100918" y="-71548"/>
            <a:ext cx="26579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000000"/>
                </a:solidFill>
                <a:latin typeface="+mj-lt"/>
                <a:cs typeface="MAW "/>
              </a:rPr>
              <a:t>Material</a:t>
            </a:r>
            <a:endParaRPr lang="en-US" sz="48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75290581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ounded Rectangle 1"/>
          <p:cNvSpPr/>
          <p:nvPr/>
        </p:nvSpPr>
        <p:spPr>
          <a:xfrm>
            <a:off x="2679246" y="3128890"/>
            <a:ext cx="3738247" cy="2292454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551231" y="1079226"/>
            <a:ext cx="0" cy="16587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9246" y="1079226"/>
            <a:ext cx="1710470" cy="1710470"/>
          </a:xfrm>
          <a:prstGeom prst="rect">
            <a:avLst/>
          </a:prstGeom>
          <a:effectLst/>
        </p:spPr>
      </p:pic>
      <p:pic>
        <p:nvPicPr>
          <p:cNvPr id="6" name="Picture 5" descr="vdoicon2.png"/>
          <p:cNvPicPr>
            <a:picLocks noChangeAspect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999" y="1079226"/>
            <a:ext cx="1750541" cy="1750541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5" name="Picture 24" descr="comment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8" name="Heart 37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Delay 43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6" name="Chevron 45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669028" y="-71548"/>
            <a:ext cx="20519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000000"/>
                </a:solidFill>
                <a:latin typeface="+mj-lt"/>
                <a:cs typeface="MAW "/>
              </a:rPr>
              <a:t>Step 1</a:t>
            </a:r>
            <a:endParaRPr lang="en-US" sz="48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4092271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/>
          <p:cNvCxnSpPr/>
          <p:nvPr/>
        </p:nvCxnSpPr>
        <p:spPr>
          <a:xfrm>
            <a:off x="2441400" y="1888052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441400" y="2985313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441400" y="4067086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301458" y="1027994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Shop name</a:t>
            </a:r>
          </a:p>
          <a:p>
            <a:r>
              <a:rPr lang="en-US" sz="2000" dirty="0" err="1" smtClean="0">
                <a:solidFill>
                  <a:srgbClr val="000000"/>
                </a:solidFill>
              </a:rPr>
              <a:t>xxxxxxxxxx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301458" y="2076057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Shop name</a:t>
            </a:r>
          </a:p>
          <a:p>
            <a:r>
              <a:rPr lang="en-US" sz="2000" dirty="0" err="1" smtClean="0">
                <a:solidFill>
                  <a:srgbClr val="000000"/>
                </a:solidFill>
              </a:rPr>
              <a:t>xxxxxxxxxx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321714" y="3185616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Shop name</a:t>
            </a:r>
          </a:p>
          <a:p>
            <a:r>
              <a:rPr lang="en-US" sz="2000" dirty="0" err="1" smtClean="0">
                <a:solidFill>
                  <a:srgbClr val="000000"/>
                </a:solidFill>
              </a:rPr>
              <a:t>xxxxxxxxxx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Delay 3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38" name="Chevron 3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Oval 42"/>
          <p:cNvSpPr/>
          <p:nvPr/>
        </p:nvSpPr>
        <p:spPr>
          <a:xfrm>
            <a:off x="2545562" y="3182059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6968" y="3250855"/>
            <a:ext cx="581229" cy="581229"/>
          </a:xfrm>
          <a:prstGeom prst="rect">
            <a:avLst/>
          </a:prstGeom>
        </p:spPr>
      </p:pic>
      <p:sp>
        <p:nvSpPr>
          <p:cNvPr id="45" name="Oval 44"/>
          <p:cNvSpPr/>
          <p:nvPr/>
        </p:nvSpPr>
        <p:spPr>
          <a:xfrm>
            <a:off x="2545562" y="2133918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6968" y="2202714"/>
            <a:ext cx="581229" cy="581229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2538170" y="1055579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9576" y="1124375"/>
            <a:ext cx="581229" cy="58122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3191703" y="-71548"/>
            <a:ext cx="31730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000000"/>
                </a:solidFill>
                <a:latin typeface="+mj-lt"/>
                <a:cs typeface="MAW "/>
              </a:rPr>
              <a:t>Messages</a:t>
            </a:r>
            <a:endParaRPr lang="en-US" sz="48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436212" y="1479426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6431465" y="2542489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218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872202" y="-18326"/>
            <a:ext cx="3459568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475614" y="1781294"/>
            <a:ext cx="2471052" cy="542135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Hello, may I help you?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635959" y="1092013"/>
            <a:ext cx="966083" cy="54213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Hi :-)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4035005" y="2599749"/>
            <a:ext cx="2567037" cy="97834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 want to ask you about the knitting wools. Is it available in your shop?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018" y="5560697"/>
            <a:ext cx="4572619" cy="650694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475614" y="5659464"/>
            <a:ext cx="3162186" cy="449197"/>
          </a:xfrm>
          <a:prstGeom prst="round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529874" y="5695845"/>
            <a:ext cx="317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/>
              <a:t>Type Message Here ...</a:t>
            </a:r>
            <a:endParaRPr lang="en-US" i="1" spc="300" dirty="0"/>
          </a:p>
        </p:txBody>
      </p:sp>
      <p:sp>
        <p:nvSpPr>
          <p:cNvPr id="33" name="Rounded Rectangle 32"/>
          <p:cNvSpPr/>
          <p:nvPr/>
        </p:nvSpPr>
        <p:spPr>
          <a:xfrm>
            <a:off x="5914130" y="177143"/>
            <a:ext cx="746463" cy="362053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Shop 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5763548" y="5674954"/>
            <a:ext cx="900470" cy="406253"/>
          </a:xfrm>
          <a:prstGeom prst="round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Send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36" name="Straight Connector 3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1" name="Picture 30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4" name="Heart 3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Delay 41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4" name="Chevron 43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15858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254250" y="2395710"/>
            <a:ext cx="457261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063132" y="1376034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267814" y="1376034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08738" y="1607170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V="1">
            <a:off x="5170770" y="1418179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696279" y="1990479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273615" y="894959"/>
            <a:ext cx="2124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spc="300" dirty="0" smtClean="0">
                <a:solidFill>
                  <a:srgbClr val="000000"/>
                </a:solidFill>
              </a:rPr>
              <a:t>Username</a:t>
            </a:r>
            <a:endParaRPr lang="en-US" sz="2800" b="1" spc="300" dirty="0">
              <a:solidFill>
                <a:srgbClr val="000000"/>
              </a:solidFill>
            </a:endParaRPr>
          </a:p>
        </p:txBody>
      </p:sp>
      <p:sp>
        <p:nvSpPr>
          <p:cNvPr id="27" name="Chevron 2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Oval 28"/>
          <p:cNvSpPr/>
          <p:nvPr/>
        </p:nvSpPr>
        <p:spPr>
          <a:xfrm>
            <a:off x="2739411" y="684434"/>
            <a:ext cx="1366787" cy="1328210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1697" y="772621"/>
            <a:ext cx="1068965" cy="1068965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771435" y="-100148"/>
            <a:ext cx="2341429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Profile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764029" y="5894857"/>
            <a:ext cx="2423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Tutorial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112317" y="5968427"/>
            <a:ext cx="122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No. of likes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330174" y="1593827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975480" y="142740"/>
            <a:ext cx="580130" cy="567878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8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pic>
        <p:nvPicPr>
          <p:cNvPr id="32" name="Picture 31" descr="plus_icon_white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0048" y="0"/>
            <a:ext cx="844763" cy="844763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6" name="Picture 35" descr="comment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9" name="Heart 3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Delay 5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Picture 55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17543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254250" y="2395710"/>
            <a:ext cx="457261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063132" y="1376034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267814" y="1376034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08738" y="1607170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V="1">
            <a:off x="5170770" y="1418179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696279" y="1990479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273615" y="894959"/>
            <a:ext cx="2124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spc="300" dirty="0" smtClean="0">
                <a:solidFill>
                  <a:srgbClr val="000000"/>
                </a:solidFill>
              </a:rPr>
              <a:t>Username</a:t>
            </a:r>
            <a:endParaRPr lang="en-US" sz="2800" b="1" spc="300" dirty="0">
              <a:solidFill>
                <a:srgbClr val="000000"/>
              </a:solidFill>
            </a:endParaRPr>
          </a:p>
        </p:txBody>
      </p:sp>
      <p:sp>
        <p:nvSpPr>
          <p:cNvPr id="27" name="Chevron 2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Oval 28"/>
          <p:cNvSpPr/>
          <p:nvPr/>
        </p:nvSpPr>
        <p:spPr>
          <a:xfrm>
            <a:off x="2739411" y="684434"/>
            <a:ext cx="1366787" cy="1328210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1697" y="772621"/>
            <a:ext cx="1068965" cy="1068965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771435" y="-100148"/>
            <a:ext cx="2341429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Profile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764029" y="5894857"/>
            <a:ext cx="2423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Tutorial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112317" y="5968427"/>
            <a:ext cx="122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No. of likes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330174" y="1593827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975480" y="142740"/>
            <a:ext cx="580130" cy="567878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800" spc="300" dirty="0">
              <a:solidFill>
                <a:schemeClr val="bg1"/>
              </a:solidFill>
              <a:latin typeface="MAW "/>
              <a:cs typeface="MAW 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6" name="Picture 35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9" name="Heart 3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Delay 5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Picture 55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pic>
        <p:nvPicPr>
          <p:cNvPr id="47" name="Picture 46" descr="checked-checkbox-xxl.png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7309" y="207027"/>
            <a:ext cx="450221" cy="450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65700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254250" y="2395710"/>
            <a:ext cx="457261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063132" y="1376034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267814" y="1376034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08738" y="1607170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V="1">
            <a:off x="5170770" y="1418179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696279" y="1990479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273615" y="894959"/>
            <a:ext cx="2124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spc="300" dirty="0" smtClean="0">
                <a:solidFill>
                  <a:srgbClr val="000000"/>
                </a:solidFill>
              </a:rPr>
              <a:t>Username</a:t>
            </a:r>
            <a:endParaRPr lang="en-US" sz="2800" b="1" spc="300" dirty="0">
              <a:solidFill>
                <a:srgbClr val="000000"/>
              </a:solidFill>
            </a:endParaRPr>
          </a:p>
        </p:txBody>
      </p:sp>
      <p:sp>
        <p:nvSpPr>
          <p:cNvPr id="27" name="Chevron 2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Oval 28"/>
          <p:cNvSpPr/>
          <p:nvPr/>
        </p:nvSpPr>
        <p:spPr>
          <a:xfrm>
            <a:off x="2739411" y="684434"/>
            <a:ext cx="1366787" cy="1328210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1697" y="772621"/>
            <a:ext cx="1068965" cy="1068965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771435" y="-100148"/>
            <a:ext cx="2341429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Profile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764029" y="5894857"/>
            <a:ext cx="2423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Tutorial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112317" y="5968427"/>
            <a:ext cx="122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No. of likes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330174" y="1593827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6" name="Picture 35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9" name="Heart 3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Delay 5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Picture 55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71552241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2240574" y="1670755"/>
            <a:ext cx="458629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rgbClr val="000000"/>
          </a:solidFill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750974" y="583958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23331" y="1157949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42191" y="1148346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442392" y="1732715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334994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334994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334994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hevron 1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Delay 3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23163828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786876" y="-71548"/>
            <a:ext cx="18235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000000"/>
                </a:solidFill>
                <a:latin typeface="+mj-lt"/>
                <a:cs typeface="MAW "/>
              </a:rPr>
              <a:t>Title</a:t>
            </a:r>
            <a:endParaRPr lang="en-US" sz="48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2255830" y="2273338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255830" y="3881755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095802" y="1287023"/>
            <a:ext cx="11580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7443" y="2867600"/>
            <a:ext cx="9954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Step 1</a:t>
            </a:r>
          </a:p>
        </p:txBody>
      </p:sp>
      <p:sp>
        <p:nvSpPr>
          <p:cNvPr id="45" name="Chevron 44"/>
          <p:cNvSpPr/>
          <p:nvPr/>
        </p:nvSpPr>
        <p:spPr>
          <a:xfrm>
            <a:off x="6451776" y="1335595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Chevron 45"/>
          <p:cNvSpPr/>
          <p:nvPr/>
        </p:nvSpPr>
        <p:spPr>
          <a:xfrm>
            <a:off x="6451776" y="2912901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125176" y="4364848"/>
            <a:ext cx="2926189" cy="638277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Add Step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pic>
        <p:nvPicPr>
          <p:cNvPr id="48" name="Picture 47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843063"/>
            <a:ext cx="1335240" cy="1335240"/>
          </a:xfrm>
          <a:prstGeom prst="rect">
            <a:avLst/>
          </a:prstGeom>
          <a:effectLst/>
        </p:spPr>
      </p:pic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2411078"/>
            <a:ext cx="1335240" cy="1335240"/>
          </a:xfrm>
          <a:prstGeom prst="rect">
            <a:avLst/>
          </a:prstGeom>
          <a:effectLst/>
        </p:spPr>
      </p:pic>
      <p:sp>
        <p:nvSpPr>
          <p:cNvPr id="38" name="Rectangle 3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2" name="Picture 41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0" name="Heart 4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Delay 5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8" name="Chevron 5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3111527" y="5319016"/>
            <a:ext cx="2970814" cy="45878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Delete Tutorial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66401691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ounded Rectangle 1"/>
          <p:cNvSpPr/>
          <p:nvPr/>
        </p:nvSpPr>
        <p:spPr>
          <a:xfrm>
            <a:off x="2679246" y="3128890"/>
            <a:ext cx="3738247" cy="2292454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551231" y="1079226"/>
            <a:ext cx="0" cy="16587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9246" y="1079226"/>
            <a:ext cx="1710470" cy="1710470"/>
          </a:xfrm>
          <a:prstGeom prst="rect">
            <a:avLst/>
          </a:prstGeom>
          <a:effectLst/>
        </p:spPr>
      </p:pic>
      <p:pic>
        <p:nvPicPr>
          <p:cNvPr id="6" name="Picture 5" descr="vdoicon2.png"/>
          <p:cNvPicPr>
            <a:picLocks noChangeAspect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999" y="1079226"/>
            <a:ext cx="1750541" cy="1750541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5" name="Picture 24" descr="comment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8" name="Heart 37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Delay 43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6" name="Chevron 45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100918" y="-71548"/>
            <a:ext cx="26579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000000"/>
                </a:solidFill>
                <a:latin typeface="+mj-lt"/>
                <a:cs typeface="MAW "/>
              </a:rPr>
              <a:t>Material</a:t>
            </a:r>
            <a:endParaRPr lang="en-US" sz="48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39207964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786876" y="-71548"/>
            <a:ext cx="18235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000000"/>
                </a:solidFill>
                <a:latin typeface="+mj-lt"/>
                <a:cs typeface="MAW "/>
              </a:rPr>
              <a:t>Title</a:t>
            </a:r>
            <a:endParaRPr lang="en-US" sz="48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2255830" y="2273338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255830" y="3881755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095802" y="1287023"/>
            <a:ext cx="11580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7443" y="2867600"/>
            <a:ext cx="9954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Step 1</a:t>
            </a:r>
          </a:p>
        </p:txBody>
      </p:sp>
      <p:sp>
        <p:nvSpPr>
          <p:cNvPr id="45" name="Chevron 44"/>
          <p:cNvSpPr/>
          <p:nvPr/>
        </p:nvSpPr>
        <p:spPr>
          <a:xfrm>
            <a:off x="6451776" y="1335595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Chevron 45"/>
          <p:cNvSpPr/>
          <p:nvPr/>
        </p:nvSpPr>
        <p:spPr>
          <a:xfrm>
            <a:off x="6451776" y="2912901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125176" y="4364848"/>
            <a:ext cx="2926189" cy="638277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Add Step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pic>
        <p:nvPicPr>
          <p:cNvPr id="48" name="Picture 47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843063"/>
            <a:ext cx="1335240" cy="1335240"/>
          </a:xfrm>
          <a:prstGeom prst="rect">
            <a:avLst/>
          </a:prstGeom>
          <a:effectLst/>
        </p:spPr>
      </p:pic>
      <p:pic>
        <p:nvPicPr>
          <p:cNvPr id="49" name="Picture 48" descr="cameraicon2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141" y="2411078"/>
            <a:ext cx="1335240" cy="1335240"/>
          </a:xfrm>
          <a:prstGeom prst="rect">
            <a:avLst/>
          </a:prstGeom>
          <a:effectLst/>
        </p:spPr>
      </p:pic>
      <p:sp>
        <p:nvSpPr>
          <p:cNvPr id="38" name="Rectangle 3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2" name="Picture 41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0" name="Heart 4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Delay 5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8" name="Chevron 5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3111527" y="5319016"/>
            <a:ext cx="2970814" cy="45878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Delete Tutorial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2498701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rgbClr val="000000"/>
            </a:solidFill>
          </a:ln>
          <a:effectLst>
            <a:outerShdw blurRad="40000" dist="86487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3988541" y="2631379"/>
            <a:ext cx="2402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/>
              <a:t>Are you sure to </a:t>
            </a:r>
          </a:p>
          <a:p>
            <a:pPr algn="ctr"/>
            <a:r>
              <a:rPr lang="en-US" sz="2000" dirty="0" smtClean="0"/>
              <a:t>delete your tutorial?</a:t>
            </a:r>
            <a:endParaRPr lang="en-US" sz="2000" dirty="0"/>
          </a:p>
        </p:txBody>
      </p:sp>
      <p:sp>
        <p:nvSpPr>
          <p:cNvPr id="31" name="Rounded Rectangle 30"/>
          <p:cNvSpPr/>
          <p:nvPr/>
        </p:nvSpPr>
        <p:spPr>
          <a:xfrm>
            <a:off x="4706986" y="3855500"/>
            <a:ext cx="1532547" cy="459499"/>
          </a:xfrm>
          <a:prstGeom prst="roundRect">
            <a:avLst>
              <a:gd name="adj" fmla="val 6442"/>
            </a:avLst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Yes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2863590" y="3847479"/>
            <a:ext cx="1532547" cy="459499"/>
          </a:xfrm>
          <a:prstGeom prst="roundRect">
            <a:avLst>
              <a:gd name="adj" fmla="val 6442"/>
            </a:avLst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No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cxnSp>
        <p:nvCxnSpPr>
          <p:cNvPr id="33" name="Straight Connector 32"/>
          <p:cNvCxnSpPr/>
          <p:nvPr/>
        </p:nvCxnSpPr>
        <p:spPr>
          <a:xfrm>
            <a:off x="2849608" y="3680478"/>
            <a:ext cx="3375943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2882924" y="2339743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/>
          <p:cNvCxnSpPr>
            <a:stCxn id="34" idx="1"/>
            <a:endCxn id="34" idx="5"/>
          </p:cNvCxnSpPr>
          <p:nvPr/>
        </p:nvCxnSpPr>
        <p:spPr>
          <a:xfrm>
            <a:off x="3056935" y="250884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>
            <a:stCxn id="34" idx="3"/>
            <a:endCxn id="34" idx="7"/>
          </p:cNvCxnSpPr>
          <p:nvPr/>
        </p:nvCxnSpPr>
        <p:spPr>
          <a:xfrm flipV="1">
            <a:off x="3056935" y="250884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294577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825061" y="3247543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40786" y="3211586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Username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895168" y="4594243"/>
            <a:ext cx="3284969" cy="45878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Change password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2890096" y="5319016"/>
            <a:ext cx="3284969" cy="45878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Delete Account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25061" y="3882846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046048" y="3877869"/>
            <a:ext cx="706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1" name="Picture 40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2" name="Heart 41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Delay 4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0" name="Chevron 4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856811" y="-71548"/>
            <a:ext cx="13660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spc="300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sz="48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3602162" y="1022717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4" name="Picture 53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919" y="1154677"/>
            <a:ext cx="1646204" cy="1646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06881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990834" y="2823170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990834" y="3547070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2857449" y="2619799"/>
            <a:ext cx="12230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New</a:t>
            </a:r>
          </a:p>
          <a:p>
            <a:r>
              <a:rPr lang="en-US" dirty="0" smtClean="0">
                <a:solidFill>
                  <a:srgbClr val="000000"/>
                </a:solidFill>
              </a:rPr>
              <a:t>Password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560724" y="3552388"/>
            <a:ext cx="1606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Re-Password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294576" y="4375236"/>
            <a:ext cx="1016000" cy="45878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Save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3990834" y="2139134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2841959" y="1935724"/>
            <a:ext cx="16492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Current </a:t>
            </a:r>
          </a:p>
          <a:p>
            <a:r>
              <a:rPr lang="en-US" dirty="0" smtClean="0">
                <a:solidFill>
                  <a:srgbClr val="000000"/>
                </a:solidFill>
              </a:rPr>
              <a:t>Password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1" name="Picture 40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2" name="Picture 41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3" name="Heart 42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Delay 48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1" name="Chevron 50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200805" y="-71548"/>
            <a:ext cx="32027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spc="300" dirty="0" smtClean="0">
                <a:solidFill>
                  <a:srgbClr val="000000"/>
                </a:solidFill>
                <a:latin typeface="+mj-lt"/>
                <a:cs typeface="MAW "/>
              </a:rPr>
              <a:t>Password</a:t>
            </a:r>
            <a:endParaRPr lang="en-US" sz="48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76772938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825061" y="3247543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640786" y="3211586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Username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895168" y="4594243"/>
            <a:ext cx="3284969" cy="45878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Change password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2890096" y="5319016"/>
            <a:ext cx="3284969" cy="45878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Delete Account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25061" y="3882846"/>
            <a:ext cx="2324100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3046048" y="3877869"/>
            <a:ext cx="706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1" name="Picture 40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2" name="Heart 41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Delay 4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0" name="Chevron 4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856811" y="-71548"/>
            <a:ext cx="13660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spc="300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sz="48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3602162" y="1022717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4" name="Picture 53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919" y="1154677"/>
            <a:ext cx="1646204" cy="1646204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2498701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rgbClr val="000000"/>
            </a:solidFill>
          </a:ln>
          <a:effectLst>
            <a:outerShdw blurRad="40000" dist="86487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988541" y="2631379"/>
            <a:ext cx="2402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/>
              <a:t>Are you sure to </a:t>
            </a:r>
          </a:p>
          <a:p>
            <a:pPr algn="ctr"/>
            <a:r>
              <a:rPr lang="en-US" sz="2000" dirty="0" smtClean="0"/>
              <a:t>delete your account?</a:t>
            </a:r>
            <a:endParaRPr lang="en-US" sz="2000" dirty="0"/>
          </a:p>
        </p:txBody>
      </p:sp>
      <p:sp>
        <p:nvSpPr>
          <p:cNvPr id="29" name="Rounded Rectangle 28"/>
          <p:cNvSpPr/>
          <p:nvPr/>
        </p:nvSpPr>
        <p:spPr>
          <a:xfrm>
            <a:off x="4706986" y="3855500"/>
            <a:ext cx="1532547" cy="459499"/>
          </a:xfrm>
          <a:prstGeom prst="roundRect">
            <a:avLst>
              <a:gd name="adj" fmla="val 6442"/>
            </a:avLst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Yes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863590" y="3847479"/>
            <a:ext cx="1532547" cy="459499"/>
          </a:xfrm>
          <a:prstGeom prst="roundRect">
            <a:avLst>
              <a:gd name="adj" fmla="val 6442"/>
            </a:avLst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No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cxnSp>
        <p:nvCxnSpPr>
          <p:cNvPr id="31" name="Straight Connector 30"/>
          <p:cNvCxnSpPr/>
          <p:nvPr/>
        </p:nvCxnSpPr>
        <p:spPr>
          <a:xfrm>
            <a:off x="2849608" y="3680478"/>
            <a:ext cx="3375943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2882924" y="2339743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Connector 32"/>
          <p:cNvCxnSpPr>
            <a:stCxn id="32" idx="1"/>
            <a:endCxn id="32" idx="5"/>
          </p:cNvCxnSpPr>
          <p:nvPr/>
        </p:nvCxnSpPr>
        <p:spPr>
          <a:xfrm>
            <a:off x="3056935" y="250884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stCxn id="32" idx="3"/>
            <a:endCxn id="32" idx="7"/>
          </p:cNvCxnSpPr>
          <p:nvPr/>
        </p:nvCxnSpPr>
        <p:spPr>
          <a:xfrm flipV="1">
            <a:off x="3056935" y="250884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960198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63500" y="2215007"/>
            <a:ext cx="9355032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800" spc="600" dirty="0" smtClean="0">
                <a:solidFill>
                  <a:srgbClr val="000000"/>
                </a:solidFill>
                <a:latin typeface="Sketch Rockwell"/>
                <a:cs typeface="Sketch Rockwell"/>
              </a:rPr>
              <a:t>SHOPKEEPER</a:t>
            </a:r>
          </a:p>
          <a:p>
            <a:pPr algn="ctr"/>
            <a:r>
              <a:rPr lang="en-US" sz="8800" spc="600" dirty="0" smtClean="0">
                <a:solidFill>
                  <a:srgbClr val="000000"/>
                </a:solidFill>
                <a:latin typeface="Sketch Rockwell"/>
                <a:cs typeface="Sketch Rockwell"/>
              </a:rPr>
              <a:t>PART</a:t>
            </a:r>
            <a:endParaRPr lang="en-US" sz="8800" spc="600" dirty="0">
              <a:solidFill>
                <a:srgbClr val="000000"/>
              </a:solidFill>
              <a:latin typeface="Sketch Rockwell"/>
              <a:cs typeface="Sketch Rockwell"/>
            </a:endParaRPr>
          </a:p>
        </p:txBody>
      </p:sp>
    </p:spTree>
    <p:extLst>
      <p:ext uri="{BB962C8B-B14F-4D97-AF65-F5344CB8AC3E}">
        <p14:creationId xmlns:p14="http://schemas.microsoft.com/office/powerpoint/2010/main" val="360634326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1" name="Picture 40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2" name="Picture 41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3" name="Heart 42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Delay 49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2" name="Chevron 5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844330" y="-100148"/>
            <a:ext cx="1919218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Home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682875" y="1596106"/>
            <a:ext cx="3746500" cy="3934311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2804023" y="1743610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/>
          <p:cNvCxnSpPr/>
          <p:nvPr/>
        </p:nvCxnSpPr>
        <p:spPr>
          <a:xfrm>
            <a:off x="2804023" y="1743610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2804023" y="1743610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4832882" y="1054630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4864631" y="1034548"/>
            <a:ext cx="1572824" cy="369332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rgbClr val="000000"/>
                </a:solidFill>
              </a:rPr>
              <a:t>...Search...</a:t>
            </a:r>
            <a:endParaRPr lang="en-US" i="1" spc="300" dirty="0">
              <a:solidFill>
                <a:srgbClr val="000000"/>
              </a:solidFill>
            </a:endParaRPr>
          </a:p>
        </p:txBody>
      </p:sp>
      <p:sp>
        <p:nvSpPr>
          <p:cNvPr id="58" name="Donut 57"/>
          <p:cNvSpPr/>
          <p:nvPr/>
        </p:nvSpPr>
        <p:spPr>
          <a:xfrm>
            <a:off x="4509926" y="1090354"/>
            <a:ext cx="261979" cy="264991"/>
          </a:xfrm>
          <a:prstGeom prst="donu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9" name="Rounded Rectangle 58"/>
          <p:cNvSpPr/>
          <p:nvPr/>
        </p:nvSpPr>
        <p:spPr>
          <a:xfrm rot="2586247">
            <a:off x="4669372" y="1304091"/>
            <a:ext cx="144143" cy="54798"/>
          </a:xfrm>
          <a:prstGeom prst="round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2789756" y="5010607"/>
            <a:ext cx="20624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Shop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07444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3416145" y="1654685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Categories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420538" y="2576290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Search Blogger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20538" y="3488601"/>
            <a:ext cx="2343010" cy="55454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24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2" name="Chevron 1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762269" y="-100148"/>
            <a:ext cx="1996886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Menu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16" name="Picture 15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0" name="Heart 1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Delay 27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27862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308468" y="2198036"/>
            <a:ext cx="803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Fabric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324962" y="3834481"/>
            <a:ext cx="888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Wood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10337" y="2198036"/>
            <a:ext cx="1555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Accessory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184310" y="5611539"/>
            <a:ext cx="1226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Container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67802" y="5624269"/>
            <a:ext cx="989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Other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913408" y="3834053"/>
            <a:ext cx="11437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Stationary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6668119" y="84410"/>
            <a:ext cx="158750" cy="3789089"/>
          </a:xfrm>
          <a:prstGeom prst="roundRect">
            <a:avLst/>
          </a:prstGeom>
          <a:solidFill>
            <a:srgbClr val="000000"/>
          </a:solidFill>
          <a:ln w="28575" cmpd="sng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219112" y="-100148"/>
            <a:ext cx="4138477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Categories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3083142" y="10433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>
            <a:stCxn id="31" idx="1"/>
            <a:endCxn id="31" idx="5"/>
          </p:cNvCxnSpPr>
          <p:nvPr/>
        </p:nvCxnSpPr>
        <p:spPr>
          <a:xfrm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stCxn id="31" idx="3"/>
            <a:endCxn id="31" idx="7"/>
          </p:cNvCxnSpPr>
          <p:nvPr/>
        </p:nvCxnSpPr>
        <p:spPr>
          <a:xfrm flipV="1">
            <a:off x="3257153" y="12124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810337" y="1026652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/>
          <p:cNvCxnSpPr>
            <a:stCxn id="33" idx="1"/>
            <a:endCxn id="33" idx="5"/>
          </p:cNvCxnSpPr>
          <p:nvPr/>
        </p:nvCxnSpPr>
        <p:spPr>
          <a:xfrm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33" idx="3"/>
            <a:endCxn id="33" idx="7"/>
          </p:cNvCxnSpPr>
          <p:nvPr/>
        </p:nvCxnSpPr>
        <p:spPr>
          <a:xfrm flipV="1">
            <a:off x="4984348" y="1195752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3130812" y="2679583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>
            <a:stCxn id="36" idx="1"/>
            <a:endCxn id="36" idx="5"/>
          </p:cNvCxnSpPr>
          <p:nvPr/>
        </p:nvCxnSpPr>
        <p:spPr>
          <a:xfrm>
            <a:off x="3304823" y="284868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6" idx="3"/>
            <a:endCxn id="36" idx="7"/>
          </p:cNvCxnSpPr>
          <p:nvPr/>
        </p:nvCxnSpPr>
        <p:spPr>
          <a:xfrm flipV="1">
            <a:off x="3304823" y="284868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810337" y="2679369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>
            <a:stCxn id="39" idx="1"/>
            <a:endCxn id="39" idx="5"/>
          </p:cNvCxnSpPr>
          <p:nvPr/>
        </p:nvCxnSpPr>
        <p:spPr>
          <a:xfrm>
            <a:off x="4984348" y="2848469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9" idx="3"/>
            <a:endCxn id="39" idx="7"/>
          </p:cNvCxnSpPr>
          <p:nvPr/>
        </p:nvCxnSpPr>
        <p:spPr>
          <a:xfrm flipV="1">
            <a:off x="4984348" y="2848469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3128351" y="4456855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>
            <a:stCxn id="42" idx="1"/>
            <a:endCxn id="42" idx="5"/>
          </p:cNvCxnSpPr>
          <p:nvPr/>
        </p:nvCxnSpPr>
        <p:spPr>
          <a:xfrm>
            <a:off x="3302362" y="4625955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>
            <a:stCxn id="42" idx="3"/>
            <a:endCxn id="42" idx="7"/>
          </p:cNvCxnSpPr>
          <p:nvPr/>
        </p:nvCxnSpPr>
        <p:spPr>
          <a:xfrm flipV="1">
            <a:off x="3302362" y="4625955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4810337" y="4456846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>
            <a:stCxn id="45" idx="1"/>
            <a:endCxn id="45" idx="5"/>
          </p:cNvCxnSpPr>
          <p:nvPr/>
        </p:nvCxnSpPr>
        <p:spPr>
          <a:xfrm>
            <a:off x="4984348" y="4625946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>
            <a:stCxn id="45" idx="3"/>
            <a:endCxn id="45" idx="7"/>
          </p:cNvCxnSpPr>
          <p:nvPr/>
        </p:nvCxnSpPr>
        <p:spPr>
          <a:xfrm flipV="1">
            <a:off x="4984348" y="4625946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0" name="Picture 49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1" name="Heart 5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2" name="Straight Connector 51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Delay 5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54222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240574" y="2762551"/>
            <a:ext cx="4601551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573366" y="1918075"/>
            <a:ext cx="20582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spc="300" dirty="0" smtClean="0">
                <a:solidFill>
                  <a:srgbClr val="000000"/>
                </a:solidFill>
              </a:rPr>
              <a:t>Username</a:t>
            </a:r>
            <a:endParaRPr lang="en-US" sz="2800" b="1" spc="300" dirty="0">
              <a:solidFill>
                <a:srgbClr val="000000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903498"/>
            <a:ext cx="3746500" cy="3512949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2817427" y="3051002"/>
            <a:ext cx="3496781" cy="32001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3051002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3051002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938485" y="2330045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shopismylife@gmail.com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2" name="Chevron 3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6" name="Picture 35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0" name="Heart 3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Delay 5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9" name="Rounded Rectangle 58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584738" y="-100148"/>
            <a:ext cx="2341429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Profile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3881473" y="684434"/>
            <a:ext cx="1366787" cy="1328210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2" name="Picture 61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759" y="772621"/>
            <a:ext cx="1068965" cy="1068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02553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2240574" y="1126170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5515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927084" y="360673"/>
            <a:ext cx="339761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 Name</a:t>
            </a:r>
            <a:endParaRPr lang="en-US" sz="44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817970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817970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817970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717065" y="1943554"/>
            <a:ext cx="347896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Information: </a:t>
            </a:r>
            <a:r>
              <a:rPr lang="en-US" sz="2000" dirty="0" err="1" smtClean="0">
                <a:solidFill>
                  <a:srgbClr val="000000"/>
                </a:solidFill>
              </a:rPr>
              <a:t>xxxxxxxxxxxxxxxxx</a:t>
            </a:r>
            <a:r>
              <a:rPr lang="en-US" sz="2000" dirty="0" smtClean="0">
                <a:solidFill>
                  <a:srgbClr val="000000"/>
                </a:solidFill>
              </a:rPr>
              <a:t/>
            </a:r>
            <a:br>
              <a:rPr lang="en-US" sz="2000" dirty="0" smtClean="0">
                <a:solidFill>
                  <a:srgbClr val="000000"/>
                </a:solidFill>
              </a:rPr>
            </a:br>
            <a:r>
              <a:rPr lang="en-US" sz="2000" dirty="0" err="1" smtClean="0">
                <a:solidFill>
                  <a:srgbClr val="000000"/>
                </a:solidFill>
              </a:rPr>
              <a:t>xxxxxxxxxxxxxxxxxxxxxxxxxxxxx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719998" y="1143334"/>
            <a:ext cx="13908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Branch: </a:t>
            </a:r>
            <a:r>
              <a:rPr lang="en-US" sz="2000" dirty="0" smtClean="0">
                <a:solidFill>
                  <a:srgbClr val="000000"/>
                </a:solidFill>
              </a:rPr>
              <a:t>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717065" y="1543444"/>
            <a:ext cx="2159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Tel.: </a:t>
            </a:r>
            <a:r>
              <a:rPr lang="en-US" sz="2000" dirty="0" smtClean="0">
                <a:solidFill>
                  <a:srgbClr val="000000"/>
                </a:solidFill>
              </a:rPr>
              <a:t>000-000-0000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8" name="Picture 37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9" name="Heart 3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3" name="Chevron 5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9003869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780199" y="784558"/>
            <a:ext cx="3467556" cy="3200125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784558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2767211" y="4364805"/>
            <a:ext cx="3496781" cy="1842502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292538" y="4364807"/>
            <a:ext cx="1971454" cy="1834780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4364805"/>
            <a:ext cx="2199665" cy="1834782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2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1" name="Picture 30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2" name="Heart 31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Connector 3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Delay 50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3" name="Chevron 5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76075319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668119" y="4404334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784558"/>
            <a:ext cx="3496781" cy="1737719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cxnSp>
        <p:nvCxnSpPr>
          <p:cNvPr id="43" name="Straight Connector 42"/>
          <p:cNvCxnSpPr/>
          <p:nvPr/>
        </p:nvCxnSpPr>
        <p:spPr>
          <a:xfrm>
            <a:off x="4292538" y="784558"/>
            <a:ext cx="1954414" cy="1737719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1935047" cy="1737720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750973" y="3296351"/>
            <a:ext cx="3496781" cy="1887625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pic>
        <p:nvPicPr>
          <p:cNvPr id="39" name="Picture 38" descr="Screen Shot 2557-05-11 at 11.25.14 AM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01" y="3348649"/>
            <a:ext cx="3390571" cy="178318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40" name="Teardrop 39"/>
          <p:cNvSpPr/>
          <p:nvPr/>
        </p:nvSpPr>
        <p:spPr>
          <a:xfrm rot="7921972">
            <a:off x="4534471" y="4145433"/>
            <a:ext cx="408752" cy="408724"/>
          </a:xfrm>
          <a:prstGeom prst="teardrop">
            <a:avLst/>
          </a:prstGeom>
          <a:solidFill>
            <a:srgbClr val="000000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642876" y="4251021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2675462" y="2896241"/>
            <a:ext cx="1090613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Location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277585" y="4591960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Shop Name</a:t>
            </a:r>
            <a:endParaRPr lang="en-US" sz="2000" b="1" dirty="0"/>
          </a:p>
        </p:txBody>
      </p:sp>
      <p:sp>
        <p:nvSpPr>
          <p:cNvPr id="28" name="Rectangle 2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8" name="Picture 47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9" name="Heart 4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Delay 5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Picture 55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7" name="Chevron 5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768302" y="5548410"/>
            <a:ext cx="3478650" cy="458788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Delete Shop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94894462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668119" y="4404334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784558"/>
            <a:ext cx="3496781" cy="1737719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cxnSp>
        <p:nvCxnSpPr>
          <p:cNvPr id="43" name="Straight Connector 42"/>
          <p:cNvCxnSpPr/>
          <p:nvPr/>
        </p:nvCxnSpPr>
        <p:spPr>
          <a:xfrm>
            <a:off x="4292538" y="784558"/>
            <a:ext cx="1954414" cy="1737719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784558"/>
            <a:ext cx="1935047" cy="1737720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750973" y="3296351"/>
            <a:ext cx="3496781" cy="1887625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pic>
        <p:nvPicPr>
          <p:cNvPr id="39" name="Picture 38" descr="Screen Shot 2557-05-11 at 11.25.14 AM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01" y="3348649"/>
            <a:ext cx="3390571" cy="178318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40" name="Teardrop 39"/>
          <p:cNvSpPr/>
          <p:nvPr/>
        </p:nvSpPr>
        <p:spPr>
          <a:xfrm rot="7921972">
            <a:off x="4534471" y="4145433"/>
            <a:ext cx="408752" cy="408724"/>
          </a:xfrm>
          <a:prstGeom prst="teardrop">
            <a:avLst/>
          </a:prstGeom>
          <a:solidFill>
            <a:srgbClr val="000000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642876" y="4251021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2675462" y="2896241"/>
            <a:ext cx="1090613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Location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277585" y="4591960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Shop Name</a:t>
            </a:r>
            <a:endParaRPr lang="en-US" sz="2000" b="1" dirty="0"/>
          </a:p>
        </p:txBody>
      </p:sp>
      <p:sp>
        <p:nvSpPr>
          <p:cNvPr id="28" name="Rectangle 2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8" name="Picture 47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9" name="Heart 4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Delay 5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Picture 55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7" name="Chevron 5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893558" y="189693"/>
            <a:ext cx="698335" cy="392895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768302" y="5548410"/>
            <a:ext cx="3478650" cy="458788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Delete Shop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2498701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rgbClr val="000000"/>
            </a:solidFill>
          </a:ln>
          <a:effectLst>
            <a:outerShdw blurRad="40000" dist="86487" dir="378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3988541" y="2631379"/>
            <a:ext cx="2402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/>
              <a:t>Are you sure to </a:t>
            </a:r>
          </a:p>
          <a:p>
            <a:pPr algn="ctr"/>
            <a:r>
              <a:rPr lang="en-US" sz="2000" dirty="0" smtClean="0"/>
              <a:t>delete your shop?</a:t>
            </a:r>
            <a:endParaRPr lang="en-US" sz="2000" dirty="0"/>
          </a:p>
        </p:txBody>
      </p:sp>
      <p:sp>
        <p:nvSpPr>
          <p:cNvPr id="34" name="Rounded Rectangle 33"/>
          <p:cNvSpPr/>
          <p:nvPr/>
        </p:nvSpPr>
        <p:spPr>
          <a:xfrm>
            <a:off x="4706986" y="3855500"/>
            <a:ext cx="1532547" cy="459499"/>
          </a:xfrm>
          <a:prstGeom prst="roundRect">
            <a:avLst>
              <a:gd name="adj" fmla="val 6442"/>
            </a:avLst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Yes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2863590" y="3847479"/>
            <a:ext cx="1532547" cy="459499"/>
          </a:xfrm>
          <a:prstGeom prst="roundRect">
            <a:avLst>
              <a:gd name="adj" fmla="val 6442"/>
            </a:avLst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spc="300" dirty="0" smtClean="0">
                <a:solidFill>
                  <a:srgbClr val="000000"/>
                </a:solidFill>
                <a:latin typeface="MAW "/>
                <a:cs typeface="MAW "/>
              </a:rPr>
              <a:t>No</a:t>
            </a:r>
            <a:endParaRPr lang="en-US" sz="24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cxnSp>
        <p:nvCxnSpPr>
          <p:cNvPr id="36" name="Straight Connector 35"/>
          <p:cNvCxnSpPr/>
          <p:nvPr/>
        </p:nvCxnSpPr>
        <p:spPr>
          <a:xfrm>
            <a:off x="2849608" y="3680478"/>
            <a:ext cx="3375943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2882924" y="2339743"/>
            <a:ext cx="1188221" cy="115468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/>
          <p:cNvCxnSpPr>
            <a:stCxn id="37" idx="1"/>
            <a:endCxn id="37" idx="5"/>
          </p:cNvCxnSpPr>
          <p:nvPr/>
        </p:nvCxnSpPr>
        <p:spPr>
          <a:xfrm>
            <a:off x="3056935" y="250884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stCxn id="37" idx="3"/>
            <a:endCxn id="37" idx="7"/>
          </p:cNvCxnSpPr>
          <p:nvPr/>
        </p:nvCxnSpPr>
        <p:spPr>
          <a:xfrm flipV="1">
            <a:off x="3056935" y="2508843"/>
            <a:ext cx="840199" cy="8164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342445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990648" y="1086968"/>
            <a:ext cx="9803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56090" y="2525041"/>
            <a:ext cx="2264534" cy="1471262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3945375" y="1106078"/>
            <a:ext cx="2264533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3945375" y="1802269"/>
            <a:ext cx="2264533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3357496" y="1783159"/>
            <a:ext cx="6445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Tel.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89688" y="2464354"/>
            <a:ext cx="16523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Information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xfrm>
            <a:off x="2636502" y="4544483"/>
            <a:ext cx="3573406" cy="1155744"/>
          </a:xfrm>
          <a:prstGeom prst="roundRect">
            <a:avLst>
              <a:gd name="adj" fmla="val 9235"/>
            </a:avLst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2542592" y="4156264"/>
            <a:ext cx="11614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Pictures</a:t>
            </a:r>
          </a:p>
        </p:txBody>
      </p:sp>
      <p:sp>
        <p:nvSpPr>
          <p:cNvPr id="52" name="Chevron 51"/>
          <p:cNvSpPr/>
          <p:nvPr/>
        </p:nvSpPr>
        <p:spPr>
          <a:xfrm>
            <a:off x="5892672" y="4959327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4909645" y="4815109"/>
            <a:ext cx="892826" cy="58426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spc="300" dirty="0" smtClean="0">
                <a:solidFill>
                  <a:srgbClr val="000000"/>
                </a:solidFill>
                <a:latin typeface="MAW "/>
                <a:cs typeface="MAW "/>
              </a:rPr>
              <a:t>ADD</a:t>
            </a:r>
            <a:br>
              <a:rPr lang="en-US" b="1" spc="300" dirty="0" smtClean="0">
                <a:solidFill>
                  <a:srgbClr val="000000"/>
                </a:solidFill>
                <a:latin typeface="MAW "/>
                <a:cs typeface="MAW "/>
              </a:rPr>
            </a:br>
            <a:r>
              <a:rPr lang="en-US" b="1" spc="300" dirty="0" smtClean="0">
                <a:solidFill>
                  <a:srgbClr val="000000"/>
                </a:solidFill>
                <a:latin typeface="MAW "/>
                <a:cs typeface="MAW "/>
              </a:rPr>
              <a:t>MORE</a:t>
            </a:r>
            <a:endParaRPr lang="en-US" b="1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pic>
        <p:nvPicPr>
          <p:cNvPr id="68" name="Picture 67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3115" y="4621442"/>
            <a:ext cx="981358" cy="981358"/>
          </a:xfrm>
          <a:prstGeom prst="rect">
            <a:avLst/>
          </a:prstGeom>
          <a:effectLst/>
        </p:spPr>
      </p:pic>
      <p:pic>
        <p:nvPicPr>
          <p:cNvPr id="69" name="Picture 68" descr="close-button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423919" y="4587354"/>
            <a:ext cx="320015" cy="452319"/>
          </a:xfrm>
          <a:prstGeom prst="rect">
            <a:avLst/>
          </a:prstGeom>
        </p:spPr>
      </p:pic>
      <p:pic>
        <p:nvPicPr>
          <p:cNvPr id="70" name="Picture 69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1471" y="4630883"/>
            <a:ext cx="981358" cy="981358"/>
          </a:xfrm>
          <a:prstGeom prst="rect">
            <a:avLst/>
          </a:prstGeom>
          <a:effectLst/>
        </p:spPr>
      </p:pic>
      <p:pic>
        <p:nvPicPr>
          <p:cNvPr id="71" name="Picture 70" descr="close-button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512275" y="4596795"/>
            <a:ext cx="320015" cy="452319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0" name="Picture 39" descr="comment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1" name="Heart 4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Delay 5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Picture 55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57" name="Chevron 5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877602" y="-33281"/>
            <a:ext cx="33976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76354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290053059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4016557" y="763609"/>
            <a:ext cx="2264534" cy="1471262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2550155" y="702922"/>
            <a:ext cx="16523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Information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73220" y="4605878"/>
            <a:ext cx="3554099" cy="1249172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 descr="Screen Shot 2557-05-11 at 11.25.14 AM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4383" y="4679587"/>
            <a:ext cx="3390571" cy="111307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39" name="TextBox 38"/>
          <p:cNvSpPr txBox="1"/>
          <p:nvPr/>
        </p:nvSpPr>
        <p:spPr>
          <a:xfrm>
            <a:off x="2567543" y="4167398"/>
            <a:ext cx="16523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Location</a:t>
            </a:r>
          </a:p>
        </p:txBody>
      </p:sp>
      <p:sp>
        <p:nvSpPr>
          <p:cNvPr id="40" name="Chevron 39"/>
          <p:cNvSpPr/>
          <p:nvPr/>
        </p:nvSpPr>
        <p:spPr>
          <a:xfrm>
            <a:off x="5861859" y="5084064"/>
            <a:ext cx="232435" cy="311431"/>
          </a:xfrm>
          <a:prstGeom prst="chevron">
            <a:avLst>
              <a:gd name="adj" fmla="val 63192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2671076" y="2756687"/>
            <a:ext cx="3573406" cy="1155744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2577166" y="2368468"/>
            <a:ext cx="11614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Pictures</a:t>
            </a:r>
          </a:p>
        </p:txBody>
      </p:sp>
      <p:sp>
        <p:nvSpPr>
          <p:cNvPr id="69" name="Chevron 68"/>
          <p:cNvSpPr/>
          <p:nvPr/>
        </p:nvSpPr>
        <p:spPr>
          <a:xfrm>
            <a:off x="5927246" y="3187021"/>
            <a:ext cx="232435" cy="311431"/>
          </a:xfrm>
          <a:prstGeom prst="chevron">
            <a:avLst>
              <a:gd name="adj" fmla="val 63192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969755" y="3040294"/>
            <a:ext cx="892826" cy="58426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spc="300" dirty="0" smtClean="0">
                <a:solidFill>
                  <a:srgbClr val="000000"/>
                </a:solidFill>
                <a:latin typeface="MAW "/>
                <a:cs typeface="MAW "/>
              </a:rPr>
              <a:t>ADD</a:t>
            </a:r>
            <a:br>
              <a:rPr lang="en-US" b="1" spc="300" dirty="0" smtClean="0">
                <a:solidFill>
                  <a:srgbClr val="000000"/>
                </a:solidFill>
                <a:latin typeface="MAW "/>
                <a:cs typeface="MAW "/>
              </a:rPr>
            </a:br>
            <a:r>
              <a:rPr lang="en-US" b="1" spc="300" dirty="0" smtClean="0">
                <a:solidFill>
                  <a:srgbClr val="000000"/>
                </a:solidFill>
                <a:latin typeface="MAW "/>
                <a:cs typeface="MAW "/>
              </a:rPr>
              <a:t>MORE</a:t>
            </a:r>
            <a:endParaRPr lang="en-US" b="1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pic>
        <p:nvPicPr>
          <p:cNvPr id="5" name="Picture 4" descr="cameraicon2.png"/>
          <p:cNvPicPr>
            <a:picLocks noChangeAspect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0652" y="2843291"/>
            <a:ext cx="981358" cy="981358"/>
          </a:xfrm>
          <a:prstGeom prst="rect">
            <a:avLst/>
          </a:prstGeom>
          <a:effectLst/>
        </p:spPr>
      </p:pic>
      <p:pic>
        <p:nvPicPr>
          <p:cNvPr id="70" name="Picture 69" descr="close-button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501456" y="2809203"/>
            <a:ext cx="320015" cy="452319"/>
          </a:xfrm>
          <a:prstGeom prst="rect">
            <a:avLst/>
          </a:prstGeom>
        </p:spPr>
      </p:pic>
      <p:pic>
        <p:nvPicPr>
          <p:cNvPr id="72" name="Picture 71" descr="cameraicon2.png"/>
          <p:cNvPicPr>
            <a:picLocks noChangeAspect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9008" y="2852732"/>
            <a:ext cx="981358" cy="981358"/>
          </a:xfrm>
          <a:prstGeom prst="rect">
            <a:avLst/>
          </a:prstGeom>
          <a:effectLst/>
        </p:spPr>
      </p:pic>
      <p:pic>
        <p:nvPicPr>
          <p:cNvPr id="73" name="Picture 72" descr="close-button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589812" y="2818644"/>
            <a:ext cx="320015" cy="452319"/>
          </a:xfrm>
          <a:prstGeom prst="rect">
            <a:avLst/>
          </a:prstGeom>
        </p:spPr>
      </p:pic>
      <p:cxnSp>
        <p:nvCxnSpPr>
          <p:cNvPr id="41" name="Straight Connector 40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Chevron 41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877602" y="-33281"/>
            <a:ext cx="33976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576354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6668119" y="4323027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hom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6" name="Picture 55" descr="comment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7" name="Heart 5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8" name="Straight Connector 5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Delay 6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8" name="Picture 67" descr="create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71" name="Teardrop 70"/>
          <p:cNvSpPr/>
          <p:nvPr/>
        </p:nvSpPr>
        <p:spPr>
          <a:xfrm rot="7921972">
            <a:off x="4534471" y="4779691"/>
            <a:ext cx="408752" cy="408724"/>
          </a:xfrm>
          <a:prstGeom prst="teardrop">
            <a:avLst/>
          </a:prstGeom>
          <a:solidFill>
            <a:srgbClr val="000000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74" name="Oval 73"/>
          <p:cNvSpPr/>
          <p:nvPr/>
        </p:nvSpPr>
        <p:spPr>
          <a:xfrm>
            <a:off x="4642876" y="4885279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4277585" y="5226218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Shop Name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66792082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832882" y="1036683"/>
            <a:ext cx="1604574" cy="34925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864631" y="1016601"/>
            <a:ext cx="157282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i="1" spc="300" dirty="0" smtClean="0">
                <a:solidFill>
                  <a:srgbClr val="000000"/>
                </a:solidFill>
              </a:rPr>
              <a:t>...Search...</a:t>
            </a:r>
            <a:endParaRPr lang="en-US" i="1" spc="300" dirty="0">
              <a:solidFill>
                <a:srgbClr val="000000"/>
              </a:solidFill>
            </a:endParaRPr>
          </a:p>
        </p:txBody>
      </p:sp>
      <p:sp>
        <p:nvSpPr>
          <p:cNvPr id="35" name="Donut 34"/>
          <p:cNvSpPr/>
          <p:nvPr/>
        </p:nvSpPr>
        <p:spPr>
          <a:xfrm>
            <a:off x="4509926" y="1072407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 rot="2586247">
            <a:off x="4669372" y="1286144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Connector 41"/>
          <p:cNvCxnSpPr/>
          <p:nvPr/>
        </p:nvCxnSpPr>
        <p:spPr>
          <a:xfrm>
            <a:off x="2410424" y="2306282"/>
            <a:ext cx="4027032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2441400" y="3403543"/>
            <a:ext cx="3996056" cy="479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2441400" y="4485316"/>
            <a:ext cx="3996056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301458" y="1446224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  </a:t>
            </a:r>
          </a:p>
          <a:p>
            <a:r>
              <a:rPr lang="en-US" sz="2000" dirty="0" smtClean="0">
                <a:solidFill>
                  <a:srgbClr val="000000"/>
                </a:solidFill>
              </a:rPr>
              <a:t>Follower: number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301458" y="2494287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Follower: </a:t>
            </a:r>
            <a:r>
              <a:rPr lang="en-US" sz="2000" dirty="0" smtClean="0">
                <a:solidFill>
                  <a:srgbClr val="000000"/>
                </a:solidFill>
              </a:rPr>
              <a:t>number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321714" y="3603846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</a:t>
            </a:r>
          </a:p>
          <a:p>
            <a:r>
              <a:rPr lang="en-US" sz="2000" dirty="0">
                <a:solidFill>
                  <a:srgbClr val="000000"/>
                </a:solidFill>
              </a:rPr>
              <a:t>Follower: </a:t>
            </a:r>
            <a:r>
              <a:rPr lang="en-US" sz="2000" dirty="0" smtClean="0">
                <a:solidFill>
                  <a:srgbClr val="000000"/>
                </a:solidFill>
              </a:rPr>
              <a:t>number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7755776" y="3408333"/>
            <a:ext cx="65554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000" dirty="0">
                <a:solidFill>
                  <a:prstClr val="white"/>
                </a:solidFill>
              </a:rPr>
              <a:t> 1 :-)</a:t>
            </a:r>
            <a:endParaRPr lang="en-US" sz="2000" b="1" dirty="0">
              <a:solidFill>
                <a:srgbClr val="FCCB55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499385" y="-100148"/>
            <a:ext cx="2341429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Blogger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37" name="Chevron 3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4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sp>
        <p:nvSpPr>
          <p:cNvPr id="50" name="Heart 4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Delay 5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pic>
        <p:nvPicPr>
          <p:cNvPr id="70" name="Picture 69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71" name="Oval 70"/>
          <p:cNvSpPr/>
          <p:nvPr/>
        </p:nvSpPr>
        <p:spPr>
          <a:xfrm>
            <a:off x="2553874" y="3572704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2" name="Picture 71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5280" y="3641500"/>
            <a:ext cx="581229" cy="581229"/>
          </a:xfrm>
          <a:prstGeom prst="rect">
            <a:avLst/>
          </a:prstGeom>
        </p:spPr>
      </p:pic>
      <p:sp>
        <p:nvSpPr>
          <p:cNvPr id="73" name="Oval 72"/>
          <p:cNvSpPr/>
          <p:nvPr/>
        </p:nvSpPr>
        <p:spPr>
          <a:xfrm>
            <a:off x="2553874" y="2524563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4" name="Picture 73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5280" y="2593359"/>
            <a:ext cx="581229" cy="581229"/>
          </a:xfrm>
          <a:prstGeom prst="rect">
            <a:avLst/>
          </a:prstGeom>
        </p:spPr>
      </p:pic>
      <p:sp>
        <p:nvSpPr>
          <p:cNvPr id="75" name="Oval 74"/>
          <p:cNvSpPr/>
          <p:nvPr/>
        </p:nvSpPr>
        <p:spPr>
          <a:xfrm>
            <a:off x="2546482" y="1446224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" name="Picture 75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7888" y="1515020"/>
            <a:ext cx="581229" cy="58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38846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>
            <a:off x="2254250" y="2395710"/>
            <a:ext cx="457261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063132" y="1376034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267814" y="1376034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108738" y="1607170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696279" y="2547228"/>
            <a:ext cx="3746500" cy="4248686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2817427" y="2694732"/>
            <a:ext cx="3496781" cy="320012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>
            <a:off x="2817427" y="2694732"/>
            <a:ext cx="3496781" cy="3200125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817427" y="2694732"/>
            <a:ext cx="3496781" cy="319291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V="1">
            <a:off x="5170770" y="1418179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696279" y="1990479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273615" y="894959"/>
            <a:ext cx="2124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spc="300" dirty="0" smtClean="0">
                <a:solidFill>
                  <a:srgbClr val="000000"/>
                </a:solidFill>
              </a:rPr>
              <a:t>Username</a:t>
            </a:r>
            <a:endParaRPr lang="en-US" sz="2800" b="1" spc="300" dirty="0">
              <a:solidFill>
                <a:srgbClr val="000000"/>
              </a:solidFill>
            </a:endParaRPr>
          </a:p>
        </p:txBody>
      </p:sp>
      <p:sp>
        <p:nvSpPr>
          <p:cNvPr id="27" name="Chevron 2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Oval 28"/>
          <p:cNvSpPr/>
          <p:nvPr/>
        </p:nvSpPr>
        <p:spPr>
          <a:xfrm>
            <a:off x="2739411" y="684434"/>
            <a:ext cx="1366787" cy="1328210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1697" y="772621"/>
            <a:ext cx="1068965" cy="1068965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422119" y="-100148"/>
            <a:ext cx="2341429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Profile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764029" y="5894857"/>
            <a:ext cx="2423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rgbClr val="000000"/>
                </a:solidFill>
              </a:rPr>
              <a:t>“ Tutorial Name ”</a:t>
            </a:r>
            <a:endParaRPr lang="en-US" sz="2400" b="1" dirty="0">
              <a:solidFill>
                <a:srgbClr val="000000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112317" y="5968427"/>
            <a:ext cx="122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No. of likes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330174" y="1593827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6" name="Picture 35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9" name="Heart 3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Delay 5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Picture 55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5328150" y="177143"/>
            <a:ext cx="1278259" cy="362053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Message 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312399955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2240574" y="1670755"/>
            <a:ext cx="458629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rgbClr val="000000"/>
          </a:solidFill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2750974" y="583958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23331" y="1157949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42191" y="1148346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442392" y="1732715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750974" y="2334994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2334994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2334994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25" name="Picture 24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0" name="Chevron 19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9" name="Heart 2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Connector 2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Delay 3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9" name="Picture 38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2003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4044125" y="2466661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46666" y="700188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Step1: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4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endParaRPr lang="en-US" sz="2000" dirty="0"/>
          </a:p>
        </p:txBody>
      </p:sp>
      <p:sp>
        <p:nvSpPr>
          <p:cNvPr id="46" name="TextBox 45"/>
          <p:cNvSpPr txBox="1"/>
          <p:nvPr/>
        </p:nvSpPr>
        <p:spPr>
          <a:xfrm>
            <a:off x="2746289" y="4718146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Step2: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26" name="Picture 25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8" name="Heart 27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Delay 3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8" name="Picture 3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48261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231025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750974" y="1267534"/>
            <a:ext cx="3496781" cy="32001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750974" y="1267534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750974" y="1267534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4044125" y="2466661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646666" y="700188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Step1: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4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r>
              <a:rPr lang="en-US" sz="2000" dirty="0" smtClean="0"/>
              <a:t>, </a:t>
            </a:r>
            <a:r>
              <a:rPr lang="en-US" sz="2000" dirty="0" err="1" smtClean="0"/>
              <a:t>xxxxx</a:t>
            </a:r>
            <a:endParaRPr lang="en-US" sz="2000" dirty="0"/>
          </a:p>
        </p:txBody>
      </p:sp>
      <p:sp>
        <p:nvSpPr>
          <p:cNvPr id="46" name="TextBox 45"/>
          <p:cNvSpPr txBox="1"/>
          <p:nvPr/>
        </p:nvSpPr>
        <p:spPr>
          <a:xfrm>
            <a:off x="2746289" y="4718146"/>
            <a:ext cx="3618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Step2: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788327" y="5330770"/>
            <a:ext cx="3496781" cy="8688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5362464" y="5330770"/>
            <a:ext cx="901528" cy="86881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2780199" y="5330770"/>
            <a:ext cx="1021205" cy="876537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hevron 22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26" name="Picture 25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21" name="Isosceles Triangle 20"/>
          <p:cNvSpPr/>
          <p:nvPr/>
        </p:nvSpPr>
        <p:spPr>
          <a:xfrm rot="5400000">
            <a:off x="4044125" y="3483652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xfrm>
            <a:off x="2435920" y="2041527"/>
            <a:ext cx="4067567" cy="244896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637904" y="2838437"/>
            <a:ext cx="3665090" cy="1176457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2686174" y="2885797"/>
            <a:ext cx="1115230" cy="1085897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Connector 29"/>
          <p:cNvCxnSpPr/>
          <p:nvPr/>
        </p:nvCxnSpPr>
        <p:spPr>
          <a:xfrm>
            <a:off x="2686174" y="2885797"/>
            <a:ext cx="1115230" cy="1085897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2686174" y="2885797"/>
            <a:ext cx="1115230" cy="108589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171338" y="2265864"/>
            <a:ext cx="31316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spc="300" dirty="0" smtClean="0"/>
              <a:t>Write a message ...</a:t>
            </a:r>
            <a:endParaRPr lang="en-US" sz="2000" i="1" spc="300" dirty="0"/>
          </a:p>
        </p:txBody>
      </p:sp>
      <p:pic>
        <p:nvPicPr>
          <p:cNvPr id="35" name="Picture 34" descr="facebook (1)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904" y="2235701"/>
            <a:ext cx="459697" cy="459697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674324" y="4070916"/>
            <a:ext cx="630397" cy="318526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>
                <a:solidFill>
                  <a:srgbClr val="000000"/>
                </a:solidFill>
              </a:rPr>
              <a:t>Post</a:t>
            </a:r>
            <a:endParaRPr lang="en-US" sz="1600" dirty="0">
              <a:solidFill>
                <a:srgbClr val="000000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907257" y="3150902"/>
            <a:ext cx="22284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Tutorial Name</a:t>
            </a:r>
          </a:p>
          <a:p>
            <a:pPr algn="ctr"/>
            <a:r>
              <a:rPr lang="en-US" dirty="0" smtClean="0">
                <a:solidFill>
                  <a:srgbClr val="000000"/>
                </a:solidFill>
              </a:rPr>
              <a:t>Detail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0" name="Heart 3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Delay 52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4" name="Picture 53" descr="hom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5" name="Picture 54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09492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668119" y="207003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3360163" y="2149449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376442" y="3023486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396698" y="3920205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778513" y="677633"/>
            <a:ext cx="3496781" cy="1003885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/>
          <p:cNvCxnSpPr/>
          <p:nvPr/>
        </p:nvCxnSpPr>
        <p:spPr>
          <a:xfrm>
            <a:off x="5152884" y="677633"/>
            <a:ext cx="1068848" cy="96266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2795686" y="677633"/>
            <a:ext cx="1041273" cy="962664"/>
          </a:xfrm>
          <a:prstGeom prst="line">
            <a:avLst/>
          </a:prstGeom>
          <a:ln w="38100" cmpd="sng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922637" y="2937659"/>
            <a:ext cx="3272542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922637" y="3826177"/>
            <a:ext cx="3272542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2922637" y="4685877"/>
            <a:ext cx="3272542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hevron 23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362464" y="177143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3" name="Picture 32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744" y="183660"/>
            <a:ext cx="368754" cy="368754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2845168" y="2271939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Untitled-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0081" y="2304929"/>
            <a:ext cx="433588" cy="433588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2854139" y="3159906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Untitled-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9052" y="3192896"/>
            <a:ext cx="433588" cy="433588"/>
          </a:xfrm>
          <a:prstGeom prst="rect">
            <a:avLst/>
          </a:prstGeom>
        </p:spPr>
      </p:pic>
      <p:sp>
        <p:nvSpPr>
          <p:cNvPr id="38" name="Oval 37"/>
          <p:cNvSpPr/>
          <p:nvPr/>
        </p:nvSpPr>
        <p:spPr>
          <a:xfrm>
            <a:off x="2881703" y="4002946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 descr="Untitled-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616" y="4035936"/>
            <a:ext cx="433588" cy="433588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1" name="Heart 30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Delay 46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 descr="hom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9" name="Picture 48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09968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629025" y="4006694"/>
            <a:ext cx="2264533" cy="381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smtClean="0">
                <a:solidFill>
                  <a:schemeClr val="tx1"/>
                </a:solidFill>
              </a:rPr>
              <a:t>Shop Name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82888" y="4006694"/>
            <a:ext cx="917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Name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577155" y="4621366"/>
            <a:ext cx="1187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Category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646146" y="4683326"/>
            <a:ext cx="2264533" cy="381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5518026" y="4683134"/>
            <a:ext cx="394559" cy="38100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Isosceles Triangle 4"/>
          <p:cNvSpPr/>
          <p:nvPr/>
        </p:nvSpPr>
        <p:spPr>
          <a:xfrm rot="10800000">
            <a:off x="5619242" y="4830791"/>
            <a:ext cx="206003" cy="140066"/>
          </a:xfrm>
          <a:prstGeom prst="triangle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0117" y="1113064"/>
            <a:ext cx="2576104" cy="2576104"/>
          </a:xfrm>
          <a:prstGeom prst="rect">
            <a:avLst/>
          </a:prstGeom>
          <a:effectLst/>
        </p:spPr>
      </p:pic>
      <p:sp>
        <p:nvSpPr>
          <p:cNvPr id="25" name="Rectangle 24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8" name="Picture 37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9" name="Heart 38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Delay 4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7" name="Chevron 46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Next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771435" y="-100148"/>
            <a:ext cx="2341429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Create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</p:spTree>
    <p:extLst>
      <p:ext uri="{BB962C8B-B14F-4D97-AF65-F5344CB8AC3E}">
        <p14:creationId xmlns:p14="http://schemas.microsoft.com/office/powerpoint/2010/main" val="88652340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chemeClr val="bg1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990648" y="1086968"/>
            <a:ext cx="9803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56090" y="2525041"/>
            <a:ext cx="2264534" cy="1471262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3945375" y="1106078"/>
            <a:ext cx="2264533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3945375" y="1802269"/>
            <a:ext cx="2264533" cy="381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3357496" y="1783159"/>
            <a:ext cx="6445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Tel.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89688" y="2464354"/>
            <a:ext cx="16523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Information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6668119" y="84411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4" name="Picture 63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024" y="4068819"/>
            <a:ext cx="2070822" cy="2070822"/>
          </a:xfrm>
          <a:prstGeom prst="rect">
            <a:avLst/>
          </a:prstGeom>
          <a:effectLst/>
        </p:spPr>
      </p:pic>
      <p:sp>
        <p:nvSpPr>
          <p:cNvPr id="38" name="Rounded Rectangle 37"/>
          <p:cNvSpPr/>
          <p:nvPr/>
        </p:nvSpPr>
        <p:spPr>
          <a:xfrm>
            <a:off x="5806407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Chevron 3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877602" y="-33281"/>
            <a:ext cx="33976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44" name="Picture 43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45" name="Heart 44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Delay 5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85588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4016557" y="763609"/>
            <a:ext cx="2264534" cy="1471262"/>
          </a:xfrm>
          <a:prstGeom prst="roundRect">
            <a:avLst>
              <a:gd name="adj" fmla="val 9235"/>
            </a:avLst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550155" y="702922"/>
            <a:ext cx="16523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Information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73220" y="4698818"/>
            <a:ext cx="3554099" cy="1249172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567543" y="4260338"/>
            <a:ext cx="16523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Location</a:t>
            </a:r>
          </a:p>
        </p:txBody>
      </p:sp>
      <p:sp>
        <p:nvSpPr>
          <p:cNvPr id="40" name="Chevron 39"/>
          <p:cNvSpPr/>
          <p:nvPr/>
        </p:nvSpPr>
        <p:spPr>
          <a:xfrm>
            <a:off x="5926167" y="5177004"/>
            <a:ext cx="232435" cy="311431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2768299" y="4991128"/>
            <a:ext cx="3171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spc="300" dirty="0" smtClean="0">
                <a:solidFill>
                  <a:srgbClr val="000000"/>
                </a:solidFill>
              </a:rPr>
              <a:t>You haven’t pin your location yet ...</a:t>
            </a:r>
            <a:endParaRPr lang="en-US" i="1" spc="300" dirty="0">
              <a:solidFill>
                <a:srgbClr val="000000"/>
              </a:solidFill>
            </a:endParaRPr>
          </a:p>
        </p:txBody>
      </p:sp>
      <p:pic>
        <p:nvPicPr>
          <p:cNvPr id="45" name="Picture 44" descr="cameraicon2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024" y="2329655"/>
            <a:ext cx="2070822" cy="2070822"/>
          </a:xfrm>
          <a:prstGeom prst="rect">
            <a:avLst/>
          </a:prstGeom>
          <a:effectLst/>
        </p:spPr>
      </p:pic>
      <p:cxnSp>
        <p:nvCxnSpPr>
          <p:cNvPr id="46" name="Straight Connector 4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5806407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9" name="Chevron 48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877602" y="-33281"/>
            <a:ext cx="33976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668119" y="0"/>
            <a:ext cx="158750" cy="6858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6668119" y="4323027"/>
            <a:ext cx="158750" cy="17272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56" name="Picture 55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57" name="Heart 5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8" name="Straight Connector 5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Delay 64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6" name="Picture 65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67901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2682875" y="1004511"/>
            <a:ext cx="3746500" cy="4841339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creen Shot 2557-05-11 at 11.25.14 AM.png"/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3005" y="1101312"/>
            <a:ext cx="3579294" cy="4639561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6" name="Picture 25" descr="comment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27" name="Heart 26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Delay 33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5893558" y="189693"/>
            <a:ext cx="828434" cy="392895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Chevron 3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364328" y="-100148"/>
            <a:ext cx="2341429" cy="83099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4800" dirty="0" smtClean="0">
                <a:solidFill>
                  <a:srgbClr val="000000"/>
                </a:solidFill>
                <a:latin typeface="+mj-lt"/>
                <a:cs typeface="Peach Milk"/>
              </a:rPr>
              <a:t>Location</a:t>
            </a:r>
            <a:endParaRPr lang="en-US" sz="4800" dirty="0">
              <a:solidFill>
                <a:srgbClr val="000000"/>
              </a:solidFill>
              <a:latin typeface="+mj-lt"/>
              <a:cs typeface="Peach Milk"/>
            </a:endParaRPr>
          </a:p>
        </p:txBody>
      </p:sp>
      <p:sp>
        <p:nvSpPr>
          <p:cNvPr id="40" name="Teardrop 39"/>
          <p:cNvSpPr/>
          <p:nvPr/>
        </p:nvSpPr>
        <p:spPr>
          <a:xfrm rot="7921972">
            <a:off x="4815222" y="2134290"/>
            <a:ext cx="408752" cy="408724"/>
          </a:xfrm>
          <a:prstGeom prst="teardrop">
            <a:avLst/>
          </a:prstGeom>
          <a:solidFill>
            <a:srgbClr val="000000"/>
          </a:solidFill>
          <a:ln>
            <a:noFill/>
          </a:ln>
          <a:effectLst>
            <a:outerShdw blurRad="40005" dist="22987" dir="5400000" algn="tl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4923627" y="2239878"/>
            <a:ext cx="193141" cy="182676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4558336" y="2580817"/>
            <a:ext cx="1178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Shop Name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88415979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/>
          <p:cNvCxnSpPr/>
          <p:nvPr/>
        </p:nvCxnSpPr>
        <p:spPr>
          <a:xfrm>
            <a:off x="2441400" y="1888052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441400" y="2985313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2441400" y="4067086"/>
            <a:ext cx="4210300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301458" y="1027994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</a:t>
            </a:r>
          </a:p>
          <a:p>
            <a:r>
              <a:rPr lang="en-US" sz="2000" dirty="0" err="1" smtClean="0">
                <a:solidFill>
                  <a:srgbClr val="000000"/>
                </a:solidFill>
              </a:rPr>
              <a:t>xxxxxxxxxx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301458" y="2076057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</a:t>
            </a:r>
          </a:p>
          <a:p>
            <a:r>
              <a:rPr lang="en-US" sz="2000" dirty="0" err="1" smtClean="0">
                <a:solidFill>
                  <a:srgbClr val="000000"/>
                </a:solidFill>
              </a:rPr>
              <a:t>xxxxxxxxxx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321714" y="3185616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Username</a:t>
            </a:r>
          </a:p>
          <a:p>
            <a:r>
              <a:rPr lang="en-US" sz="2000" dirty="0" err="1" smtClean="0">
                <a:solidFill>
                  <a:srgbClr val="000000"/>
                </a:solidFill>
              </a:rPr>
              <a:t>xxxxxxxxxx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29" name="Picture 28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0" name="Heart 29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Delay 35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38" name="Chevron 37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Oval 42"/>
          <p:cNvSpPr/>
          <p:nvPr/>
        </p:nvSpPr>
        <p:spPr>
          <a:xfrm>
            <a:off x="2545562" y="3182059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6968" y="3250855"/>
            <a:ext cx="581229" cy="581229"/>
          </a:xfrm>
          <a:prstGeom prst="rect">
            <a:avLst/>
          </a:prstGeom>
        </p:spPr>
      </p:pic>
      <p:sp>
        <p:nvSpPr>
          <p:cNvPr id="45" name="Oval 44"/>
          <p:cNvSpPr/>
          <p:nvPr/>
        </p:nvSpPr>
        <p:spPr>
          <a:xfrm>
            <a:off x="2545562" y="2133918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6968" y="2202714"/>
            <a:ext cx="581229" cy="581229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2538170" y="1055579"/>
            <a:ext cx="743164" cy="72218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 descr="Untitled-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9576" y="1124375"/>
            <a:ext cx="581229" cy="58122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3191703" y="-71548"/>
            <a:ext cx="31730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spc="300" dirty="0" smtClean="0">
                <a:solidFill>
                  <a:srgbClr val="000000"/>
                </a:solidFill>
                <a:latin typeface="+mj-lt"/>
                <a:cs typeface="MAW "/>
              </a:rPr>
              <a:t>Messages</a:t>
            </a:r>
            <a:endParaRPr lang="en-US" sz="48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436212" y="1479426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6431465" y="2542489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84494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54250" y="0"/>
            <a:ext cx="4587875" cy="6858000"/>
          </a:xfrm>
          <a:prstGeom prst="rect">
            <a:avLst/>
          </a:prstGeom>
          <a:solidFill>
            <a:srgbClr val="FFFFFF"/>
          </a:solidFill>
          <a:ln w="38100" cmpd="sng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761858" y="61656"/>
            <a:ext cx="3459568" cy="55399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3000" b="1" dirty="0" smtClean="0">
                <a:solidFill>
                  <a:srgbClr val="000000"/>
                </a:solidFill>
                <a:latin typeface="+mj-lt"/>
                <a:cs typeface="MAW "/>
              </a:rPr>
              <a:t>Blogger Username</a:t>
            </a:r>
            <a:endParaRPr lang="en-US" sz="3000" b="1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189541" y="1781294"/>
            <a:ext cx="2471052" cy="54213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Hello, may I help you?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2490499" y="1092013"/>
            <a:ext cx="966083" cy="542135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Hi :-)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2475614" y="2599749"/>
            <a:ext cx="2567037" cy="978341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 want to ask you about the knitting wools. Is it available in your shop?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54018" y="5560697"/>
            <a:ext cx="4572619" cy="650694"/>
          </a:xfrm>
          <a:prstGeom prst="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475614" y="5659464"/>
            <a:ext cx="3162186" cy="449197"/>
          </a:xfrm>
          <a:prstGeom prst="round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529874" y="5695845"/>
            <a:ext cx="317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/>
              <a:t>Type Message Here ...</a:t>
            </a:r>
            <a:endParaRPr lang="en-US" i="1" spc="300" dirty="0"/>
          </a:p>
        </p:txBody>
      </p:sp>
      <p:sp>
        <p:nvSpPr>
          <p:cNvPr id="33" name="Rounded Rectangle 32"/>
          <p:cNvSpPr/>
          <p:nvPr/>
        </p:nvSpPr>
        <p:spPr>
          <a:xfrm>
            <a:off x="5813030" y="177143"/>
            <a:ext cx="897045" cy="362053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Profile 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5763548" y="5674954"/>
            <a:ext cx="900470" cy="406253"/>
          </a:xfrm>
          <a:prstGeom prst="round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Send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36" name="Straight Connector 35"/>
          <p:cNvCxnSpPr/>
          <p:nvPr/>
        </p:nvCxnSpPr>
        <p:spPr>
          <a:xfrm>
            <a:off x="2240574" y="748109"/>
            <a:ext cx="4586295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2254250" y="6207307"/>
            <a:ext cx="4587875" cy="6506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74" y="6093171"/>
            <a:ext cx="884602" cy="884602"/>
          </a:xfrm>
          <a:prstGeom prst="rect">
            <a:avLst/>
          </a:prstGeom>
        </p:spPr>
      </p:pic>
      <p:pic>
        <p:nvPicPr>
          <p:cNvPr id="31" name="Picture 30" descr="comment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2884" y="6199587"/>
            <a:ext cx="610664" cy="692480"/>
          </a:xfrm>
          <a:prstGeom prst="rect">
            <a:avLst/>
          </a:prstGeom>
        </p:spPr>
      </p:pic>
      <p:sp>
        <p:nvSpPr>
          <p:cNvPr id="34" name="Heart 33"/>
          <p:cNvSpPr/>
          <p:nvPr/>
        </p:nvSpPr>
        <p:spPr>
          <a:xfrm>
            <a:off x="3378238" y="6330611"/>
            <a:ext cx="458721" cy="401645"/>
          </a:xfrm>
          <a:prstGeom prst="hear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/>
          <p:cNvCxnSpPr/>
          <p:nvPr/>
        </p:nvCxnSpPr>
        <p:spPr>
          <a:xfrm flipV="1">
            <a:off x="32008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4035005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4979864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5926167" y="6222998"/>
            <a:ext cx="0" cy="616487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87362" y="6316562"/>
            <a:ext cx="268248" cy="25567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Delay 41"/>
          <p:cNvSpPr/>
          <p:nvPr/>
        </p:nvSpPr>
        <p:spPr>
          <a:xfrm rot="16200000">
            <a:off x="6323215" y="6453429"/>
            <a:ext cx="202564" cy="355089"/>
          </a:xfrm>
          <a:prstGeom prst="flowChartDelay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138863" y="6135331"/>
            <a:ext cx="757338" cy="757338"/>
          </a:xfrm>
          <a:prstGeom prst="rect">
            <a:avLst/>
          </a:prstGeom>
        </p:spPr>
      </p:pic>
      <p:sp>
        <p:nvSpPr>
          <p:cNvPr id="44" name="Chevron 43"/>
          <p:cNvSpPr/>
          <p:nvPr/>
        </p:nvSpPr>
        <p:spPr>
          <a:xfrm rot="10800000">
            <a:off x="2330336" y="177143"/>
            <a:ext cx="270216" cy="362052"/>
          </a:xfrm>
          <a:prstGeom prst="chevron">
            <a:avLst>
              <a:gd name="adj" fmla="val 63192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55472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913</TotalTime>
  <Words>1021</Words>
  <Application>Microsoft Macintosh PowerPoint</Application>
  <PresentationFormat>On-screen Show (4:3)</PresentationFormat>
  <Paragraphs>432</Paragraphs>
  <Slides>75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99</cp:revision>
  <dcterms:created xsi:type="dcterms:W3CDTF">2014-05-15T07:55:28Z</dcterms:created>
  <dcterms:modified xsi:type="dcterms:W3CDTF">2014-05-26T08:22:32Z</dcterms:modified>
</cp:coreProperties>
</file>