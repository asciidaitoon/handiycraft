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68" r:id="rId3"/>
    <p:sldId id="257" r:id="rId4"/>
    <p:sldId id="258" r:id="rId5"/>
    <p:sldId id="259" r:id="rId6"/>
    <p:sldId id="369" r:id="rId7"/>
    <p:sldId id="370" r:id="rId8"/>
    <p:sldId id="262" r:id="rId9"/>
    <p:sldId id="263" r:id="rId10"/>
    <p:sldId id="264" r:id="rId11"/>
    <p:sldId id="272" r:id="rId12"/>
    <p:sldId id="266" r:id="rId13"/>
    <p:sldId id="267" r:id="rId14"/>
    <p:sldId id="268" r:id="rId15"/>
    <p:sldId id="273" r:id="rId16"/>
    <p:sldId id="270" r:id="rId17"/>
    <p:sldId id="271" r:id="rId18"/>
    <p:sldId id="274" r:id="rId19"/>
    <p:sldId id="275" r:id="rId20"/>
    <p:sldId id="314" r:id="rId21"/>
    <p:sldId id="312" r:id="rId22"/>
    <p:sldId id="313" r:id="rId23"/>
    <p:sldId id="315" r:id="rId24"/>
    <p:sldId id="316" r:id="rId25"/>
    <p:sldId id="317" r:id="rId26"/>
    <p:sldId id="318" r:id="rId27"/>
    <p:sldId id="285" r:id="rId28"/>
    <p:sldId id="286" r:id="rId29"/>
    <p:sldId id="287" r:id="rId30"/>
    <p:sldId id="319" r:id="rId31"/>
    <p:sldId id="289" r:id="rId32"/>
    <p:sldId id="290" r:id="rId33"/>
    <p:sldId id="291" r:id="rId34"/>
    <p:sldId id="292" r:id="rId35"/>
    <p:sldId id="293" r:id="rId36"/>
    <p:sldId id="295" r:id="rId37"/>
    <p:sldId id="296" r:id="rId38"/>
    <p:sldId id="297" r:id="rId39"/>
    <p:sldId id="298" r:id="rId40"/>
    <p:sldId id="320" r:id="rId41"/>
    <p:sldId id="366" r:id="rId42"/>
    <p:sldId id="301" r:id="rId43"/>
    <p:sldId id="321" r:id="rId44"/>
    <p:sldId id="322" r:id="rId45"/>
    <p:sldId id="323" r:id="rId46"/>
    <p:sldId id="324" r:id="rId47"/>
    <p:sldId id="325" r:id="rId48"/>
    <p:sldId id="326" r:id="rId49"/>
    <p:sldId id="327" r:id="rId50"/>
    <p:sldId id="309" r:id="rId51"/>
    <p:sldId id="310" r:id="rId52"/>
    <p:sldId id="328" r:id="rId53"/>
    <p:sldId id="329" r:id="rId54"/>
    <p:sldId id="353" r:id="rId55"/>
    <p:sldId id="354" r:id="rId56"/>
    <p:sldId id="355" r:id="rId57"/>
    <p:sldId id="333" r:id="rId58"/>
    <p:sldId id="356" r:id="rId59"/>
    <p:sldId id="357" r:id="rId60"/>
    <p:sldId id="358" r:id="rId61"/>
    <p:sldId id="359" r:id="rId62"/>
    <p:sldId id="338" r:id="rId63"/>
    <p:sldId id="339" r:id="rId64"/>
    <p:sldId id="340" r:id="rId65"/>
    <p:sldId id="360" r:id="rId66"/>
    <p:sldId id="361" r:id="rId67"/>
    <p:sldId id="362" r:id="rId68"/>
    <p:sldId id="363" r:id="rId69"/>
    <p:sldId id="364" r:id="rId70"/>
    <p:sldId id="346" r:id="rId71"/>
    <p:sldId id="347" r:id="rId72"/>
    <p:sldId id="348" r:id="rId73"/>
    <p:sldId id="349" r:id="rId74"/>
    <p:sldId id="365" r:id="rId75"/>
    <p:sldId id="371" r:id="rId76"/>
    <p:sldId id="372" r:id="rId77"/>
    <p:sldId id="373" r:id="rId78"/>
    <p:sldId id="375" r:id="rId7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-201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80" Type="http://schemas.openxmlformats.org/officeDocument/2006/relationships/printerSettings" Target="printerSettings/printerSettings1.bin"/><Relationship Id="rId81" Type="http://schemas.openxmlformats.org/officeDocument/2006/relationships/presProps" Target="presProps.xml"/><Relationship Id="rId82" Type="http://schemas.openxmlformats.org/officeDocument/2006/relationships/viewProps" Target="viewProps.xml"/><Relationship Id="rId83" Type="http://schemas.openxmlformats.org/officeDocument/2006/relationships/theme" Target="theme/theme1.xml"/><Relationship Id="rId84" Type="http://schemas.openxmlformats.org/officeDocument/2006/relationships/tableStyles" Target="tableStyles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C7BB-2426-4B4A-B44D-8EBAEDB948E8}" type="datetimeFigureOut">
              <a:rPr lang="en-US" smtClean="0"/>
              <a:t>10/21/14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A78A-19DE-8743-BD52-C17E6E1A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48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C7BB-2426-4B4A-B44D-8EBAEDB948E8}" type="datetimeFigureOut">
              <a:rPr lang="en-US" smtClean="0"/>
              <a:t>10/21/14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A78A-19DE-8743-BD52-C17E6E1A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134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C7BB-2426-4B4A-B44D-8EBAEDB948E8}" type="datetimeFigureOut">
              <a:rPr lang="en-US" smtClean="0"/>
              <a:t>10/21/14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A78A-19DE-8743-BD52-C17E6E1A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37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C7BB-2426-4B4A-B44D-8EBAEDB948E8}" type="datetimeFigureOut">
              <a:rPr lang="en-US" smtClean="0"/>
              <a:t>10/21/14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A78A-19DE-8743-BD52-C17E6E1A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543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C7BB-2426-4B4A-B44D-8EBAEDB948E8}" type="datetimeFigureOut">
              <a:rPr lang="en-US" smtClean="0"/>
              <a:t>10/21/14 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A78A-19DE-8743-BD52-C17E6E1A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831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C7BB-2426-4B4A-B44D-8EBAEDB948E8}" type="datetimeFigureOut">
              <a:rPr lang="en-US" smtClean="0"/>
              <a:t>10/21/14 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A78A-19DE-8743-BD52-C17E6E1A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062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C7BB-2426-4B4A-B44D-8EBAEDB948E8}" type="datetimeFigureOut">
              <a:rPr lang="en-US" smtClean="0"/>
              <a:t>10/21/14 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A78A-19DE-8743-BD52-C17E6E1A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200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C7BB-2426-4B4A-B44D-8EBAEDB948E8}" type="datetimeFigureOut">
              <a:rPr lang="en-US" smtClean="0"/>
              <a:t>10/21/14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A78A-19DE-8743-BD52-C17E6E1A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649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C7BB-2426-4B4A-B44D-8EBAEDB948E8}" type="datetimeFigureOut">
              <a:rPr lang="en-US" smtClean="0"/>
              <a:t>10/21/14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A78A-19DE-8743-BD52-C17E6E1A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7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C7BB-2426-4B4A-B44D-8EBAEDB948E8}" type="datetimeFigureOut">
              <a:rPr lang="en-US" smtClean="0"/>
              <a:t>10/21/14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A78A-19DE-8743-BD52-C17E6E1A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970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C7BB-2426-4B4A-B44D-8EBAEDB948E8}" type="datetimeFigureOut">
              <a:rPr lang="en-US" smtClean="0"/>
              <a:t>10/21/14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A78A-19DE-8743-BD52-C17E6E1A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41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9C7BB-2426-4B4A-B44D-8EBAEDB948E8}" type="datetimeFigureOut">
              <a:rPr lang="en-US" smtClean="0"/>
              <a:t>10/21/14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EA78A-19DE-8743-BD52-C17E6E1A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755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Relationship Id="rId3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Relationship Id="rId3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.gif"/><Relationship Id="rId6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.gif"/><Relationship Id="rId6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397744" y="2668686"/>
            <a:ext cx="4730750" cy="9233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5400" b="1" spc="600" dirty="0" smtClean="0">
                <a:solidFill>
                  <a:srgbClr val="000000"/>
                </a:solidFill>
                <a:latin typeface="+mj-lt"/>
                <a:cs typeface="Peach Milk"/>
              </a:rPr>
              <a:t>HanDIYcraft</a:t>
            </a:r>
            <a:endParaRPr lang="en-US" sz="5400" b="1" spc="6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</p:spTree>
    <p:extLst>
      <p:ext uri="{BB962C8B-B14F-4D97-AF65-F5344CB8AC3E}">
        <p14:creationId xmlns:p14="http://schemas.microsoft.com/office/powerpoint/2010/main" val="26011354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346700" y="3649487"/>
            <a:ext cx="4481916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+mj-lt"/>
                <a:cs typeface="MAW "/>
              </a:rPr>
              <a:t>Sorry</a:t>
            </a:r>
            <a:r>
              <a:rPr lang="en-US" sz="3200" dirty="0" smtClean="0">
                <a:latin typeface="+mj-lt"/>
                <a:cs typeface="MAW "/>
              </a:rPr>
              <a:t>, you are not </a:t>
            </a:r>
          </a:p>
          <a:p>
            <a:pPr algn="ctr"/>
            <a:r>
              <a:rPr lang="en-US" sz="3200" dirty="0" smtClean="0">
                <a:latin typeface="+mj-lt"/>
                <a:cs typeface="MAW "/>
              </a:rPr>
              <a:t>connected to the internet</a:t>
            </a:r>
            <a:endParaRPr lang="en-US" sz="3200" dirty="0">
              <a:latin typeface="+mj-lt"/>
              <a:cs typeface="MAW "/>
            </a:endParaRPr>
          </a:p>
        </p:txBody>
      </p:sp>
      <p:sp>
        <p:nvSpPr>
          <p:cNvPr id="6" name="Chevron 5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3333175" y="1207678"/>
            <a:ext cx="2508409" cy="2404205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>
            <a:stCxn id="7" idx="1"/>
            <a:endCxn id="7" idx="5"/>
          </p:cNvCxnSpPr>
          <p:nvPr/>
        </p:nvCxnSpPr>
        <p:spPr>
          <a:xfrm>
            <a:off x="3700523" y="1559766"/>
            <a:ext cx="1773713" cy="170002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7" idx="3"/>
            <a:endCxn id="7" idx="7"/>
          </p:cNvCxnSpPr>
          <p:nvPr/>
        </p:nvCxnSpPr>
        <p:spPr>
          <a:xfrm flipV="1">
            <a:off x="3700523" y="1559766"/>
            <a:ext cx="1773713" cy="170002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2974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627653" y="-78497"/>
            <a:ext cx="3101040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Sign Up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56037" y="3238012"/>
            <a:ext cx="23241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856037" y="3868972"/>
            <a:ext cx="23241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856037" y="4515422"/>
            <a:ext cx="23241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671762" y="3202055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Username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719387" y="3833015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Password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25927" y="4520740"/>
            <a:ext cx="1606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Re-Password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969453" y="5649259"/>
            <a:ext cx="649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 am</a:t>
            </a:r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3602162" y="5732993"/>
            <a:ext cx="248075" cy="24355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3661789" y="5780459"/>
            <a:ext cx="136154" cy="14880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813632" y="5649259"/>
            <a:ext cx="107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Blogger</a:t>
            </a:r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4767721" y="5732993"/>
            <a:ext cx="248075" cy="24355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979191" y="5649259"/>
            <a:ext cx="1322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Shopkeeper</a:t>
            </a:r>
            <a:endParaRPr lang="en-US" dirty="0"/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309219" y="6138536"/>
            <a:ext cx="870917" cy="39733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 smtClean="0">
                <a:solidFill>
                  <a:srgbClr val="000000"/>
                </a:solidFill>
                <a:latin typeface="+mj-lt"/>
                <a:cs typeface="MAW "/>
              </a:rPr>
              <a:t>Done</a:t>
            </a:r>
            <a:endParaRPr lang="en-US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853746" y="5146275"/>
            <a:ext cx="23241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122178" y="5146275"/>
            <a:ext cx="776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Email</a:t>
            </a:r>
            <a:endParaRPr lang="en-US" dirty="0"/>
          </a:p>
        </p:txBody>
      </p:sp>
      <p:sp>
        <p:nvSpPr>
          <p:cNvPr id="3" name="Oval 2"/>
          <p:cNvSpPr/>
          <p:nvPr/>
        </p:nvSpPr>
        <p:spPr>
          <a:xfrm>
            <a:off x="3602162" y="923747"/>
            <a:ext cx="2104849" cy="2045441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919" y="1055707"/>
            <a:ext cx="1646204" cy="1646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958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856037" y="2143125"/>
            <a:ext cx="23241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13023" y="2143125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Username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56037" y="2867025"/>
            <a:ext cx="23241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613023" y="2867025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Password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208516" y="3557588"/>
            <a:ext cx="971621" cy="384909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 smtClean="0">
                <a:solidFill>
                  <a:srgbClr val="000000"/>
                </a:solidFill>
                <a:latin typeface="+mj-lt"/>
                <a:cs typeface="MAW "/>
              </a:rPr>
              <a:t>Log in</a:t>
            </a:r>
            <a:endParaRPr lang="en-US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79911" y="4119007"/>
            <a:ext cx="2076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>
                <a:solidFill>
                  <a:srgbClr val="000000"/>
                </a:solidFill>
              </a:rPr>
              <a:t>Forgot Password ?</a:t>
            </a:r>
            <a:endParaRPr lang="en-US" u="sng" dirty="0">
              <a:solidFill>
                <a:srgbClr val="00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503557" y="6293272"/>
            <a:ext cx="27049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Have no account?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316445" y="6278261"/>
            <a:ext cx="1257895" cy="458788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15" name="Chevron 14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29048" y="-78497"/>
            <a:ext cx="1864932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Log In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</p:spTree>
    <p:extLst>
      <p:ext uri="{BB962C8B-B14F-4D97-AF65-F5344CB8AC3E}">
        <p14:creationId xmlns:p14="http://schemas.microsoft.com/office/powerpoint/2010/main" val="16030232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34007"/>
            <a:ext cx="935503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spc="600" dirty="0" smtClean="0">
                <a:latin typeface="Sketch Rockwell"/>
                <a:cs typeface="Sketch Rockwell"/>
              </a:rPr>
              <a:t>USER</a:t>
            </a:r>
          </a:p>
          <a:p>
            <a:pPr algn="ctr"/>
            <a:r>
              <a:rPr lang="en-US" sz="9600" spc="600" dirty="0" smtClean="0">
                <a:latin typeface="Sketch Rockwell"/>
                <a:cs typeface="Sketch Rockwell"/>
              </a:rPr>
              <a:t>PART</a:t>
            </a:r>
            <a:endParaRPr lang="en-US" sz="9600" spc="600" dirty="0">
              <a:latin typeface="Sketch Rockwell"/>
              <a:cs typeface="Sketch Rockwell"/>
            </a:endParaRPr>
          </a:p>
        </p:txBody>
      </p:sp>
    </p:spTree>
    <p:extLst>
      <p:ext uri="{BB962C8B-B14F-4D97-AF65-F5344CB8AC3E}">
        <p14:creationId xmlns:p14="http://schemas.microsoft.com/office/powerpoint/2010/main" val="39034210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682875" y="2199264"/>
            <a:ext cx="3746500" cy="3850963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04023" y="2346768"/>
            <a:ext cx="3496781" cy="3200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2804023" y="2346768"/>
            <a:ext cx="3496781" cy="3200125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2804023" y="2346768"/>
            <a:ext cx="3496781" cy="3192914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4826863" y="1647027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4858612" y="1626945"/>
            <a:ext cx="1572824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i="1" spc="300" dirty="0" smtClean="0">
                <a:solidFill>
                  <a:srgbClr val="000000"/>
                </a:solidFill>
              </a:rPr>
              <a:t>...Search...</a:t>
            </a:r>
            <a:endParaRPr lang="en-US" i="1" spc="300" dirty="0">
              <a:solidFill>
                <a:srgbClr val="000000"/>
              </a:solidFill>
            </a:endParaRPr>
          </a:p>
        </p:txBody>
      </p:sp>
      <p:sp>
        <p:nvSpPr>
          <p:cNvPr id="38" name="Donut 37"/>
          <p:cNvSpPr/>
          <p:nvPr/>
        </p:nvSpPr>
        <p:spPr>
          <a:xfrm>
            <a:off x="4503907" y="1682751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 rot="2586247">
            <a:off x="4663352" y="1899625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54250" y="1019291"/>
            <a:ext cx="4413869" cy="40667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3749281" y="1019291"/>
            <a:ext cx="0" cy="406673"/>
          </a:xfrm>
          <a:prstGeom prst="line">
            <a:avLst/>
          </a:prstGeom>
          <a:ln w="9525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5263267" y="1019291"/>
            <a:ext cx="0" cy="406673"/>
          </a:xfrm>
          <a:prstGeom prst="line">
            <a:avLst/>
          </a:prstGeom>
          <a:ln w="9525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406198" y="997289"/>
            <a:ext cx="1231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110" dirty="0" smtClean="0">
                <a:solidFill>
                  <a:srgbClr val="000000"/>
                </a:solidFill>
                <a:latin typeface="+mj-lt"/>
                <a:cs typeface="MAW "/>
              </a:rPr>
              <a:t>Random</a:t>
            </a:r>
            <a:endParaRPr lang="en-US" sz="2000" b="1" spc="11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963260" y="998575"/>
            <a:ext cx="1231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110" dirty="0" smtClean="0">
                <a:solidFill>
                  <a:srgbClr val="000000"/>
                </a:solidFill>
                <a:latin typeface="+mj-lt"/>
                <a:cs typeface="MAW "/>
              </a:rPr>
              <a:t>Popular</a:t>
            </a:r>
            <a:endParaRPr lang="en-US" sz="2000" b="1" spc="11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318345" y="1016505"/>
            <a:ext cx="1571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110" dirty="0" smtClean="0">
                <a:solidFill>
                  <a:srgbClr val="000000"/>
                </a:solidFill>
                <a:latin typeface="+mj-lt"/>
                <a:cs typeface="MAW "/>
              </a:rPr>
              <a:t>Following</a:t>
            </a:r>
            <a:endParaRPr lang="en-US" sz="2000" b="1" spc="11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cxnSp>
        <p:nvCxnSpPr>
          <p:cNvPr id="69" name="Straight Connector 68"/>
          <p:cNvCxnSpPr/>
          <p:nvPr/>
        </p:nvCxnSpPr>
        <p:spPr>
          <a:xfrm>
            <a:off x="2420981" y="210108"/>
            <a:ext cx="489447" cy="0"/>
          </a:xfrm>
          <a:prstGeom prst="line">
            <a:avLst/>
          </a:prstGeom>
          <a:ln w="762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2424096" y="398679"/>
            <a:ext cx="489447" cy="0"/>
          </a:xfrm>
          <a:prstGeom prst="line">
            <a:avLst/>
          </a:prstGeom>
          <a:ln w="762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2420981" y="576458"/>
            <a:ext cx="489447" cy="0"/>
          </a:xfrm>
          <a:prstGeom prst="line">
            <a:avLst/>
          </a:prstGeom>
          <a:ln w="762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3849914" y="-78497"/>
            <a:ext cx="1831944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Home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712942" y="5481249"/>
            <a:ext cx="2423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0000"/>
                </a:solidFill>
              </a:rPr>
              <a:t>“ Tutorial Name ”</a:t>
            </a:r>
            <a:endParaRPr lang="en-US" sz="2400" b="1" dirty="0">
              <a:solidFill>
                <a:srgbClr val="000000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061230" y="5554819"/>
            <a:ext cx="122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No. of likes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594161" y="160512"/>
            <a:ext cx="979056" cy="45878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 smtClean="0">
                <a:solidFill>
                  <a:srgbClr val="000000"/>
                </a:solidFill>
                <a:latin typeface="+mj-lt"/>
                <a:cs typeface="MAW "/>
              </a:rPr>
              <a:t>Log in</a:t>
            </a:r>
            <a:endParaRPr lang="en-US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3572902" y="6301867"/>
            <a:ext cx="3676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+mj-lt"/>
                <a:cs typeface="MAW "/>
              </a:rPr>
              <a:t>t</a:t>
            </a:r>
            <a:r>
              <a:rPr lang="en-US" sz="2000" b="1" dirty="0" smtClean="0">
                <a:solidFill>
                  <a:srgbClr val="000000"/>
                </a:solidFill>
                <a:latin typeface="+mj-lt"/>
                <a:cs typeface="MAW "/>
              </a:rPr>
              <a:t>o create your own tutorial!</a:t>
            </a:r>
            <a:endParaRPr lang="en-US" sz="2000" b="1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2327396" y="6288573"/>
            <a:ext cx="1257895" cy="45878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7323349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54250" y="1019291"/>
            <a:ext cx="4413869" cy="40667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3749281" y="1019291"/>
            <a:ext cx="0" cy="406673"/>
          </a:xfrm>
          <a:prstGeom prst="line">
            <a:avLst/>
          </a:prstGeom>
          <a:ln w="9525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5263267" y="1019291"/>
            <a:ext cx="0" cy="406673"/>
          </a:xfrm>
          <a:prstGeom prst="line">
            <a:avLst/>
          </a:prstGeom>
          <a:ln w="9525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406198" y="997289"/>
            <a:ext cx="1231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110" dirty="0" smtClean="0">
                <a:solidFill>
                  <a:srgbClr val="000000"/>
                </a:solidFill>
                <a:latin typeface="+mj-lt"/>
                <a:cs typeface="MAW "/>
              </a:rPr>
              <a:t>Random</a:t>
            </a:r>
            <a:endParaRPr lang="en-US" sz="2000" b="1" spc="11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963260" y="998575"/>
            <a:ext cx="1231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110" dirty="0" smtClean="0">
                <a:solidFill>
                  <a:srgbClr val="000000"/>
                </a:solidFill>
                <a:latin typeface="+mj-lt"/>
                <a:cs typeface="MAW "/>
              </a:rPr>
              <a:t>Popular</a:t>
            </a:r>
            <a:endParaRPr lang="en-US" sz="2000" b="1" spc="11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318345" y="1016505"/>
            <a:ext cx="1571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110" dirty="0" smtClean="0">
                <a:solidFill>
                  <a:srgbClr val="000000"/>
                </a:solidFill>
                <a:latin typeface="+mj-lt"/>
                <a:cs typeface="MAW "/>
              </a:rPr>
              <a:t>Following</a:t>
            </a:r>
            <a:endParaRPr lang="en-US" sz="2000" b="1" spc="11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cxnSp>
        <p:nvCxnSpPr>
          <p:cNvPr id="69" name="Straight Connector 68"/>
          <p:cNvCxnSpPr/>
          <p:nvPr/>
        </p:nvCxnSpPr>
        <p:spPr>
          <a:xfrm>
            <a:off x="2420981" y="210108"/>
            <a:ext cx="489447" cy="0"/>
          </a:xfrm>
          <a:prstGeom prst="line">
            <a:avLst/>
          </a:prstGeom>
          <a:ln w="762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2424096" y="398679"/>
            <a:ext cx="489447" cy="0"/>
          </a:xfrm>
          <a:prstGeom prst="line">
            <a:avLst/>
          </a:prstGeom>
          <a:ln w="762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2420981" y="576458"/>
            <a:ext cx="489447" cy="0"/>
          </a:xfrm>
          <a:prstGeom prst="line">
            <a:avLst/>
          </a:prstGeom>
          <a:ln w="762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3849914" y="-78497"/>
            <a:ext cx="1831944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Home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594161" y="160512"/>
            <a:ext cx="979056" cy="45878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 smtClean="0">
                <a:solidFill>
                  <a:srgbClr val="000000"/>
                </a:solidFill>
                <a:latin typeface="+mj-lt"/>
                <a:cs typeface="MAW "/>
              </a:rPr>
              <a:t>Log in</a:t>
            </a:r>
            <a:endParaRPr lang="en-US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3572902" y="6301867"/>
            <a:ext cx="3676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+mj-lt"/>
                <a:cs typeface="MAW "/>
              </a:rPr>
              <a:t>t</a:t>
            </a:r>
            <a:r>
              <a:rPr lang="en-US" sz="2000" b="1" dirty="0" smtClean="0">
                <a:solidFill>
                  <a:srgbClr val="000000"/>
                </a:solidFill>
                <a:latin typeface="+mj-lt"/>
                <a:cs typeface="MAW "/>
              </a:rPr>
              <a:t>o create your own tutorial!</a:t>
            </a:r>
            <a:endParaRPr lang="en-US" sz="2000" b="1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2327396" y="6288573"/>
            <a:ext cx="1257895" cy="45878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826864" y="5531605"/>
            <a:ext cx="1634582" cy="461665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4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333742" y="4104247"/>
            <a:ext cx="4358034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spc="300" dirty="0" smtClean="0">
                <a:solidFill>
                  <a:srgbClr val="000000"/>
                </a:solidFill>
                <a:latin typeface="+mj-lt"/>
                <a:cs typeface="MAW "/>
              </a:rPr>
              <a:t>Sorry</a:t>
            </a:r>
            <a:r>
              <a:rPr lang="en-US" sz="3600" spc="300" dirty="0" smtClean="0">
                <a:solidFill>
                  <a:srgbClr val="000000"/>
                </a:solidFill>
                <a:latin typeface="+mj-lt"/>
                <a:cs typeface="MAW "/>
              </a:rPr>
              <a:t>, you have to </a:t>
            </a:r>
          </a:p>
          <a:p>
            <a:pPr algn="ctr"/>
            <a:r>
              <a:rPr lang="en-US" sz="3600" spc="300" dirty="0" smtClean="0">
                <a:solidFill>
                  <a:srgbClr val="000000"/>
                </a:solidFill>
                <a:latin typeface="+mj-lt"/>
                <a:cs typeface="MAW "/>
              </a:rPr>
              <a:t>log in first.</a:t>
            </a:r>
            <a:endParaRPr lang="en-US" sz="36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472004" y="5553886"/>
            <a:ext cx="22321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>
                <a:solidFill>
                  <a:srgbClr val="000000"/>
                </a:solidFill>
              </a:rPr>
              <a:t>Have no account?</a:t>
            </a:r>
            <a:endParaRPr lang="en-US" sz="2200" dirty="0">
              <a:solidFill>
                <a:srgbClr val="000000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210660" y="1700042"/>
            <a:ext cx="2508409" cy="2404205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>
            <a:stCxn id="42" idx="1"/>
            <a:endCxn id="42" idx="5"/>
          </p:cNvCxnSpPr>
          <p:nvPr/>
        </p:nvCxnSpPr>
        <p:spPr>
          <a:xfrm>
            <a:off x="3578008" y="2052130"/>
            <a:ext cx="1773713" cy="170002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42" idx="3"/>
            <a:endCxn id="42" idx="7"/>
          </p:cNvCxnSpPr>
          <p:nvPr/>
        </p:nvCxnSpPr>
        <p:spPr>
          <a:xfrm flipV="1">
            <a:off x="3578008" y="2052130"/>
            <a:ext cx="1773713" cy="170002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9078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3416145" y="1654685"/>
            <a:ext cx="2343010" cy="55454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latin typeface="+mj-lt"/>
                <a:cs typeface="MAW "/>
              </a:rPr>
              <a:t>Categories</a:t>
            </a:r>
            <a:endParaRPr lang="en-US" sz="2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416145" y="2576290"/>
            <a:ext cx="2343010" cy="55454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latin typeface="+mj-lt"/>
                <a:cs typeface="MAW "/>
              </a:rPr>
              <a:t>Shops</a:t>
            </a:r>
            <a:endParaRPr lang="en-US" sz="2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416145" y="3488601"/>
            <a:ext cx="2343010" cy="55454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latin typeface="+mj-lt"/>
                <a:cs typeface="MAW "/>
              </a:rPr>
              <a:t>Around Me</a:t>
            </a:r>
            <a:endParaRPr lang="en-US" sz="2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416145" y="4400912"/>
            <a:ext cx="2343010" cy="55454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2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12" name="Chevron 11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62269" y="-100148"/>
            <a:ext cx="1996886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Menu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3572902" y="6301867"/>
            <a:ext cx="3676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+mj-lt"/>
                <a:cs typeface="MAW "/>
              </a:rPr>
              <a:t>t</a:t>
            </a:r>
            <a:r>
              <a:rPr lang="en-US" sz="2000" b="1" dirty="0" smtClean="0">
                <a:solidFill>
                  <a:srgbClr val="000000"/>
                </a:solidFill>
                <a:latin typeface="+mj-lt"/>
                <a:cs typeface="MAW "/>
              </a:rPr>
              <a:t>o create your own tutorial!</a:t>
            </a:r>
            <a:endParaRPr lang="en-US" sz="2000" b="1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327396" y="6288573"/>
            <a:ext cx="1257895" cy="45878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4730928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4901754" y="4674116"/>
            <a:ext cx="1634582" cy="461665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4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08632" y="3246758"/>
            <a:ext cx="4358034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spc="300" dirty="0" smtClean="0">
                <a:solidFill>
                  <a:srgbClr val="000000"/>
                </a:solidFill>
                <a:latin typeface="+mj-lt"/>
                <a:cs typeface="MAW "/>
              </a:rPr>
              <a:t>Sorry</a:t>
            </a:r>
            <a:r>
              <a:rPr lang="en-US" sz="3600" spc="300" dirty="0" smtClean="0">
                <a:solidFill>
                  <a:srgbClr val="000000"/>
                </a:solidFill>
                <a:latin typeface="+mj-lt"/>
                <a:cs typeface="MAW "/>
              </a:rPr>
              <a:t>, you have to </a:t>
            </a:r>
          </a:p>
          <a:p>
            <a:pPr algn="ctr"/>
            <a:r>
              <a:rPr lang="en-US" sz="3600" spc="300" dirty="0" smtClean="0">
                <a:solidFill>
                  <a:srgbClr val="000000"/>
                </a:solidFill>
                <a:latin typeface="+mj-lt"/>
                <a:cs typeface="MAW "/>
              </a:rPr>
              <a:t>log in first.</a:t>
            </a:r>
            <a:endParaRPr lang="en-US" sz="36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46894" y="4696397"/>
            <a:ext cx="22321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>
                <a:solidFill>
                  <a:srgbClr val="000000"/>
                </a:solidFill>
              </a:rPr>
              <a:t>Have no account?</a:t>
            </a:r>
            <a:endParaRPr lang="en-US" sz="2200" dirty="0">
              <a:solidFill>
                <a:srgbClr val="000000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3285550" y="842553"/>
            <a:ext cx="2508409" cy="2404205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>
            <a:stCxn id="8" idx="1"/>
            <a:endCxn id="8" idx="5"/>
          </p:cNvCxnSpPr>
          <p:nvPr/>
        </p:nvCxnSpPr>
        <p:spPr>
          <a:xfrm>
            <a:off x="3652898" y="1194641"/>
            <a:ext cx="1773713" cy="170002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8" idx="3"/>
            <a:endCxn id="8" idx="7"/>
          </p:cNvCxnSpPr>
          <p:nvPr/>
        </p:nvCxnSpPr>
        <p:spPr>
          <a:xfrm flipV="1">
            <a:off x="3652898" y="1194641"/>
            <a:ext cx="1773713" cy="170002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evron 13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8003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308468" y="2198036"/>
            <a:ext cx="80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Outfit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30602" y="3834481"/>
            <a:ext cx="642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Gift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10337" y="2198036"/>
            <a:ext cx="1555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Accessory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76718" y="5611539"/>
            <a:ext cx="994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Garden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93783" y="5624269"/>
            <a:ext cx="1502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Home Decor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43607" y="3837626"/>
            <a:ext cx="539538" cy="366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Kid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6668119" y="84410"/>
            <a:ext cx="158750" cy="3789089"/>
          </a:xfrm>
          <a:prstGeom prst="roundRect">
            <a:avLst/>
          </a:prstGeom>
          <a:solidFill>
            <a:srgbClr val="000000"/>
          </a:solidFill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hevron 22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3572902" y="6301867"/>
            <a:ext cx="3676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+mj-lt"/>
                <a:cs typeface="MAW "/>
              </a:rPr>
              <a:t>t</a:t>
            </a:r>
            <a:r>
              <a:rPr lang="en-US" sz="2000" b="1" dirty="0" smtClean="0">
                <a:solidFill>
                  <a:srgbClr val="000000"/>
                </a:solidFill>
                <a:latin typeface="+mj-lt"/>
                <a:cs typeface="MAW "/>
              </a:rPr>
              <a:t>o create your own tutorial!</a:t>
            </a:r>
            <a:endParaRPr lang="en-US" sz="2000" b="1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327396" y="6288573"/>
            <a:ext cx="1257895" cy="45878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19112" y="-100148"/>
            <a:ext cx="4138477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Categories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3083142" y="1043352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>
            <a:stCxn id="31" idx="1"/>
            <a:endCxn id="31" idx="5"/>
          </p:cNvCxnSpPr>
          <p:nvPr/>
        </p:nvCxnSpPr>
        <p:spPr>
          <a:xfrm>
            <a:off x="3257153" y="1212452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31" idx="3"/>
            <a:endCxn id="31" idx="7"/>
          </p:cNvCxnSpPr>
          <p:nvPr/>
        </p:nvCxnSpPr>
        <p:spPr>
          <a:xfrm flipV="1">
            <a:off x="3257153" y="1212452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810337" y="1026652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>
            <a:stCxn id="33" idx="1"/>
            <a:endCxn id="33" idx="5"/>
          </p:cNvCxnSpPr>
          <p:nvPr/>
        </p:nvCxnSpPr>
        <p:spPr>
          <a:xfrm>
            <a:off x="4984348" y="1195752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33" idx="3"/>
            <a:endCxn id="33" idx="7"/>
          </p:cNvCxnSpPr>
          <p:nvPr/>
        </p:nvCxnSpPr>
        <p:spPr>
          <a:xfrm flipV="1">
            <a:off x="4984348" y="1195752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3130812" y="2679583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/>
          <p:cNvCxnSpPr>
            <a:stCxn id="36" idx="1"/>
            <a:endCxn id="36" idx="5"/>
          </p:cNvCxnSpPr>
          <p:nvPr/>
        </p:nvCxnSpPr>
        <p:spPr>
          <a:xfrm>
            <a:off x="3304823" y="2848683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36" idx="3"/>
            <a:endCxn id="36" idx="7"/>
          </p:cNvCxnSpPr>
          <p:nvPr/>
        </p:nvCxnSpPr>
        <p:spPr>
          <a:xfrm flipV="1">
            <a:off x="3304823" y="2848683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4810337" y="2679369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>
            <a:stCxn id="39" idx="1"/>
            <a:endCxn id="39" idx="5"/>
          </p:cNvCxnSpPr>
          <p:nvPr/>
        </p:nvCxnSpPr>
        <p:spPr>
          <a:xfrm>
            <a:off x="4984348" y="2848469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9" idx="3"/>
            <a:endCxn id="39" idx="7"/>
          </p:cNvCxnSpPr>
          <p:nvPr/>
        </p:nvCxnSpPr>
        <p:spPr>
          <a:xfrm flipV="1">
            <a:off x="4984348" y="2848469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3128351" y="4456855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>
            <a:stCxn id="42" idx="1"/>
            <a:endCxn id="42" idx="5"/>
          </p:cNvCxnSpPr>
          <p:nvPr/>
        </p:nvCxnSpPr>
        <p:spPr>
          <a:xfrm>
            <a:off x="3302362" y="4625955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42" idx="3"/>
            <a:endCxn id="42" idx="7"/>
          </p:cNvCxnSpPr>
          <p:nvPr/>
        </p:nvCxnSpPr>
        <p:spPr>
          <a:xfrm flipV="1">
            <a:off x="3302362" y="4625955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4810337" y="4456846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/>
          <p:cNvCxnSpPr>
            <a:stCxn id="45" idx="1"/>
            <a:endCxn id="45" idx="5"/>
          </p:cNvCxnSpPr>
          <p:nvPr/>
        </p:nvCxnSpPr>
        <p:spPr>
          <a:xfrm>
            <a:off x="4984348" y="4625946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45" idx="3"/>
            <a:endCxn id="45" idx="7"/>
          </p:cNvCxnSpPr>
          <p:nvPr/>
        </p:nvCxnSpPr>
        <p:spPr>
          <a:xfrm flipV="1">
            <a:off x="4984348" y="4625946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9850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390938" y="2198036"/>
            <a:ext cx="600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Pet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76322" y="2198036"/>
            <a:ext cx="748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Other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6668119" y="2261750"/>
            <a:ext cx="158750" cy="3789089"/>
          </a:xfrm>
          <a:prstGeom prst="roundRect">
            <a:avLst/>
          </a:prstGeom>
          <a:solidFill>
            <a:srgbClr val="000000"/>
          </a:solidFill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hevron 22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3572902" y="6301867"/>
            <a:ext cx="3676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+mj-lt"/>
                <a:cs typeface="MAW "/>
              </a:rPr>
              <a:t>t</a:t>
            </a:r>
            <a:r>
              <a:rPr lang="en-US" sz="2000" b="1" dirty="0" smtClean="0">
                <a:solidFill>
                  <a:srgbClr val="000000"/>
                </a:solidFill>
                <a:latin typeface="+mj-lt"/>
                <a:cs typeface="MAW "/>
              </a:rPr>
              <a:t>o create your own tutorial!</a:t>
            </a:r>
            <a:endParaRPr lang="en-US" sz="2000" b="1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327396" y="6288573"/>
            <a:ext cx="1257895" cy="45878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19112" y="-100148"/>
            <a:ext cx="4138477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Categories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3083142" y="1043352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>
            <a:stCxn id="31" idx="1"/>
            <a:endCxn id="31" idx="5"/>
          </p:cNvCxnSpPr>
          <p:nvPr/>
        </p:nvCxnSpPr>
        <p:spPr>
          <a:xfrm>
            <a:off x="3257153" y="1212452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31" idx="3"/>
            <a:endCxn id="31" idx="7"/>
          </p:cNvCxnSpPr>
          <p:nvPr/>
        </p:nvCxnSpPr>
        <p:spPr>
          <a:xfrm flipV="1">
            <a:off x="3257153" y="1212452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810337" y="1026652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>
            <a:stCxn id="33" idx="1"/>
            <a:endCxn id="33" idx="5"/>
          </p:cNvCxnSpPr>
          <p:nvPr/>
        </p:nvCxnSpPr>
        <p:spPr>
          <a:xfrm>
            <a:off x="4984348" y="1195752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33" idx="3"/>
            <a:endCxn id="33" idx="7"/>
          </p:cNvCxnSpPr>
          <p:nvPr/>
        </p:nvCxnSpPr>
        <p:spPr>
          <a:xfrm flipV="1">
            <a:off x="4984348" y="1195752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5522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tx1"/>
          </a:solidFill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hevron 21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826863" y="102119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58612" y="1001111"/>
            <a:ext cx="157282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i="1" spc="300" dirty="0" smtClean="0">
                <a:solidFill>
                  <a:srgbClr val="000000"/>
                </a:solidFill>
              </a:rPr>
              <a:t>...Search...</a:t>
            </a:r>
            <a:endParaRPr lang="en-US" i="1" spc="300" dirty="0">
              <a:solidFill>
                <a:srgbClr val="000000"/>
              </a:solidFill>
            </a:endParaRPr>
          </a:p>
        </p:txBody>
      </p:sp>
      <p:sp>
        <p:nvSpPr>
          <p:cNvPr id="25" name="Donut 24"/>
          <p:cNvSpPr/>
          <p:nvPr/>
        </p:nvSpPr>
        <p:spPr>
          <a:xfrm>
            <a:off x="4503907" y="1056917"/>
            <a:ext cx="261979" cy="264991"/>
          </a:xfrm>
          <a:prstGeom prst="donu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 rot="2586247">
            <a:off x="4663352" y="1273791"/>
            <a:ext cx="144143" cy="54798"/>
          </a:xfrm>
          <a:prstGeom prst="round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682875" y="1664107"/>
            <a:ext cx="3746500" cy="39452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2804023" y="1811611"/>
            <a:ext cx="3496781" cy="3200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2712942" y="5065216"/>
            <a:ext cx="2423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0000"/>
                </a:solidFill>
              </a:rPr>
              <a:t>“ Tutorial Name ”</a:t>
            </a:r>
            <a:endParaRPr lang="en-US" sz="2400" b="1" dirty="0">
              <a:solidFill>
                <a:srgbClr val="00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61230" y="5138786"/>
            <a:ext cx="122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No. of likes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>
            <a:off x="2804023" y="1811611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2804023" y="1811611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3572902" y="6301867"/>
            <a:ext cx="3676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+mj-lt"/>
                <a:cs typeface="MAW "/>
              </a:rPr>
              <a:t>t</a:t>
            </a:r>
            <a:r>
              <a:rPr lang="en-US" sz="2000" b="1" dirty="0" smtClean="0">
                <a:solidFill>
                  <a:srgbClr val="000000"/>
                </a:solidFill>
                <a:latin typeface="+mj-lt"/>
                <a:cs typeface="MAW "/>
              </a:rPr>
              <a:t>o create your own tutorial!</a:t>
            </a:r>
            <a:endParaRPr lang="en-US" sz="2000" b="1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2327396" y="6288573"/>
            <a:ext cx="1257895" cy="45878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844330" y="-100148"/>
            <a:ext cx="1639500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Outfit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</p:spTree>
    <p:extLst>
      <p:ext uri="{BB962C8B-B14F-4D97-AF65-F5344CB8AC3E}">
        <p14:creationId xmlns:p14="http://schemas.microsoft.com/office/powerpoint/2010/main" val="41989750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/>
          <p:nvPr/>
        </p:nvCxnSpPr>
        <p:spPr>
          <a:xfrm>
            <a:off x="2240574" y="1670755"/>
            <a:ext cx="458629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5515"/>
            <a:ext cx="158750" cy="1727200"/>
          </a:xfrm>
          <a:prstGeom prst="roundRect">
            <a:avLst/>
          </a:prstGeom>
          <a:solidFill>
            <a:srgbClr val="000000"/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2750974" y="583958"/>
            <a:ext cx="3803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Tutorial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023331" y="1157949"/>
            <a:ext cx="1570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By </a:t>
            </a:r>
            <a:r>
              <a:rPr lang="en-US" sz="2000" u="sng" dirty="0" smtClean="0">
                <a:solidFill>
                  <a:srgbClr val="000000"/>
                </a:solidFill>
              </a:rPr>
              <a:t>Username</a:t>
            </a:r>
            <a:endParaRPr lang="en-US" sz="2000" u="sng" dirty="0">
              <a:solidFill>
                <a:srgbClr val="0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42191" y="1148346"/>
            <a:ext cx="134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No. of likes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442392" y="1732715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50974" y="2334994"/>
            <a:ext cx="3496781" cy="32001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50974" y="2334994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2334994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Share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5" name="Picture 24" descr="flaticon_facebook.gif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  <p:sp>
        <p:nvSpPr>
          <p:cNvPr id="20" name="Chevron 1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572902" y="6301867"/>
            <a:ext cx="3676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+mj-lt"/>
                <a:cs typeface="MAW "/>
              </a:rPr>
              <a:t>t</a:t>
            </a:r>
            <a:r>
              <a:rPr lang="en-US" sz="2000" b="1" dirty="0" smtClean="0">
                <a:solidFill>
                  <a:srgbClr val="000000"/>
                </a:solidFill>
                <a:latin typeface="+mj-lt"/>
                <a:cs typeface="MAW "/>
              </a:rPr>
              <a:t>o create your own tutorial!</a:t>
            </a:r>
            <a:endParaRPr lang="en-US" sz="2000" b="1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327396" y="6288573"/>
            <a:ext cx="1257895" cy="45878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4407314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2231025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2750974" y="1267534"/>
            <a:ext cx="3496781" cy="3200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50974" y="1267534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1267534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4044125" y="2466661"/>
            <a:ext cx="1098433" cy="627161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2646666" y="700188"/>
            <a:ext cx="3618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Step1: </a:t>
            </a:r>
            <a:r>
              <a:rPr lang="en-US" sz="2000" dirty="0" err="1" smtClean="0"/>
              <a:t>xxxxx</a:t>
            </a:r>
            <a:r>
              <a:rPr lang="en-US" sz="2000" dirty="0" smtClean="0"/>
              <a:t>, </a:t>
            </a:r>
            <a:r>
              <a:rPr lang="en-US" sz="2400" dirty="0" err="1" smtClean="0"/>
              <a:t>xxxxx</a:t>
            </a:r>
            <a:r>
              <a:rPr lang="en-US" sz="2000" dirty="0" smtClean="0"/>
              <a:t>, </a:t>
            </a:r>
            <a:r>
              <a:rPr lang="en-US" sz="2000" dirty="0" err="1" smtClean="0"/>
              <a:t>xxxxx</a:t>
            </a:r>
            <a:r>
              <a:rPr lang="en-US" sz="2000" dirty="0" smtClean="0"/>
              <a:t>, </a:t>
            </a:r>
            <a:r>
              <a:rPr lang="en-US" sz="2000" dirty="0" err="1" smtClean="0"/>
              <a:t>xxxxx</a:t>
            </a:r>
            <a:endParaRPr lang="en-US" sz="2000" dirty="0"/>
          </a:p>
        </p:txBody>
      </p:sp>
      <p:sp>
        <p:nvSpPr>
          <p:cNvPr id="46" name="TextBox 45"/>
          <p:cNvSpPr txBox="1"/>
          <p:nvPr/>
        </p:nvSpPr>
        <p:spPr>
          <a:xfrm>
            <a:off x="2746289" y="4718146"/>
            <a:ext cx="3618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Step2: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788327" y="5330770"/>
            <a:ext cx="3496781" cy="8688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 flipV="1">
            <a:off x="5362464" y="5330770"/>
            <a:ext cx="901528" cy="868817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2780199" y="5330770"/>
            <a:ext cx="1021205" cy="876537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evron 22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Share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6" name="Picture 25" descr="flaticon_facebook.gif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572902" y="6301867"/>
            <a:ext cx="3676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+mj-lt"/>
                <a:cs typeface="MAW "/>
              </a:rPr>
              <a:t>t</a:t>
            </a:r>
            <a:r>
              <a:rPr lang="en-US" sz="2000" b="1" dirty="0" smtClean="0">
                <a:solidFill>
                  <a:srgbClr val="000000"/>
                </a:solidFill>
                <a:latin typeface="+mj-lt"/>
                <a:cs typeface="MAW "/>
              </a:rPr>
              <a:t>o create your own tutorial!</a:t>
            </a:r>
            <a:endParaRPr lang="en-US" sz="2000" b="1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327396" y="6288573"/>
            <a:ext cx="1257895" cy="45878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21222154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2231025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2750974" y="1267534"/>
            <a:ext cx="3496781" cy="3200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50974" y="1267534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1267534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4044125" y="2466661"/>
            <a:ext cx="1098433" cy="627161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2646666" y="700188"/>
            <a:ext cx="3618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Step1: </a:t>
            </a:r>
            <a:r>
              <a:rPr lang="en-US" sz="2000" dirty="0" err="1" smtClean="0"/>
              <a:t>xxxxx</a:t>
            </a:r>
            <a:r>
              <a:rPr lang="en-US" sz="2000" dirty="0" smtClean="0"/>
              <a:t>, </a:t>
            </a:r>
            <a:r>
              <a:rPr lang="en-US" sz="2400" dirty="0" err="1" smtClean="0"/>
              <a:t>xxxxx</a:t>
            </a:r>
            <a:r>
              <a:rPr lang="en-US" sz="2000" dirty="0" smtClean="0"/>
              <a:t>, </a:t>
            </a:r>
            <a:r>
              <a:rPr lang="en-US" sz="2000" dirty="0" err="1" smtClean="0"/>
              <a:t>xxxxx</a:t>
            </a:r>
            <a:r>
              <a:rPr lang="en-US" sz="2000" dirty="0" smtClean="0"/>
              <a:t>, </a:t>
            </a:r>
            <a:r>
              <a:rPr lang="en-US" sz="2000" dirty="0" err="1" smtClean="0"/>
              <a:t>xxxxx</a:t>
            </a:r>
            <a:endParaRPr lang="en-US" sz="2000" dirty="0"/>
          </a:p>
        </p:txBody>
      </p:sp>
      <p:sp>
        <p:nvSpPr>
          <p:cNvPr id="46" name="TextBox 45"/>
          <p:cNvSpPr txBox="1"/>
          <p:nvPr/>
        </p:nvSpPr>
        <p:spPr>
          <a:xfrm>
            <a:off x="2746289" y="4718146"/>
            <a:ext cx="3618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Step2: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788327" y="5330770"/>
            <a:ext cx="3496781" cy="8688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 flipV="1">
            <a:off x="5362464" y="5330770"/>
            <a:ext cx="901528" cy="868817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2780199" y="5330770"/>
            <a:ext cx="1021205" cy="876537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evron 22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Share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6" name="Picture 25" descr="flaticon_facebook.gif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572902" y="6301867"/>
            <a:ext cx="3676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+mj-lt"/>
                <a:cs typeface="MAW "/>
              </a:rPr>
              <a:t>t</a:t>
            </a:r>
            <a:r>
              <a:rPr lang="en-US" sz="2000" b="1" dirty="0" smtClean="0">
                <a:solidFill>
                  <a:srgbClr val="000000"/>
                </a:solidFill>
                <a:latin typeface="+mj-lt"/>
                <a:cs typeface="MAW "/>
              </a:rPr>
              <a:t>o create your own tutorial!</a:t>
            </a:r>
            <a:endParaRPr lang="en-US" sz="2000" b="1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327396" y="6288573"/>
            <a:ext cx="1257895" cy="45878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044125" y="3483652"/>
            <a:ext cx="1098433" cy="62716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2435920" y="2041527"/>
            <a:ext cx="4067567" cy="2448964"/>
          </a:xfrm>
          <a:prstGeom prst="roundRect">
            <a:avLst>
              <a:gd name="adj" fmla="val 6442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40000" dist="76200" dir="336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637904" y="2838437"/>
            <a:ext cx="3665090" cy="117645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686174" y="2885797"/>
            <a:ext cx="1115230" cy="108589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/>
          <p:cNvCxnSpPr/>
          <p:nvPr/>
        </p:nvCxnSpPr>
        <p:spPr>
          <a:xfrm>
            <a:off x="2686174" y="2885797"/>
            <a:ext cx="1115230" cy="1085897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2686174" y="2885797"/>
            <a:ext cx="1115230" cy="108589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171338" y="2265864"/>
            <a:ext cx="3131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spc="300" dirty="0" smtClean="0"/>
              <a:t>Write a message ...</a:t>
            </a:r>
            <a:endParaRPr lang="en-US" sz="2000" i="1" spc="300" dirty="0"/>
          </a:p>
        </p:txBody>
      </p:sp>
      <p:pic>
        <p:nvPicPr>
          <p:cNvPr id="35" name="Picture 34" descr="facebook (1)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904" y="2235701"/>
            <a:ext cx="459697" cy="459697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674324" y="4070916"/>
            <a:ext cx="630397" cy="318526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000000"/>
                </a:solidFill>
              </a:rPr>
              <a:t>Post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907257" y="3150902"/>
            <a:ext cx="22284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Tutorial Name</a:t>
            </a:r>
          </a:p>
          <a:p>
            <a:pPr algn="ctr"/>
            <a:r>
              <a:rPr lang="en-US" dirty="0" smtClean="0">
                <a:solidFill>
                  <a:srgbClr val="000000"/>
                </a:solidFill>
              </a:rPr>
              <a:t>Detail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5422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4329916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360163" y="2149449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Username :  </a:t>
            </a:r>
          </a:p>
          <a:p>
            <a:r>
              <a:rPr lang="en-US" sz="2000" dirty="0" smtClean="0">
                <a:solidFill>
                  <a:srgbClr val="000000"/>
                </a:solidFill>
              </a:rPr>
              <a:t>Comment 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376442" y="3023486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Comment 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396698" y="3920205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Comment 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778513" y="677633"/>
            <a:ext cx="3496781" cy="100388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5152884" y="677633"/>
            <a:ext cx="1068848" cy="962664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2795686" y="677633"/>
            <a:ext cx="1041273" cy="962664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922637" y="2937659"/>
            <a:ext cx="3272542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922637" y="3826177"/>
            <a:ext cx="3272542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922637" y="4685877"/>
            <a:ext cx="3272542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evron 23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572902" y="6301867"/>
            <a:ext cx="3676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+mj-lt"/>
                <a:cs typeface="MAW "/>
              </a:rPr>
              <a:t>t</a:t>
            </a:r>
            <a:r>
              <a:rPr lang="en-US" sz="2000" b="1" dirty="0" smtClean="0">
                <a:solidFill>
                  <a:srgbClr val="000000"/>
                </a:solidFill>
                <a:latin typeface="+mj-lt"/>
                <a:cs typeface="MAW "/>
              </a:rPr>
              <a:t>o create your own tutorial!</a:t>
            </a:r>
            <a:endParaRPr lang="en-US" sz="2000" b="1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327396" y="6288573"/>
            <a:ext cx="1257895" cy="45878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Share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3" name="Picture 32" descr="flaticon_facebook.gif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2845168" y="2271939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Untitled-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081" y="2304929"/>
            <a:ext cx="433588" cy="433588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2854139" y="3159906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Untitled-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052" y="3192896"/>
            <a:ext cx="433588" cy="433588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2881703" y="4002946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Untitled-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616" y="4035936"/>
            <a:ext cx="433588" cy="43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4567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2254250" y="2395710"/>
            <a:ext cx="4572619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063132" y="1376034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267814" y="1376034"/>
            <a:ext cx="1159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Following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08738" y="1607170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696279" y="2547228"/>
            <a:ext cx="3746500" cy="4248686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2817427" y="2694732"/>
            <a:ext cx="3496781" cy="3200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/>
          <p:cNvCxnSpPr/>
          <p:nvPr/>
        </p:nvCxnSpPr>
        <p:spPr>
          <a:xfrm>
            <a:off x="2817427" y="2694732"/>
            <a:ext cx="3496781" cy="3200125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2817427" y="2694732"/>
            <a:ext cx="3496781" cy="3192914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5170770" y="1418179"/>
            <a:ext cx="0" cy="51496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696279" y="1990479"/>
            <a:ext cx="347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Email: </a:t>
            </a:r>
            <a:r>
              <a:rPr lang="en-US" dirty="0" err="1" smtClean="0">
                <a:solidFill>
                  <a:srgbClr val="000000"/>
                </a:solidFill>
              </a:rPr>
              <a:t>xxxxxxxx@xxxxx.com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273615" y="894959"/>
            <a:ext cx="2124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300" dirty="0" smtClean="0">
                <a:solidFill>
                  <a:srgbClr val="000000"/>
                </a:solidFill>
              </a:rPr>
              <a:t>Username</a:t>
            </a:r>
            <a:endParaRPr lang="en-US" sz="2800" b="1" spc="300" dirty="0">
              <a:solidFill>
                <a:srgbClr val="000000"/>
              </a:solidFill>
            </a:endParaRPr>
          </a:p>
        </p:txBody>
      </p:sp>
      <p:sp>
        <p:nvSpPr>
          <p:cNvPr id="27" name="Chevron 26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2739411" y="684434"/>
            <a:ext cx="1366787" cy="1328210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697" y="772621"/>
            <a:ext cx="1068965" cy="106896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771435" y="-100148"/>
            <a:ext cx="2341429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Profile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764029" y="5894857"/>
            <a:ext cx="2423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0000"/>
                </a:solidFill>
              </a:rPr>
              <a:t>“ Tutorial Name ”</a:t>
            </a:r>
            <a:endParaRPr lang="en-US" sz="2400" b="1" dirty="0">
              <a:solidFill>
                <a:srgbClr val="00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112317" y="5968427"/>
            <a:ext cx="122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No. of likes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3572902" y="6301867"/>
            <a:ext cx="3676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+mj-lt"/>
                <a:cs typeface="MAW "/>
              </a:rPr>
              <a:t>t</a:t>
            </a:r>
            <a:r>
              <a:rPr lang="en-US" sz="2000" b="1" dirty="0" smtClean="0">
                <a:solidFill>
                  <a:srgbClr val="000000"/>
                </a:solidFill>
                <a:latin typeface="+mj-lt"/>
                <a:cs typeface="MAW "/>
              </a:rPr>
              <a:t>o create your own tutorial!</a:t>
            </a:r>
            <a:endParaRPr lang="en-US" sz="2000" b="1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2327396" y="6288573"/>
            <a:ext cx="1257895" cy="45878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30174" y="1593827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46655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913382"/>
            <a:ext cx="935503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spc="600" dirty="0" smtClean="0">
                <a:solidFill>
                  <a:srgbClr val="000000"/>
                </a:solidFill>
                <a:latin typeface="Sketch Rockwell"/>
                <a:cs typeface="Sketch Rockwell"/>
              </a:rPr>
              <a:t>BLOGGER </a:t>
            </a:r>
          </a:p>
          <a:p>
            <a:pPr algn="ctr"/>
            <a:r>
              <a:rPr lang="en-US" sz="9600" spc="600" dirty="0" smtClean="0">
                <a:solidFill>
                  <a:srgbClr val="000000"/>
                </a:solidFill>
                <a:latin typeface="Sketch Rockwell"/>
                <a:cs typeface="Sketch Rockwell"/>
              </a:rPr>
              <a:t>PART</a:t>
            </a:r>
            <a:endParaRPr lang="en-US" sz="9600" spc="600" dirty="0">
              <a:solidFill>
                <a:srgbClr val="000000"/>
              </a:solidFill>
              <a:latin typeface="Sketch Rockwell"/>
              <a:cs typeface="Sketch Rockwell"/>
            </a:endParaRPr>
          </a:p>
        </p:txBody>
      </p:sp>
    </p:spTree>
    <p:extLst>
      <p:ext uri="{BB962C8B-B14F-4D97-AF65-F5344CB8AC3E}">
        <p14:creationId xmlns:p14="http://schemas.microsoft.com/office/powerpoint/2010/main" val="230153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682875" y="2199264"/>
            <a:ext cx="3746500" cy="3850963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04023" y="2346768"/>
            <a:ext cx="3496781" cy="3200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2804023" y="2346768"/>
            <a:ext cx="3496781" cy="3200125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2804023" y="2346768"/>
            <a:ext cx="3496781" cy="3192914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4826863" y="1647027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4858612" y="1626945"/>
            <a:ext cx="1572824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i="1" spc="300" dirty="0" smtClean="0">
                <a:solidFill>
                  <a:srgbClr val="000000"/>
                </a:solidFill>
              </a:rPr>
              <a:t>...Search...</a:t>
            </a:r>
            <a:endParaRPr lang="en-US" i="1" spc="300" dirty="0">
              <a:solidFill>
                <a:srgbClr val="000000"/>
              </a:solidFill>
            </a:endParaRPr>
          </a:p>
        </p:txBody>
      </p:sp>
      <p:sp>
        <p:nvSpPr>
          <p:cNvPr id="38" name="Donut 37"/>
          <p:cNvSpPr/>
          <p:nvPr/>
        </p:nvSpPr>
        <p:spPr>
          <a:xfrm>
            <a:off x="4503907" y="1682751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 rot="2586247">
            <a:off x="4663352" y="1899625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54250" y="1019291"/>
            <a:ext cx="4413869" cy="40667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3749281" y="1019291"/>
            <a:ext cx="0" cy="406673"/>
          </a:xfrm>
          <a:prstGeom prst="line">
            <a:avLst/>
          </a:prstGeom>
          <a:ln w="9525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5263267" y="1019291"/>
            <a:ext cx="0" cy="406673"/>
          </a:xfrm>
          <a:prstGeom prst="line">
            <a:avLst/>
          </a:prstGeom>
          <a:ln w="9525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406198" y="997289"/>
            <a:ext cx="1231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110" dirty="0" smtClean="0">
                <a:solidFill>
                  <a:srgbClr val="000000"/>
                </a:solidFill>
                <a:latin typeface="+mj-lt"/>
                <a:cs typeface="MAW "/>
              </a:rPr>
              <a:t>Random</a:t>
            </a:r>
            <a:endParaRPr lang="en-US" sz="2000" b="1" spc="11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963260" y="998575"/>
            <a:ext cx="1231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110" dirty="0" smtClean="0">
                <a:solidFill>
                  <a:srgbClr val="000000"/>
                </a:solidFill>
                <a:latin typeface="+mj-lt"/>
                <a:cs typeface="MAW "/>
              </a:rPr>
              <a:t>Popular</a:t>
            </a:r>
            <a:endParaRPr lang="en-US" sz="2000" b="1" spc="11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318345" y="1016505"/>
            <a:ext cx="1571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110" dirty="0" smtClean="0">
                <a:solidFill>
                  <a:srgbClr val="000000"/>
                </a:solidFill>
                <a:latin typeface="+mj-lt"/>
                <a:cs typeface="MAW "/>
              </a:rPr>
              <a:t>Following</a:t>
            </a:r>
            <a:endParaRPr lang="en-US" sz="2000" b="1" spc="11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42" name="Picture 41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43" name="Heart 42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Delay 65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Connector 68"/>
          <p:cNvCxnSpPr/>
          <p:nvPr/>
        </p:nvCxnSpPr>
        <p:spPr>
          <a:xfrm>
            <a:off x="2420981" y="210108"/>
            <a:ext cx="489447" cy="0"/>
          </a:xfrm>
          <a:prstGeom prst="line">
            <a:avLst/>
          </a:prstGeom>
          <a:ln w="762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2424096" y="398679"/>
            <a:ext cx="489447" cy="0"/>
          </a:xfrm>
          <a:prstGeom prst="line">
            <a:avLst/>
          </a:prstGeom>
          <a:ln w="762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2420981" y="576458"/>
            <a:ext cx="489447" cy="0"/>
          </a:xfrm>
          <a:prstGeom prst="line">
            <a:avLst/>
          </a:prstGeom>
          <a:ln w="762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3849914" y="-78497"/>
            <a:ext cx="1831944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Home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pic>
        <p:nvPicPr>
          <p:cNvPr id="73" name="Picture 72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2712942" y="5481249"/>
            <a:ext cx="2423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0000"/>
                </a:solidFill>
              </a:rPr>
              <a:t>“ Tutorial Name ”</a:t>
            </a:r>
            <a:endParaRPr lang="en-US" sz="2400" b="1" dirty="0">
              <a:solidFill>
                <a:srgbClr val="000000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061230" y="5554819"/>
            <a:ext cx="122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No. of likes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456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3416145" y="1654685"/>
            <a:ext cx="2343010" cy="55454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latin typeface="+mj-lt"/>
                <a:cs typeface="MAW "/>
              </a:rPr>
              <a:t>Categories</a:t>
            </a:r>
            <a:endParaRPr lang="en-US" sz="2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416145" y="2576290"/>
            <a:ext cx="2343010" cy="55454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latin typeface="+mj-lt"/>
                <a:cs typeface="MAW "/>
              </a:rPr>
              <a:t>Shops</a:t>
            </a:r>
            <a:endParaRPr lang="en-US" sz="2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416145" y="3488601"/>
            <a:ext cx="2343010" cy="55454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latin typeface="+mj-lt"/>
                <a:cs typeface="MAW "/>
              </a:rPr>
              <a:t>Around Me</a:t>
            </a:r>
            <a:endParaRPr lang="en-US" sz="2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416145" y="4400912"/>
            <a:ext cx="2343010" cy="55454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2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12" name="Chevron 11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62269" y="-100148"/>
            <a:ext cx="1996886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Menu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16" name="Picture 15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20" name="Heart 1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elay 27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1342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308468" y="2198036"/>
            <a:ext cx="80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Outfit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30602" y="3834481"/>
            <a:ext cx="642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Gift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10337" y="2198036"/>
            <a:ext cx="1555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Accessory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76718" y="5611539"/>
            <a:ext cx="994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Garden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93783" y="5624269"/>
            <a:ext cx="1502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Home Decor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43607" y="3837626"/>
            <a:ext cx="539538" cy="366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Kid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6668119" y="84410"/>
            <a:ext cx="158750" cy="3789089"/>
          </a:xfrm>
          <a:prstGeom prst="roundRect">
            <a:avLst/>
          </a:prstGeom>
          <a:solidFill>
            <a:srgbClr val="000000"/>
          </a:solidFill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hevron 22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19112" y="-100148"/>
            <a:ext cx="4138477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Categories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3083142" y="1043352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>
            <a:stCxn id="31" idx="1"/>
            <a:endCxn id="31" idx="5"/>
          </p:cNvCxnSpPr>
          <p:nvPr/>
        </p:nvCxnSpPr>
        <p:spPr>
          <a:xfrm>
            <a:off x="3257153" y="1212452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31" idx="3"/>
            <a:endCxn id="31" idx="7"/>
          </p:cNvCxnSpPr>
          <p:nvPr/>
        </p:nvCxnSpPr>
        <p:spPr>
          <a:xfrm flipV="1">
            <a:off x="3257153" y="1212452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810337" y="1026652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>
            <a:stCxn id="33" idx="1"/>
            <a:endCxn id="33" idx="5"/>
          </p:cNvCxnSpPr>
          <p:nvPr/>
        </p:nvCxnSpPr>
        <p:spPr>
          <a:xfrm>
            <a:off x="4984348" y="1195752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33" idx="3"/>
            <a:endCxn id="33" idx="7"/>
          </p:cNvCxnSpPr>
          <p:nvPr/>
        </p:nvCxnSpPr>
        <p:spPr>
          <a:xfrm flipV="1">
            <a:off x="4984348" y="1195752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3130812" y="2679583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/>
          <p:cNvCxnSpPr>
            <a:stCxn id="36" idx="1"/>
            <a:endCxn id="36" idx="5"/>
          </p:cNvCxnSpPr>
          <p:nvPr/>
        </p:nvCxnSpPr>
        <p:spPr>
          <a:xfrm>
            <a:off x="3304823" y="2848683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36" idx="3"/>
            <a:endCxn id="36" idx="7"/>
          </p:cNvCxnSpPr>
          <p:nvPr/>
        </p:nvCxnSpPr>
        <p:spPr>
          <a:xfrm flipV="1">
            <a:off x="3304823" y="2848683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4810337" y="2679369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>
            <a:stCxn id="39" idx="1"/>
            <a:endCxn id="39" idx="5"/>
          </p:cNvCxnSpPr>
          <p:nvPr/>
        </p:nvCxnSpPr>
        <p:spPr>
          <a:xfrm>
            <a:off x="4984348" y="2848469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9" idx="3"/>
            <a:endCxn id="39" idx="7"/>
          </p:cNvCxnSpPr>
          <p:nvPr/>
        </p:nvCxnSpPr>
        <p:spPr>
          <a:xfrm flipV="1">
            <a:off x="4984348" y="2848469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3128351" y="4456855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>
            <a:stCxn id="42" idx="1"/>
            <a:endCxn id="42" idx="5"/>
          </p:cNvCxnSpPr>
          <p:nvPr/>
        </p:nvCxnSpPr>
        <p:spPr>
          <a:xfrm>
            <a:off x="3302362" y="4625955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42" idx="3"/>
            <a:endCxn id="42" idx="7"/>
          </p:cNvCxnSpPr>
          <p:nvPr/>
        </p:nvCxnSpPr>
        <p:spPr>
          <a:xfrm flipV="1">
            <a:off x="3302362" y="4625955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4810337" y="4456846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/>
          <p:cNvCxnSpPr>
            <a:stCxn id="45" idx="1"/>
            <a:endCxn id="45" idx="5"/>
          </p:cNvCxnSpPr>
          <p:nvPr/>
        </p:nvCxnSpPr>
        <p:spPr>
          <a:xfrm>
            <a:off x="4984348" y="4625946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45" idx="3"/>
            <a:endCxn id="45" idx="7"/>
          </p:cNvCxnSpPr>
          <p:nvPr/>
        </p:nvCxnSpPr>
        <p:spPr>
          <a:xfrm flipV="1">
            <a:off x="4984348" y="4625946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50" name="Picture 49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51" name="Heart 50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Delay 5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4479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390938" y="2198036"/>
            <a:ext cx="600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Pet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76322" y="2198036"/>
            <a:ext cx="748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Other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6668119" y="2261750"/>
            <a:ext cx="158750" cy="3789089"/>
          </a:xfrm>
          <a:prstGeom prst="roundRect">
            <a:avLst/>
          </a:prstGeom>
          <a:solidFill>
            <a:srgbClr val="000000"/>
          </a:solidFill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hevron 22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19112" y="-100148"/>
            <a:ext cx="4138477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Categories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3083142" y="1043352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>
            <a:stCxn id="31" idx="1"/>
            <a:endCxn id="31" idx="5"/>
          </p:cNvCxnSpPr>
          <p:nvPr/>
        </p:nvCxnSpPr>
        <p:spPr>
          <a:xfrm>
            <a:off x="3257153" y="1212452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31" idx="3"/>
            <a:endCxn id="31" idx="7"/>
          </p:cNvCxnSpPr>
          <p:nvPr/>
        </p:nvCxnSpPr>
        <p:spPr>
          <a:xfrm flipV="1">
            <a:off x="3257153" y="1212452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810337" y="1026652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>
            <a:stCxn id="33" idx="1"/>
            <a:endCxn id="33" idx="5"/>
          </p:cNvCxnSpPr>
          <p:nvPr/>
        </p:nvCxnSpPr>
        <p:spPr>
          <a:xfrm>
            <a:off x="4984348" y="1195752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33" idx="3"/>
            <a:endCxn id="33" idx="7"/>
          </p:cNvCxnSpPr>
          <p:nvPr/>
        </p:nvCxnSpPr>
        <p:spPr>
          <a:xfrm flipV="1">
            <a:off x="4984348" y="1195752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0" name="Picture 19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27" name="Heart 26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Delay 37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7885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noFill/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hevron 21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826863" y="102119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58612" y="1001111"/>
            <a:ext cx="157282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i="1" spc="300" dirty="0" smtClean="0">
                <a:solidFill>
                  <a:srgbClr val="000000"/>
                </a:solidFill>
              </a:rPr>
              <a:t>...Search...</a:t>
            </a:r>
            <a:endParaRPr lang="en-US" i="1" spc="300" dirty="0">
              <a:solidFill>
                <a:srgbClr val="000000"/>
              </a:solidFill>
            </a:endParaRPr>
          </a:p>
        </p:txBody>
      </p:sp>
      <p:sp>
        <p:nvSpPr>
          <p:cNvPr id="25" name="Donut 24"/>
          <p:cNvSpPr/>
          <p:nvPr/>
        </p:nvSpPr>
        <p:spPr>
          <a:xfrm>
            <a:off x="4503907" y="1056917"/>
            <a:ext cx="261979" cy="264991"/>
          </a:xfrm>
          <a:prstGeom prst="donu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 rot="2586247">
            <a:off x="4663352" y="1273791"/>
            <a:ext cx="144143" cy="54798"/>
          </a:xfrm>
          <a:prstGeom prst="round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682875" y="1664107"/>
            <a:ext cx="3746500" cy="39452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2804023" y="1811611"/>
            <a:ext cx="3496781" cy="3200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2712942" y="5065216"/>
            <a:ext cx="2423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0000"/>
                </a:solidFill>
              </a:rPr>
              <a:t>“ Tutorial Name ”</a:t>
            </a:r>
            <a:endParaRPr lang="en-US" sz="2400" b="1" dirty="0">
              <a:solidFill>
                <a:srgbClr val="00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61230" y="5138786"/>
            <a:ext cx="122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No. of likes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>
            <a:off x="2804023" y="1811611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2804023" y="1811611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844330" y="-100148"/>
            <a:ext cx="1639500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Outfit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8" name="Picture 27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29" name="Heart 28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368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/>
          <p:nvPr/>
        </p:nvCxnSpPr>
        <p:spPr>
          <a:xfrm>
            <a:off x="2240574" y="1670755"/>
            <a:ext cx="458629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2070033"/>
            <a:ext cx="158750" cy="1727200"/>
          </a:xfrm>
          <a:prstGeom prst="roundRect">
            <a:avLst/>
          </a:prstGeom>
          <a:solidFill>
            <a:srgbClr val="000000"/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2750974" y="583958"/>
            <a:ext cx="3803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Tutorial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023331" y="1157949"/>
            <a:ext cx="1570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By </a:t>
            </a:r>
            <a:r>
              <a:rPr lang="en-US" sz="2000" u="sng" dirty="0" smtClean="0">
                <a:solidFill>
                  <a:srgbClr val="000000"/>
                </a:solidFill>
              </a:rPr>
              <a:t>Username</a:t>
            </a:r>
            <a:endParaRPr lang="en-US" sz="2000" u="sng" dirty="0">
              <a:solidFill>
                <a:srgbClr val="0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42191" y="1148346"/>
            <a:ext cx="134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No. of likes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442392" y="1732715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50974" y="2334994"/>
            <a:ext cx="3496781" cy="32001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50974" y="2334994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2334994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Share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5" name="Picture 24" descr="flaticon_facebook.gif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  <p:sp>
        <p:nvSpPr>
          <p:cNvPr id="20" name="Chevron 1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2744268" y="170442"/>
            <a:ext cx="776674" cy="398026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 smtClean="0">
                <a:solidFill>
                  <a:schemeClr val="bg1"/>
                </a:solidFill>
                <a:latin typeface="+mj-lt"/>
                <a:cs typeface="MAW "/>
              </a:rPr>
              <a:t>Like</a:t>
            </a:r>
            <a:endParaRPr lang="en-US" spc="300" dirty="0">
              <a:solidFill>
                <a:schemeClr val="bg1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7735733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2231025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2750974" y="1267534"/>
            <a:ext cx="3496781" cy="3200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50974" y="1267534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1267534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4044125" y="2466661"/>
            <a:ext cx="1098433" cy="627161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2646666" y="700188"/>
            <a:ext cx="3618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Step1: </a:t>
            </a:r>
            <a:r>
              <a:rPr lang="en-US" sz="2000" dirty="0" err="1" smtClean="0"/>
              <a:t>xxxxx</a:t>
            </a:r>
            <a:r>
              <a:rPr lang="en-US" sz="2000" dirty="0" smtClean="0"/>
              <a:t>, </a:t>
            </a:r>
            <a:r>
              <a:rPr lang="en-US" sz="2400" dirty="0" err="1" smtClean="0"/>
              <a:t>xxxxx</a:t>
            </a:r>
            <a:r>
              <a:rPr lang="en-US" sz="2000" dirty="0" smtClean="0"/>
              <a:t>, </a:t>
            </a:r>
            <a:r>
              <a:rPr lang="en-US" sz="2000" dirty="0" err="1" smtClean="0"/>
              <a:t>xxxxx</a:t>
            </a:r>
            <a:r>
              <a:rPr lang="en-US" sz="2000" dirty="0" smtClean="0"/>
              <a:t>, </a:t>
            </a:r>
            <a:r>
              <a:rPr lang="en-US" sz="2000" dirty="0" err="1" smtClean="0"/>
              <a:t>xxxxx</a:t>
            </a:r>
            <a:endParaRPr lang="en-US" sz="2000" dirty="0"/>
          </a:p>
        </p:txBody>
      </p:sp>
      <p:sp>
        <p:nvSpPr>
          <p:cNvPr id="46" name="TextBox 45"/>
          <p:cNvSpPr txBox="1"/>
          <p:nvPr/>
        </p:nvSpPr>
        <p:spPr>
          <a:xfrm>
            <a:off x="2746289" y="4718146"/>
            <a:ext cx="3618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Step2: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788327" y="5330770"/>
            <a:ext cx="3496781" cy="8688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 flipV="1">
            <a:off x="5362464" y="5330770"/>
            <a:ext cx="901528" cy="868817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2780199" y="5330770"/>
            <a:ext cx="1021205" cy="876537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evron 22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Share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6" name="Picture 25" descr="flaticon_facebook.gif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8" name="Picture 27" descr="comment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29" name="Heart 28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2744268" y="170442"/>
            <a:ext cx="776674" cy="398026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 smtClean="0">
                <a:solidFill>
                  <a:schemeClr val="bg1"/>
                </a:solidFill>
                <a:latin typeface="+mj-lt"/>
                <a:cs typeface="MAW "/>
              </a:rPr>
              <a:t>Like</a:t>
            </a:r>
            <a:endParaRPr lang="en-US" spc="300" dirty="0">
              <a:solidFill>
                <a:schemeClr val="bg1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2307764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2231025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2750974" y="1267534"/>
            <a:ext cx="3496781" cy="3200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50974" y="1267534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1267534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4044125" y="2466661"/>
            <a:ext cx="1098433" cy="627161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2646666" y="700188"/>
            <a:ext cx="3618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Step1: </a:t>
            </a:r>
            <a:r>
              <a:rPr lang="en-US" sz="2000" dirty="0" err="1" smtClean="0"/>
              <a:t>xxxxx</a:t>
            </a:r>
            <a:r>
              <a:rPr lang="en-US" sz="2000" dirty="0" smtClean="0"/>
              <a:t>, </a:t>
            </a:r>
            <a:r>
              <a:rPr lang="en-US" sz="2400" dirty="0" err="1" smtClean="0"/>
              <a:t>xxxxx</a:t>
            </a:r>
            <a:r>
              <a:rPr lang="en-US" sz="2000" dirty="0" smtClean="0"/>
              <a:t>, </a:t>
            </a:r>
            <a:r>
              <a:rPr lang="en-US" sz="2000" dirty="0" err="1" smtClean="0"/>
              <a:t>xxxxx</a:t>
            </a:r>
            <a:r>
              <a:rPr lang="en-US" sz="2000" dirty="0" smtClean="0"/>
              <a:t>, </a:t>
            </a:r>
            <a:r>
              <a:rPr lang="en-US" sz="2000" dirty="0" err="1" smtClean="0"/>
              <a:t>xxxxx</a:t>
            </a:r>
            <a:endParaRPr lang="en-US" sz="2000" dirty="0"/>
          </a:p>
        </p:txBody>
      </p:sp>
      <p:sp>
        <p:nvSpPr>
          <p:cNvPr id="46" name="TextBox 45"/>
          <p:cNvSpPr txBox="1"/>
          <p:nvPr/>
        </p:nvSpPr>
        <p:spPr>
          <a:xfrm>
            <a:off x="2746289" y="4718146"/>
            <a:ext cx="3618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Step2: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788327" y="5330770"/>
            <a:ext cx="3496781" cy="8688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 flipV="1">
            <a:off x="5362464" y="5330770"/>
            <a:ext cx="901528" cy="868817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2780199" y="5330770"/>
            <a:ext cx="1021205" cy="876537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evron 22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Share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6" name="Picture 25" descr="flaticon_facebook.gif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  <p:sp>
        <p:nvSpPr>
          <p:cNvPr id="21" name="Isosceles Triangle 20"/>
          <p:cNvSpPr/>
          <p:nvPr/>
        </p:nvSpPr>
        <p:spPr>
          <a:xfrm rot="5400000">
            <a:off x="4044125" y="3483652"/>
            <a:ext cx="1098433" cy="62716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2435920" y="2041527"/>
            <a:ext cx="4067567" cy="2448964"/>
          </a:xfrm>
          <a:prstGeom prst="roundRect">
            <a:avLst>
              <a:gd name="adj" fmla="val 6442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40000" dist="76200" dir="336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637904" y="2838437"/>
            <a:ext cx="3665090" cy="117645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686174" y="2885797"/>
            <a:ext cx="1115230" cy="108589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/>
          <p:cNvCxnSpPr/>
          <p:nvPr/>
        </p:nvCxnSpPr>
        <p:spPr>
          <a:xfrm>
            <a:off x="2686174" y="2885797"/>
            <a:ext cx="1115230" cy="1085897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2686174" y="2885797"/>
            <a:ext cx="1115230" cy="108589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171338" y="2265864"/>
            <a:ext cx="3131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spc="300" dirty="0" smtClean="0"/>
              <a:t>Write a message ...</a:t>
            </a:r>
            <a:endParaRPr lang="en-US" sz="2000" i="1" spc="300" dirty="0"/>
          </a:p>
        </p:txBody>
      </p:sp>
      <p:pic>
        <p:nvPicPr>
          <p:cNvPr id="35" name="Picture 34" descr="facebook (1)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904" y="2235701"/>
            <a:ext cx="459697" cy="459697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674324" y="4070916"/>
            <a:ext cx="630397" cy="318526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000000"/>
                </a:solidFill>
              </a:rPr>
              <a:t>Post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907257" y="3150902"/>
            <a:ext cx="22284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Tutorial Name</a:t>
            </a:r>
          </a:p>
          <a:p>
            <a:pPr algn="ctr"/>
            <a:r>
              <a:rPr lang="en-US" dirty="0" smtClean="0">
                <a:solidFill>
                  <a:srgbClr val="000000"/>
                </a:solidFill>
              </a:rPr>
              <a:t>Detail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 descr="hom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40" name="Picture 39" descr="comment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41" name="Heart 40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Delay 53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 descr="create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2744268" y="170442"/>
            <a:ext cx="776674" cy="398026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 smtClean="0">
                <a:solidFill>
                  <a:schemeClr val="bg1"/>
                </a:solidFill>
                <a:latin typeface="+mj-lt"/>
                <a:cs typeface="MAW "/>
              </a:rPr>
              <a:t>Like</a:t>
            </a:r>
            <a:endParaRPr lang="en-US" spc="300" dirty="0">
              <a:solidFill>
                <a:schemeClr val="bg1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14140758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3477868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2768860" y="660844"/>
            <a:ext cx="3496781" cy="32448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68860" y="660844"/>
            <a:ext cx="3478092" cy="3244819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68860" y="660844"/>
            <a:ext cx="3523387" cy="3244822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4979865" y="5205068"/>
            <a:ext cx="1267088" cy="394691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pc="300" dirty="0" smtClean="0">
                <a:solidFill>
                  <a:srgbClr val="000000"/>
                </a:solidFill>
                <a:latin typeface="+mj-lt"/>
                <a:cs typeface="MAW "/>
              </a:rPr>
              <a:t>Comment</a:t>
            </a:r>
            <a:endParaRPr lang="en-US" sz="14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3396793" y="4133217"/>
            <a:ext cx="2850159" cy="860058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32" name="Picture 31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8" name="Heart 37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Delay 54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57" name="Chevron 56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Share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9" name="Picture 58" descr="flaticon_facebook.gif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2744268" y="170442"/>
            <a:ext cx="776674" cy="398026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 smtClean="0">
                <a:solidFill>
                  <a:schemeClr val="bg1"/>
                </a:solidFill>
                <a:latin typeface="+mj-lt"/>
                <a:cs typeface="MAW "/>
              </a:rPr>
              <a:t>Like</a:t>
            </a:r>
            <a:endParaRPr lang="en-US" spc="300" dirty="0">
              <a:solidFill>
                <a:schemeClr val="bg1"/>
              </a:solidFill>
              <a:latin typeface="+mj-lt"/>
              <a:cs typeface="MAW 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2472427" y="4176841"/>
            <a:ext cx="840146" cy="81643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422" y="4246557"/>
            <a:ext cx="657079" cy="65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9322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4472387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ounded Rectangle 49"/>
          <p:cNvSpPr/>
          <p:nvPr/>
        </p:nvSpPr>
        <p:spPr>
          <a:xfrm>
            <a:off x="5110790" y="3027467"/>
            <a:ext cx="1139363" cy="394691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spc="300" dirty="0" smtClean="0">
                <a:solidFill>
                  <a:srgbClr val="000000"/>
                </a:solidFill>
                <a:latin typeface="MAW "/>
                <a:cs typeface="MAW "/>
              </a:rPr>
              <a:t>Comment</a:t>
            </a:r>
            <a:endParaRPr lang="en-US" sz="1600" spc="300" dirty="0">
              <a:solidFill>
                <a:srgbClr val="000000"/>
              </a:solidFill>
              <a:latin typeface="MAW "/>
              <a:cs typeface="MAW 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27314" y="3530131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Comment 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443593" y="4434548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Comment 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463849" y="5326047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Comment 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778513" y="677633"/>
            <a:ext cx="3496781" cy="1003885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5152884" y="677633"/>
            <a:ext cx="1068848" cy="962664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2795686" y="677633"/>
            <a:ext cx="1041273" cy="962664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396793" y="1955616"/>
            <a:ext cx="2850160" cy="860058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/>
          <p:cNvCxnSpPr/>
          <p:nvPr/>
        </p:nvCxnSpPr>
        <p:spPr>
          <a:xfrm>
            <a:off x="2977611" y="4298777"/>
            <a:ext cx="3272542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2977611" y="5235520"/>
            <a:ext cx="3272542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55" name="Picture 54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58" name="Heart 57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Delay 63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5" name="Picture 64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66" name="Chevron 65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Share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8" name="Picture 67" descr="flaticon_facebook.gif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2744268" y="170442"/>
            <a:ext cx="776674" cy="398026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 smtClean="0">
                <a:solidFill>
                  <a:schemeClr val="bg1"/>
                </a:solidFill>
                <a:latin typeface="+mj-lt"/>
                <a:cs typeface="MAW "/>
              </a:rPr>
              <a:t>Like</a:t>
            </a:r>
            <a:endParaRPr lang="en-US" spc="300" dirty="0">
              <a:solidFill>
                <a:schemeClr val="bg1"/>
              </a:solidFill>
              <a:latin typeface="+mj-lt"/>
              <a:cs typeface="MAW 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2472427" y="1970788"/>
            <a:ext cx="840146" cy="81643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" name="Picture 70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422" y="2040504"/>
            <a:ext cx="657079" cy="657079"/>
          </a:xfrm>
          <a:prstGeom prst="rect">
            <a:avLst/>
          </a:prstGeom>
        </p:spPr>
      </p:pic>
      <p:sp>
        <p:nvSpPr>
          <p:cNvPr id="72" name="Oval 71"/>
          <p:cNvSpPr/>
          <p:nvPr/>
        </p:nvSpPr>
        <p:spPr>
          <a:xfrm>
            <a:off x="2864791" y="3667067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Picture 72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704" y="3700057"/>
            <a:ext cx="433588" cy="433588"/>
          </a:xfrm>
          <a:prstGeom prst="rect">
            <a:avLst/>
          </a:prstGeom>
        </p:spPr>
      </p:pic>
      <p:sp>
        <p:nvSpPr>
          <p:cNvPr id="74" name="Oval 73"/>
          <p:cNvSpPr/>
          <p:nvPr/>
        </p:nvSpPr>
        <p:spPr>
          <a:xfrm>
            <a:off x="2873762" y="4555034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5" name="Picture 74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675" y="4588024"/>
            <a:ext cx="433588" cy="433588"/>
          </a:xfrm>
          <a:prstGeom prst="rect">
            <a:avLst/>
          </a:prstGeom>
        </p:spPr>
      </p:pic>
      <p:sp>
        <p:nvSpPr>
          <p:cNvPr id="76" name="Oval 75"/>
          <p:cNvSpPr/>
          <p:nvPr/>
        </p:nvSpPr>
        <p:spPr>
          <a:xfrm>
            <a:off x="2901326" y="5398074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7" name="Picture 76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239" y="5431064"/>
            <a:ext cx="433588" cy="43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1347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682875" y="1596106"/>
            <a:ext cx="3746500" cy="3934311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04023" y="1743610"/>
            <a:ext cx="3496781" cy="3200125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2804023" y="1743610"/>
            <a:ext cx="3496781" cy="3200125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2804023" y="1743610"/>
            <a:ext cx="3496781" cy="3192914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4832882" y="1054630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4864631" y="1034548"/>
            <a:ext cx="1572824" cy="369332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i="1" spc="300" dirty="0" smtClean="0">
                <a:solidFill>
                  <a:srgbClr val="000000"/>
                </a:solidFill>
              </a:rPr>
              <a:t>...Search...</a:t>
            </a:r>
            <a:endParaRPr lang="en-US" i="1" spc="300" dirty="0">
              <a:solidFill>
                <a:srgbClr val="000000"/>
              </a:solidFill>
            </a:endParaRPr>
          </a:p>
        </p:txBody>
      </p:sp>
      <p:sp>
        <p:nvSpPr>
          <p:cNvPr id="35" name="Donut 34"/>
          <p:cNvSpPr/>
          <p:nvPr/>
        </p:nvSpPr>
        <p:spPr>
          <a:xfrm>
            <a:off x="4509926" y="1090354"/>
            <a:ext cx="261979" cy="264991"/>
          </a:xfrm>
          <a:prstGeom prst="donu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 rot="2586247">
            <a:off x="4669372" y="1304091"/>
            <a:ext cx="144143" cy="54798"/>
          </a:xfrm>
          <a:prstGeom prst="round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/>
          <p:cNvSpPr/>
          <p:nvPr/>
        </p:nvSpPr>
        <p:spPr>
          <a:xfrm>
            <a:off x="2682875" y="1062094"/>
            <a:ext cx="1554494" cy="354724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MAW "/>
                <a:cs typeface="MAW "/>
              </a:rPr>
              <a:t>Categories </a:t>
            </a:r>
            <a:endParaRPr lang="en-US" sz="2000" spc="300" dirty="0">
              <a:solidFill>
                <a:srgbClr val="000000"/>
              </a:solidFill>
              <a:latin typeface="MAW "/>
              <a:cs typeface="MAW 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42" name="Picture 41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43" name="Heart 42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Delay 49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52" name="Chevron 51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44330" y="-100148"/>
            <a:ext cx="1919218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Shops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789756" y="5010607"/>
            <a:ext cx="20624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0000"/>
                </a:solidFill>
              </a:rPr>
              <a:t>“ Shop Name ”</a:t>
            </a:r>
            <a:endParaRPr lang="en-US" sz="2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9340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308468" y="2198036"/>
            <a:ext cx="80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Fabric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24962" y="3834481"/>
            <a:ext cx="888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Wood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10337" y="2198036"/>
            <a:ext cx="1555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Accessory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84310" y="5611539"/>
            <a:ext cx="1226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Container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67802" y="5624269"/>
            <a:ext cx="989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Other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13408" y="3834053"/>
            <a:ext cx="1143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Stationary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3" name="Chevron 22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19112" y="-100148"/>
            <a:ext cx="4138477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Categories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3083142" y="1043352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>
            <a:stCxn id="31" idx="1"/>
            <a:endCxn id="31" idx="5"/>
          </p:cNvCxnSpPr>
          <p:nvPr/>
        </p:nvCxnSpPr>
        <p:spPr>
          <a:xfrm>
            <a:off x="3257153" y="1212452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31" idx="3"/>
            <a:endCxn id="31" idx="7"/>
          </p:cNvCxnSpPr>
          <p:nvPr/>
        </p:nvCxnSpPr>
        <p:spPr>
          <a:xfrm flipV="1">
            <a:off x="3257153" y="1212452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810337" y="1026652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>
            <a:stCxn id="33" idx="1"/>
            <a:endCxn id="33" idx="5"/>
          </p:cNvCxnSpPr>
          <p:nvPr/>
        </p:nvCxnSpPr>
        <p:spPr>
          <a:xfrm>
            <a:off x="4984348" y="1195752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33" idx="3"/>
            <a:endCxn id="33" idx="7"/>
          </p:cNvCxnSpPr>
          <p:nvPr/>
        </p:nvCxnSpPr>
        <p:spPr>
          <a:xfrm flipV="1">
            <a:off x="4984348" y="1195752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3130812" y="2679583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/>
          <p:cNvCxnSpPr>
            <a:stCxn id="36" idx="1"/>
            <a:endCxn id="36" idx="5"/>
          </p:cNvCxnSpPr>
          <p:nvPr/>
        </p:nvCxnSpPr>
        <p:spPr>
          <a:xfrm>
            <a:off x="3304823" y="2848683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36" idx="3"/>
            <a:endCxn id="36" idx="7"/>
          </p:cNvCxnSpPr>
          <p:nvPr/>
        </p:nvCxnSpPr>
        <p:spPr>
          <a:xfrm flipV="1">
            <a:off x="3304823" y="2848683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4810337" y="2679369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>
            <a:stCxn id="39" idx="1"/>
            <a:endCxn id="39" idx="5"/>
          </p:cNvCxnSpPr>
          <p:nvPr/>
        </p:nvCxnSpPr>
        <p:spPr>
          <a:xfrm>
            <a:off x="4984348" y="2848469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9" idx="3"/>
            <a:endCxn id="39" idx="7"/>
          </p:cNvCxnSpPr>
          <p:nvPr/>
        </p:nvCxnSpPr>
        <p:spPr>
          <a:xfrm flipV="1">
            <a:off x="4984348" y="2848469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3128351" y="4456855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>
            <a:stCxn id="42" idx="1"/>
            <a:endCxn id="42" idx="5"/>
          </p:cNvCxnSpPr>
          <p:nvPr/>
        </p:nvCxnSpPr>
        <p:spPr>
          <a:xfrm>
            <a:off x="3302362" y="4625955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42" idx="3"/>
            <a:endCxn id="42" idx="7"/>
          </p:cNvCxnSpPr>
          <p:nvPr/>
        </p:nvCxnSpPr>
        <p:spPr>
          <a:xfrm flipV="1">
            <a:off x="3302362" y="4625955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4810337" y="4456846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/>
          <p:cNvCxnSpPr>
            <a:stCxn id="45" idx="1"/>
            <a:endCxn id="45" idx="5"/>
          </p:cNvCxnSpPr>
          <p:nvPr/>
        </p:nvCxnSpPr>
        <p:spPr>
          <a:xfrm>
            <a:off x="4984348" y="4625946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45" idx="3"/>
            <a:endCxn id="45" idx="7"/>
          </p:cNvCxnSpPr>
          <p:nvPr/>
        </p:nvCxnSpPr>
        <p:spPr>
          <a:xfrm flipV="1">
            <a:off x="4984348" y="4625946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50" name="Picture 49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51" name="Heart 50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Delay 5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8816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2240574" y="1126170"/>
            <a:ext cx="45862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5515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2927084" y="360673"/>
            <a:ext cx="33976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spc="300" dirty="0" smtClean="0">
                <a:solidFill>
                  <a:srgbClr val="000000"/>
                </a:solidFill>
                <a:latin typeface="+mj-lt"/>
                <a:cs typeface="MAW "/>
              </a:rPr>
              <a:t>Shop Name</a:t>
            </a:r>
            <a:endParaRPr lang="en-US" sz="44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50974" y="2817970"/>
            <a:ext cx="3496781" cy="3200125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50974" y="2817970"/>
            <a:ext cx="3496781" cy="3200125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2817970"/>
            <a:ext cx="3496781" cy="3192914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28150" y="177143"/>
            <a:ext cx="1278259" cy="362053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Message 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717065" y="1943554"/>
            <a:ext cx="34789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Information: </a:t>
            </a:r>
            <a:r>
              <a:rPr lang="en-US" sz="2000" dirty="0" err="1" smtClean="0">
                <a:solidFill>
                  <a:srgbClr val="000000"/>
                </a:solidFill>
              </a:rPr>
              <a:t>xxxxxxxxxxxxxxxxx</a:t>
            </a:r>
            <a:r>
              <a:rPr lang="en-US" sz="2000" dirty="0" smtClean="0">
                <a:solidFill>
                  <a:srgbClr val="000000"/>
                </a:solidFill>
              </a:rPr>
              <a:t/>
            </a:r>
            <a:br>
              <a:rPr lang="en-US" sz="2000" dirty="0" smtClean="0">
                <a:solidFill>
                  <a:srgbClr val="000000"/>
                </a:solidFill>
              </a:rPr>
            </a:br>
            <a:r>
              <a:rPr lang="en-US" sz="2000" dirty="0" err="1" smtClean="0">
                <a:solidFill>
                  <a:srgbClr val="000000"/>
                </a:solidFill>
              </a:rPr>
              <a:t>xxxxxxxxxxxxxxxxxxxxxxxxxxxxx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719998" y="1143334"/>
            <a:ext cx="13908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Branch: </a:t>
            </a:r>
            <a:r>
              <a:rPr lang="en-US" sz="2000" dirty="0" smtClean="0">
                <a:solidFill>
                  <a:srgbClr val="000000"/>
                </a:solidFill>
              </a:rPr>
              <a:t>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717065" y="1543444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Tel.: </a:t>
            </a:r>
            <a:r>
              <a:rPr lang="en-US" sz="2000" dirty="0" smtClean="0">
                <a:solidFill>
                  <a:srgbClr val="000000"/>
                </a:solidFill>
              </a:rPr>
              <a:t>000-000-0000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38" name="Picture 37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9" name="Heart 38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elay 50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51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53" name="Chevron 52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0963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2231025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2780199" y="784558"/>
            <a:ext cx="3467556" cy="3200125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50974" y="784558"/>
            <a:ext cx="3496781" cy="3200125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784558"/>
            <a:ext cx="3496781" cy="3192914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2767211" y="4364805"/>
            <a:ext cx="3496781" cy="1842502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 flipV="1">
            <a:off x="4292538" y="4364807"/>
            <a:ext cx="1971454" cy="1834780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2780199" y="4364805"/>
            <a:ext cx="2199665" cy="1834782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31" name="Picture 30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2" name="Heart 31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elay 50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51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53" name="Chevron 52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328150" y="177143"/>
            <a:ext cx="1278259" cy="362053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Message 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8830877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668119" y="4404334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50974" y="784558"/>
            <a:ext cx="3496781" cy="1737719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>
            <a:off x="4292538" y="784558"/>
            <a:ext cx="1954414" cy="1737719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784558"/>
            <a:ext cx="1935047" cy="1737720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750973" y="3296351"/>
            <a:ext cx="3496781" cy="1887625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39" name="Picture 38" descr="Screen Shot 2557-05-11 at 11.25.14 AM.png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101" y="3348649"/>
            <a:ext cx="3390571" cy="1783188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40" name="Teardrop 39"/>
          <p:cNvSpPr/>
          <p:nvPr/>
        </p:nvSpPr>
        <p:spPr>
          <a:xfrm rot="7921972">
            <a:off x="4534471" y="4145433"/>
            <a:ext cx="408752" cy="408724"/>
          </a:xfrm>
          <a:prstGeom prst="teardrop">
            <a:avLst/>
          </a:prstGeom>
          <a:solidFill>
            <a:srgbClr val="000000"/>
          </a:solidFill>
          <a:ln>
            <a:noFill/>
          </a:ln>
          <a:effectLst>
            <a:outerShdw blurRad="40005" dist="22987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642876" y="4251021"/>
            <a:ext cx="193141" cy="18267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2675462" y="2896241"/>
            <a:ext cx="1090613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Location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277585" y="4591960"/>
            <a:ext cx="1178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Shop Name</a:t>
            </a:r>
            <a:endParaRPr lang="en-US" sz="2000" b="1" dirty="0"/>
          </a:p>
        </p:txBody>
      </p:sp>
      <p:sp>
        <p:nvSpPr>
          <p:cNvPr id="28" name="Rectangle 27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48" name="Picture 47" descr="comment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49" name="Heart 48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Delay 54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57" name="Chevron 56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328150" y="177143"/>
            <a:ext cx="1278259" cy="362053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Message 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2503123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creen Shot 2557-05-11 at 11.25.14 AM.png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359" y="1"/>
            <a:ext cx="4511789" cy="6192562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9" name="Rectangle 18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1" name="Picture 20" descr="comment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24" name="Heart 23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Delay 30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33" name="Chevron 32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Teardrop 33"/>
          <p:cNvSpPr/>
          <p:nvPr/>
        </p:nvSpPr>
        <p:spPr>
          <a:xfrm rot="7921972">
            <a:off x="4783633" y="1275218"/>
            <a:ext cx="408752" cy="408724"/>
          </a:xfrm>
          <a:prstGeom prst="teardrop">
            <a:avLst/>
          </a:prstGeom>
          <a:solidFill>
            <a:srgbClr val="000000"/>
          </a:solidFill>
          <a:ln>
            <a:noFill/>
          </a:ln>
          <a:effectLst>
            <a:outerShdw blurRad="40005" dist="22987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4892038" y="1380806"/>
            <a:ext cx="193141" cy="18267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4526747" y="1721745"/>
            <a:ext cx="1178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Shop Name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648947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682875" y="1004511"/>
            <a:ext cx="3746500" cy="4841339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creen Shot 2557-05-11 at 11.25.14 AM.png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005" y="1101312"/>
            <a:ext cx="3579294" cy="4639561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22" name="Teardrop 21"/>
          <p:cNvSpPr/>
          <p:nvPr/>
        </p:nvSpPr>
        <p:spPr>
          <a:xfrm rot="7921972">
            <a:off x="4619301" y="1720200"/>
            <a:ext cx="408752" cy="408724"/>
          </a:xfrm>
          <a:prstGeom prst="teardrop">
            <a:avLst/>
          </a:prstGeom>
          <a:solidFill>
            <a:srgbClr val="000000"/>
          </a:solidFill>
          <a:ln>
            <a:noFill/>
          </a:ln>
          <a:effectLst>
            <a:outerShdw blurRad="40005" dist="22987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4727706" y="1825788"/>
            <a:ext cx="193141" cy="18267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Teardrop 23"/>
          <p:cNvSpPr/>
          <p:nvPr/>
        </p:nvSpPr>
        <p:spPr>
          <a:xfrm rot="7921972">
            <a:off x="2988780" y="3426171"/>
            <a:ext cx="408752" cy="408724"/>
          </a:xfrm>
          <a:prstGeom prst="teardrop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097185" y="3531759"/>
            <a:ext cx="193141" cy="18267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Teardrop 25"/>
          <p:cNvSpPr/>
          <p:nvPr/>
        </p:nvSpPr>
        <p:spPr>
          <a:xfrm rot="7921972">
            <a:off x="4427838" y="4693725"/>
            <a:ext cx="408752" cy="408724"/>
          </a:xfrm>
          <a:prstGeom prst="teardrop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4536243" y="4799313"/>
            <a:ext cx="193141" cy="18267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Teardrop 27"/>
          <p:cNvSpPr/>
          <p:nvPr/>
        </p:nvSpPr>
        <p:spPr>
          <a:xfrm rot="7921972">
            <a:off x="5681359" y="2951052"/>
            <a:ext cx="408752" cy="408724"/>
          </a:xfrm>
          <a:prstGeom prst="teardrop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789764" y="3056640"/>
            <a:ext cx="193141" cy="18267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4335815" y="2139405"/>
            <a:ext cx="1178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Shop Name</a:t>
            </a:r>
            <a:endParaRPr lang="en-US" sz="20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2742629" y="3845178"/>
            <a:ext cx="12099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Shop Name</a:t>
            </a:r>
            <a:endParaRPr lang="en-US" sz="20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257501" y="3379414"/>
            <a:ext cx="1171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Shop Name</a:t>
            </a:r>
            <a:endParaRPr lang="en-US" sz="20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4130862" y="5103280"/>
            <a:ext cx="1268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Shop Name</a:t>
            </a:r>
            <a:endParaRPr lang="en-US" sz="2000" b="1" dirty="0"/>
          </a:p>
        </p:txBody>
      </p:sp>
      <p:sp>
        <p:nvSpPr>
          <p:cNvPr id="34" name="Oval 33"/>
          <p:cNvSpPr/>
          <p:nvPr/>
        </p:nvSpPr>
        <p:spPr>
          <a:xfrm>
            <a:off x="4715466" y="3284124"/>
            <a:ext cx="193141" cy="182676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glow rad="469900">
              <a:schemeClr val="tx1">
                <a:lumMod val="75000"/>
                <a:lumOff val="25000"/>
                <a:alpha val="48000"/>
              </a:scheme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37" name="Picture 36" descr="comment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8" name="Heart 37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elay 43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47" name="Chevron 46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171259" y="-100148"/>
            <a:ext cx="3512106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Around Me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</p:spTree>
    <p:extLst>
      <p:ext uri="{BB962C8B-B14F-4D97-AF65-F5344CB8AC3E}">
        <p14:creationId xmlns:p14="http://schemas.microsoft.com/office/powerpoint/2010/main" val="9796883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>
            <a:off x="2441400" y="1888052"/>
            <a:ext cx="4210300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441400" y="2985313"/>
            <a:ext cx="4210300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441400" y="4067086"/>
            <a:ext cx="4210300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01457" y="1027994"/>
            <a:ext cx="14158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Username</a:t>
            </a:r>
          </a:p>
          <a:p>
            <a:r>
              <a:rPr lang="en-US" sz="2000" dirty="0" smtClean="0">
                <a:solidFill>
                  <a:srgbClr val="000000"/>
                </a:solidFill>
              </a:rPr>
              <a:t>Activity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01458" y="2076057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Username</a:t>
            </a:r>
          </a:p>
          <a:p>
            <a:r>
              <a:rPr lang="en-US" sz="2000" dirty="0" smtClean="0">
                <a:solidFill>
                  <a:srgbClr val="000000"/>
                </a:solidFill>
              </a:rPr>
              <a:t>Activity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21714" y="3185616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Username</a:t>
            </a:r>
          </a:p>
          <a:p>
            <a:r>
              <a:rPr lang="en-US" sz="2000" dirty="0" smtClean="0">
                <a:solidFill>
                  <a:srgbClr val="000000"/>
                </a:solidFill>
              </a:rPr>
              <a:t>Activity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31" name="Picture 30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3" name="Heart 32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Delay 38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41" name="Chevron 40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018802" y="-100148"/>
            <a:ext cx="3512106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What’s New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2590653" y="1077479"/>
            <a:ext cx="684892" cy="66556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/>
          <p:cNvCxnSpPr>
            <a:stCxn id="43" idx="1"/>
            <a:endCxn id="43" idx="5"/>
          </p:cNvCxnSpPr>
          <p:nvPr/>
        </p:nvCxnSpPr>
        <p:spPr>
          <a:xfrm>
            <a:off x="2690953" y="1174948"/>
            <a:ext cx="484292" cy="47062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3" idx="3"/>
            <a:endCxn id="43" idx="7"/>
          </p:cNvCxnSpPr>
          <p:nvPr/>
        </p:nvCxnSpPr>
        <p:spPr>
          <a:xfrm flipV="1">
            <a:off x="2690953" y="1174948"/>
            <a:ext cx="484292" cy="47062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2590653" y="2121568"/>
            <a:ext cx="684892" cy="66556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/>
          <p:cNvCxnSpPr>
            <a:stCxn id="46" idx="1"/>
            <a:endCxn id="46" idx="5"/>
          </p:cNvCxnSpPr>
          <p:nvPr/>
        </p:nvCxnSpPr>
        <p:spPr>
          <a:xfrm>
            <a:off x="2690953" y="2219037"/>
            <a:ext cx="484292" cy="47062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46" idx="3"/>
            <a:endCxn id="46" idx="7"/>
          </p:cNvCxnSpPr>
          <p:nvPr/>
        </p:nvCxnSpPr>
        <p:spPr>
          <a:xfrm flipV="1">
            <a:off x="2690953" y="2219037"/>
            <a:ext cx="484292" cy="47062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2607834" y="3203008"/>
            <a:ext cx="684892" cy="66556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/>
          <p:cNvCxnSpPr>
            <a:stCxn id="49" idx="1"/>
            <a:endCxn id="49" idx="5"/>
          </p:cNvCxnSpPr>
          <p:nvPr/>
        </p:nvCxnSpPr>
        <p:spPr>
          <a:xfrm>
            <a:off x="2708134" y="3300477"/>
            <a:ext cx="484292" cy="47062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49" idx="3"/>
            <a:endCxn id="49" idx="7"/>
          </p:cNvCxnSpPr>
          <p:nvPr/>
        </p:nvCxnSpPr>
        <p:spPr>
          <a:xfrm flipV="1">
            <a:off x="2708134" y="3300477"/>
            <a:ext cx="484292" cy="47062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436212" y="1479426"/>
            <a:ext cx="139614" cy="13961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6431465" y="2542489"/>
            <a:ext cx="139614" cy="13961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078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629025" y="4006694"/>
            <a:ext cx="2264533" cy="38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Tutorial Title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77890" y="4006694"/>
            <a:ext cx="608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Title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93558" y="189693"/>
            <a:ext cx="828434" cy="392895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Next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577155" y="4621366"/>
            <a:ext cx="1187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Category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646146" y="4683326"/>
            <a:ext cx="2264533" cy="38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5518026" y="4683134"/>
            <a:ext cx="394559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19242" y="4830791"/>
            <a:ext cx="206003" cy="140066"/>
          </a:xfrm>
          <a:prstGeom prst="triangle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cameraicon2.png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117" y="1206004"/>
            <a:ext cx="2576104" cy="2576104"/>
          </a:xfrm>
          <a:prstGeom prst="rect">
            <a:avLst/>
          </a:prstGeom>
          <a:effectLst/>
        </p:spPr>
      </p:pic>
      <p:sp>
        <p:nvSpPr>
          <p:cNvPr id="24" name="Rectangle 23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38" name="Picture 37" descr="comment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9" name="Heart 38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elay 44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47" name="Chevron 46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656738" y="-100148"/>
            <a:ext cx="1962503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Create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</p:spTree>
    <p:extLst>
      <p:ext uri="{BB962C8B-B14F-4D97-AF65-F5344CB8AC3E}">
        <p14:creationId xmlns:p14="http://schemas.microsoft.com/office/powerpoint/2010/main" val="25020532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93558" y="189693"/>
            <a:ext cx="828434" cy="392895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Done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786876" y="-71548"/>
            <a:ext cx="18235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000000"/>
                </a:solidFill>
                <a:latin typeface="+mj-lt"/>
                <a:cs typeface="MAW "/>
              </a:rPr>
              <a:t>Title</a:t>
            </a:r>
            <a:endParaRPr lang="en-US" sz="48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2255830" y="2273338"/>
            <a:ext cx="45862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2255830" y="3881755"/>
            <a:ext cx="45862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095802" y="1287023"/>
            <a:ext cx="11580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7443" y="2867600"/>
            <a:ext cx="995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Step 1</a:t>
            </a:r>
          </a:p>
        </p:txBody>
      </p:sp>
      <p:sp>
        <p:nvSpPr>
          <p:cNvPr id="45" name="Chevron 44"/>
          <p:cNvSpPr/>
          <p:nvPr/>
        </p:nvSpPr>
        <p:spPr>
          <a:xfrm>
            <a:off x="6451776" y="1335595"/>
            <a:ext cx="232435" cy="311431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Chevron 45"/>
          <p:cNvSpPr/>
          <p:nvPr/>
        </p:nvSpPr>
        <p:spPr>
          <a:xfrm>
            <a:off x="6451776" y="2912901"/>
            <a:ext cx="232435" cy="311431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3125176" y="4364848"/>
            <a:ext cx="2926189" cy="638277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latin typeface="+mj-lt"/>
                <a:cs typeface="MAW "/>
              </a:rPr>
              <a:t>Add Step</a:t>
            </a:r>
            <a:endParaRPr lang="en-US" sz="2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pic>
        <p:nvPicPr>
          <p:cNvPr id="48" name="Picture 47" descr="cameraicon2.png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141" y="843063"/>
            <a:ext cx="1335240" cy="1335240"/>
          </a:xfrm>
          <a:prstGeom prst="rect">
            <a:avLst/>
          </a:prstGeom>
          <a:effectLst/>
        </p:spPr>
      </p:pic>
      <p:pic>
        <p:nvPicPr>
          <p:cNvPr id="49" name="Picture 48" descr="cameraicon2.png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141" y="2411078"/>
            <a:ext cx="1335240" cy="1335240"/>
          </a:xfrm>
          <a:prstGeom prst="rect">
            <a:avLst/>
          </a:prstGeom>
          <a:effectLst/>
        </p:spPr>
      </p:pic>
      <p:sp>
        <p:nvSpPr>
          <p:cNvPr id="38" name="Rectangle 37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42" name="Picture 41" descr="comment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50" name="Heart 4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Delay 55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Picture 56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58" name="Chevron 5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1584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/>
          <p:cNvSpPr/>
          <p:nvPr/>
        </p:nvSpPr>
        <p:spPr>
          <a:xfrm>
            <a:off x="2679246" y="3128890"/>
            <a:ext cx="3738247" cy="2292454"/>
          </a:xfrm>
          <a:prstGeom prst="roundRect">
            <a:avLst>
              <a:gd name="adj" fmla="val 9235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 flipV="1">
            <a:off x="4551231" y="1079226"/>
            <a:ext cx="0" cy="165879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48" descr="cameraicon2.png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246" y="1079226"/>
            <a:ext cx="1710470" cy="1710470"/>
          </a:xfrm>
          <a:prstGeom prst="rect">
            <a:avLst/>
          </a:prstGeom>
          <a:effectLst/>
        </p:spPr>
      </p:pic>
      <p:pic>
        <p:nvPicPr>
          <p:cNvPr id="6" name="Picture 5" descr="vdoicon2.png"/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999" y="1079226"/>
            <a:ext cx="1750541" cy="175054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hom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5" name="Picture 24" descr="comment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8" name="Heart 37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elay 43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 descr="create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46" name="Chevron 45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5893558" y="189693"/>
            <a:ext cx="828434" cy="392895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Done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100918" y="-71548"/>
            <a:ext cx="26579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000000"/>
                </a:solidFill>
                <a:latin typeface="+mj-lt"/>
                <a:cs typeface="MAW "/>
              </a:rPr>
              <a:t>Material</a:t>
            </a:r>
            <a:endParaRPr lang="en-US" sz="48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17529058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/>
          <p:cNvSpPr/>
          <p:nvPr/>
        </p:nvSpPr>
        <p:spPr>
          <a:xfrm>
            <a:off x="2679246" y="3128890"/>
            <a:ext cx="3738247" cy="2292454"/>
          </a:xfrm>
          <a:prstGeom prst="roundRect">
            <a:avLst>
              <a:gd name="adj" fmla="val 9235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 flipV="1">
            <a:off x="4551231" y="1079226"/>
            <a:ext cx="0" cy="165879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48" descr="cameraicon2.png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246" y="1079226"/>
            <a:ext cx="1710470" cy="1710470"/>
          </a:xfrm>
          <a:prstGeom prst="rect">
            <a:avLst/>
          </a:prstGeom>
          <a:effectLst/>
        </p:spPr>
      </p:pic>
      <p:pic>
        <p:nvPicPr>
          <p:cNvPr id="6" name="Picture 5" descr="vdoicon2.png"/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999" y="1079226"/>
            <a:ext cx="1750541" cy="175054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hom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5" name="Picture 24" descr="comment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8" name="Heart 37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elay 43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 descr="create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46" name="Chevron 45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5893558" y="189693"/>
            <a:ext cx="828434" cy="392895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Done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669028" y="-71548"/>
            <a:ext cx="20519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000000"/>
                </a:solidFill>
                <a:latin typeface="+mj-lt"/>
                <a:cs typeface="MAW "/>
              </a:rPr>
              <a:t>Step 1</a:t>
            </a:r>
            <a:endParaRPr lang="en-US" sz="48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34092271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>
            <a:off x="2441400" y="1888052"/>
            <a:ext cx="4210300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441400" y="2985313"/>
            <a:ext cx="4210300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441400" y="4067086"/>
            <a:ext cx="4210300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01458" y="1027994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Shop name</a:t>
            </a:r>
          </a:p>
          <a:p>
            <a:r>
              <a:rPr lang="en-US" sz="2000" dirty="0" err="1" smtClean="0">
                <a:solidFill>
                  <a:srgbClr val="000000"/>
                </a:solidFill>
              </a:rPr>
              <a:t>xxxxxxxxxx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01458" y="2076057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Shop name</a:t>
            </a:r>
          </a:p>
          <a:p>
            <a:r>
              <a:rPr lang="en-US" sz="2000" dirty="0" err="1" smtClean="0">
                <a:solidFill>
                  <a:srgbClr val="000000"/>
                </a:solidFill>
              </a:rPr>
              <a:t>xxxxxxxxxx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21714" y="3185616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Shop name</a:t>
            </a:r>
          </a:p>
          <a:p>
            <a:r>
              <a:rPr lang="en-US" sz="2000" dirty="0" err="1" smtClean="0">
                <a:solidFill>
                  <a:srgbClr val="000000"/>
                </a:solidFill>
              </a:rPr>
              <a:t>xxxxxxxxxx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elay 35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38" name="Chevron 3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2545562" y="3182059"/>
            <a:ext cx="743164" cy="72218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Untitled-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968" y="3250855"/>
            <a:ext cx="581229" cy="581229"/>
          </a:xfrm>
          <a:prstGeom prst="rect">
            <a:avLst/>
          </a:prstGeom>
        </p:spPr>
      </p:pic>
      <p:sp>
        <p:nvSpPr>
          <p:cNvPr id="45" name="Oval 44"/>
          <p:cNvSpPr/>
          <p:nvPr/>
        </p:nvSpPr>
        <p:spPr>
          <a:xfrm>
            <a:off x="2545562" y="2133918"/>
            <a:ext cx="743164" cy="72218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 descr="Untitled-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968" y="2202714"/>
            <a:ext cx="581229" cy="581229"/>
          </a:xfrm>
          <a:prstGeom prst="rect">
            <a:avLst/>
          </a:prstGeom>
        </p:spPr>
      </p:pic>
      <p:sp>
        <p:nvSpPr>
          <p:cNvPr id="47" name="Oval 46"/>
          <p:cNvSpPr/>
          <p:nvPr/>
        </p:nvSpPr>
        <p:spPr>
          <a:xfrm>
            <a:off x="2538170" y="1055579"/>
            <a:ext cx="743164" cy="72218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 descr="Untitled-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576" y="1124375"/>
            <a:ext cx="581229" cy="58122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191703" y="-71548"/>
            <a:ext cx="3173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000000"/>
                </a:solidFill>
                <a:latin typeface="+mj-lt"/>
                <a:cs typeface="MAW "/>
              </a:rPr>
              <a:t>Messages</a:t>
            </a:r>
            <a:endParaRPr lang="en-US" sz="48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436212" y="1479426"/>
            <a:ext cx="139614" cy="13961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6431465" y="2542489"/>
            <a:ext cx="139614" cy="13961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218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72202" y="-18326"/>
            <a:ext cx="345956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Shop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475614" y="1781294"/>
            <a:ext cx="2471052" cy="542135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Hello, may I help you?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635959" y="1092013"/>
            <a:ext cx="966083" cy="54213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Hi :-)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035005" y="2599749"/>
            <a:ext cx="2567037" cy="97834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I want to ask you about the knitting wools. Is it available in your shop?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254018" y="5560697"/>
            <a:ext cx="4572619" cy="65069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475614" y="5659464"/>
            <a:ext cx="3162186" cy="449197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529874" y="5695845"/>
            <a:ext cx="317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spc="300" dirty="0" smtClean="0"/>
              <a:t>Type Message Here ...</a:t>
            </a:r>
            <a:endParaRPr lang="en-US" i="1" spc="300" dirty="0"/>
          </a:p>
        </p:txBody>
      </p:sp>
      <p:sp>
        <p:nvSpPr>
          <p:cNvPr id="33" name="Rounded Rectangle 32"/>
          <p:cNvSpPr/>
          <p:nvPr/>
        </p:nvSpPr>
        <p:spPr>
          <a:xfrm>
            <a:off x="5914130" y="177143"/>
            <a:ext cx="746463" cy="362053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Shop 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763548" y="5674954"/>
            <a:ext cx="900470" cy="406253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Send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31" name="Picture 30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4" name="Heart 33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elay 41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44" name="Chevron 43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15858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2254250" y="2395710"/>
            <a:ext cx="4572619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063132" y="1376034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267814" y="1376034"/>
            <a:ext cx="1159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Following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08738" y="1607170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696279" y="2547228"/>
            <a:ext cx="3746500" cy="4248686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2817427" y="2694732"/>
            <a:ext cx="3496781" cy="3200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/>
          <p:cNvCxnSpPr/>
          <p:nvPr/>
        </p:nvCxnSpPr>
        <p:spPr>
          <a:xfrm>
            <a:off x="2817427" y="2694732"/>
            <a:ext cx="3496781" cy="3200125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2817427" y="2694732"/>
            <a:ext cx="3496781" cy="3192914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5170770" y="1418179"/>
            <a:ext cx="0" cy="51496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696279" y="1990479"/>
            <a:ext cx="347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Email: </a:t>
            </a:r>
            <a:r>
              <a:rPr lang="en-US" dirty="0" err="1" smtClean="0">
                <a:solidFill>
                  <a:srgbClr val="000000"/>
                </a:solidFill>
              </a:rPr>
              <a:t>xxxxxxxx@xxxxx.com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273615" y="894959"/>
            <a:ext cx="2124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300" dirty="0" smtClean="0">
                <a:solidFill>
                  <a:srgbClr val="000000"/>
                </a:solidFill>
              </a:rPr>
              <a:t>Username</a:t>
            </a:r>
            <a:endParaRPr lang="en-US" sz="2800" b="1" spc="300" dirty="0">
              <a:solidFill>
                <a:srgbClr val="000000"/>
              </a:solidFill>
            </a:endParaRPr>
          </a:p>
        </p:txBody>
      </p:sp>
      <p:sp>
        <p:nvSpPr>
          <p:cNvPr id="27" name="Chevron 26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2739411" y="684434"/>
            <a:ext cx="1366787" cy="1328210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697" y="772621"/>
            <a:ext cx="1068965" cy="106896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771435" y="-100148"/>
            <a:ext cx="2341429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Profile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764029" y="5894857"/>
            <a:ext cx="2423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0000"/>
                </a:solidFill>
              </a:rPr>
              <a:t>“ Tutorial Name ”</a:t>
            </a:r>
            <a:endParaRPr lang="en-US" sz="2400" b="1" dirty="0">
              <a:solidFill>
                <a:srgbClr val="00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112317" y="5968427"/>
            <a:ext cx="122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No. of likes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30174" y="1593827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975480" y="142740"/>
            <a:ext cx="580130" cy="567878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pic>
        <p:nvPicPr>
          <p:cNvPr id="32" name="Picture 31" descr="plus_icon_whit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048" y="0"/>
            <a:ext cx="844763" cy="844763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hom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36" name="Picture 35" descr="comment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9" name="Heart 38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Delay 54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 descr="create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1754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2254250" y="2395710"/>
            <a:ext cx="4572619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063132" y="1376034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267814" y="1376034"/>
            <a:ext cx="1159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Following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08738" y="1607170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696279" y="2547228"/>
            <a:ext cx="3746500" cy="4248686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2817427" y="2694732"/>
            <a:ext cx="3496781" cy="3200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/>
          <p:cNvCxnSpPr/>
          <p:nvPr/>
        </p:nvCxnSpPr>
        <p:spPr>
          <a:xfrm>
            <a:off x="2817427" y="2694732"/>
            <a:ext cx="3496781" cy="3200125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2817427" y="2694732"/>
            <a:ext cx="3496781" cy="3192914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5170770" y="1418179"/>
            <a:ext cx="0" cy="51496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696279" y="1990479"/>
            <a:ext cx="347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Email: </a:t>
            </a:r>
            <a:r>
              <a:rPr lang="en-US" dirty="0" err="1" smtClean="0">
                <a:solidFill>
                  <a:srgbClr val="000000"/>
                </a:solidFill>
              </a:rPr>
              <a:t>xxxxxxxx@xxxxx.com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273615" y="894959"/>
            <a:ext cx="2124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300" dirty="0" smtClean="0">
                <a:solidFill>
                  <a:srgbClr val="000000"/>
                </a:solidFill>
              </a:rPr>
              <a:t>Username</a:t>
            </a:r>
            <a:endParaRPr lang="en-US" sz="2800" b="1" spc="300" dirty="0">
              <a:solidFill>
                <a:srgbClr val="000000"/>
              </a:solidFill>
            </a:endParaRPr>
          </a:p>
        </p:txBody>
      </p:sp>
      <p:sp>
        <p:nvSpPr>
          <p:cNvPr id="27" name="Chevron 26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2739411" y="684434"/>
            <a:ext cx="1366787" cy="1328210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697" y="772621"/>
            <a:ext cx="1068965" cy="106896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771435" y="-100148"/>
            <a:ext cx="2341429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Profile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764029" y="5894857"/>
            <a:ext cx="2423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0000"/>
                </a:solidFill>
              </a:rPr>
              <a:t>“ Tutorial Name ”</a:t>
            </a:r>
            <a:endParaRPr lang="en-US" sz="2400" b="1" dirty="0">
              <a:solidFill>
                <a:srgbClr val="00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112317" y="5968427"/>
            <a:ext cx="122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No. of likes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30174" y="1593827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975480" y="142740"/>
            <a:ext cx="580130" cy="567878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36" name="Picture 35" descr="comment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9" name="Heart 38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Delay 54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pic>
        <p:nvPicPr>
          <p:cNvPr id="47" name="Picture 46" descr="checked-checkbox-xxl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7309" y="207027"/>
            <a:ext cx="450221" cy="45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6570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2254250" y="2395710"/>
            <a:ext cx="4572619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063132" y="1376034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267814" y="1376034"/>
            <a:ext cx="1159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Following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08738" y="1607170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696279" y="2547228"/>
            <a:ext cx="3746500" cy="4248686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2817427" y="2694732"/>
            <a:ext cx="3496781" cy="3200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/>
          <p:cNvCxnSpPr/>
          <p:nvPr/>
        </p:nvCxnSpPr>
        <p:spPr>
          <a:xfrm>
            <a:off x="2817427" y="2694732"/>
            <a:ext cx="3496781" cy="3200125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2817427" y="2694732"/>
            <a:ext cx="3496781" cy="3192914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5170770" y="1418179"/>
            <a:ext cx="0" cy="51496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696279" y="1990479"/>
            <a:ext cx="347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Email: </a:t>
            </a:r>
            <a:r>
              <a:rPr lang="en-US" dirty="0" err="1" smtClean="0">
                <a:solidFill>
                  <a:srgbClr val="000000"/>
                </a:solidFill>
              </a:rPr>
              <a:t>xxxxxxxx@xxxxx.com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273615" y="894959"/>
            <a:ext cx="2124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300" dirty="0" smtClean="0">
                <a:solidFill>
                  <a:srgbClr val="000000"/>
                </a:solidFill>
              </a:rPr>
              <a:t>Username</a:t>
            </a:r>
            <a:endParaRPr lang="en-US" sz="2800" b="1" spc="300" dirty="0">
              <a:solidFill>
                <a:srgbClr val="000000"/>
              </a:solidFill>
            </a:endParaRPr>
          </a:p>
        </p:txBody>
      </p:sp>
      <p:sp>
        <p:nvSpPr>
          <p:cNvPr id="27" name="Chevron 26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2739411" y="684434"/>
            <a:ext cx="1366787" cy="1328210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697" y="772621"/>
            <a:ext cx="1068965" cy="106896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771435" y="-100148"/>
            <a:ext cx="2341429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Profile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764029" y="5894857"/>
            <a:ext cx="2423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0000"/>
                </a:solidFill>
              </a:rPr>
              <a:t>“ Tutorial Name ”</a:t>
            </a:r>
            <a:endParaRPr lang="en-US" sz="2400" b="1" dirty="0">
              <a:solidFill>
                <a:srgbClr val="00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112317" y="5968427"/>
            <a:ext cx="122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No. of likes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30174" y="1593827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36" name="Picture 35" descr="comment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9" name="Heart 38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Delay 54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5893558" y="189693"/>
            <a:ext cx="698335" cy="392895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Edit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17155224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/>
          <p:nvPr/>
        </p:nvCxnSpPr>
        <p:spPr>
          <a:xfrm>
            <a:off x="2240574" y="1670755"/>
            <a:ext cx="458629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2070033"/>
            <a:ext cx="158750" cy="1727200"/>
          </a:xfrm>
          <a:prstGeom prst="roundRect">
            <a:avLst/>
          </a:prstGeom>
          <a:solidFill>
            <a:srgbClr val="000000"/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2750974" y="583958"/>
            <a:ext cx="3803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Tutorial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023331" y="1157949"/>
            <a:ext cx="1570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By </a:t>
            </a:r>
            <a:r>
              <a:rPr lang="en-US" sz="2000" u="sng" dirty="0" smtClean="0">
                <a:solidFill>
                  <a:srgbClr val="000000"/>
                </a:solidFill>
              </a:rPr>
              <a:t>Username</a:t>
            </a:r>
            <a:endParaRPr lang="en-US" sz="2000" u="sng" dirty="0">
              <a:solidFill>
                <a:srgbClr val="0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42191" y="1148346"/>
            <a:ext cx="134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No. of likes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442392" y="1732715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50974" y="2334994"/>
            <a:ext cx="3496781" cy="32001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50974" y="2334994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2334994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evron 1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5893558" y="189693"/>
            <a:ext cx="698335" cy="392895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Edit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12316382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93558" y="189693"/>
            <a:ext cx="828434" cy="392895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Save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786876" y="-71548"/>
            <a:ext cx="18235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000000"/>
                </a:solidFill>
                <a:latin typeface="+mj-lt"/>
                <a:cs typeface="MAW "/>
              </a:rPr>
              <a:t>Title</a:t>
            </a:r>
            <a:endParaRPr lang="en-US" sz="48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2255830" y="2273338"/>
            <a:ext cx="45862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2255830" y="3881755"/>
            <a:ext cx="45862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095802" y="1287023"/>
            <a:ext cx="11580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7443" y="2867600"/>
            <a:ext cx="995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Step 1</a:t>
            </a:r>
          </a:p>
        </p:txBody>
      </p:sp>
      <p:sp>
        <p:nvSpPr>
          <p:cNvPr id="45" name="Chevron 44"/>
          <p:cNvSpPr/>
          <p:nvPr/>
        </p:nvSpPr>
        <p:spPr>
          <a:xfrm>
            <a:off x="6451776" y="1335595"/>
            <a:ext cx="232435" cy="311431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Chevron 45"/>
          <p:cNvSpPr/>
          <p:nvPr/>
        </p:nvSpPr>
        <p:spPr>
          <a:xfrm>
            <a:off x="6451776" y="2912901"/>
            <a:ext cx="232435" cy="311431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3125176" y="4364848"/>
            <a:ext cx="2926189" cy="638277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latin typeface="+mj-lt"/>
                <a:cs typeface="MAW "/>
              </a:rPr>
              <a:t>Add Step</a:t>
            </a:r>
            <a:endParaRPr lang="en-US" sz="2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pic>
        <p:nvPicPr>
          <p:cNvPr id="48" name="Picture 47" descr="cameraicon2.png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141" y="843063"/>
            <a:ext cx="1335240" cy="1335240"/>
          </a:xfrm>
          <a:prstGeom prst="rect">
            <a:avLst/>
          </a:prstGeom>
          <a:effectLst/>
        </p:spPr>
      </p:pic>
      <p:pic>
        <p:nvPicPr>
          <p:cNvPr id="49" name="Picture 48" descr="cameraicon2.png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141" y="2411078"/>
            <a:ext cx="1335240" cy="1335240"/>
          </a:xfrm>
          <a:prstGeom prst="rect">
            <a:avLst/>
          </a:prstGeom>
          <a:effectLst/>
        </p:spPr>
      </p:pic>
      <p:sp>
        <p:nvSpPr>
          <p:cNvPr id="38" name="Rectangle 37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42" name="Picture 41" descr="comment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50" name="Heart 4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Delay 55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Picture 56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58" name="Chevron 5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111527" y="5319016"/>
            <a:ext cx="2970814" cy="458788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latin typeface="+mj-lt"/>
                <a:cs typeface="MAW "/>
              </a:rPr>
              <a:t>Delete Tutorial</a:t>
            </a:r>
            <a:endParaRPr lang="en-US" sz="2400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6640169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/>
          <p:cNvSpPr/>
          <p:nvPr/>
        </p:nvSpPr>
        <p:spPr>
          <a:xfrm>
            <a:off x="2679246" y="3128890"/>
            <a:ext cx="3738247" cy="2292454"/>
          </a:xfrm>
          <a:prstGeom prst="roundRect">
            <a:avLst>
              <a:gd name="adj" fmla="val 9235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 flipV="1">
            <a:off x="4551231" y="1079226"/>
            <a:ext cx="0" cy="165879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48" descr="cameraicon2.png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246" y="1079226"/>
            <a:ext cx="1710470" cy="1710470"/>
          </a:xfrm>
          <a:prstGeom prst="rect">
            <a:avLst/>
          </a:prstGeom>
          <a:effectLst/>
        </p:spPr>
      </p:pic>
      <p:pic>
        <p:nvPicPr>
          <p:cNvPr id="6" name="Picture 5" descr="vdoicon2.png"/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999" y="1079226"/>
            <a:ext cx="1750541" cy="175054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hom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5" name="Picture 24" descr="comment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8" name="Heart 37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elay 43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 descr="create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46" name="Chevron 45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5893558" y="189693"/>
            <a:ext cx="828434" cy="392895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Done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100918" y="-71548"/>
            <a:ext cx="26579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000000"/>
                </a:solidFill>
                <a:latin typeface="+mj-lt"/>
                <a:cs typeface="MAW "/>
              </a:rPr>
              <a:t>Material</a:t>
            </a:r>
            <a:endParaRPr lang="en-US" sz="48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33920796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93558" y="189693"/>
            <a:ext cx="828434" cy="392895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Save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786876" y="-71548"/>
            <a:ext cx="18235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000000"/>
                </a:solidFill>
                <a:latin typeface="+mj-lt"/>
                <a:cs typeface="MAW "/>
              </a:rPr>
              <a:t>Title</a:t>
            </a:r>
            <a:endParaRPr lang="en-US" sz="48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2255830" y="2273338"/>
            <a:ext cx="45862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2255830" y="3881755"/>
            <a:ext cx="45862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095802" y="1287023"/>
            <a:ext cx="11580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7443" y="2867600"/>
            <a:ext cx="995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Step 1</a:t>
            </a:r>
          </a:p>
        </p:txBody>
      </p:sp>
      <p:sp>
        <p:nvSpPr>
          <p:cNvPr id="45" name="Chevron 44"/>
          <p:cNvSpPr/>
          <p:nvPr/>
        </p:nvSpPr>
        <p:spPr>
          <a:xfrm>
            <a:off x="6451776" y="1335595"/>
            <a:ext cx="232435" cy="311431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Chevron 45"/>
          <p:cNvSpPr/>
          <p:nvPr/>
        </p:nvSpPr>
        <p:spPr>
          <a:xfrm>
            <a:off x="6451776" y="2912901"/>
            <a:ext cx="232435" cy="311431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3125176" y="4364848"/>
            <a:ext cx="2926189" cy="638277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latin typeface="+mj-lt"/>
                <a:cs typeface="MAW "/>
              </a:rPr>
              <a:t>Add Step</a:t>
            </a:r>
            <a:endParaRPr lang="en-US" sz="2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pic>
        <p:nvPicPr>
          <p:cNvPr id="48" name="Picture 47" descr="cameraicon2.png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141" y="843063"/>
            <a:ext cx="1335240" cy="1335240"/>
          </a:xfrm>
          <a:prstGeom prst="rect">
            <a:avLst/>
          </a:prstGeom>
          <a:effectLst/>
        </p:spPr>
      </p:pic>
      <p:pic>
        <p:nvPicPr>
          <p:cNvPr id="49" name="Picture 48" descr="cameraicon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141" y="2411078"/>
            <a:ext cx="1335240" cy="1335240"/>
          </a:xfrm>
          <a:prstGeom prst="rect">
            <a:avLst/>
          </a:prstGeom>
          <a:effectLst/>
        </p:spPr>
      </p:pic>
      <p:sp>
        <p:nvSpPr>
          <p:cNvPr id="38" name="Rectangle 37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42" name="Picture 41" descr="comment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50" name="Heart 4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Delay 55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Picture 56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58" name="Chevron 5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111527" y="5319016"/>
            <a:ext cx="2970814" cy="458788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latin typeface="+mj-lt"/>
                <a:cs typeface="MAW "/>
              </a:rPr>
              <a:t>Delete Tutorial</a:t>
            </a:r>
            <a:endParaRPr lang="en-US" sz="2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498701" y="2041527"/>
            <a:ext cx="4067567" cy="2448964"/>
          </a:xfrm>
          <a:prstGeom prst="roundRect">
            <a:avLst>
              <a:gd name="adj" fmla="val 6442"/>
            </a:avLst>
          </a:prstGeom>
          <a:solidFill>
            <a:schemeClr val="bg1"/>
          </a:solidFill>
          <a:ln>
            <a:solidFill>
              <a:srgbClr val="000000"/>
            </a:solidFill>
          </a:ln>
          <a:effectLst>
            <a:outerShdw blurRad="40000" dist="86487" dir="378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3988541" y="2631379"/>
            <a:ext cx="2402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Are you sure to </a:t>
            </a:r>
          </a:p>
          <a:p>
            <a:pPr algn="ctr"/>
            <a:r>
              <a:rPr lang="en-US" sz="2000" dirty="0" smtClean="0"/>
              <a:t>delete your tutorial?</a:t>
            </a:r>
            <a:endParaRPr lang="en-US" sz="2000" dirty="0"/>
          </a:p>
        </p:txBody>
      </p:sp>
      <p:sp>
        <p:nvSpPr>
          <p:cNvPr id="31" name="Rounded Rectangle 30"/>
          <p:cNvSpPr/>
          <p:nvPr/>
        </p:nvSpPr>
        <p:spPr>
          <a:xfrm>
            <a:off x="4706986" y="3855500"/>
            <a:ext cx="1532547" cy="459499"/>
          </a:xfrm>
          <a:prstGeom prst="roundRect">
            <a:avLst>
              <a:gd name="adj" fmla="val 6442"/>
            </a:avLst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000000"/>
                </a:solidFill>
                <a:latin typeface="MAW "/>
                <a:cs typeface="MAW "/>
              </a:rPr>
              <a:t>Yes</a:t>
            </a:r>
            <a:endParaRPr lang="en-US" sz="2400" spc="300" dirty="0">
              <a:solidFill>
                <a:srgbClr val="000000"/>
              </a:solidFill>
              <a:latin typeface="MAW "/>
              <a:cs typeface="MAW 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2863590" y="3847479"/>
            <a:ext cx="1532547" cy="459499"/>
          </a:xfrm>
          <a:prstGeom prst="roundRect">
            <a:avLst>
              <a:gd name="adj" fmla="val 6442"/>
            </a:avLst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000000"/>
                </a:solidFill>
                <a:latin typeface="MAW "/>
                <a:cs typeface="MAW "/>
              </a:rPr>
              <a:t>No</a:t>
            </a:r>
            <a:endParaRPr lang="en-US" sz="2400" spc="300" dirty="0">
              <a:solidFill>
                <a:srgbClr val="000000"/>
              </a:solidFill>
              <a:latin typeface="MAW "/>
              <a:cs typeface="MAW "/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>
            <a:off x="2849608" y="3680478"/>
            <a:ext cx="3375943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2882924" y="2339743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/>
          <p:cNvCxnSpPr>
            <a:stCxn id="34" idx="1"/>
            <a:endCxn id="34" idx="5"/>
          </p:cNvCxnSpPr>
          <p:nvPr/>
        </p:nvCxnSpPr>
        <p:spPr>
          <a:xfrm>
            <a:off x="3056935" y="2508843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34" idx="3"/>
            <a:endCxn id="34" idx="7"/>
          </p:cNvCxnSpPr>
          <p:nvPr/>
        </p:nvCxnSpPr>
        <p:spPr>
          <a:xfrm flipV="1">
            <a:off x="3056935" y="2508843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29457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825061" y="3247543"/>
            <a:ext cx="2324100" cy="381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640786" y="3211586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Username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895168" y="4594243"/>
            <a:ext cx="3284969" cy="458788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latin typeface="+mj-lt"/>
                <a:cs typeface="MAW "/>
              </a:rPr>
              <a:t>Change password</a:t>
            </a:r>
            <a:endParaRPr lang="en-US" sz="2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2890096" y="5319016"/>
            <a:ext cx="3284969" cy="458788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latin typeface="+mj-lt"/>
                <a:cs typeface="MAW "/>
              </a:rPr>
              <a:t>Delete Account</a:t>
            </a:r>
            <a:endParaRPr lang="en-US" sz="2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825061" y="3882846"/>
            <a:ext cx="2324100" cy="381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046048" y="3877869"/>
            <a:ext cx="706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Email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41" name="Picture 40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42" name="Heart 41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Delay 47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50" name="Chevron 4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5893558" y="189693"/>
            <a:ext cx="828434" cy="392895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Save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856811" y="-71548"/>
            <a:ext cx="13660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spc="300" dirty="0" smtClean="0">
                <a:solidFill>
                  <a:srgbClr val="000000"/>
                </a:solidFill>
                <a:latin typeface="+mj-lt"/>
                <a:cs typeface="MAW "/>
              </a:rPr>
              <a:t>Edit</a:t>
            </a:r>
            <a:endParaRPr lang="en-US" sz="48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3602162" y="1022717"/>
            <a:ext cx="2104849" cy="2045441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 descr="Untitled-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919" y="1154677"/>
            <a:ext cx="1646204" cy="1646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0688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990834" y="2823170"/>
            <a:ext cx="2324100" cy="381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990834" y="3547070"/>
            <a:ext cx="2324100" cy="381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857449" y="2619799"/>
            <a:ext cx="1223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New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>Password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60724" y="3552388"/>
            <a:ext cx="1606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Re-Password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294576" y="4375236"/>
            <a:ext cx="1016000" cy="458788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000000"/>
                </a:solidFill>
                <a:latin typeface="MAW "/>
                <a:cs typeface="MAW "/>
              </a:rPr>
              <a:t>Save</a:t>
            </a:r>
            <a:endParaRPr lang="en-US" sz="2400" spc="300" dirty="0">
              <a:solidFill>
                <a:srgbClr val="000000"/>
              </a:solidFill>
              <a:latin typeface="MAW "/>
              <a:cs typeface="MAW 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990834" y="2139134"/>
            <a:ext cx="2324100" cy="381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2841959" y="1935724"/>
            <a:ext cx="1649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Current 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>Password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42" name="Picture 41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43" name="Heart 42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Delay 48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" name="Picture 49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51" name="Chevron 50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200805" y="-71548"/>
            <a:ext cx="32027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spc="300" dirty="0" smtClean="0">
                <a:solidFill>
                  <a:srgbClr val="000000"/>
                </a:solidFill>
                <a:latin typeface="+mj-lt"/>
                <a:cs typeface="MAW "/>
              </a:rPr>
              <a:t>Password</a:t>
            </a:r>
            <a:endParaRPr lang="en-US" sz="48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37677293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825061" y="3247543"/>
            <a:ext cx="2324100" cy="381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640786" y="3211586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Username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895168" y="4594243"/>
            <a:ext cx="3284969" cy="458788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latin typeface="+mj-lt"/>
                <a:cs typeface="MAW "/>
              </a:rPr>
              <a:t>Change password</a:t>
            </a:r>
            <a:endParaRPr lang="en-US" sz="2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2890096" y="5319016"/>
            <a:ext cx="3284969" cy="458788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latin typeface="+mj-lt"/>
                <a:cs typeface="MAW "/>
              </a:rPr>
              <a:t>Delete Account</a:t>
            </a:r>
            <a:endParaRPr lang="en-US" sz="2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825061" y="3882846"/>
            <a:ext cx="2324100" cy="381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046048" y="3877869"/>
            <a:ext cx="706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Email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41" name="Picture 40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42" name="Heart 41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Delay 47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50" name="Chevron 4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5893558" y="189693"/>
            <a:ext cx="828434" cy="392895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Save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856811" y="-71548"/>
            <a:ext cx="13660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spc="300" dirty="0" smtClean="0">
                <a:solidFill>
                  <a:srgbClr val="000000"/>
                </a:solidFill>
                <a:latin typeface="+mj-lt"/>
                <a:cs typeface="MAW "/>
              </a:rPr>
              <a:t>Edit</a:t>
            </a:r>
            <a:endParaRPr lang="en-US" sz="48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3602162" y="1022717"/>
            <a:ext cx="2104849" cy="2045441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 descr="Untitled-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919" y="1154677"/>
            <a:ext cx="1646204" cy="1646204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2498701" y="2041527"/>
            <a:ext cx="4067567" cy="2448964"/>
          </a:xfrm>
          <a:prstGeom prst="roundRect">
            <a:avLst>
              <a:gd name="adj" fmla="val 6442"/>
            </a:avLst>
          </a:prstGeom>
          <a:solidFill>
            <a:schemeClr val="bg1"/>
          </a:solidFill>
          <a:ln>
            <a:solidFill>
              <a:srgbClr val="000000"/>
            </a:solidFill>
          </a:ln>
          <a:effectLst>
            <a:outerShdw blurRad="40000" dist="86487" dir="378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988541" y="2631379"/>
            <a:ext cx="2402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Are you sure to </a:t>
            </a:r>
          </a:p>
          <a:p>
            <a:pPr algn="ctr"/>
            <a:r>
              <a:rPr lang="en-US" sz="2000" dirty="0" smtClean="0"/>
              <a:t>delete your account?</a:t>
            </a:r>
            <a:endParaRPr lang="en-US" sz="2000" dirty="0"/>
          </a:p>
        </p:txBody>
      </p:sp>
      <p:sp>
        <p:nvSpPr>
          <p:cNvPr id="29" name="Rounded Rectangle 28"/>
          <p:cNvSpPr/>
          <p:nvPr/>
        </p:nvSpPr>
        <p:spPr>
          <a:xfrm>
            <a:off x="4706986" y="3855500"/>
            <a:ext cx="1532547" cy="459499"/>
          </a:xfrm>
          <a:prstGeom prst="roundRect">
            <a:avLst>
              <a:gd name="adj" fmla="val 6442"/>
            </a:avLst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000000"/>
                </a:solidFill>
                <a:latin typeface="MAW "/>
                <a:cs typeface="MAW "/>
              </a:rPr>
              <a:t>Yes</a:t>
            </a:r>
            <a:endParaRPr lang="en-US" sz="2400" spc="300" dirty="0">
              <a:solidFill>
                <a:srgbClr val="000000"/>
              </a:solidFill>
              <a:latin typeface="MAW "/>
              <a:cs typeface="MAW 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863590" y="3847479"/>
            <a:ext cx="1532547" cy="459499"/>
          </a:xfrm>
          <a:prstGeom prst="roundRect">
            <a:avLst>
              <a:gd name="adj" fmla="val 6442"/>
            </a:avLst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000000"/>
                </a:solidFill>
                <a:latin typeface="MAW "/>
                <a:cs typeface="MAW "/>
              </a:rPr>
              <a:t>No</a:t>
            </a:r>
            <a:endParaRPr lang="en-US" sz="2400" spc="300" dirty="0">
              <a:solidFill>
                <a:srgbClr val="000000"/>
              </a:solidFill>
              <a:latin typeface="MAW "/>
              <a:cs typeface="MAW 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2849608" y="3680478"/>
            <a:ext cx="3375943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882924" y="2339743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/>
          <p:cNvCxnSpPr>
            <a:stCxn id="32" idx="1"/>
            <a:endCxn id="32" idx="5"/>
          </p:cNvCxnSpPr>
          <p:nvPr/>
        </p:nvCxnSpPr>
        <p:spPr>
          <a:xfrm>
            <a:off x="3056935" y="2508843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32" idx="3"/>
            <a:endCxn id="32" idx="7"/>
          </p:cNvCxnSpPr>
          <p:nvPr/>
        </p:nvCxnSpPr>
        <p:spPr>
          <a:xfrm flipV="1">
            <a:off x="3056935" y="2508843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96019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63500" y="2215007"/>
            <a:ext cx="935503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spc="600" dirty="0" smtClean="0">
                <a:solidFill>
                  <a:srgbClr val="000000"/>
                </a:solidFill>
                <a:latin typeface="Sketch Rockwell"/>
                <a:cs typeface="Sketch Rockwell"/>
              </a:rPr>
              <a:t>SHOPKEEPER</a:t>
            </a:r>
          </a:p>
          <a:p>
            <a:pPr algn="ctr"/>
            <a:r>
              <a:rPr lang="en-US" sz="8800" spc="600" dirty="0" smtClean="0">
                <a:solidFill>
                  <a:srgbClr val="000000"/>
                </a:solidFill>
                <a:latin typeface="Sketch Rockwell"/>
                <a:cs typeface="Sketch Rockwell"/>
              </a:rPr>
              <a:t>PART</a:t>
            </a:r>
            <a:endParaRPr lang="en-US" sz="8800" spc="600" dirty="0">
              <a:solidFill>
                <a:srgbClr val="000000"/>
              </a:solidFill>
              <a:latin typeface="Sketch Rockwell"/>
              <a:cs typeface="Sketch Rockwell"/>
            </a:endParaRPr>
          </a:p>
        </p:txBody>
      </p:sp>
    </p:spTree>
    <p:extLst>
      <p:ext uri="{BB962C8B-B14F-4D97-AF65-F5344CB8AC3E}">
        <p14:creationId xmlns:p14="http://schemas.microsoft.com/office/powerpoint/2010/main" val="36063432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42" name="Picture 41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43" name="Heart 42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Delay 49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52" name="Chevron 51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44330" y="-100148"/>
            <a:ext cx="1919218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Home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682875" y="1596106"/>
            <a:ext cx="3746500" cy="3934311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2804023" y="1743610"/>
            <a:ext cx="3496781" cy="3200125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/>
          <p:cNvCxnSpPr/>
          <p:nvPr/>
        </p:nvCxnSpPr>
        <p:spPr>
          <a:xfrm>
            <a:off x="2804023" y="1743610"/>
            <a:ext cx="3496781" cy="3200125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2804023" y="1743610"/>
            <a:ext cx="3496781" cy="3192914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4832882" y="1054630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4864631" y="1034548"/>
            <a:ext cx="1572824" cy="369332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i="1" spc="300" dirty="0" smtClean="0">
                <a:solidFill>
                  <a:srgbClr val="000000"/>
                </a:solidFill>
              </a:rPr>
              <a:t>...Search...</a:t>
            </a:r>
            <a:endParaRPr lang="en-US" i="1" spc="300" dirty="0">
              <a:solidFill>
                <a:srgbClr val="000000"/>
              </a:solidFill>
            </a:endParaRPr>
          </a:p>
        </p:txBody>
      </p:sp>
      <p:sp>
        <p:nvSpPr>
          <p:cNvPr id="58" name="Donut 57"/>
          <p:cNvSpPr/>
          <p:nvPr/>
        </p:nvSpPr>
        <p:spPr>
          <a:xfrm>
            <a:off x="4509926" y="1090354"/>
            <a:ext cx="261979" cy="264991"/>
          </a:xfrm>
          <a:prstGeom prst="donu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9" name="Rounded Rectangle 58"/>
          <p:cNvSpPr/>
          <p:nvPr/>
        </p:nvSpPr>
        <p:spPr>
          <a:xfrm rot="2586247">
            <a:off x="4669372" y="1304091"/>
            <a:ext cx="144143" cy="54798"/>
          </a:xfrm>
          <a:prstGeom prst="round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2789756" y="5010607"/>
            <a:ext cx="20624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0000"/>
                </a:solidFill>
              </a:rPr>
              <a:t>“ Shop Name ”</a:t>
            </a:r>
            <a:endParaRPr lang="en-US" sz="2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07444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3416145" y="1654685"/>
            <a:ext cx="2343010" cy="55454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latin typeface="+mj-lt"/>
                <a:cs typeface="MAW "/>
              </a:rPr>
              <a:t>Categories</a:t>
            </a:r>
            <a:endParaRPr lang="en-US" sz="2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420538" y="2576290"/>
            <a:ext cx="2343010" cy="55454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latin typeface="+mj-lt"/>
                <a:cs typeface="MAW "/>
              </a:rPr>
              <a:t>Search Blogger</a:t>
            </a:r>
            <a:endParaRPr lang="en-US" sz="2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420538" y="3488601"/>
            <a:ext cx="2343010" cy="55454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2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12" name="Chevron 11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62269" y="-100148"/>
            <a:ext cx="1996886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Menu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16" name="Picture 15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20" name="Heart 1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elay 27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2786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308468" y="2198036"/>
            <a:ext cx="80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Fabric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24962" y="3834481"/>
            <a:ext cx="888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Wood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10337" y="2198036"/>
            <a:ext cx="1555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Accessory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84310" y="5611539"/>
            <a:ext cx="1226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Container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67802" y="5624269"/>
            <a:ext cx="989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Other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13408" y="3834053"/>
            <a:ext cx="1143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Stationary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6668119" y="84410"/>
            <a:ext cx="158750" cy="3789089"/>
          </a:xfrm>
          <a:prstGeom prst="roundRect">
            <a:avLst/>
          </a:prstGeom>
          <a:solidFill>
            <a:srgbClr val="000000"/>
          </a:solidFill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hevron 22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19112" y="-100148"/>
            <a:ext cx="4138477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Categories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3083142" y="1043352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>
            <a:stCxn id="31" idx="1"/>
            <a:endCxn id="31" idx="5"/>
          </p:cNvCxnSpPr>
          <p:nvPr/>
        </p:nvCxnSpPr>
        <p:spPr>
          <a:xfrm>
            <a:off x="3257153" y="1212452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31" idx="3"/>
            <a:endCxn id="31" idx="7"/>
          </p:cNvCxnSpPr>
          <p:nvPr/>
        </p:nvCxnSpPr>
        <p:spPr>
          <a:xfrm flipV="1">
            <a:off x="3257153" y="1212452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810337" y="1026652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>
            <a:stCxn id="33" idx="1"/>
            <a:endCxn id="33" idx="5"/>
          </p:cNvCxnSpPr>
          <p:nvPr/>
        </p:nvCxnSpPr>
        <p:spPr>
          <a:xfrm>
            <a:off x="4984348" y="1195752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33" idx="3"/>
            <a:endCxn id="33" idx="7"/>
          </p:cNvCxnSpPr>
          <p:nvPr/>
        </p:nvCxnSpPr>
        <p:spPr>
          <a:xfrm flipV="1">
            <a:off x="4984348" y="1195752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3130812" y="2679583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/>
          <p:cNvCxnSpPr>
            <a:stCxn id="36" idx="1"/>
            <a:endCxn id="36" idx="5"/>
          </p:cNvCxnSpPr>
          <p:nvPr/>
        </p:nvCxnSpPr>
        <p:spPr>
          <a:xfrm>
            <a:off x="3304823" y="2848683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36" idx="3"/>
            <a:endCxn id="36" idx="7"/>
          </p:cNvCxnSpPr>
          <p:nvPr/>
        </p:nvCxnSpPr>
        <p:spPr>
          <a:xfrm flipV="1">
            <a:off x="3304823" y="2848683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4810337" y="2679369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>
            <a:stCxn id="39" idx="1"/>
            <a:endCxn id="39" idx="5"/>
          </p:cNvCxnSpPr>
          <p:nvPr/>
        </p:nvCxnSpPr>
        <p:spPr>
          <a:xfrm>
            <a:off x="4984348" y="2848469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9" idx="3"/>
            <a:endCxn id="39" idx="7"/>
          </p:cNvCxnSpPr>
          <p:nvPr/>
        </p:nvCxnSpPr>
        <p:spPr>
          <a:xfrm flipV="1">
            <a:off x="4984348" y="2848469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3128351" y="4456855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>
            <a:stCxn id="42" idx="1"/>
            <a:endCxn id="42" idx="5"/>
          </p:cNvCxnSpPr>
          <p:nvPr/>
        </p:nvCxnSpPr>
        <p:spPr>
          <a:xfrm>
            <a:off x="3302362" y="4625955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42" idx="3"/>
            <a:endCxn id="42" idx="7"/>
          </p:cNvCxnSpPr>
          <p:nvPr/>
        </p:nvCxnSpPr>
        <p:spPr>
          <a:xfrm flipV="1">
            <a:off x="3302362" y="4625955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4810337" y="4456846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/>
          <p:cNvCxnSpPr>
            <a:stCxn id="45" idx="1"/>
            <a:endCxn id="45" idx="5"/>
          </p:cNvCxnSpPr>
          <p:nvPr/>
        </p:nvCxnSpPr>
        <p:spPr>
          <a:xfrm>
            <a:off x="4984348" y="4625946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45" idx="3"/>
            <a:endCxn id="45" idx="7"/>
          </p:cNvCxnSpPr>
          <p:nvPr/>
        </p:nvCxnSpPr>
        <p:spPr>
          <a:xfrm flipV="1">
            <a:off x="4984348" y="4625946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50" name="Picture 49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51" name="Heart 50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Delay 5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5422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2240574" y="2762551"/>
            <a:ext cx="4601551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ounded Rectangle 52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573366" y="1918075"/>
            <a:ext cx="20582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300" dirty="0" smtClean="0">
                <a:solidFill>
                  <a:srgbClr val="000000"/>
                </a:solidFill>
              </a:rPr>
              <a:t>Username</a:t>
            </a:r>
            <a:endParaRPr lang="en-US" sz="2800" b="1" spc="300" dirty="0">
              <a:solidFill>
                <a:srgbClr val="00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696279" y="2903498"/>
            <a:ext cx="3746500" cy="3512949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2817427" y="3051002"/>
            <a:ext cx="3496781" cy="3200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/>
          <p:cNvCxnSpPr/>
          <p:nvPr/>
        </p:nvCxnSpPr>
        <p:spPr>
          <a:xfrm>
            <a:off x="2817427" y="3051002"/>
            <a:ext cx="3496781" cy="3200125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2817427" y="3051002"/>
            <a:ext cx="3496781" cy="3192914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938485" y="2330045"/>
            <a:ext cx="347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Email: </a:t>
            </a:r>
            <a:r>
              <a:rPr lang="en-US" dirty="0" err="1" smtClean="0">
                <a:solidFill>
                  <a:srgbClr val="000000"/>
                </a:solidFill>
              </a:rPr>
              <a:t>shopismylife@gmail.com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2" name="Chevron 31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36" name="Picture 35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40" name="Heart 3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Delay 5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5893558" y="189693"/>
            <a:ext cx="698335" cy="392895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Edit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584738" y="-100148"/>
            <a:ext cx="2341429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Profile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3881473" y="684434"/>
            <a:ext cx="1366787" cy="1328210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 descr="Untitled-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759" y="772621"/>
            <a:ext cx="1068965" cy="106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0255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2240574" y="1126170"/>
            <a:ext cx="45862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5515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2927084" y="360673"/>
            <a:ext cx="33976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spc="300" dirty="0" smtClean="0">
                <a:solidFill>
                  <a:srgbClr val="000000"/>
                </a:solidFill>
                <a:latin typeface="+mj-lt"/>
                <a:cs typeface="MAW "/>
              </a:rPr>
              <a:t>Shop Name</a:t>
            </a:r>
            <a:endParaRPr lang="en-US" sz="44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50974" y="2817970"/>
            <a:ext cx="3496781" cy="3200125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50974" y="2817970"/>
            <a:ext cx="3496781" cy="3200125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2817970"/>
            <a:ext cx="3496781" cy="3192914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717065" y="1943554"/>
            <a:ext cx="34789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Information: </a:t>
            </a:r>
            <a:r>
              <a:rPr lang="en-US" sz="2000" dirty="0" err="1" smtClean="0">
                <a:solidFill>
                  <a:srgbClr val="000000"/>
                </a:solidFill>
              </a:rPr>
              <a:t>xxxxxxxxxxxxxxxxx</a:t>
            </a:r>
            <a:r>
              <a:rPr lang="en-US" sz="2000" dirty="0" smtClean="0">
                <a:solidFill>
                  <a:srgbClr val="000000"/>
                </a:solidFill>
              </a:rPr>
              <a:t/>
            </a:r>
            <a:br>
              <a:rPr lang="en-US" sz="2000" dirty="0" smtClean="0">
                <a:solidFill>
                  <a:srgbClr val="000000"/>
                </a:solidFill>
              </a:rPr>
            </a:br>
            <a:r>
              <a:rPr lang="en-US" sz="2000" dirty="0" err="1" smtClean="0">
                <a:solidFill>
                  <a:srgbClr val="000000"/>
                </a:solidFill>
              </a:rPr>
              <a:t>xxxxxxxxxxxxxxxxxxxxxxxxxxxxx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719998" y="1143334"/>
            <a:ext cx="13908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Branch: </a:t>
            </a:r>
            <a:r>
              <a:rPr lang="en-US" sz="2000" dirty="0" smtClean="0">
                <a:solidFill>
                  <a:srgbClr val="000000"/>
                </a:solidFill>
              </a:rPr>
              <a:t>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717065" y="1543444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Tel.: </a:t>
            </a:r>
            <a:r>
              <a:rPr lang="en-US" sz="2000" dirty="0" smtClean="0">
                <a:solidFill>
                  <a:srgbClr val="000000"/>
                </a:solidFill>
              </a:rPr>
              <a:t>000-000-0000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38" name="Picture 37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9" name="Heart 38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elay 50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51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53" name="Chevron 52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893558" y="189693"/>
            <a:ext cx="698335" cy="392895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Edit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39003869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2231025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2780199" y="784558"/>
            <a:ext cx="3467556" cy="3200125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50974" y="784558"/>
            <a:ext cx="3496781" cy="3200125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784558"/>
            <a:ext cx="3496781" cy="3192914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2767211" y="4364805"/>
            <a:ext cx="3496781" cy="1842502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 flipV="1">
            <a:off x="4292538" y="4364807"/>
            <a:ext cx="1971454" cy="1834780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2780199" y="4364805"/>
            <a:ext cx="2199665" cy="1834782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31" name="Picture 30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2" name="Heart 31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elay 50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51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53" name="Chevron 52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893558" y="189693"/>
            <a:ext cx="698335" cy="392895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Edit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17607531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668119" y="4404334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50974" y="784558"/>
            <a:ext cx="3496781" cy="1737719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>
            <a:off x="4292538" y="784558"/>
            <a:ext cx="1954414" cy="1737719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784558"/>
            <a:ext cx="1935047" cy="1737720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750973" y="3296351"/>
            <a:ext cx="3496781" cy="1887625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39" name="Picture 38" descr="Screen Shot 2557-05-11 at 11.25.14 AM.png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101" y="3348649"/>
            <a:ext cx="3390571" cy="1783188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40" name="Teardrop 39"/>
          <p:cNvSpPr/>
          <p:nvPr/>
        </p:nvSpPr>
        <p:spPr>
          <a:xfrm rot="7921972">
            <a:off x="4534471" y="4145433"/>
            <a:ext cx="408752" cy="408724"/>
          </a:xfrm>
          <a:prstGeom prst="teardrop">
            <a:avLst/>
          </a:prstGeom>
          <a:solidFill>
            <a:srgbClr val="000000"/>
          </a:solidFill>
          <a:ln>
            <a:noFill/>
          </a:ln>
          <a:effectLst>
            <a:outerShdw blurRad="40005" dist="22987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642876" y="4251021"/>
            <a:ext cx="193141" cy="18267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2675462" y="2896241"/>
            <a:ext cx="1090613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Location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277585" y="4591960"/>
            <a:ext cx="1178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Shop Name</a:t>
            </a:r>
            <a:endParaRPr lang="en-US" sz="2000" b="1" dirty="0"/>
          </a:p>
        </p:txBody>
      </p:sp>
      <p:sp>
        <p:nvSpPr>
          <p:cNvPr id="28" name="Rectangle 27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48" name="Picture 47" descr="comment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49" name="Heart 48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Delay 54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57" name="Chevron 56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893558" y="189693"/>
            <a:ext cx="698335" cy="392895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Edit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768302" y="5548410"/>
            <a:ext cx="3478650" cy="458788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000000"/>
                </a:solidFill>
                <a:latin typeface="MAW "/>
                <a:cs typeface="MAW "/>
              </a:rPr>
              <a:t>Delete Shop</a:t>
            </a:r>
            <a:endParaRPr lang="en-US" sz="2400" spc="300" dirty="0">
              <a:solidFill>
                <a:srgbClr val="000000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9489446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668119" y="4404334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50974" y="784558"/>
            <a:ext cx="3496781" cy="1737719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>
            <a:off x="4292538" y="784558"/>
            <a:ext cx="1954414" cy="1737719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784558"/>
            <a:ext cx="1935047" cy="1737720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750973" y="3296351"/>
            <a:ext cx="3496781" cy="1887625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39" name="Picture 38" descr="Screen Shot 2557-05-11 at 11.25.14 AM.png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101" y="3348649"/>
            <a:ext cx="3390571" cy="1783188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40" name="Teardrop 39"/>
          <p:cNvSpPr/>
          <p:nvPr/>
        </p:nvSpPr>
        <p:spPr>
          <a:xfrm rot="7921972">
            <a:off x="4534471" y="4145433"/>
            <a:ext cx="408752" cy="408724"/>
          </a:xfrm>
          <a:prstGeom prst="teardrop">
            <a:avLst/>
          </a:prstGeom>
          <a:solidFill>
            <a:srgbClr val="000000"/>
          </a:solidFill>
          <a:ln>
            <a:noFill/>
          </a:ln>
          <a:effectLst>
            <a:outerShdw blurRad="40005" dist="22987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642876" y="4251021"/>
            <a:ext cx="193141" cy="18267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2675462" y="2896241"/>
            <a:ext cx="1090613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Location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277585" y="4591960"/>
            <a:ext cx="1178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Shop Name</a:t>
            </a:r>
            <a:endParaRPr lang="en-US" sz="2000" b="1" dirty="0"/>
          </a:p>
        </p:txBody>
      </p:sp>
      <p:sp>
        <p:nvSpPr>
          <p:cNvPr id="28" name="Rectangle 27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48" name="Picture 47" descr="comment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49" name="Heart 48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Delay 54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57" name="Chevron 56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893558" y="189693"/>
            <a:ext cx="698335" cy="392895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Edit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768302" y="5548410"/>
            <a:ext cx="3478650" cy="458788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000000"/>
                </a:solidFill>
                <a:latin typeface="MAW "/>
                <a:cs typeface="MAW "/>
              </a:rPr>
              <a:t>Delete Shop</a:t>
            </a:r>
            <a:endParaRPr lang="en-US" sz="2400" spc="300" dirty="0">
              <a:solidFill>
                <a:srgbClr val="000000"/>
              </a:solidFill>
              <a:latin typeface="MAW "/>
              <a:cs typeface="MAW 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498701" y="2041527"/>
            <a:ext cx="4067567" cy="2448964"/>
          </a:xfrm>
          <a:prstGeom prst="roundRect">
            <a:avLst>
              <a:gd name="adj" fmla="val 6442"/>
            </a:avLst>
          </a:prstGeom>
          <a:solidFill>
            <a:schemeClr val="bg1"/>
          </a:solidFill>
          <a:ln>
            <a:solidFill>
              <a:srgbClr val="000000"/>
            </a:solidFill>
          </a:ln>
          <a:effectLst>
            <a:outerShdw blurRad="40000" dist="86487" dir="378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988541" y="2631379"/>
            <a:ext cx="2402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Are you sure to </a:t>
            </a:r>
          </a:p>
          <a:p>
            <a:pPr algn="ctr"/>
            <a:r>
              <a:rPr lang="en-US" sz="2000" dirty="0" smtClean="0"/>
              <a:t>delete your shop?</a:t>
            </a:r>
            <a:endParaRPr lang="en-US" sz="2000" dirty="0"/>
          </a:p>
        </p:txBody>
      </p:sp>
      <p:sp>
        <p:nvSpPr>
          <p:cNvPr id="34" name="Rounded Rectangle 33"/>
          <p:cNvSpPr/>
          <p:nvPr/>
        </p:nvSpPr>
        <p:spPr>
          <a:xfrm>
            <a:off x="4706986" y="3855500"/>
            <a:ext cx="1532547" cy="459499"/>
          </a:xfrm>
          <a:prstGeom prst="roundRect">
            <a:avLst>
              <a:gd name="adj" fmla="val 6442"/>
            </a:avLst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000000"/>
                </a:solidFill>
                <a:latin typeface="MAW "/>
                <a:cs typeface="MAW "/>
              </a:rPr>
              <a:t>Yes</a:t>
            </a:r>
            <a:endParaRPr lang="en-US" sz="2400" spc="300" dirty="0">
              <a:solidFill>
                <a:srgbClr val="000000"/>
              </a:solidFill>
              <a:latin typeface="MAW "/>
              <a:cs typeface="MAW 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2863590" y="3847479"/>
            <a:ext cx="1532547" cy="459499"/>
          </a:xfrm>
          <a:prstGeom prst="roundRect">
            <a:avLst>
              <a:gd name="adj" fmla="val 6442"/>
            </a:avLst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000000"/>
                </a:solidFill>
                <a:latin typeface="MAW "/>
                <a:cs typeface="MAW "/>
              </a:rPr>
              <a:t>No</a:t>
            </a:r>
            <a:endParaRPr lang="en-US" sz="2400" spc="300" dirty="0">
              <a:solidFill>
                <a:srgbClr val="000000"/>
              </a:solidFill>
              <a:latin typeface="MAW "/>
              <a:cs typeface="MAW "/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2849608" y="3680478"/>
            <a:ext cx="3375943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882924" y="2339743"/>
            <a:ext cx="1188221" cy="11546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>
            <a:stCxn id="37" idx="1"/>
            <a:endCxn id="37" idx="5"/>
          </p:cNvCxnSpPr>
          <p:nvPr/>
        </p:nvCxnSpPr>
        <p:spPr>
          <a:xfrm>
            <a:off x="3056935" y="2508843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37" idx="3"/>
            <a:endCxn id="37" idx="7"/>
          </p:cNvCxnSpPr>
          <p:nvPr/>
        </p:nvCxnSpPr>
        <p:spPr>
          <a:xfrm flipV="1">
            <a:off x="3056935" y="2508843"/>
            <a:ext cx="840199" cy="8164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4244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990648" y="1086968"/>
            <a:ext cx="9803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56090" y="2525041"/>
            <a:ext cx="2264534" cy="1471262"/>
          </a:xfrm>
          <a:prstGeom prst="roundRect">
            <a:avLst>
              <a:gd name="adj" fmla="val 9235"/>
            </a:avLst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3945375" y="1106078"/>
            <a:ext cx="2264533" cy="381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3945375" y="1802269"/>
            <a:ext cx="2264533" cy="381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3357496" y="1783159"/>
            <a:ext cx="6445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Tel.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89688" y="2464354"/>
            <a:ext cx="1652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Information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ounded Rectangle 59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ounded Rectangle 61"/>
          <p:cNvSpPr/>
          <p:nvPr/>
        </p:nvSpPr>
        <p:spPr>
          <a:xfrm>
            <a:off x="2636502" y="4544483"/>
            <a:ext cx="3573406" cy="1155744"/>
          </a:xfrm>
          <a:prstGeom prst="roundRect">
            <a:avLst>
              <a:gd name="adj" fmla="val 9235"/>
            </a:avLst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2542592" y="4156264"/>
            <a:ext cx="11614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Pictures</a:t>
            </a:r>
          </a:p>
        </p:txBody>
      </p:sp>
      <p:sp>
        <p:nvSpPr>
          <p:cNvPr id="52" name="Chevron 51"/>
          <p:cNvSpPr/>
          <p:nvPr/>
        </p:nvSpPr>
        <p:spPr>
          <a:xfrm>
            <a:off x="5892672" y="4959327"/>
            <a:ext cx="232435" cy="311431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4909645" y="4815109"/>
            <a:ext cx="892826" cy="58426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pc="300" dirty="0" smtClean="0">
                <a:solidFill>
                  <a:srgbClr val="000000"/>
                </a:solidFill>
                <a:latin typeface="MAW "/>
                <a:cs typeface="MAW "/>
              </a:rPr>
              <a:t>ADD</a:t>
            </a:r>
            <a:br>
              <a:rPr lang="en-US" b="1" spc="300" dirty="0" smtClean="0">
                <a:solidFill>
                  <a:srgbClr val="000000"/>
                </a:solidFill>
                <a:latin typeface="MAW "/>
                <a:cs typeface="MAW "/>
              </a:rPr>
            </a:br>
            <a:r>
              <a:rPr lang="en-US" b="1" spc="300" dirty="0" smtClean="0">
                <a:solidFill>
                  <a:srgbClr val="000000"/>
                </a:solidFill>
                <a:latin typeface="MAW "/>
                <a:cs typeface="MAW "/>
              </a:rPr>
              <a:t>MORE</a:t>
            </a:r>
            <a:endParaRPr lang="en-US" b="1" spc="300" dirty="0">
              <a:solidFill>
                <a:srgbClr val="000000"/>
              </a:solidFill>
              <a:latin typeface="MAW "/>
              <a:cs typeface="MAW "/>
            </a:endParaRPr>
          </a:p>
        </p:txBody>
      </p:sp>
      <p:pic>
        <p:nvPicPr>
          <p:cNvPr id="68" name="Picture 67" descr="cameraicon2.png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115" y="4621442"/>
            <a:ext cx="981358" cy="981358"/>
          </a:xfrm>
          <a:prstGeom prst="rect">
            <a:avLst/>
          </a:prstGeom>
          <a:effectLst/>
        </p:spPr>
      </p:pic>
      <p:pic>
        <p:nvPicPr>
          <p:cNvPr id="69" name="Picture 68" descr="close-button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23919" y="4587354"/>
            <a:ext cx="320015" cy="452319"/>
          </a:xfrm>
          <a:prstGeom prst="rect">
            <a:avLst/>
          </a:prstGeom>
        </p:spPr>
      </p:pic>
      <p:pic>
        <p:nvPicPr>
          <p:cNvPr id="70" name="Picture 69" descr="cameraicon2.png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471" y="4630883"/>
            <a:ext cx="981358" cy="981358"/>
          </a:xfrm>
          <a:prstGeom prst="rect">
            <a:avLst/>
          </a:prstGeom>
          <a:effectLst/>
        </p:spPr>
      </p:pic>
      <p:pic>
        <p:nvPicPr>
          <p:cNvPr id="71" name="Picture 70" descr="close-button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512275" y="4596795"/>
            <a:ext cx="320015" cy="452319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 descr="hom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40" name="Picture 39" descr="comment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41" name="Heart 40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Delay 54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 descr="create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57" name="Chevron 56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877602" y="-33281"/>
            <a:ext cx="33976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Shop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5763548" y="189693"/>
            <a:ext cx="828434" cy="392895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Save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29005305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4016557" y="763609"/>
            <a:ext cx="2264534" cy="1471262"/>
          </a:xfrm>
          <a:prstGeom prst="roundRect">
            <a:avLst>
              <a:gd name="adj" fmla="val 9235"/>
            </a:avLst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2550155" y="702922"/>
            <a:ext cx="1652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Information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73220" y="4605878"/>
            <a:ext cx="3554099" cy="1249172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Screen Shot 2557-05-11 at 11.25.14 AM.png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383" y="4679587"/>
            <a:ext cx="3390571" cy="1113078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39" name="TextBox 38"/>
          <p:cNvSpPr txBox="1"/>
          <p:nvPr/>
        </p:nvSpPr>
        <p:spPr>
          <a:xfrm>
            <a:off x="2567543" y="4167398"/>
            <a:ext cx="1652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Location</a:t>
            </a:r>
          </a:p>
        </p:txBody>
      </p:sp>
      <p:sp>
        <p:nvSpPr>
          <p:cNvPr id="40" name="Chevron 39"/>
          <p:cNvSpPr/>
          <p:nvPr/>
        </p:nvSpPr>
        <p:spPr>
          <a:xfrm>
            <a:off x="5861859" y="5084064"/>
            <a:ext cx="232435" cy="311431"/>
          </a:xfrm>
          <a:prstGeom prst="chevron">
            <a:avLst>
              <a:gd name="adj" fmla="val 63192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2671076" y="2756687"/>
            <a:ext cx="3573406" cy="1155744"/>
          </a:xfrm>
          <a:prstGeom prst="roundRect">
            <a:avLst>
              <a:gd name="adj" fmla="val 9235"/>
            </a:avLst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2577166" y="2368468"/>
            <a:ext cx="11614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Pictures</a:t>
            </a:r>
          </a:p>
        </p:txBody>
      </p:sp>
      <p:sp>
        <p:nvSpPr>
          <p:cNvPr id="69" name="Chevron 68"/>
          <p:cNvSpPr/>
          <p:nvPr/>
        </p:nvSpPr>
        <p:spPr>
          <a:xfrm>
            <a:off x="5927246" y="3187021"/>
            <a:ext cx="232435" cy="311431"/>
          </a:xfrm>
          <a:prstGeom prst="chevron">
            <a:avLst>
              <a:gd name="adj" fmla="val 63192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969755" y="3040294"/>
            <a:ext cx="892826" cy="5842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pc="300" dirty="0" smtClean="0">
                <a:solidFill>
                  <a:srgbClr val="000000"/>
                </a:solidFill>
                <a:latin typeface="MAW "/>
                <a:cs typeface="MAW "/>
              </a:rPr>
              <a:t>ADD</a:t>
            </a:r>
            <a:br>
              <a:rPr lang="en-US" b="1" spc="300" dirty="0" smtClean="0">
                <a:solidFill>
                  <a:srgbClr val="000000"/>
                </a:solidFill>
                <a:latin typeface="MAW "/>
                <a:cs typeface="MAW "/>
              </a:rPr>
            </a:br>
            <a:r>
              <a:rPr lang="en-US" b="1" spc="300" dirty="0" smtClean="0">
                <a:solidFill>
                  <a:srgbClr val="000000"/>
                </a:solidFill>
                <a:latin typeface="MAW "/>
                <a:cs typeface="MAW "/>
              </a:rPr>
              <a:t>MORE</a:t>
            </a:r>
            <a:endParaRPr lang="en-US" b="1" spc="300" dirty="0">
              <a:solidFill>
                <a:srgbClr val="000000"/>
              </a:solidFill>
              <a:latin typeface="MAW "/>
              <a:cs typeface="MAW "/>
            </a:endParaRPr>
          </a:p>
        </p:txBody>
      </p:sp>
      <p:pic>
        <p:nvPicPr>
          <p:cNvPr id="5" name="Picture 4" descr="cameraicon2.png"/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652" y="2843291"/>
            <a:ext cx="981358" cy="981358"/>
          </a:xfrm>
          <a:prstGeom prst="rect">
            <a:avLst/>
          </a:prstGeom>
          <a:effectLst/>
        </p:spPr>
      </p:pic>
      <p:pic>
        <p:nvPicPr>
          <p:cNvPr id="70" name="Picture 69" descr="close-button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01456" y="2809203"/>
            <a:ext cx="320015" cy="452319"/>
          </a:xfrm>
          <a:prstGeom prst="rect">
            <a:avLst/>
          </a:prstGeom>
        </p:spPr>
      </p:pic>
      <p:pic>
        <p:nvPicPr>
          <p:cNvPr id="72" name="Picture 71" descr="cameraicon2.png"/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008" y="2852732"/>
            <a:ext cx="981358" cy="981358"/>
          </a:xfrm>
          <a:prstGeom prst="rect">
            <a:avLst/>
          </a:prstGeom>
          <a:effectLst/>
        </p:spPr>
      </p:pic>
      <p:pic>
        <p:nvPicPr>
          <p:cNvPr id="73" name="Picture 72" descr="close-button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589812" y="2818644"/>
            <a:ext cx="320015" cy="452319"/>
          </a:xfrm>
          <a:prstGeom prst="rect">
            <a:avLst/>
          </a:prstGeom>
        </p:spPr>
      </p:pic>
      <p:cxnSp>
        <p:nvCxnSpPr>
          <p:cNvPr id="41" name="Straight Connector 40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hevron 41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877602" y="-33281"/>
            <a:ext cx="33976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Shop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5763548" y="189693"/>
            <a:ext cx="828434" cy="392895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Save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ounded Rectangle 52"/>
          <p:cNvSpPr/>
          <p:nvPr/>
        </p:nvSpPr>
        <p:spPr>
          <a:xfrm>
            <a:off x="6668119" y="4323027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 descr="hom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56" name="Picture 55" descr="comment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57" name="Heart 56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Connector 57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Delay 6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67" descr="create1.png"/>
          <p:cNvPicPr>
            <a:picLocks noChangeAspect="1"/>
          </p:cNvPicPr>
          <p:nvPr/>
        </p:nvPicPr>
        <p:blipFill>
          <a:blip r:embed="rId7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71" name="Teardrop 70"/>
          <p:cNvSpPr/>
          <p:nvPr/>
        </p:nvSpPr>
        <p:spPr>
          <a:xfrm rot="7921972">
            <a:off x="4534471" y="4779691"/>
            <a:ext cx="408752" cy="408724"/>
          </a:xfrm>
          <a:prstGeom prst="teardrop">
            <a:avLst/>
          </a:prstGeom>
          <a:solidFill>
            <a:srgbClr val="000000"/>
          </a:solidFill>
          <a:ln>
            <a:noFill/>
          </a:ln>
          <a:effectLst>
            <a:outerShdw blurRad="40005" dist="22987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4642876" y="4885279"/>
            <a:ext cx="193141" cy="18267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5" name="TextBox 74"/>
          <p:cNvSpPr txBox="1"/>
          <p:nvPr/>
        </p:nvSpPr>
        <p:spPr>
          <a:xfrm>
            <a:off x="4277585" y="5226218"/>
            <a:ext cx="1178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Shop Name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6679208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4832882" y="1036683"/>
            <a:ext cx="1604574" cy="3492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4864631" y="1016601"/>
            <a:ext cx="157282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i="1" spc="300" dirty="0" smtClean="0">
                <a:solidFill>
                  <a:srgbClr val="000000"/>
                </a:solidFill>
              </a:rPr>
              <a:t>...Search...</a:t>
            </a:r>
            <a:endParaRPr lang="en-US" i="1" spc="300" dirty="0">
              <a:solidFill>
                <a:srgbClr val="000000"/>
              </a:solidFill>
            </a:endParaRPr>
          </a:p>
        </p:txBody>
      </p:sp>
      <p:sp>
        <p:nvSpPr>
          <p:cNvPr id="35" name="Donut 34"/>
          <p:cNvSpPr/>
          <p:nvPr/>
        </p:nvSpPr>
        <p:spPr>
          <a:xfrm>
            <a:off x="4509926" y="1072407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 rot="2586247">
            <a:off x="4669372" y="1286144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/>
          <p:cNvCxnSpPr/>
          <p:nvPr/>
        </p:nvCxnSpPr>
        <p:spPr>
          <a:xfrm>
            <a:off x="2410424" y="2306282"/>
            <a:ext cx="4027032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2441400" y="3403543"/>
            <a:ext cx="3996056" cy="479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2441400" y="4485316"/>
            <a:ext cx="3996056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301458" y="1446224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Username  </a:t>
            </a:r>
          </a:p>
          <a:p>
            <a:r>
              <a:rPr lang="en-US" sz="2000" dirty="0" smtClean="0">
                <a:solidFill>
                  <a:srgbClr val="000000"/>
                </a:solidFill>
              </a:rPr>
              <a:t>Follower: number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301458" y="2494287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Username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Follower: </a:t>
            </a:r>
            <a:r>
              <a:rPr lang="en-US" sz="2000" dirty="0" smtClean="0">
                <a:solidFill>
                  <a:srgbClr val="000000"/>
                </a:solidFill>
              </a:rPr>
              <a:t>number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321714" y="3603846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Username</a:t>
            </a:r>
          </a:p>
          <a:p>
            <a:r>
              <a:rPr lang="en-US" sz="2000" dirty="0">
                <a:solidFill>
                  <a:srgbClr val="000000"/>
                </a:solidFill>
              </a:rPr>
              <a:t>Follower: </a:t>
            </a:r>
            <a:r>
              <a:rPr lang="en-US" sz="2000" dirty="0" smtClean="0">
                <a:solidFill>
                  <a:srgbClr val="000000"/>
                </a:solidFill>
              </a:rPr>
              <a:t>number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755776" y="3408333"/>
            <a:ext cx="6555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000" dirty="0">
                <a:solidFill>
                  <a:prstClr val="white"/>
                </a:solidFill>
              </a:rPr>
              <a:t> 1 :-)</a:t>
            </a:r>
            <a:endParaRPr lang="en-US" sz="2000" b="1" dirty="0">
              <a:solidFill>
                <a:srgbClr val="FCCB55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499385" y="-100148"/>
            <a:ext cx="2341429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Blogger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sp>
        <p:nvSpPr>
          <p:cNvPr id="37" name="Chevron 36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sp>
        <p:nvSpPr>
          <p:cNvPr id="50" name="Heart 4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Delay 55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Picture 56" descr="creat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pic>
        <p:nvPicPr>
          <p:cNvPr id="70" name="Picture 69" descr="comment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71" name="Oval 70"/>
          <p:cNvSpPr/>
          <p:nvPr/>
        </p:nvSpPr>
        <p:spPr>
          <a:xfrm>
            <a:off x="2553874" y="3572704"/>
            <a:ext cx="743164" cy="72218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2" name="Picture 71" descr="Untitled-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280" y="3641500"/>
            <a:ext cx="581229" cy="581229"/>
          </a:xfrm>
          <a:prstGeom prst="rect">
            <a:avLst/>
          </a:prstGeom>
        </p:spPr>
      </p:pic>
      <p:sp>
        <p:nvSpPr>
          <p:cNvPr id="73" name="Oval 72"/>
          <p:cNvSpPr/>
          <p:nvPr/>
        </p:nvSpPr>
        <p:spPr>
          <a:xfrm>
            <a:off x="2553874" y="2524563"/>
            <a:ext cx="743164" cy="72218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4" name="Picture 73" descr="Untitled-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280" y="2593359"/>
            <a:ext cx="581229" cy="581229"/>
          </a:xfrm>
          <a:prstGeom prst="rect">
            <a:avLst/>
          </a:prstGeom>
        </p:spPr>
      </p:pic>
      <p:sp>
        <p:nvSpPr>
          <p:cNvPr id="75" name="Oval 74"/>
          <p:cNvSpPr/>
          <p:nvPr/>
        </p:nvSpPr>
        <p:spPr>
          <a:xfrm>
            <a:off x="2546482" y="1446224"/>
            <a:ext cx="743164" cy="72218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 descr="Untitled-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888" y="1515020"/>
            <a:ext cx="581229" cy="58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3884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2254250" y="2395710"/>
            <a:ext cx="4572619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063132" y="1376034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267814" y="1376034"/>
            <a:ext cx="1159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Following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08738" y="1607170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696279" y="2547228"/>
            <a:ext cx="3746500" cy="4248686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2817427" y="2694732"/>
            <a:ext cx="3496781" cy="3200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/>
          <p:cNvCxnSpPr/>
          <p:nvPr/>
        </p:nvCxnSpPr>
        <p:spPr>
          <a:xfrm>
            <a:off x="2817427" y="2694732"/>
            <a:ext cx="3496781" cy="3200125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2817427" y="2694732"/>
            <a:ext cx="3496781" cy="3192914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5170770" y="1418179"/>
            <a:ext cx="0" cy="51496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696279" y="1990479"/>
            <a:ext cx="347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Email: </a:t>
            </a:r>
            <a:r>
              <a:rPr lang="en-US" dirty="0" err="1" smtClean="0">
                <a:solidFill>
                  <a:srgbClr val="000000"/>
                </a:solidFill>
              </a:rPr>
              <a:t>xxxxxxxx@xxxxx.com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273615" y="894959"/>
            <a:ext cx="2124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300" dirty="0" smtClean="0">
                <a:solidFill>
                  <a:srgbClr val="000000"/>
                </a:solidFill>
              </a:rPr>
              <a:t>Username</a:t>
            </a:r>
            <a:endParaRPr lang="en-US" sz="2800" b="1" spc="300" dirty="0">
              <a:solidFill>
                <a:srgbClr val="000000"/>
              </a:solidFill>
            </a:endParaRPr>
          </a:p>
        </p:txBody>
      </p:sp>
      <p:sp>
        <p:nvSpPr>
          <p:cNvPr id="27" name="Chevron 26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2739411" y="684434"/>
            <a:ext cx="1366787" cy="1328210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697" y="772621"/>
            <a:ext cx="1068965" cy="106896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422119" y="-100148"/>
            <a:ext cx="2341429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Profile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764029" y="5894857"/>
            <a:ext cx="2423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0000"/>
                </a:solidFill>
              </a:rPr>
              <a:t>“ Tutorial Name ”</a:t>
            </a:r>
            <a:endParaRPr lang="en-US" sz="2400" b="1" dirty="0">
              <a:solidFill>
                <a:srgbClr val="00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112317" y="5968427"/>
            <a:ext cx="122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No. of likes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30174" y="1593827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36" name="Picture 35" descr="comment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9" name="Heart 38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Delay 54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5328150" y="177143"/>
            <a:ext cx="1278259" cy="362053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Message 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31239995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/>
          <p:nvPr/>
        </p:nvCxnSpPr>
        <p:spPr>
          <a:xfrm>
            <a:off x="2240574" y="1670755"/>
            <a:ext cx="458629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2070033"/>
            <a:ext cx="158750" cy="1727200"/>
          </a:xfrm>
          <a:prstGeom prst="roundRect">
            <a:avLst/>
          </a:prstGeom>
          <a:solidFill>
            <a:srgbClr val="000000"/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2750974" y="583958"/>
            <a:ext cx="3803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Tutorial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023331" y="1157949"/>
            <a:ext cx="1570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By </a:t>
            </a:r>
            <a:r>
              <a:rPr lang="en-US" sz="2000" u="sng" dirty="0" smtClean="0">
                <a:solidFill>
                  <a:srgbClr val="000000"/>
                </a:solidFill>
              </a:rPr>
              <a:t>Username</a:t>
            </a:r>
            <a:endParaRPr lang="en-US" sz="2000" u="sng" dirty="0">
              <a:solidFill>
                <a:srgbClr val="0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42191" y="1148346"/>
            <a:ext cx="134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No. of likes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442392" y="1732715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50974" y="2334994"/>
            <a:ext cx="3496781" cy="32001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50974" y="2334994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2334994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Share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5" name="Picture 24" descr="flaticon_facebook.gif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  <p:sp>
        <p:nvSpPr>
          <p:cNvPr id="20" name="Chevron 1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29" name="Heart 28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elay 35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hom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39" name="Picture 38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00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2231025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2750974" y="1267534"/>
            <a:ext cx="3496781" cy="3200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50974" y="1267534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1267534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4044125" y="2466661"/>
            <a:ext cx="1098433" cy="627161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2646666" y="700188"/>
            <a:ext cx="3618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Step1: </a:t>
            </a:r>
            <a:r>
              <a:rPr lang="en-US" sz="2000" dirty="0" err="1" smtClean="0"/>
              <a:t>xxxxx</a:t>
            </a:r>
            <a:r>
              <a:rPr lang="en-US" sz="2000" dirty="0" smtClean="0"/>
              <a:t>, </a:t>
            </a:r>
            <a:r>
              <a:rPr lang="en-US" sz="2400" dirty="0" err="1" smtClean="0"/>
              <a:t>xxxxx</a:t>
            </a:r>
            <a:r>
              <a:rPr lang="en-US" sz="2000" dirty="0" smtClean="0"/>
              <a:t>, </a:t>
            </a:r>
            <a:r>
              <a:rPr lang="en-US" sz="2000" dirty="0" err="1" smtClean="0"/>
              <a:t>xxxxx</a:t>
            </a:r>
            <a:r>
              <a:rPr lang="en-US" sz="2000" dirty="0" smtClean="0"/>
              <a:t>, </a:t>
            </a:r>
            <a:r>
              <a:rPr lang="en-US" sz="2000" dirty="0" err="1" smtClean="0"/>
              <a:t>xxxxx</a:t>
            </a:r>
            <a:endParaRPr lang="en-US" sz="2000" dirty="0"/>
          </a:p>
        </p:txBody>
      </p:sp>
      <p:sp>
        <p:nvSpPr>
          <p:cNvPr id="46" name="TextBox 45"/>
          <p:cNvSpPr txBox="1"/>
          <p:nvPr/>
        </p:nvSpPr>
        <p:spPr>
          <a:xfrm>
            <a:off x="2746289" y="4718146"/>
            <a:ext cx="3618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Step2: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788327" y="5330770"/>
            <a:ext cx="3496781" cy="8688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 flipV="1">
            <a:off x="5362464" y="5330770"/>
            <a:ext cx="901528" cy="868817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2780199" y="5330770"/>
            <a:ext cx="1021205" cy="876537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evron 22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Share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6" name="Picture 25" descr="flaticon_facebook.gif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28" name="Heart 27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elay 35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hom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38" name="Picture 37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4826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2231025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2750974" y="1267534"/>
            <a:ext cx="3496781" cy="3200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50974" y="1267534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1267534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4044125" y="2466661"/>
            <a:ext cx="1098433" cy="627161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2646666" y="700188"/>
            <a:ext cx="3618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Step1: </a:t>
            </a:r>
            <a:r>
              <a:rPr lang="en-US" sz="2000" dirty="0" err="1" smtClean="0"/>
              <a:t>xxxxx</a:t>
            </a:r>
            <a:r>
              <a:rPr lang="en-US" sz="2000" dirty="0" smtClean="0"/>
              <a:t>, </a:t>
            </a:r>
            <a:r>
              <a:rPr lang="en-US" sz="2400" dirty="0" err="1" smtClean="0"/>
              <a:t>xxxxx</a:t>
            </a:r>
            <a:r>
              <a:rPr lang="en-US" sz="2000" dirty="0" smtClean="0"/>
              <a:t>, </a:t>
            </a:r>
            <a:r>
              <a:rPr lang="en-US" sz="2000" dirty="0" err="1" smtClean="0"/>
              <a:t>xxxxx</a:t>
            </a:r>
            <a:r>
              <a:rPr lang="en-US" sz="2000" dirty="0" smtClean="0"/>
              <a:t>, </a:t>
            </a:r>
            <a:r>
              <a:rPr lang="en-US" sz="2000" dirty="0" err="1" smtClean="0"/>
              <a:t>xxxxx</a:t>
            </a:r>
            <a:endParaRPr lang="en-US" sz="2000" dirty="0"/>
          </a:p>
        </p:txBody>
      </p:sp>
      <p:sp>
        <p:nvSpPr>
          <p:cNvPr id="46" name="TextBox 45"/>
          <p:cNvSpPr txBox="1"/>
          <p:nvPr/>
        </p:nvSpPr>
        <p:spPr>
          <a:xfrm>
            <a:off x="2746289" y="4718146"/>
            <a:ext cx="3618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Step2: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788327" y="5330770"/>
            <a:ext cx="3496781" cy="8688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 flipV="1">
            <a:off x="5362464" y="5330770"/>
            <a:ext cx="901528" cy="868817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2780199" y="5330770"/>
            <a:ext cx="1021205" cy="876537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evron 22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Share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6" name="Picture 25" descr="flaticon_facebook.gif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  <p:sp>
        <p:nvSpPr>
          <p:cNvPr id="21" name="Isosceles Triangle 20"/>
          <p:cNvSpPr/>
          <p:nvPr/>
        </p:nvSpPr>
        <p:spPr>
          <a:xfrm rot="5400000">
            <a:off x="4044125" y="3483652"/>
            <a:ext cx="1098433" cy="62716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2435920" y="2041527"/>
            <a:ext cx="4067567" cy="2448964"/>
          </a:xfrm>
          <a:prstGeom prst="roundRect">
            <a:avLst>
              <a:gd name="adj" fmla="val 6442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40000" dist="76200" dir="336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637904" y="2838437"/>
            <a:ext cx="3665090" cy="117645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686174" y="2885797"/>
            <a:ext cx="1115230" cy="108589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/>
          <p:cNvCxnSpPr/>
          <p:nvPr/>
        </p:nvCxnSpPr>
        <p:spPr>
          <a:xfrm>
            <a:off x="2686174" y="2885797"/>
            <a:ext cx="1115230" cy="1085897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2686174" y="2885797"/>
            <a:ext cx="1115230" cy="108589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171338" y="2265864"/>
            <a:ext cx="3131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spc="300" dirty="0" smtClean="0"/>
              <a:t>Write a message ...</a:t>
            </a:r>
            <a:endParaRPr lang="en-US" sz="2000" i="1" spc="300" dirty="0"/>
          </a:p>
        </p:txBody>
      </p:sp>
      <p:pic>
        <p:nvPicPr>
          <p:cNvPr id="35" name="Picture 34" descr="facebook (1)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904" y="2235701"/>
            <a:ext cx="459697" cy="459697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674324" y="4070916"/>
            <a:ext cx="630397" cy="318526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000000"/>
                </a:solidFill>
              </a:rPr>
              <a:t>Post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907257" y="3150902"/>
            <a:ext cx="22284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Tutorial Name</a:t>
            </a:r>
          </a:p>
          <a:p>
            <a:pPr algn="ctr"/>
            <a:r>
              <a:rPr lang="en-US" dirty="0" smtClean="0">
                <a:solidFill>
                  <a:srgbClr val="000000"/>
                </a:solidFill>
              </a:rPr>
              <a:t>Detail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 descr="comment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40" name="Heart 3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Delay 52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 descr="hom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55" name="Picture 54" descr="create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0949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207003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360163" y="2149449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Comment 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376442" y="3023486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Comment 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396698" y="3920205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Comment 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778513" y="677633"/>
            <a:ext cx="3496781" cy="100388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5152884" y="677633"/>
            <a:ext cx="1068848" cy="962664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2795686" y="677633"/>
            <a:ext cx="1041273" cy="962664"/>
          </a:xfrm>
          <a:prstGeom prst="line">
            <a:avLst/>
          </a:prstGeom>
          <a:ln w="38100" cmpd="sng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922637" y="2937659"/>
            <a:ext cx="3272542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922637" y="3826177"/>
            <a:ext cx="3272542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922637" y="4685877"/>
            <a:ext cx="3272542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evron 23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Share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3" name="Picture 32" descr="flaticon_facebook.gif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2845168" y="2271939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Untitled-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081" y="2304929"/>
            <a:ext cx="433588" cy="433588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2854139" y="3159906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Untitled-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052" y="3192896"/>
            <a:ext cx="433588" cy="433588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2881703" y="4002946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Untitled-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616" y="4035936"/>
            <a:ext cx="433588" cy="433588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comment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1" name="Heart 30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Delay 4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 descr="hom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49" name="Picture 48" descr="create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0996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629025" y="4006694"/>
            <a:ext cx="2264533" cy="38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Shop Name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82888" y="4006694"/>
            <a:ext cx="917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Name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577155" y="4621366"/>
            <a:ext cx="1187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Category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646146" y="4683326"/>
            <a:ext cx="2264533" cy="38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5518026" y="4683134"/>
            <a:ext cx="394559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19242" y="4830791"/>
            <a:ext cx="206003" cy="140066"/>
          </a:xfrm>
          <a:prstGeom prst="triangle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cameraicon2.png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117" y="1113064"/>
            <a:ext cx="2576104" cy="2576104"/>
          </a:xfrm>
          <a:prstGeom prst="rect">
            <a:avLst/>
          </a:prstGeom>
          <a:effectLst/>
        </p:spPr>
      </p:pic>
      <p:sp>
        <p:nvSpPr>
          <p:cNvPr id="25" name="Rectangle 24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38" name="Picture 37" descr="comment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9" name="Heart 38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elay 44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47" name="Chevron 46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893558" y="189693"/>
            <a:ext cx="828434" cy="392895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Next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771435" y="-100148"/>
            <a:ext cx="2341429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Create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</p:spTree>
    <p:extLst>
      <p:ext uri="{BB962C8B-B14F-4D97-AF65-F5344CB8AC3E}">
        <p14:creationId xmlns:p14="http://schemas.microsoft.com/office/powerpoint/2010/main" val="8865234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990648" y="1086968"/>
            <a:ext cx="9803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56090" y="2525041"/>
            <a:ext cx="2264534" cy="1471262"/>
          </a:xfrm>
          <a:prstGeom prst="roundRect">
            <a:avLst>
              <a:gd name="adj" fmla="val 9235"/>
            </a:avLst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3945375" y="1106078"/>
            <a:ext cx="2264533" cy="381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3945375" y="1802269"/>
            <a:ext cx="2264533" cy="381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3357496" y="1783159"/>
            <a:ext cx="6445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Tel.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89688" y="2464354"/>
            <a:ext cx="1652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Information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ounded Rectangle 59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4" name="Picture 63" descr="cameraicon2.png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024" y="4068819"/>
            <a:ext cx="2070822" cy="2070822"/>
          </a:xfrm>
          <a:prstGeom prst="rect">
            <a:avLst/>
          </a:prstGeom>
          <a:effectLst/>
        </p:spPr>
      </p:pic>
      <p:sp>
        <p:nvSpPr>
          <p:cNvPr id="38" name="Rounded Rectangle 37"/>
          <p:cNvSpPr/>
          <p:nvPr/>
        </p:nvSpPr>
        <p:spPr>
          <a:xfrm>
            <a:off x="5806407" y="189693"/>
            <a:ext cx="828434" cy="392895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Done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Chevron 38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877602" y="-33281"/>
            <a:ext cx="33976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Shop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44" name="Picture 43" descr="comment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45" name="Heart 44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Delay 55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Picture 56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8558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4016557" y="763609"/>
            <a:ext cx="2264534" cy="1471262"/>
          </a:xfrm>
          <a:prstGeom prst="roundRect">
            <a:avLst>
              <a:gd name="adj" fmla="val 9235"/>
            </a:avLst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550155" y="702922"/>
            <a:ext cx="1652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Information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73220" y="4698818"/>
            <a:ext cx="3554099" cy="1249172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567543" y="4260338"/>
            <a:ext cx="1652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Location</a:t>
            </a:r>
          </a:p>
        </p:txBody>
      </p:sp>
      <p:sp>
        <p:nvSpPr>
          <p:cNvPr id="40" name="Chevron 39"/>
          <p:cNvSpPr/>
          <p:nvPr/>
        </p:nvSpPr>
        <p:spPr>
          <a:xfrm>
            <a:off x="5926167" y="5177004"/>
            <a:ext cx="232435" cy="311431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768299" y="4991128"/>
            <a:ext cx="3171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spc="300" dirty="0" smtClean="0">
                <a:solidFill>
                  <a:srgbClr val="000000"/>
                </a:solidFill>
              </a:rPr>
              <a:t>You haven’t pin your location yet ...</a:t>
            </a:r>
            <a:endParaRPr lang="en-US" i="1" spc="300" dirty="0">
              <a:solidFill>
                <a:srgbClr val="000000"/>
              </a:solidFill>
            </a:endParaRPr>
          </a:p>
        </p:txBody>
      </p:sp>
      <p:pic>
        <p:nvPicPr>
          <p:cNvPr id="45" name="Picture 44" descr="cameraicon2.png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024" y="2329655"/>
            <a:ext cx="2070822" cy="2070822"/>
          </a:xfrm>
          <a:prstGeom prst="rect">
            <a:avLst/>
          </a:prstGeom>
          <a:effectLst/>
        </p:spPr>
      </p:pic>
      <p:cxnSp>
        <p:nvCxnSpPr>
          <p:cNvPr id="46" name="Straight Connector 4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5806407" y="189693"/>
            <a:ext cx="828434" cy="392895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Done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9" name="Chevron 48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877602" y="-33281"/>
            <a:ext cx="33976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Shop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ounded Rectangle 52"/>
          <p:cNvSpPr/>
          <p:nvPr/>
        </p:nvSpPr>
        <p:spPr>
          <a:xfrm>
            <a:off x="6668119" y="4323027"/>
            <a:ext cx="158750" cy="17272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56" name="Picture 55" descr="comment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57" name="Heart 56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Connector 57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Delay 64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6" name="Picture 65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6790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682875" y="1004511"/>
            <a:ext cx="3746500" cy="4841339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creen Shot 2557-05-11 at 11.25.14 AM.png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005" y="1101312"/>
            <a:ext cx="3579294" cy="4639561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24" name="Rectangle 23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6" name="Picture 25" descr="comment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27" name="Heart 26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elay 33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5893558" y="189693"/>
            <a:ext cx="828434" cy="392895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Done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8" name="Chevron 3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364328" y="-100148"/>
            <a:ext cx="2341429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Location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sp>
        <p:nvSpPr>
          <p:cNvPr id="40" name="Teardrop 39"/>
          <p:cNvSpPr/>
          <p:nvPr/>
        </p:nvSpPr>
        <p:spPr>
          <a:xfrm rot="7921972">
            <a:off x="4815222" y="2134290"/>
            <a:ext cx="408752" cy="408724"/>
          </a:xfrm>
          <a:prstGeom prst="teardrop">
            <a:avLst/>
          </a:prstGeom>
          <a:solidFill>
            <a:srgbClr val="000000"/>
          </a:solidFill>
          <a:ln>
            <a:noFill/>
          </a:ln>
          <a:effectLst>
            <a:outerShdw blurRad="40005" dist="22987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4923627" y="2239878"/>
            <a:ext cx="193141" cy="18267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4558336" y="2580817"/>
            <a:ext cx="1178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Shop Name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8841597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>
            <a:off x="2441400" y="1888052"/>
            <a:ext cx="4210300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441400" y="2985313"/>
            <a:ext cx="4210300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441400" y="4067086"/>
            <a:ext cx="4210300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01458" y="1027994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Username</a:t>
            </a:r>
          </a:p>
          <a:p>
            <a:r>
              <a:rPr lang="en-US" sz="2000" dirty="0" err="1" smtClean="0">
                <a:solidFill>
                  <a:srgbClr val="000000"/>
                </a:solidFill>
              </a:rPr>
              <a:t>xxxxxxxxxx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01458" y="2076057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Username</a:t>
            </a:r>
          </a:p>
          <a:p>
            <a:r>
              <a:rPr lang="en-US" sz="2000" dirty="0" err="1" smtClean="0">
                <a:solidFill>
                  <a:srgbClr val="000000"/>
                </a:solidFill>
              </a:rPr>
              <a:t>xxxxxxxxxx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21714" y="3185616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Username</a:t>
            </a:r>
          </a:p>
          <a:p>
            <a:r>
              <a:rPr lang="en-US" sz="2000" dirty="0" err="1" smtClean="0">
                <a:solidFill>
                  <a:srgbClr val="000000"/>
                </a:solidFill>
              </a:rPr>
              <a:t>xxxxxxxxxx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elay 35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38" name="Chevron 3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2545562" y="3182059"/>
            <a:ext cx="743164" cy="72218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Untitled-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968" y="3250855"/>
            <a:ext cx="581229" cy="581229"/>
          </a:xfrm>
          <a:prstGeom prst="rect">
            <a:avLst/>
          </a:prstGeom>
        </p:spPr>
      </p:pic>
      <p:sp>
        <p:nvSpPr>
          <p:cNvPr id="45" name="Oval 44"/>
          <p:cNvSpPr/>
          <p:nvPr/>
        </p:nvSpPr>
        <p:spPr>
          <a:xfrm>
            <a:off x="2545562" y="2133918"/>
            <a:ext cx="743164" cy="72218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 descr="Untitled-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968" y="2202714"/>
            <a:ext cx="581229" cy="581229"/>
          </a:xfrm>
          <a:prstGeom prst="rect">
            <a:avLst/>
          </a:prstGeom>
        </p:spPr>
      </p:pic>
      <p:sp>
        <p:nvSpPr>
          <p:cNvPr id="47" name="Oval 46"/>
          <p:cNvSpPr/>
          <p:nvPr/>
        </p:nvSpPr>
        <p:spPr>
          <a:xfrm>
            <a:off x="2538170" y="1055579"/>
            <a:ext cx="743164" cy="72218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 descr="Untitled-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576" y="1124375"/>
            <a:ext cx="581229" cy="58122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191703" y="-71548"/>
            <a:ext cx="3173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000000"/>
                </a:solidFill>
                <a:latin typeface="+mj-lt"/>
                <a:cs typeface="MAW "/>
              </a:rPr>
              <a:t>Messages</a:t>
            </a:r>
            <a:endParaRPr lang="en-US" sz="48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436212" y="1479426"/>
            <a:ext cx="139614" cy="13961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6431465" y="2542489"/>
            <a:ext cx="139614" cy="13961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84494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78416" y="73182"/>
            <a:ext cx="1866535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solidFill>
                  <a:srgbClr val="000000"/>
                </a:solidFill>
                <a:latin typeface="+mj-lt"/>
                <a:cs typeface="MAW "/>
              </a:rPr>
              <a:t>Username</a:t>
            </a:r>
            <a:endParaRPr lang="en-US" sz="3000" b="1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254018" y="5560697"/>
            <a:ext cx="4572619" cy="65069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475614" y="5659464"/>
            <a:ext cx="3162186" cy="449197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529874" y="5695845"/>
            <a:ext cx="317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spc="300" dirty="0" smtClean="0"/>
              <a:t>Type Message Here ...</a:t>
            </a:r>
            <a:endParaRPr lang="en-US" i="1" spc="300" dirty="0"/>
          </a:p>
        </p:txBody>
      </p:sp>
      <p:sp>
        <p:nvSpPr>
          <p:cNvPr id="33" name="Rounded Rectangle 32"/>
          <p:cNvSpPr/>
          <p:nvPr/>
        </p:nvSpPr>
        <p:spPr>
          <a:xfrm>
            <a:off x="5813030" y="177143"/>
            <a:ext cx="897045" cy="362053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Profile 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763548" y="5674954"/>
            <a:ext cx="900470" cy="406253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Send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31" name="Picture 30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4" name="Heart 33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elay 41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44" name="Chevron 43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2545562" y="3382603"/>
            <a:ext cx="743164" cy="72218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51" descr="Untitled-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968" y="3451399"/>
            <a:ext cx="581229" cy="581229"/>
          </a:xfrm>
          <a:prstGeom prst="rect">
            <a:avLst/>
          </a:prstGeom>
        </p:spPr>
      </p:pic>
      <p:sp>
        <p:nvSpPr>
          <p:cNvPr id="53" name="Oval 52"/>
          <p:cNvSpPr/>
          <p:nvPr/>
        </p:nvSpPr>
        <p:spPr>
          <a:xfrm>
            <a:off x="2545562" y="2083782"/>
            <a:ext cx="743164" cy="72218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 descr="Untitled-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968" y="2152578"/>
            <a:ext cx="581229" cy="581229"/>
          </a:xfrm>
          <a:prstGeom prst="rect">
            <a:avLst/>
          </a:prstGeom>
        </p:spPr>
      </p:pic>
      <p:sp>
        <p:nvSpPr>
          <p:cNvPr id="55" name="Oval 54"/>
          <p:cNvSpPr/>
          <p:nvPr/>
        </p:nvSpPr>
        <p:spPr>
          <a:xfrm>
            <a:off x="2538170" y="1022155"/>
            <a:ext cx="743164" cy="72218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 descr="Untitled-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576" y="1090951"/>
            <a:ext cx="581229" cy="581229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491527" y="1888052"/>
            <a:ext cx="42103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2491527" y="2985313"/>
            <a:ext cx="42103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2503845" y="4545802"/>
            <a:ext cx="42103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270180" y="1060554"/>
            <a:ext cx="273891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Roboto Regular"/>
                <a:cs typeface="Roboto Regular"/>
              </a:rPr>
              <a:t>Blogger Username</a:t>
            </a:r>
          </a:p>
          <a:p>
            <a:r>
              <a:rPr lang="en-US" sz="1600" dirty="0">
                <a:latin typeface="Roboto Regular"/>
                <a:cs typeface="Roboto Regular"/>
              </a:rPr>
              <a:t>Hi :-)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70180" y="2108617"/>
            <a:ext cx="31028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Roboto Regular"/>
                <a:cs typeface="Roboto Regular"/>
              </a:rPr>
              <a:t>Shopkeeper Username</a:t>
            </a:r>
          </a:p>
          <a:p>
            <a:r>
              <a:rPr lang="en-US" sz="1600" dirty="0">
                <a:latin typeface="Roboto Regular"/>
                <a:cs typeface="Roboto Regular"/>
              </a:rPr>
              <a:t>Hello, may I help you?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90436" y="3218176"/>
            <a:ext cx="271865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Roboto Regular"/>
                <a:cs typeface="Roboto Regular"/>
              </a:rPr>
              <a:t>Blogger Username</a:t>
            </a:r>
          </a:p>
          <a:p>
            <a:r>
              <a:rPr lang="en-US" sz="1600" dirty="0" smtClean="0">
                <a:latin typeface="Roboto Regular"/>
                <a:cs typeface="Roboto Regular"/>
              </a:rPr>
              <a:t>I </a:t>
            </a:r>
            <a:r>
              <a:rPr lang="en-US" sz="1600" dirty="0">
                <a:latin typeface="Roboto Regular"/>
                <a:cs typeface="Roboto Regular"/>
              </a:rPr>
              <a:t>want to ask you about the knitting wools. </a:t>
            </a:r>
            <a:endParaRPr lang="en-US" sz="1600" dirty="0" smtClean="0">
              <a:latin typeface="Roboto Regular"/>
              <a:cs typeface="Roboto Regular"/>
            </a:endParaRPr>
          </a:p>
          <a:p>
            <a:r>
              <a:rPr lang="en-US" sz="1600" dirty="0" smtClean="0">
                <a:latin typeface="Roboto Regular"/>
                <a:cs typeface="Roboto Regular"/>
              </a:rPr>
              <a:t>Is </a:t>
            </a:r>
            <a:r>
              <a:rPr lang="en-US" sz="1600" dirty="0">
                <a:latin typeface="Roboto Regular"/>
                <a:cs typeface="Roboto Regular"/>
              </a:rPr>
              <a:t>it available in your shop?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83790" y="1245752"/>
            <a:ext cx="8594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Roboto Regular"/>
                <a:cs typeface="Roboto Regular"/>
              </a:rPr>
              <a:t>11.11 am</a:t>
            </a:r>
            <a:endParaRPr lang="en-US" sz="1200" dirty="0">
              <a:latin typeface="Roboto Regular"/>
              <a:cs typeface="Roboto Regular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921686" y="2293559"/>
            <a:ext cx="8594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Roboto Regular"/>
                <a:cs typeface="Roboto Regular"/>
              </a:rPr>
              <a:t>11.11 am</a:t>
            </a:r>
            <a:endParaRPr lang="en-US" sz="1200" dirty="0">
              <a:latin typeface="Roboto Regular"/>
              <a:cs typeface="Roboto Regular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930605" y="3666968"/>
            <a:ext cx="8594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Roboto Regular"/>
                <a:cs typeface="Roboto Regular"/>
              </a:rPr>
              <a:t>11.11 am</a:t>
            </a:r>
            <a:endParaRPr lang="en-US" sz="1200" dirty="0">
              <a:latin typeface="Roboto Regular"/>
              <a:cs typeface="Roboto Regular"/>
            </a:endParaRPr>
          </a:p>
        </p:txBody>
      </p:sp>
    </p:spTree>
    <p:extLst>
      <p:ext uri="{BB962C8B-B14F-4D97-AF65-F5344CB8AC3E}">
        <p14:creationId xmlns:p14="http://schemas.microsoft.com/office/powerpoint/2010/main" val="54247744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>
            <a:off x="2441400" y="1888052"/>
            <a:ext cx="4210300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441400" y="2985313"/>
            <a:ext cx="4210300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441400" y="4067086"/>
            <a:ext cx="4210300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01458" y="1215555"/>
            <a:ext cx="31028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Username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01458" y="2276112"/>
            <a:ext cx="31028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Username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21714" y="3335535"/>
            <a:ext cx="31028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Username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elay 35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38" name="Chevron 3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2545562" y="3182059"/>
            <a:ext cx="743164" cy="72218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Untitled-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968" y="3250855"/>
            <a:ext cx="581229" cy="581229"/>
          </a:xfrm>
          <a:prstGeom prst="rect">
            <a:avLst/>
          </a:prstGeom>
        </p:spPr>
      </p:pic>
      <p:sp>
        <p:nvSpPr>
          <p:cNvPr id="45" name="Oval 44"/>
          <p:cNvSpPr/>
          <p:nvPr/>
        </p:nvSpPr>
        <p:spPr>
          <a:xfrm>
            <a:off x="2545562" y="2133918"/>
            <a:ext cx="743164" cy="72218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 descr="Untitled-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968" y="2202714"/>
            <a:ext cx="581229" cy="581229"/>
          </a:xfrm>
          <a:prstGeom prst="rect">
            <a:avLst/>
          </a:prstGeom>
        </p:spPr>
      </p:pic>
      <p:sp>
        <p:nvSpPr>
          <p:cNvPr id="47" name="Oval 46"/>
          <p:cNvSpPr/>
          <p:nvPr/>
        </p:nvSpPr>
        <p:spPr>
          <a:xfrm>
            <a:off x="2538170" y="1055579"/>
            <a:ext cx="743164" cy="72218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 descr="Untitled-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576" y="1124375"/>
            <a:ext cx="581229" cy="58122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191703" y="-71548"/>
            <a:ext cx="3173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000000"/>
                </a:solidFill>
                <a:latin typeface="+mj-lt"/>
                <a:cs typeface="MAW "/>
              </a:rPr>
              <a:t>Following</a:t>
            </a:r>
            <a:endParaRPr lang="en-US" sz="48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305055089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>
            <a:off x="2441400" y="1888052"/>
            <a:ext cx="4210300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441400" y="2985313"/>
            <a:ext cx="4210300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441400" y="4067086"/>
            <a:ext cx="4210300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01458" y="1215555"/>
            <a:ext cx="31028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Username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01458" y="2276112"/>
            <a:ext cx="31028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Username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21714" y="3335535"/>
            <a:ext cx="31028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Username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elay 35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38" name="Chevron 3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2545562" y="3182059"/>
            <a:ext cx="743164" cy="72218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Untitled-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968" y="3250855"/>
            <a:ext cx="581229" cy="581229"/>
          </a:xfrm>
          <a:prstGeom prst="rect">
            <a:avLst/>
          </a:prstGeom>
        </p:spPr>
      </p:pic>
      <p:sp>
        <p:nvSpPr>
          <p:cNvPr id="45" name="Oval 44"/>
          <p:cNvSpPr/>
          <p:nvPr/>
        </p:nvSpPr>
        <p:spPr>
          <a:xfrm>
            <a:off x="2545562" y="2133918"/>
            <a:ext cx="743164" cy="72218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 descr="Untitled-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968" y="2202714"/>
            <a:ext cx="581229" cy="581229"/>
          </a:xfrm>
          <a:prstGeom prst="rect">
            <a:avLst/>
          </a:prstGeom>
        </p:spPr>
      </p:pic>
      <p:sp>
        <p:nvSpPr>
          <p:cNvPr id="47" name="Oval 46"/>
          <p:cNvSpPr/>
          <p:nvPr/>
        </p:nvSpPr>
        <p:spPr>
          <a:xfrm>
            <a:off x="2538170" y="1055579"/>
            <a:ext cx="743164" cy="72218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 descr="Untitled-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576" y="1124375"/>
            <a:ext cx="581229" cy="58122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191703" y="-71548"/>
            <a:ext cx="3173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000000"/>
                </a:solidFill>
                <a:latin typeface="+mj-lt"/>
                <a:cs typeface="MAW "/>
              </a:rPr>
              <a:t>Follower</a:t>
            </a:r>
            <a:endParaRPr lang="en-US" sz="48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369193845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87875" cy="6506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elay 35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sp>
        <p:nvSpPr>
          <p:cNvPr id="38" name="Chevron 3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502997" y="4684888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Roboto Regular"/>
                <a:cs typeface="Roboto Regular"/>
              </a:rPr>
              <a:t>Follower</a:t>
            </a:r>
            <a:endParaRPr lang="en-US" dirty="0">
              <a:latin typeface="Roboto Regular"/>
              <a:cs typeface="Roboto Regular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707678" y="4684888"/>
            <a:ext cx="184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Roboto Regular"/>
                <a:cs typeface="Roboto Regular"/>
              </a:rPr>
              <a:t>Following</a:t>
            </a:r>
            <a:endParaRPr lang="en-US" dirty="0">
              <a:latin typeface="Roboto Regular"/>
              <a:cs typeface="Roboto Regular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425630" y="4989861"/>
            <a:ext cx="1207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Roboto Regular"/>
                <a:cs typeface="Roboto Regular"/>
              </a:rPr>
              <a:t>555</a:t>
            </a:r>
            <a:endParaRPr lang="en-US" dirty="0">
              <a:latin typeface="Roboto Regular"/>
              <a:cs typeface="Roboto Regular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768217" y="5011253"/>
            <a:ext cx="1037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Roboto Regular"/>
                <a:cs typeface="Roboto Regular"/>
              </a:rPr>
              <a:t>555</a:t>
            </a:r>
            <a:endParaRPr lang="en-US" dirty="0">
              <a:latin typeface="Roboto Regular"/>
              <a:cs typeface="Roboto Regular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174747" y="3570369"/>
            <a:ext cx="300066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spc="300" dirty="0" smtClean="0">
                <a:latin typeface="Roboto Regular"/>
                <a:cs typeface="Roboto Regular"/>
              </a:rPr>
              <a:t>Username</a:t>
            </a:r>
            <a:endParaRPr lang="en-US" sz="3200" b="1" spc="300" dirty="0">
              <a:latin typeface="Roboto Regular"/>
              <a:cs typeface="Roboto Regular"/>
            </a:endParaRPr>
          </a:p>
        </p:txBody>
      </p:sp>
      <p:cxnSp>
        <p:nvCxnSpPr>
          <p:cNvPr id="51" name="Straight Connector 50"/>
          <p:cNvCxnSpPr/>
          <p:nvPr/>
        </p:nvCxnSpPr>
        <p:spPr>
          <a:xfrm flipV="1">
            <a:off x="4610635" y="4728641"/>
            <a:ext cx="0" cy="5982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440796" y="4190921"/>
            <a:ext cx="42143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Roboto Regular"/>
                <a:cs typeface="Roboto Regular"/>
              </a:rPr>
              <a:t>Email: galaxxy001@gmail.com</a:t>
            </a:r>
            <a:endParaRPr lang="en-US" sz="2000" dirty="0">
              <a:latin typeface="Roboto Regular"/>
              <a:cs typeface="Roboto Regular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3348596" y="1109086"/>
            <a:ext cx="2532769" cy="2461283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 descr="Untitled-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114" y="1275322"/>
            <a:ext cx="1980881" cy="1980881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613496" y="-100148"/>
            <a:ext cx="2341429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0000"/>
                </a:solidFill>
                <a:latin typeface="+mj-lt"/>
                <a:cs typeface="Peach Milk"/>
              </a:rPr>
              <a:t>Profile</a:t>
            </a:r>
            <a:endParaRPr lang="en-US" sz="4800" dirty="0">
              <a:solidFill>
                <a:srgbClr val="000000"/>
              </a:solidFill>
              <a:latin typeface="+mj-lt"/>
              <a:cs typeface="Peach Milk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5806407" y="189693"/>
            <a:ext cx="828434" cy="392895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Talk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225127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1052</Words>
  <Application>Microsoft Macintosh PowerPoint</Application>
  <PresentationFormat>On-screen Show (4:3)</PresentationFormat>
  <Paragraphs>455</Paragraphs>
  <Slides>78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7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pimchanok sripraphan</dc:creator>
  <cp:lastModifiedBy>pimchanok sripraphan</cp:lastModifiedBy>
  <cp:revision>106</cp:revision>
  <dcterms:created xsi:type="dcterms:W3CDTF">2014-05-15T07:55:28Z</dcterms:created>
  <dcterms:modified xsi:type="dcterms:W3CDTF">2014-10-21T13:27:47Z</dcterms:modified>
</cp:coreProperties>
</file>