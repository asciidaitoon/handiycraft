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6" r:id="rId3"/>
    <p:sldId id="257" r:id="rId4"/>
    <p:sldId id="274" r:id="rId5"/>
    <p:sldId id="259" r:id="rId6"/>
    <p:sldId id="260" r:id="rId7"/>
    <p:sldId id="265" r:id="rId8"/>
    <p:sldId id="262" r:id="rId9"/>
    <p:sldId id="263" r:id="rId10"/>
    <p:sldId id="270" r:id="rId11"/>
    <p:sldId id="273" r:id="rId12"/>
    <p:sldId id="291" r:id="rId13"/>
    <p:sldId id="271" r:id="rId14"/>
    <p:sldId id="279" r:id="rId15"/>
    <p:sldId id="287" r:id="rId16"/>
    <p:sldId id="276" r:id="rId17"/>
    <p:sldId id="295" r:id="rId18"/>
    <p:sldId id="280" r:id="rId19"/>
    <p:sldId id="292" r:id="rId20"/>
    <p:sldId id="293" r:id="rId21"/>
    <p:sldId id="294" r:id="rId22"/>
    <p:sldId id="296" r:id="rId23"/>
    <p:sldId id="297" r:id="rId24"/>
    <p:sldId id="29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4E4"/>
    <a:srgbClr val="DDDDDD"/>
    <a:srgbClr val="FE6265"/>
    <a:srgbClr val="EA4674"/>
    <a:srgbClr val="ECECEC"/>
    <a:srgbClr val="FFF4C8"/>
    <a:srgbClr val="00AC5A"/>
    <a:srgbClr val="FCCB55"/>
    <a:srgbClr val="FE2D40"/>
    <a:srgbClr val="FFDE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-19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interSettings" Target="printerSettings/printerSettings1.bin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9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1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0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4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8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1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3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3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9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8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49484-7B62-5B4F-8329-106176ECF3B8}" type="datetimeFigureOut">
              <a:rPr lang="en-US" smtClean="0"/>
              <a:t>12/13/14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8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6" Type="http://schemas.microsoft.com/office/2007/relationships/hdphoto" Target="../media/hdphoto2.wdp"/><Relationship Id="rId7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microsoft.com/office/2007/relationships/hdphoto" Target="../media/hdphoto1.wdp"/><Relationship Id="rId6" Type="http://schemas.openxmlformats.org/officeDocument/2006/relationships/image" Target="../media/image2.png"/><Relationship Id="rId7" Type="http://schemas.microsoft.com/office/2007/relationships/hdphoto" Target="../media/hdphoto2.wdp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microsoft.com/office/2007/relationships/hdphoto" Target="../media/hdphoto1.wdp"/><Relationship Id="rId6" Type="http://schemas.openxmlformats.org/officeDocument/2006/relationships/image" Target="../media/image2.png"/><Relationship Id="rId7" Type="http://schemas.microsoft.com/office/2007/relationships/hdphoto" Target="../media/hdphoto2.wdp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6" Type="http://schemas.microsoft.com/office/2007/relationships/hdphoto" Target="../media/hdphoto2.wdp"/><Relationship Id="rId7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microsoft.com/office/2007/relationships/hdphoto" Target="../media/hdphoto1.wdp"/><Relationship Id="rId6" Type="http://schemas.openxmlformats.org/officeDocument/2006/relationships/image" Target="../media/image2.png"/><Relationship Id="rId7" Type="http://schemas.microsoft.com/office/2007/relationships/hdphoto" Target="../media/hdphoto2.wdp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microsoft.com/office/2007/relationships/hdphoto" Target="../media/hdphoto1.wdp"/><Relationship Id="rId6" Type="http://schemas.openxmlformats.org/officeDocument/2006/relationships/image" Target="../media/image2.png"/><Relationship Id="rId7" Type="http://schemas.microsoft.com/office/2007/relationships/hdphoto" Target="../media/hdphoto2.wdp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microsoft.com/office/2007/relationships/hdphoto" Target="../media/hdphoto1.wdp"/><Relationship Id="rId6" Type="http://schemas.openxmlformats.org/officeDocument/2006/relationships/image" Target="../media/image2.png"/><Relationship Id="rId7" Type="http://schemas.microsoft.com/office/2007/relationships/hdphoto" Target="../media/hdphoto2.wdp"/><Relationship Id="rId8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microsoft.com/office/2007/relationships/hdphoto" Target="../media/hdphoto1.wdp"/><Relationship Id="rId6" Type="http://schemas.openxmlformats.org/officeDocument/2006/relationships/image" Target="../media/image2.png"/><Relationship Id="rId7" Type="http://schemas.microsoft.com/office/2007/relationships/hdphoto" Target="../media/hdphoto2.wdp"/><Relationship Id="rId8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6" Type="http://schemas.microsoft.com/office/2007/relationships/hdphoto" Target="../media/hdphoto2.wdp"/><Relationship Id="rId7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6" Type="http://schemas.microsoft.com/office/2007/relationships/hdphoto" Target="../media/hdphoto2.wdp"/><Relationship Id="rId7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jpg"/><Relationship Id="rId18" Type="http://schemas.openxmlformats.org/officeDocument/2006/relationships/image" Target="../media/image20.png"/><Relationship Id="rId19" Type="http://schemas.microsoft.com/office/2007/relationships/hdphoto" Target="../media/hdphoto3.wdp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497610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698625" y="2978649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02426" y="2978649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1698625" y="2978649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1698625" y="2978649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902426" y="2976931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902426" y="2976931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Home Page</a:t>
            </a:r>
            <a:endParaRPr lang="en-US" sz="1600" dirty="0"/>
          </a:p>
        </p:txBody>
      </p:sp>
      <p:sp>
        <p:nvSpPr>
          <p:cNvPr id="57" name="Rectangle 56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201344" y="1729188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6216599" y="1709106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59" name="Donut 58"/>
          <p:cNvSpPr/>
          <p:nvPr/>
        </p:nvSpPr>
        <p:spPr>
          <a:xfrm>
            <a:off x="5878388" y="1687770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 rot="2586247">
            <a:off x="6037833" y="1904644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/>
          <p:cNvSpPr/>
          <p:nvPr/>
        </p:nvSpPr>
        <p:spPr>
          <a:xfrm>
            <a:off x="1651000" y="1745423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Random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511519" y="1744443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Popular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2438478" y="2205782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/>
          <p:cNvCxnSpPr>
            <a:stCxn id="64" idx="1"/>
            <a:endCxn id="64" idx="5"/>
          </p:cNvCxnSpPr>
          <p:nvPr/>
        </p:nvCxnSpPr>
        <p:spPr>
          <a:xfrm>
            <a:off x="2494309" y="2260037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4" idx="3"/>
            <a:endCxn id="64" idx="7"/>
          </p:cNvCxnSpPr>
          <p:nvPr/>
        </p:nvCxnSpPr>
        <p:spPr>
          <a:xfrm flipV="1">
            <a:off x="2494309" y="2260037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047419" y="2195577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>
            <a:stCxn id="67" idx="1"/>
            <a:endCxn id="67" idx="5"/>
          </p:cNvCxnSpPr>
          <p:nvPr/>
        </p:nvCxnSpPr>
        <p:spPr>
          <a:xfrm>
            <a:off x="3103250" y="224983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7" idx="3"/>
            <a:endCxn id="67" idx="7"/>
          </p:cNvCxnSpPr>
          <p:nvPr/>
        </p:nvCxnSpPr>
        <p:spPr>
          <a:xfrm flipV="1">
            <a:off x="3103250" y="224983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3661827" y="2197579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/>
          <p:cNvCxnSpPr>
            <a:stCxn id="70" idx="1"/>
            <a:endCxn id="70" idx="5"/>
          </p:cNvCxnSpPr>
          <p:nvPr/>
        </p:nvCxnSpPr>
        <p:spPr>
          <a:xfrm>
            <a:off x="3717658" y="2251834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70" idx="3"/>
            <a:endCxn id="70" idx="7"/>
          </p:cNvCxnSpPr>
          <p:nvPr/>
        </p:nvCxnSpPr>
        <p:spPr>
          <a:xfrm flipV="1">
            <a:off x="3717658" y="2251834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4264271" y="2192843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/>
          <p:cNvCxnSpPr>
            <a:stCxn id="73" idx="1"/>
            <a:endCxn id="73" idx="5"/>
          </p:cNvCxnSpPr>
          <p:nvPr/>
        </p:nvCxnSpPr>
        <p:spPr>
          <a:xfrm>
            <a:off x="4320102" y="2247098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73" idx="3"/>
            <a:endCxn id="73" idx="7"/>
          </p:cNvCxnSpPr>
          <p:nvPr/>
        </p:nvCxnSpPr>
        <p:spPr>
          <a:xfrm flipV="1">
            <a:off x="4320102" y="2247098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4871650" y="2190840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/>
          <p:cNvCxnSpPr>
            <a:stCxn id="76" idx="1"/>
            <a:endCxn id="76" idx="5"/>
          </p:cNvCxnSpPr>
          <p:nvPr/>
        </p:nvCxnSpPr>
        <p:spPr>
          <a:xfrm>
            <a:off x="4927481" y="2245095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6" idx="3"/>
            <a:endCxn id="76" idx="7"/>
          </p:cNvCxnSpPr>
          <p:nvPr/>
        </p:nvCxnSpPr>
        <p:spPr>
          <a:xfrm flipV="1">
            <a:off x="4927481" y="2245095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5471268" y="2180635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/>
          <p:cNvCxnSpPr>
            <a:stCxn id="79" idx="1"/>
            <a:endCxn id="79" idx="5"/>
          </p:cNvCxnSpPr>
          <p:nvPr/>
        </p:nvCxnSpPr>
        <p:spPr>
          <a:xfrm>
            <a:off x="5527099" y="2234890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79" idx="3"/>
            <a:endCxn id="79" idx="7"/>
          </p:cNvCxnSpPr>
          <p:nvPr/>
        </p:nvCxnSpPr>
        <p:spPr>
          <a:xfrm flipV="1">
            <a:off x="5527099" y="2234890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6070734" y="2182637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/>
          <p:cNvCxnSpPr>
            <a:stCxn id="82" idx="1"/>
            <a:endCxn id="82" idx="5"/>
          </p:cNvCxnSpPr>
          <p:nvPr/>
        </p:nvCxnSpPr>
        <p:spPr>
          <a:xfrm>
            <a:off x="6126565" y="223689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2" idx="3"/>
            <a:endCxn id="82" idx="7"/>
          </p:cNvCxnSpPr>
          <p:nvPr/>
        </p:nvCxnSpPr>
        <p:spPr>
          <a:xfrm flipV="1">
            <a:off x="6126565" y="223689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6658236" y="2177901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>
            <a:stCxn id="85" idx="1"/>
            <a:endCxn id="85" idx="5"/>
          </p:cNvCxnSpPr>
          <p:nvPr/>
        </p:nvCxnSpPr>
        <p:spPr>
          <a:xfrm>
            <a:off x="6714067" y="2232156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85" idx="3"/>
            <a:endCxn id="85" idx="7"/>
          </p:cNvCxnSpPr>
          <p:nvPr/>
        </p:nvCxnSpPr>
        <p:spPr>
          <a:xfrm flipV="1">
            <a:off x="6714067" y="2232156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350620" y="2537146"/>
            <a:ext cx="5484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Outfit 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848651" y="2536945"/>
            <a:ext cx="8130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Accessory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585764" y="2530874"/>
            <a:ext cx="549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Other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063996" y="2521363"/>
            <a:ext cx="3922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Pet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401824" y="2493189"/>
            <a:ext cx="56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Home </a:t>
            </a:r>
          </a:p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Decor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264724" y="2524939"/>
            <a:ext cx="3807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Kid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655199" y="2540575"/>
            <a:ext cx="411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Gift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740771" y="2532035"/>
            <a:ext cx="6473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Garden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3159125" y="5937605"/>
            <a:ext cx="312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Create your own tutorial !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6109411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7568092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76156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542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159125" y="5937605"/>
            <a:ext cx="312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Create your own tutorial !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09411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568092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01457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05911" y="2402957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05911" y="2956057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505911" y="3696583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78299" y="4303673"/>
            <a:ext cx="207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000000"/>
                </a:solidFill>
              </a:rPr>
              <a:t>Forgot Password ?</a:t>
            </a:r>
            <a:endParaRPr lang="en-US" u="sng" dirty="0">
              <a:solidFill>
                <a:srgbClr val="0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497582" y="5937635"/>
            <a:ext cx="2227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Have no account?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550150" y="589681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Log in</a:t>
            </a:r>
            <a:endParaRPr lang="en-US" sz="1600" dirty="0"/>
          </a:p>
        </p:txBody>
      </p:sp>
      <p:sp>
        <p:nvSpPr>
          <p:cNvPr id="32" name="Rectangle 31"/>
          <p:cNvSpPr/>
          <p:nvPr/>
        </p:nvSpPr>
        <p:spPr>
          <a:xfrm>
            <a:off x="3777182" y="1527714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291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05911" y="276263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Email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505911" y="351191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Submit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497582" y="5937635"/>
            <a:ext cx="2227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Have no account?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550150" y="589681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Forgot Password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3760688" y="1903895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162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436444" y="2485270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36444" y="3022495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36444" y="4893292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36444" y="4113012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E-mail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36444" y="3566528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Re-Password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Register</a:t>
            </a:r>
            <a:endParaRPr lang="en-US" sz="1600" dirty="0"/>
          </a:p>
        </p:txBody>
      </p:sp>
      <p:sp>
        <p:nvSpPr>
          <p:cNvPr id="34" name="Rectangle 33"/>
          <p:cNvSpPr/>
          <p:nvPr/>
        </p:nvSpPr>
        <p:spPr>
          <a:xfrm>
            <a:off x="3678218" y="1744511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967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01344" y="1729188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216599" y="1709106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5878388" y="1687770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037833" y="1904644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1651000" y="1745423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Random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511519" y="1744443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Popular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362605" y="1745423"/>
            <a:ext cx="824257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Following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82750" y="2917497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682750" y="5974975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886551" y="2917497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886551" y="5974975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1682750" y="2917497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1682750" y="2917497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886551" y="2915779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886551" y="2915779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51000" y="5974444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362605" y="6046783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915279" y="5985757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626884" y="6058096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Blogger Home Page</a:t>
            </a:r>
            <a:endParaRPr lang="en-US" sz="1600" dirty="0"/>
          </a:p>
        </p:txBody>
      </p:sp>
      <p:pic>
        <p:nvPicPr>
          <p:cNvPr id="2" name="Picture 1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2438478" y="2205782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stCxn id="39" idx="1"/>
            <a:endCxn id="39" idx="5"/>
          </p:cNvCxnSpPr>
          <p:nvPr/>
        </p:nvCxnSpPr>
        <p:spPr>
          <a:xfrm>
            <a:off x="2494309" y="2260037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9" idx="3"/>
            <a:endCxn id="39" idx="7"/>
          </p:cNvCxnSpPr>
          <p:nvPr/>
        </p:nvCxnSpPr>
        <p:spPr>
          <a:xfrm flipV="1">
            <a:off x="2494309" y="2260037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047419" y="2195577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>
            <a:stCxn id="43" idx="1"/>
            <a:endCxn id="43" idx="5"/>
          </p:cNvCxnSpPr>
          <p:nvPr/>
        </p:nvCxnSpPr>
        <p:spPr>
          <a:xfrm>
            <a:off x="3103250" y="224983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3" idx="3"/>
            <a:endCxn id="43" idx="7"/>
          </p:cNvCxnSpPr>
          <p:nvPr/>
        </p:nvCxnSpPr>
        <p:spPr>
          <a:xfrm flipV="1">
            <a:off x="3103250" y="224983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661827" y="2197579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/>
          <p:cNvCxnSpPr>
            <a:stCxn id="46" idx="1"/>
            <a:endCxn id="46" idx="5"/>
          </p:cNvCxnSpPr>
          <p:nvPr/>
        </p:nvCxnSpPr>
        <p:spPr>
          <a:xfrm>
            <a:off x="3717658" y="2251834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46" idx="3"/>
            <a:endCxn id="46" idx="7"/>
          </p:cNvCxnSpPr>
          <p:nvPr/>
        </p:nvCxnSpPr>
        <p:spPr>
          <a:xfrm flipV="1">
            <a:off x="3717658" y="2251834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264271" y="2192843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2" idx="1"/>
            <a:endCxn id="52" idx="5"/>
          </p:cNvCxnSpPr>
          <p:nvPr/>
        </p:nvCxnSpPr>
        <p:spPr>
          <a:xfrm>
            <a:off x="4320102" y="2247098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52" idx="3"/>
            <a:endCxn id="52" idx="7"/>
          </p:cNvCxnSpPr>
          <p:nvPr/>
        </p:nvCxnSpPr>
        <p:spPr>
          <a:xfrm flipV="1">
            <a:off x="4320102" y="2247098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871650" y="2190840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/>
          <p:cNvCxnSpPr>
            <a:stCxn id="59" idx="1"/>
            <a:endCxn id="59" idx="5"/>
          </p:cNvCxnSpPr>
          <p:nvPr/>
        </p:nvCxnSpPr>
        <p:spPr>
          <a:xfrm>
            <a:off x="4927481" y="2245095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9" idx="3"/>
            <a:endCxn id="59" idx="7"/>
          </p:cNvCxnSpPr>
          <p:nvPr/>
        </p:nvCxnSpPr>
        <p:spPr>
          <a:xfrm flipV="1">
            <a:off x="4927481" y="2245095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471268" y="2180635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>
            <a:stCxn id="72" idx="1"/>
            <a:endCxn id="72" idx="5"/>
          </p:cNvCxnSpPr>
          <p:nvPr/>
        </p:nvCxnSpPr>
        <p:spPr>
          <a:xfrm>
            <a:off x="5527099" y="2234890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72" idx="3"/>
            <a:endCxn id="72" idx="7"/>
          </p:cNvCxnSpPr>
          <p:nvPr/>
        </p:nvCxnSpPr>
        <p:spPr>
          <a:xfrm flipV="1">
            <a:off x="5527099" y="2234890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6070734" y="2182637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/>
          <p:cNvCxnSpPr>
            <a:stCxn id="77" idx="1"/>
            <a:endCxn id="77" idx="5"/>
          </p:cNvCxnSpPr>
          <p:nvPr/>
        </p:nvCxnSpPr>
        <p:spPr>
          <a:xfrm>
            <a:off x="6126565" y="223689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77" idx="3"/>
            <a:endCxn id="77" idx="7"/>
          </p:cNvCxnSpPr>
          <p:nvPr/>
        </p:nvCxnSpPr>
        <p:spPr>
          <a:xfrm flipV="1">
            <a:off x="6126565" y="2236892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6658236" y="2177901"/>
            <a:ext cx="381236" cy="370476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/>
          <p:cNvCxnSpPr>
            <a:stCxn id="80" idx="1"/>
            <a:endCxn id="80" idx="5"/>
          </p:cNvCxnSpPr>
          <p:nvPr/>
        </p:nvCxnSpPr>
        <p:spPr>
          <a:xfrm>
            <a:off x="6714067" y="2232156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80" idx="3"/>
            <a:endCxn id="80" idx="7"/>
          </p:cNvCxnSpPr>
          <p:nvPr/>
        </p:nvCxnSpPr>
        <p:spPr>
          <a:xfrm flipV="1">
            <a:off x="6714067" y="2232156"/>
            <a:ext cx="269574" cy="2619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350620" y="2537146"/>
            <a:ext cx="5484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Outfit 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848651" y="2536945"/>
            <a:ext cx="8130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Accessory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585764" y="2530874"/>
            <a:ext cx="549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Other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063996" y="2521363"/>
            <a:ext cx="3922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Pet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401824" y="2493189"/>
            <a:ext cx="56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Home </a:t>
            </a:r>
          </a:p>
          <a:p>
            <a:pPr algn="ctr"/>
            <a:r>
              <a:rPr lang="en-US" sz="1200" dirty="0" smtClean="0">
                <a:solidFill>
                  <a:srgbClr val="000000"/>
                </a:solidFill>
              </a:rPr>
              <a:t>Decor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264724" y="2524939"/>
            <a:ext cx="3807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Kid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655199" y="2540575"/>
            <a:ext cx="411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Gift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740771" y="2532035"/>
            <a:ext cx="6473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Garden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4205005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225825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2556218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9" name="Picture 58" descr="power ico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33" name="Picture 32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pic>
        <p:nvPicPr>
          <p:cNvPr id="34" name="Picture 33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pic>
        <p:nvPicPr>
          <p:cNvPr id="35" name="Picture 34" descr="Untitled-1.png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36" name="Isosceles Triangle 35"/>
          <p:cNvSpPr/>
          <p:nvPr/>
        </p:nvSpPr>
        <p:spPr>
          <a:xfrm>
            <a:off x="4205005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225825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2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635864" y="1672434"/>
            <a:ext cx="2104849" cy="204544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621" y="1804394"/>
            <a:ext cx="1646204" cy="164620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131916" y="2616983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36598" y="2616983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177522" y="2848119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5239554" y="2659128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844147" y="3091656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68416" y="2018277"/>
            <a:ext cx="2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300" dirty="0" smtClean="0">
                <a:solidFill>
                  <a:srgbClr val="000000"/>
                </a:solidFill>
              </a:rPr>
              <a:t>Username</a:t>
            </a:r>
            <a:endParaRPr lang="en-US" sz="3600" b="1" spc="300" dirty="0">
              <a:solidFill>
                <a:srgbClr val="00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98958" y="2834776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>
            <a:off x="1187585" y="38205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674991" y="4026303"/>
            <a:ext cx="2603500" cy="2400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4878792" y="4026303"/>
            <a:ext cx="2603500" cy="24004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/>
          <p:nvPr/>
        </p:nvCxnSpPr>
        <p:spPr>
          <a:xfrm>
            <a:off x="1674991" y="4026303"/>
            <a:ext cx="2063235" cy="2400407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2238375" y="4026303"/>
            <a:ext cx="2040116" cy="240040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878792" y="4024585"/>
            <a:ext cx="2058583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5398958" y="4024585"/>
            <a:ext cx="2083334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Profile</a:t>
            </a:r>
            <a:endParaRPr lang="en-US" sz="1600" dirty="0"/>
          </a:p>
        </p:txBody>
      </p:sp>
      <p:sp>
        <p:nvSpPr>
          <p:cNvPr id="55" name="Rectangle 5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60" name="Picture 59" descr="power ico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42" name="Picture 41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pic>
        <p:nvPicPr>
          <p:cNvPr id="43" name="Picture 42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pic>
        <p:nvPicPr>
          <p:cNvPr id="44" name="Picture 43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45" name="Isosceles Triangle 44"/>
          <p:cNvSpPr/>
          <p:nvPr/>
        </p:nvSpPr>
        <p:spPr>
          <a:xfrm>
            <a:off x="5350076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370896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58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3091656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682750" y="102766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682750" y="408514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886551" y="102766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4886551" y="408514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>
            <a:off x="1682750" y="102766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1682750" y="102766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4886551" y="102594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886551" y="102594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651000" y="4084609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362605" y="4156948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915279" y="4095922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26884" y="4168261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682750" y="4940617"/>
            <a:ext cx="2603500" cy="14860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886551" y="4940619"/>
            <a:ext cx="2603500" cy="1486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/>
          <p:cNvCxnSpPr/>
          <p:nvPr/>
        </p:nvCxnSpPr>
        <p:spPr>
          <a:xfrm>
            <a:off x="1682750" y="4940618"/>
            <a:ext cx="1508125" cy="1486093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2682875" y="4940619"/>
            <a:ext cx="1603375" cy="1486091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886551" y="4938900"/>
            <a:ext cx="1490853" cy="1487811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5905500" y="4938901"/>
            <a:ext cx="1584551" cy="1487809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Profile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56225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298861" y="2193454"/>
            <a:ext cx="1680807" cy="163336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653" y="2312829"/>
            <a:ext cx="1314560" cy="131456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Profile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396692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85255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989082" y="3409673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E-mail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2193454"/>
            <a:ext cx="0" cy="2402641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>
            <a:off x="1583696" y="4919413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128649" y="5143752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Change Password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128649" y="5747336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Delete Account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70" name="Picture 69" descr="power ico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32" name="Picture 31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pic>
        <p:nvPicPr>
          <p:cNvPr id="33" name="Picture 32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pic>
        <p:nvPicPr>
          <p:cNvPr id="34" name="Picture 33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35" name="Isosceles Triangle 34"/>
          <p:cNvSpPr/>
          <p:nvPr/>
        </p:nvSpPr>
        <p:spPr>
          <a:xfrm>
            <a:off x="5350076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5370896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43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3324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Change Password</a:t>
            </a:r>
            <a:endParaRPr lang="en-US" sz="1600" dirty="0"/>
          </a:p>
        </p:txBody>
      </p:sp>
      <p:sp>
        <p:nvSpPr>
          <p:cNvPr id="49" name="Rounded Rectangle 48"/>
          <p:cNvSpPr/>
          <p:nvPr/>
        </p:nvSpPr>
        <p:spPr>
          <a:xfrm>
            <a:off x="3407595" y="4651896"/>
            <a:ext cx="2463089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07596" y="2712510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Current 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407596" y="3265610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New 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407596" y="3822727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Re-New 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3" name="Picture 52" descr="power ico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26" name="Picture 25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pic>
        <p:nvPicPr>
          <p:cNvPr id="27" name="Picture 26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pic>
        <p:nvPicPr>
          <p:cNvPr id="28" name="Picture 27" descr="Untitled-1.png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29" name="Isosceles Triangle 28"/>
          <p:cNvSpPr/>
          <p:nvPr/>
        </p:nvSpPr>
        <p:spPr>
          <a:xfrm>
            <a:off x="5350076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5370896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38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298861" y="2193454"/>
            <a:ext cx="1680807" cy="163336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653" y="2312829"/>
            <a:ext cx="1314560" cy="131456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Profile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2405108" y="410633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85255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989082" y="3409673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E-mail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908814" y="2193454"/>
            <a:ext cx="0" cy="2402641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>
            <a:off x="1583696" y="4919413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128649" y="5143752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Change Password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128649" y="5747336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Delete Account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11301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4" name="Isosceles Triangle 33"/>
          <p:cNvSpPr/>
          <p:nvPr/>
        </p:nvSpPr>
        <p:spPr>
          <a:xfrm rot="5400000">
            <a:off x="4735264" y="3643186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2201077" y="2543491"/>
            <a:ext cx="4837213" cy="2400549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599606" y="3035373"/>
            <a:ext cx="1442573" cy="140463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599607" y="3035373"/>
            <a:ext cx="1405091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2599607" y="3035373"/>
            <a:ext cx="1442572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176290" y="3053607"/>
            <a:ext cx="2604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Are you sure to delete your account?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>
            <a:off x="4263197" y="3826821"/>
            <a:ext cx="237486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285170" y="3966789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No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564227" y="3966790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Yes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74" name="Picture 73" descr="power ico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pic>
        <p:nvPicPr>
          <p:cNvPr id="48" name="Picture 47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pic>
        <p:nvPicPr>
          <p:cNvPr id="51" name="Picture 50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54" name="Isosceles Triangle 53"/>
          <p:cNvSpPr/>
          <p:nvPr/>
        </p:nvSpPr>
        <p:spPr>
          <a:xfrm>
            <a:off x="5341244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362064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77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635864" y="1672434"/>
            <a:ext cx="2104849" cy="204544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621" y="1804394"/>
            <a:ext cx="1646204" cy="164620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131916" y="2616983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36598" y="2616983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177522" y="2848119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5239554" y="2659128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844147" y="3091656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68416" y="2018277"/>
            <a:ext cx="2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300" dirty="0" smtClean="0">
                <a:solidFill>
                  <a:srgbClr val="000000"/>
                </a:solidFill>
              </a:rPr>
              <a:t>Username</a:t>
            </a:r>
            <a:endParaRPr lang="en-US" sz="3600" b="1" spc="300" dirty="0">
              <a:solidFill>
                <a:srgbClr val="00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98958" y="2834776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>
            <a:off x="1187585" y="38205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674991" y="4026303"/>
            <a:ext cx="2603500" cy="2400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4878792" y="4026303"/>
            <a:ext cx="2603500" cy="24004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/>
          <p:nvPr/>
        </p:nvCxnSpPr>
        <p:spPr>
          <a:xfrm>
            <a:off x="1674991" y="4026303"/>
            <a:ext cx="2063235" cy="2400407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2238375" y="4026303"/>
            <a:ext cx="2040116" cy="240040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878792" y="4024585"/>
            <a:ext cx="2058583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5398958" y="4024585"/>
            <a:ext cx="2083334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635893" y="496565"/>
            <a:ext cx="3688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Other Blogger Profile</a:t>
            </a:r>
            <a:endParaRPr lang="en-US" sz="1600" dirty="0"/>
          </a:p>
        </p:txBody>
      </p:sp>
      <p:sp>
        <p:nvSpPr>
          <p:cNvPr id="57" name="Rectangle 56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62" name="Picture 61" descr="power ico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41" name="Picture 40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pic>
        <p:nvPicPr>
          <p:cNvPr id="42" name="Picture 41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pic>
        <p:nvPicPr>
          <p:cNvPr id="43" name="Picture 42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44" name="Isosceles Triangle 43"/>
          <p:cNvSpPr/>
          <p:nvPr/>
        </p:nvSpPr>
        <p:spPr>
          <a:xfrm>
            <a:off x="4205005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225825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18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088031" y="2329947"/>
            <a:ext cx="2071948" cy="201346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4483520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29172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Title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1847060"/>
            <a:ext cx="0" cy="385103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83696" y="5902982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89082" y="3033569"/>
            <a:ext cx="2463089" cy="35275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spc="300" dirty="0" smtClean="0">
                <a:solidFill>
                  <a:srgbClr val="000000"/>
                </a:solidFill>
              </a:rPr>
              <a:t>Category</a:t>
            </a:r>
            <a:endParaRPr lang="en-US" sz="1400" i="1" spc="300" dirty="0">
              <a:solidFill>
                <a:srgbClr val="00000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86858" y="3033569"/>
            <a:ext cx="365314" cy="35276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156784" y="3157615"/>
            <a:ext cx="221747" cy="150771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946560" y="399815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Materials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922223" y="4785641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01457" y="3525619"/>
            <a:ext cx="1199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pic>
        <p:nvPicPr>
          <p:cNvPr id="36" name="Picture 35" descr="fotocamera_foto_camera_icon_coloring_book_colouring-1969p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085" y="2827897"/>
            <a:ext cx="1328605" cy="102293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62" name="Picture 61" descr="power ico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40" name="Picture 39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pic>
        <p:nvPicPr>
          <p:cNvPr id="41" name="Picture 40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pic>
        <p:nvPicPr>
          <p:cNvPr id="43" name="Picture 42" descr="Untitled-1.png"/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44" name="Isosceles Triangle 43"/>
          <p:cNvSpPr/>
          <p:nvPr/>
        </p:nvSpPr>
        <p:spPr>
          <a:xfrm>
            <a:off x="4777295" y="1353331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798115" y="1535046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3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088031" y="2329947"/>
            <a:ext cx="2071948" cy="201346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4483520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29172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Title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1847060"/>
            <a:ext cx="0" cy="385103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83696" y="5902982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89082" y="3033569"/>
            <a:ext cx="2463089" cy="35275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spc="300" dirty="0" smtClean="0">
                <a:solidFill>
                  <a:srgbClr val="000000"/>
                </a:solidFill>
              </a:rPr>
              <a:t>Category</a:t>
            </a:r>
            <a:endParaRPr lang="en-US" sz="1400" i="1" spc="300" dirty="0">
              <a:solidFill>
                <a:srgbClr val="00000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86858" y="3033569"/>
            <a:ext cx="365314" cy="35276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156784" y="3157615"/>
            <a:ext cx="221747" cy="150771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946560" y="399815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Materials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922223" y="4785641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01457" y="3525619"/>
            <a:ext cx="1199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89083" y="3386327"/>
            <a:ext cx="2463089" cy="24277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/>
          <p:nvPr/>
        </p:nvCxnSpPr>
        <p:spPr>
          <a:xfrm>
            <a:off x="4989084" y="3636838"/>
            <a:ext cx="246308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989086" y="3910084"/>
            <a:ext cx="246308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989086" y="4180811"/>
            <a:ext cx="246308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989083" y="4449166"/>
            <a:ext cx="2463088" cy="1026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89083" y="4730151"/>
            <a:ext cx="246308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59925" y="3618690"/>
            <a:ext cx="755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Outfit</a:t>
            </a:r>
            <a:endParaRPr 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5838242" y="3891481"/>
            <a:ext cx="1054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Accessory</a:t>
            </a:r>
            <a:endParaRPr lang="en-US" sz="1400" dirty="0"/>
          </a:p>
        </p:txBody>
      </p:sp>
      <p:sp>
        <p:nvSpPr>
          <p:cNvPr id="54" name="TextBox 53"/>
          <p:cNvSpPr txBox="1"/>
          <p:nvPr/>
        </p:nvSpPr>
        <p:spPr>
          <a:xfrm>
            <a:off x="6062467" y="4165054"/>
            <a:ext cx="479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Gift</a:t>
            </a:r>
            <a:endParaRPr 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6080773" y="4449166"/>
            <a:ext cx="479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Kid</a:t>
            </a:r>
            <a:endParaRPr 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5944149" y="4719891"/>
            <a:ext cx="783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Garden</a:t>
            </a:r>
            <a:endParaRPr 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5809067" y="4975502"/>
            <a:ext cx="109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Home Decor</a:t>
            </a:r>
            <a:endParaRPr lang="en-US" sz="1400" dirty="0"/>
          </a:p>
        </p:txBody>
      </p:sp>
      <p:cxnSp>
        <p:nvCxnSpPr>
          <p:cNvPr id="58" name="Straight Connector 57"/>
          <p:cNvCxnSpPr/>
          <p:nvPr/>
        </p:nvCxnSpPr>
        <p:spPr>
          <a:xfrm>
            <a:off x="4989086" y="4998361"/>
            <a:ext cx="246308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989086" y="5261198"/>
            <a:ext cx="2463085" cy="19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020548" y="5519804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Other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6085138" y="5261217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Pet</a:t>
            </a:r>
            <a:endParaRPr lang="en-US" sz="1400" dirty="0"/>
          </a:p>
        </p:txBody>
      </p:sp>
      <p:cxnSp>
        <p:nvCxnSpPr>
          <p:cNvPr id="62" name="Straight Connector 61"/>
          <p:cNvCxnSpPr/>
          <p:nvPr/>
        </p:nvCxnSpPr>
        <p:spPr>
          <a:xfrm>
            <a:off x="4989083" y="5547702"/>
            <a:ext cx="246308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116690" y="3360291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All</a:t>
            </a:r>
            <a:endParaRPr lang="en-US" sz="1400" dirty="0"/>
          </a:p>
        </p:txBody>
      </p:sp>
      <p:pic>
        <p:nvPicPr>
          <p:cNvPr id="2" name="Picture 1" descr="fotocamera_foto_camera_icon_coloring_book_colouring-1969p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085" y="2827897"/>
            <a:ext cx="1328605" cy="1022938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80" name="Picture 79" descr="power ico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64" name="Picture 63" descr="hom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pic>
        <p:nvPicPr>
          <p:cNvPr id="65" name="Picture 64" descr="create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pic>
        <p:nvPicPr>
          <p:cNvPr id="66" name="Picture 65" descr="Untitled-1.png"/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67" name="Isosceles Triangle 66"/>
          <p:cNvSpPr/>
          <p:nvPr/>
        </p:nvSpPr>
        <p:spPr>
          <a:xfrm>
            <a:off x="4777295" y="1353331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4798115" y="1535046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97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284884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834079" y="82881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853439"/>
            <a:ext cx="0" cy="1351706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10055" y="2441998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49830" y="2816458"/>
            <a:ext cx="6058147" cy="293016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515320"/>
              </p:ext>
            </p:extLst>
          </p:nvPr>
        </p:nvGraphicFramePr>
        <p:xfrm>
          <a:off x="1821689" y="337883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24923" y="300241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33018" y="300241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02189" y="311516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47408" y="293657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22997" y="292512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83009" y="384981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83009" y="425365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780753" y="468018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778497" y="509180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922223" y="1338573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22223" y="828817"/>
            <a:ext cx="2508687" cy="298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93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4648409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1577143" y="927118"/>
            <a:ext cx="6058147" cy="293016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538203"/>
              </p:ext>
            </p:extLst>
          </p:nvPr>
        </p:nvGraphicFramePr>
        <p:xfrm>
          <a:off x="1849002" y="148949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52236" y="111307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60331" y="111307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29502" y="122582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74721" y="104723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50310" y="103578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10322" y="196047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810322" y="236431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808066" y="279084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805810" y="320246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639667" y="5984520"/>
            <a:ext cx="1002323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sz="16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1537368" y="4117072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36953" y="4344956"/>
            <a:ext cx="1748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Video (optional)</a:t>
            </a:r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629219"/>
              </p:ext>
            </p:extLst>
          </p:nvPr>
        </p:nvGraphicFramePr>
        <p:xfrm>
          <a:off x="1849001" y="4714288"/>
          <a:ext cx="5483201" cy="8274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8499"/>
                <a:gridCol w="1934702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Video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1583843" y="4297331"/>
            <a:ext cx="6058147" cy="152879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5810322" y="5184482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Video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563140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Own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116082" y="1683353"/>
            <a:ext cx="727596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7" name="Picture 56" descr="power ico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32" name="Picture 31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pic>
        <p:nvPicPr>
          <p:cNvPr id="33" name="Picture 32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pic>
        <p:nvPicPr>
          <p:cNvPr id="34" name="Picture 33" descr="Untitled-1.png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35" name="Isosceles Triangle 34"/>
          <p:cNvSpPr/>
          <p:nvPr/>
        </p:nvSpPr>
        <p:spPr>
          <a:xfrm>
            <a:off x="5350076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5370896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11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4147"/>
            <a:ext cx="6779137" cy="55925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3933517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2623848" y="2821451"/>
            <a:ext cx="3000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  <a:endParaRPr lang="en-US" sz="2000" b="1" dirty="0" smtClean="0">
              <a:solidFill>
                <a:srgbClr val="000000"/>
              </a:solidFill>
            </a:endParaRPr>
          </a:p>
          <a:p>
            <a:r>
              <a:rPr lang="en-US" sz="2000" dirty="0" smtClean="0">
                <a:solidFill>
                  <a:srgbClr val="000000"/>
                </a:solidFill>
              </a:rPr>
              <a:t>Comment </a:t>
            </a:r>
            <a:r>
              <a:rPr lang="en-US" sz="2000" dirty="0">
                <a:solidFill>
                  <a:srgbClr val="000000"/>
                </a:solidFill>
              </a:rPr>
              <a:t>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23848" y="3766869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3848" y="4724348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933960" y="3631098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933960" y="4567841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933960" y="2916913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873" y="2949903"/>
            <a:ext cx="433588" cy="433588"/>
          </a:xfrm>
          <a:prstGeom prst="rect">
            <a:avLst/>
          </a:prstGeom>
        </p:spPr>
      </p:pic>
      <p:sp>
        <p:nvSpPr>
          <p:cNvPr id="52" name="Oval 51"/>
          <p:cNvSpPr/>
          <p:nvPr/>
        </p:nvSpPr>
        <p:spPr>
          <a:xfrm>
            <a:off x="1942931" y="3837870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44" y="3870860"/>
            <a:ext cx="433588" cy="433588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>
          <a:xfrm>
            <a:off x="1954001" y="4796375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14" y="4829365"/>
            <a:ext cx="433588" cy="43358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626884" y="5768134"/>
            <a:ext cx="1155701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Delete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896531" y="831386"/>
            <a:ext cx="3496781" cy="160994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3925632" y="831385"/>
            <a:ext cx="2358405" cy="1609949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2896531" y="831385"/>
            <a:ext cx="2381629" cy="160995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405108" y="410633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11301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7" name="Isosceles Triangle 36"/>
          <p:cNvSpPr/>
          <p:nvPr/>
        </p:nvSpPr>
        <p:spPr>
          <a:xfrm rot="5400000">
            <a:off x="4735264" y="3643186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2201077" y="2543491"/>
            <a:ext cx="4837213" cy="2400549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599606" y="3035373"/>
            <a:ext cx="1442573" cy="140463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599607" y="3035373"/>
            <a:ext cx="1405091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599607" y="3035373"/>
            <a:ext cx="1442572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76290" y="3053607"/>
            <a:ext cx="2604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Are you sure to delete your tutorial?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263197" y="3826821"/>
            <a:ext cx="237486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285170" y="3966789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No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564227" y="3966790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Yes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972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2088031" y="2329947"/>
            <a:ext cx="2071948" cy="201346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4483520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29172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err="1" smtClean="0">
                <a:solidFill>
                  <a:schemeClr val="tx1"/>
                </a:solidFill>
              </a:rPr>
              <a:t>xxxxxxxxx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1847060"/>
            <a:ext cx="0" cy="385103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83696" y="5902982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89082" y="3033569"/>
            <a:ext cx="2463089" cy="35275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spc="300" dirty="0" smtClean="0">
                <a:solidFill>
                  <a:srgbClr val="000000"/>
                </a:solidFill>
              </a:rPr>
              <a:t>Category</a:t>
            </a:r>
            <a:endParaRPr lang="en-US" sz="1400" i="1" spc="300" dirty="0">
              <a:solidFill>
                <a:srgbClr val="00000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86858" y="3033569"/>
            <a:ext cx="365314" cy="35276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156784" y="3157615"/>
            <a:ext cx="221747" cy="150771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946560" y="399815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err="1" smtClean="0">
                <a:solidFill>
                  <a:schemeClr val="tx1"/>
                </a:solidFill>
              </a:rPr>
              <a:t>xxxxxxxxxxxxxxxxxxx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922223" y="4785641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01457" y="3525619"/>
            <a:ext cx="1199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cxnSp>
        <p:nvCxnSpPr>
          <p:cNvPr id="36" name="Straight Connector 35"/>
          <p:cNvCxnSpPr>
            <a:stCxn id="39" idx="1"/>
            <a:endCxn id="39" idx="5"/>
          </p:cNvCxnSpPr>
          <p:nvPr/>
        </p:nvCxnSpPr>
        <p:spPr>
          <a:xfrm>
            <a:off x="2391461" y="2624813"/>
            <a:ext cx="1465088" cy="1423736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9" idx="3"/>
            <a:endCxn id="39" idx="7"/>
          </p:cNvCxnSpPr>
          <p:nvPr/>
        </p:nvCxnSpPr>
        <p:spPr>
          <a:xfrm flipV="1">
            <a:off x="2391461" y="2624813"/>
            <a:ext cx="1465088" cy="1423736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63" name="Picture 62" descr="power ico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30" y="1083658"/>
            <a:ext cx="243224" cy="268459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000000"/>
                </a:solidFill>
                <a:latin typeface="+mj-lt"/>
                <a:cs typeface="MAW "/>
              </a:rPr>
              <a:t>Log out</a:t>
            </a:r>
            <a:endParaRPr lang="en-US" sz="11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41" name="Picture 40" descr="home1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pic>
        <p:nvPicPr>
          <p:cNvPr id="43" name="Picture 42" descr="create1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pic>
        <p:nvPicPr>
          <p:cNvPr id="44" name="Picture 43" descr="Untitled-1.png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45" name="Isosceles Triangle 44"/>
          <p:cNvSpPr/>
          <p:nvPr/>
        </p:nvSpPr>
        <p:spPr>
          <a:xfrm>
            <a:off x="5350076" y="1344222"/>
            <a:ext cx="338529" cy="20635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370896" y="1525937"/>
            <a:ext cx="288880" cy="724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2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284884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834079" y="82881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853439"/>
            <a:ext cx="0" cy="1351706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10055" y="2441998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49830" y="2816459"/>
            <a:ext cx="6058147" cy="288369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875455"/>
              </p:ext>
            </p:extLst>
          </p:nvPr>
        </p:nvGraphicFramePr>
        <p:xfrm>
          <a:off x="1821689" y="337883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xxxxxxxxxxxxxxxxxxxxx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24923" y="300241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33018" y="300241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02189" y="311516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47408" y="293657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22997" y="292512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83009" y="384981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83009" y="425365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780753" y="468018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778497" y="509180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922223" y="1338573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22223" y="828817"/>
            <a:ext cx="2508687" cy="298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70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4648409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Tutorial</a:t>
            </a:r>
            <a:endParaRPr lang="en-US" sz="1600" dirty="0"/>
          </a:p>
        </p:txBody>
      </p:sp>
      <p:cxnSp>
        <p:nvCxnSpPr>
          <p:cNvPr id="50" name="Straight Connector 49"/>
          <p:cNvCxnSpPr/>
          <p:nvPr/>
        </p:nvCxnSpPr>
        <p:spPr>
          <a:xfrm>
            <a:off x="1537368" y="965408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77143" y="1339868"/>
            <a:ext cx="6058147" cy="293016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201974"/>
              </p:ext>
            </p:extLst>
          </p:nvPr>
        </p:nvGraphicFramePr>
        <p:xfrm>
          <a:off x="1849002" y="190224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52236" y="152582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60331" y="152582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29502" y="163857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74721" y="145998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50310" y="144853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10322" y="237322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810322" y="277706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808066" y="320359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805810" y="361521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632967" y="5863202"/>
            <a:ext cx="1002323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sz="16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1537368" y="4625072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577143" y="5127038"/>
            <a:ext cx="6058147" cy="51264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err="1" smtClean="0">
                <a:solidFill>
                  <a:srgbClr val="000000"/>
                </a:solidFill>
              </a:rPr>
              <a:t>xxxxxxxxxxxxxxxxxxxxxxxxxxxxxxxxx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83843" y="4757706"/>
            <a:ext cx="1748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Video (optional)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749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rgbClr val="22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17" y="934195"/>
            <a:ext cx="541269" cy="541269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1187585" y="1588495"/>
            <a:ext cx="6779137" cy="4773203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29166" y="788458"/>
            <a:ext cx="175031" cy="17272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774560" y="1042718"/>
            <a:ext cx="339599" cy="3395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70605" y="499099"/>
            <a:ext cx="8833593" cy="341243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ounded Rectangle 53"/>
          <p:cNvSpPr/>
          <p:nvPr/>
        </p:nvSpPr>
        <p:spPr>
          <a:xfrm>
            <a:off x="1428750" y="1739445"/>
            <a:ext cx="728750" cy="257672"/>
          </a:xfrm>
          <a:prstGeom prst="roundRect">
            <a:avLst/>
          </a:prstGeom>
          <a:solidFill>
            <a:srgbClr val="FFDE5B"/>
          </a:solidFill>
          <a:ln>
            <a:noFill/>
          </a:ln>
          <a:effectLst>
            <a:outerShdw blurRad="28575" dist="38100" dir="2700000" algn="tl" rotWithShape="0">
              <a:schemeClr val="tx1">
                <a:lumMod val="65000"/>
                <a:lumOff val="35000"/>
                <a:alpha val="4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spc="300" dirty="0" smtClean="0">
                <a:solidFill>
                  <a:srgbClr val="25456B"/>
                </a:solidFill>
                <a:latin typeface="MAW "/>
                <a:cs typeface="MAW "/>
              </a:rPr>
              <a:t>Random</a:t>
            </a:r>
            <a:endParaRPr lang="en-US" sz="1100" spc="300" dirty="0">
              <a:solidFill>
                <a:srgbClr val="25456B"/>
              </a:solidFill>
              <a:latin typeface="MAW "/>
              <a:cs typeface="MAW 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289269" y="1738465"/>
            <a:ext cx="728750" cy="257672"/>
          </a:xfrm>
          <a:prstGeom prst="roundRect">
            <a:avLst/>
          </a:prstGeom>
          <a:solidFill>
            <a:srgbClr val="FFDE5B"/>
          </a:solidFill>
          <a:ln>
            <a:noFill/>
          </a:ln>
          <a:effectLst>
            <a:outerShdw blurRad="28575" dist="38100" dir="2700000" algn="tl" rotWithShape="0">
              <a:schemeClr val="tx1">
                <a:lumMod val="65000"/>
                <a:lumOff val="35000"/>
                <a:alpha val="4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spc="300" dirty="0" smtClean="0">
                <a:solidFill>
                  <a:srgbClr val="25456B"/>
                </a:solidFill>
                <a:latin typeface="MAW "/>
                <a:cs typeface="MAW "/>
              </a:rPr>
              <a:t>Popular</a:t>
            </a:r>
            <a:endParaRPr lang="en-US" sz="1100" spc="300" dirty="0">
              <a:solidFill>
                <a:srgbClr val="25456B"/>
              </a:solidFill>
              <a:latin typeface="MAW "/>
              <a:cs typeface="MAW 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140355" y="1739445"/>
            <a:ext cx="824257" cy="257672"/>
          </a:xfrm>
          <a:prstGeom prst="roundRect">
            <a:avLst/>
          </a:prstGeom>
          <a:solidFill>
            <a:srgbClr val="FFDE5B"/>
          </a:solidFill>
          <a:ln>
            <a:noFill/>
          </a:ln>
          <a:effectLst>
            <a:outerShdw blurRad="28575" dist="38100" dir="2700000" algn="tl" rotWithShape="0">
              <a:schemeClr val="tx1">
                <a:lumMod val="65000"/>
                <a:lumOff val="35000"/>
                <a:alpha val="4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spc="300" dirty="0" smtClean="0">
                <a:solidFill>
                  <a:srgbClr val="25456B"/>
                </a:solidFill>
                <a:latin typeface="MAW "/>
                <a:cs typeface="MAW "/>
              </a:rPr>
              <a:t>Following</a:t>
            </a:r>
            <a:endParaRPr lang="en-US" sz="1100" spc="300" dirty="0">
              <a:solidFill>
                <a:srgbClr val="25456B"/>
              </a:solidFill>
              <a:latin typeface="MAW "/>
              <a:cs typeface="MAW 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82750" y="2874013"/>
            <a:ext cx="2603500" cy="34062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682750" y="5931491"/>
            <a:ext cx="2603500" cy="348807"/>
          </a:xfrm>
          <a:prstGeom prst="rect">
            <a:avLst/>
          </a:prstGeom>
          <a:solidFill>
            <a:srgbClr val="FFD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FE2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886551" y="2874013"/>
            <a:ext cx="2603500" cy="34062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886551" y="5931491"/>
            <a:ext cx="2603500" cy="348807"/>
          </a:xfrm>
          <a:prstGeom prst="rect">
            <a:avLst/>
          </a:prstGeom>
          <a:solidFill>
            <a:srgbClr val="FFD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1787447" y="5909123"/>
            <a:ext cx="1417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DIY shoes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048070" y="5909123"/>
            <a:ext cx="132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DIY jeans”</a:t>
            </a:r>
            <a:endParaRPr lang="en-US" b="1" dirty="0">
              <a:solidFill>
                <a:srgbClr val="000000"/>
              </a:solidFill>
            </a:endParaRPr>
          </a:p>
        </p:txBody>
      </p:sp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1004555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335083" y="512845"/>
            <a:ext cx="2990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</a:rPr>
              <a:t>HanDIYcraft | Blogger Home Page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367017" y="2559279"/>
            <a:ext cx="4550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spc="150" dirty="0" smtClean="0">
                <a:solidFill>
                  <a:srgbClr val="25456B"/>
                </a:solidFill>
                <a:latin typeface="MAW "/>
                <a:cs typeface="MAW "/>
              </a:rPr>
              <a:t>Outfit </a:t>
            </a:r>
            <a:endParaRPr lang="en-US" sz="1050" spc="150" dirty="0">
              <a:solidFill>
                <a:srgbClr val="25456B"/>
              </a:solidFill>
              <a:latin typeface="MAW "/>
              <a:cs typeface="MAW 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880352" y="2561277"/>
            <a:ext cx="697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spc="150" dirty="0" smtClean="0">
                <a:solidFill>
                  <a:srgbClr val="25456B"/>
                </a:solidFill>
                <a:latin typeface="MAW "/>
                <a:cs typeface="MAW "/>
              </a:rPr>
              <a:t>Accessory</a:t>
            </a:r>
            <a:endParaRPr lang="en-US" sz="1050" spc="150" dirty="0">
              <a:solidFill>
                <a:srgbClr val="25456B"/>
              </a:solidFill>
              <a:latin typeface="MAW "/>
              <a:cs typeface="MAW 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639976" y="2561118"/>
            <a:ext cx="479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spc="150" dirty="0" smtClean="0">
                <a:solidFill>
                  <a:srgbClr val="25456B"/>
                </a:solidFill>
                <a:latin typeface="MAW "/>
                <a:cs typeface="MAW "/>
              </a:rPr>
              <a:t>Other</a:t>
            </a:r>
            <a:endParaRPr lang="en-US" sz="1050" spc="150" dirty="0">
              <a:solidFill>
                <a:srgbClr val="25456B"/>
              </a:solidFill>
              <a:latin typeface="MAW "/>
              <a:cs typeface="MAW 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099124" y="2559279"/>
            <a:ext cx="3416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spc="150" dirty="0" smtClean="0">
                <a:solidFill>
                  <a:srgbClr val="25456B"/>
                </a:solidFill>
                <a:latin typeface="MAW "/>
                <a:cs typeface="MAW "/>
              </a:rPr>
              <a:t>Pet</a:t>
            </a:r>
            <a:endParaRPr lang="en-US" sz="1050" spc="150" dirty="0">
              <a:solidFill>
                <a:srgbClr val="25456B"/>
              </a:solidFill>
              <a:latin typeface="MAW "/>
              <a:cs typeface="MAW 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310630" y="2564920"/>
            <a:ext cx="7742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spc="150" dirty="0" smtClean="0">
                <a:solidFill>
                  <a:srgbClr val="25456B"/>
                </a:solidFill>
                <a:latin typeface="MAW "/>
                <a:cs typeface="MAW "/>
              </a:rPr>
              <a:t>Home Decor</a:t>
            </a:r>
            <a:endParaRPr lang="en-US" sz="1050" spc="150" dirty="0">
              <a:solidFill>
                <a:srgbClr val="25456B"/>
              </a:solidFill>
              <a:latin typeface="MAW "/>
              <a:cs typeface="MAW 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271435" y="2560677"/>
            <a:ext cx="33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spc="150" dirty="0" smtClean="0">
                <a:solidFill>
                  <a:srgbClr val="25456B"/>
                </a:solidFill>
                <a:latin typeface="MAW "/>
                <a:cs typeface="MAW "/>
              </a:rPr>
              <a:t>Kid</a:t>
            </a:r>
            <a:endParaRPr lang="en-US" sz="1050" spc="150" dirty="0">
              <a:solidFill>
                <a:srgbClr val="25456B"/>
              </a:solidFill>
              <a:latin typeface="MAW "/>
              <a:cs typeface="MAW 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667069" y="2560169"/>
            <a:ext cx="348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spc="150" dirty="0" smtClean="0">
                <a:solidFill>
                  <a:srgbClr val="25456B"/>
                </a:solidFill>
                <a:latin typeface="MAW "/>
                <a:cs typeface="MAW "/>
              </a:rPr>
              <a:t>Gift</a:t>
            </a:r>
            <a:endParaRPr lang="en-US" sz="1050" spc="150" dirty="0">
              <a:solidFill>
                <a:srgbClr val="25456B"/>
              </a:solidFill>
              <a:latin typeface="MAW "/>
              <a:cs typeface="MAW 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FCC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4787494" y="2562347"/>
            <a:ext cx="540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spc="150" dirty="0" smtClean="0">
                <a:solidFill>
                  <a:srgbClr val="25456B"/>
                </a:solidFill>
                <a:latin typeface="MAW "/>
                <a:cs typeface="MAW "/>
              </a:rPr>
              <a:t>Garden</a:t>
            </a:r>
            <a:endParaRPr lang="en-US" sz="1050" spc="150" dirty="0">
              <a:solidFill>
                <a:srgbClr val="25456B"/>
              </a:solidFill>
              <a:latin typeface="MAW "/>
              <a:cs typeface="MAW "/>
            </a:endParaRPr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00A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4205005" y="1388018"/>
            <a:ext cx="338529" cy="206357"/>
          </a:xfrm>
          <a:prstGeom prst="triangle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/>
          <p:cNvSpPr/>
          <p:nvPr/>
        </p:nvSpPr>
        <p:spPr>
          <a:xfrm>
            <a:off x="7212503" y="1085664"/>
            <a:ext cx="728750" cy="257672"/>
          </a:xfrm>
          <a:prstGeom prst="roundRect">
            <a:avLst/>
          </a:prstGeom>
          <a:solidFill>
            <a:srgbClr val="FE6265"/>
          </a:solidFill>
          <a:ln>
            <a:noFill/>
          </a:ln>
          <a:effectLst>
            <a:outerShdw blurRad="50800" dist="38100" dir="2700000" algn="tl" rotWithShape="0">
              <a:schemeClr val="tx1">
                <a:lumMod val="85000"/>
                <a:lumOff val="15000"/>
                <a:alpha val="4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bg1"/>
                </a:solidFill>
                <a:latin typeface="MAW "/>
                <a:cs typeface="MAW "/>
              </a:rPr>
              <a:t>Log out</a:t>
            </a:r>
            <a:endParaRPr lang="en-US" sz="11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pic>
        <p:nvPicPr>
          <p:cNvPr id="3" name="Picture 2" descr="4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718" y="840343"/>
            <a:ext cx="2511519" cy="752416"/>
          </a:xfrm>
          <a:prstGeom prst="rect">
            <a:avLst/>
          </a:prstGeom>
        </p:spPr>
      </p:pic>
      <p:sp>
        <p:nvSpPr>
          <p:cNvPr id="94" name="Donut 93"/>
          <p:cNvSpPr/>
          <p:nvPr/>
        </p:nvSpPr>
        <p:spPr>
          <a:xfrm>
            <a:off x="6015583" y="1746999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Rounded Rectangle 94"/>
          <p:cNvSpPr/>
          <p:nvPr/>
        </p:nvSpPr>
        <p:spPr>
          <a:xfrm rot="2586247">
            <a:off x="6195848" y="1963873"/>
            <a:ext cx="144143" cy="547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11125" dist="38100" dir="2700000" sx="89000" sy="89000" algn="tl" rotWithShape="0">
              <a:schemeClr val="tx1">
                <a:lumMod val="95000"/>
                <a:lumOff val="5000"/>
                <a:alpha val="4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/>
          <p:cNvSpPr/>
          <p:nvPr/>
        </p:nvSpPr>
        <p:spPr>
          <a:xfrm>
            <a:off x="6366874" y="1773645"/>
            <a:ext cx="1373094" cy="25767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8575" dist="38100" dir="2700000" algn="tl" rotWithShape="0">
              <a:schemeClr val="tx1">
                <a:lumMod val="65000"/>
                <a:lumOff val="35000"/>
                <a:alpha val="4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spc="1000" dirty="0" smtClean="0">
                <a:solidFill>
                  <a:srgbClr val="25456B"/>
                </a:solidFill>
                <a:latin typeface="+mj-lt"/>
                <a:cs typeface="MAW "/>
              </a:rPr>
              <a:t>…Search…</a:t>
            </a:r>
            <a:endParaRPr lang="en-US" sz="1100" i="1" spc="1000" dirty="0">
              <a:solidFill>
                <a:srgbClr val="25456B"/>
              </a:solidFill>
              <a:latin typeface="+mj-lt"/>
              <a:cs typeface="MAW "/>
            </a:endParaRPr>
          </a:p>
        </p:txBody>
      </p:sp>
      <p:pic>
        <p:nvPicPr>
          <p:cNvPr id="98" name="Picture 97" descr="gift2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855" y="2109002"/>
            <a:ext cx="555734" cy="555734"/>
          </a:xfrm>
          <a:prstGeom prst="rect">
            <a:avLst/>
          </a:prstGeom>
          <a:effectLst>
            <a:outerShdw blurRad="12700" dist="50800" dir="660000" sx="96000" sy="96000" algn="tl" rotWithShape="0">
              <a:schemeClr val="bg1">
                <a:lumMod val="85000"/>
                <a:alpha val="79000"/>
              </a:schemeClr>
            </a:outerShdw>
          </a:effectLst>
        </p:spPr>
      </p:pic>
      <p:pic>
        <p:nvPicPr>
          <p:cNvPr id="99" name="Picture 98" descr="garden1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587" y="2088626"/>
            <a:ext cx="603359" cy="603359"/>
          </a:xfrm>
          <a:prstGeom prst="rect">
            <a:avLst/>
          </a:prstGeom>
          <a:effectLst>
            <a:outerShdw blurRad="12700" dist="50800" dir="660000" sx="96000" sy="96000" algn="tl" rotWithShape="0">
              <a:schemeClr val="bg1">
                <a:lumMod val="85000"/>
                <a:alpha val="79000"/>
              </a:schemeClr>
            </a:outerShdw>
          </a:effectLst>
        </p:spPr>
      </p:pic>
      <p:pic>
        <p:nvPicPr>
          <p:cNvPr id="100" name="Picture 99" descr="home1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453" y="2072539"/>
            <a:ext cx="630852" cy="630852"/>
          </a:xfrm>
          <a:prstGeom prst="rect">
            <a:avLst/>
          </a:prstGeom>
          <a:effectLst>
            <a:outerShdw blurRad="12700" dist="50800" dir="660000" sx="96000" sy="96000" algn="tl" rotWithShape="0">
              <a:schemeClr val="bg1">
                <a:lumMod val="85000"/>
                <a:alpha val="79000"/>
              </a:schemeClr>
            </a:outerShdw>
          </a:effectLst>
        </p:spPr>
      </p:pic>
      <p:pic>
        <p:nvPicPr>
          <p:cNvPr id="101" name="Picture 100" descr="accessories1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621" y="2115443"/>
            <a:ext cx="555734" cy="555734"/>
          </a:xfrm>
          <a:prstGeom prst="rect">
            <a:avLst/>
          </a:prstGeom>
          <a:effectLst>
            <a:outerShdw blurRad="12700" dist="50800" dir="660000" sx="96000" sy="96000" algn="tl" rotWithShape="0">
              <a:schemeClr val="bg1">
                <a:lumMod val="85000"/>
                <a:alpha val="79000"/>
              </a:schemeClr>
            </a:outerShdw>
          </a:effectLst>
        </p:spPr>
      </p:pic>
      <p:pic>
        <p:nvPicPr>
          <p:cNvPr id="102" name="Picture 101" descr="kid1.p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273" y="2115443"/>
            <a:ext cx="555734" cy="555734"/>
          </a:xfrm>
          <a:prstGeom prst="rect">
            <a:avLst/>
          </a:prstGeom>
          <a:effectLst>
            <a:outerShdw blurRad="12700" dist="50800" dir="660000" sx="96000" sy="96000" algn="tl" rotWithShape="0">
              <a:schemeClr val="bg1">
                <a:lumMod val="85000"/>
                <a:alpha val="79000"/>
              </a:schemeClr>
            </a:outerShdw>
          </a:effectLst>
        </p:spPr>
      </p:pic>
      <p:pic>
        <p:nvPicPr>
          <p:cNvPr id="103" name="Picture 102" descr="other2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851" y="2061133"/>
            <a:ext cx="645704" cy="645704"/>
          </a:xfrm>
          <a:prstGeom prst="rect">
            <a:avLst/>
          </a:prstGeom>
          <a:effectLst>
            <a:outerShdw blurRad="12700" dist="50800" dir="660000" sx="96000" sy="96000" algn="tl" rotWithShape="0">
              <a:schemeClr val="bg1">
                <a:lumMod val="85000"/>
                <a:alpha val="79000"/>
              </a:schemeClr>
            </a:outerShdw>
          </a:effectLst>
        </p:spPr>
      </p:pic>
      <p:pic>
        <p:nvPicPr>
          <p:cNvPr id="104" name="Picture 103" descr="pet1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905" y="2087747"/>
            <a:ext cx="583227" cy="583227"/>
          </a:xfrm>
          <a:prstGeom prst="rect">
            <a:avLst/>
          </a:prstGeom>
          <a:effectLst>
            <a:outerShdw blurRad="12700" dist="50800" dir="660000" sx="96000" sy="96000" algn="tl" rotWithShape="0">
              <a:schemeClr val="bg1">
                <a:lumMod val="85000"/>
                <a:alpha val="79000"/>
              </a:schemeClr>
            </a:outerShdw>
          </a:effectLst>
        </p:spPr>
      </p:pic>
      <p:pic>
        <p:nvPicPr>
          <p:cNvPr id="105" name="Picture 104" descr="clothes1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460" y="2115443"/>
            <a:ext cx="555734" cy="555734"/>
          </a:xfrm>
          <a:prstGeom prst="rect">
            <a:avLst/>
          </a:prstGeom>
          <a:effectLst>
            <a:outerShdw blurRad="12700" dist="50800" dir="660000" sx="96000" sy="96000" algn="tl" rotWithShape="0">
              <a:schemeClr val="bg1">
                <a:lumMod val="85000"/>
                <a:alpha val="79000"/>
              </a:schemeClr>
            </a:outerShdw>
          </a:effectLst>
        </p:spPr>
      </p:pic>
      <p:sp>
        <p:nvSpPr>
          <p:cNvPr id="108" name="Heart 107"/>
          <p:cNvSpPr/>
          <p:nvPr/>
        </p:nvSpPr>
        <p:spPr>
          <a:xfrm>
            <a:off x="3645394" y="6013060"/>
            <a:ext cx="187714" cy="184578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/>
          <p:cNvSpPr txBox="1"/>
          <p:nvPr/>
        </p:nvSpPr>
        <p:spPr>
          <a:xfrm>
            <a:off x="3790104" y="5928768"/>
            <a:ext cx="392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0000"/>
                </a:solidFill>
              </a:rPr>
              <a:t>55</a:t>
            </a:r>
            <a:endParaRPr lang="en-US" sz="1600" b="1" dirty="0">
              <a:solidFill>
                <a:srgbClr val="000000"/>
              </a:solidFill>
            </a:endParaRPr>
          </a:p>
        </p:txBody>
      </p:sp>
      <p:sp>
        <p:nvSpPr>
          <p:cNvPr id="110" name="Heart 109"/>
          <p:cNvSpPr/>
          <p:nvPr/>
        </p:nvSpPr>
        <p:spPr>
          <a:xfrm>
            <a:off x="6879114" y="6007301"/>
            <a:ext cx="187714" cy="184578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7023824" y="5923009"/>
            <a:ext cx="392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0000"/>
                </a:solidFill>
              </a:rPr>
              <a:t>55</a:t>
            </a:r>
            <a:endParaRPr lang="en-US" sz="1600" b="1" dirty="0">
              <a:solidFill>
                <a:srgbClr val="000000"/>
              </a:solidFill>
            </a:endParaRPr>
          </a:p>
        </p:txBody>
      </p:sp>
      <p:pic>
        <p:nvPicPr>
          <p:cNvPr id="12" name="Picture 11" descr="Screen Shot 2557-12-13 at 4.07.25 PM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294" y="2955413"/>
            <a:ext cx="2319222" cy="2926637"/>
          </a:xfrm>
          <a:prstGeom prst="rect">
            <a:avLst/>
          </a:prstGeom>
        </p:spPr>
      </p:pic>
      <p:pic>
        <p:nvPicPr>
          <p:cNvPr id="14" name="Picture 13" descr="902f03a4d9e1b7458c3a3a83814091de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312" y="2966597"/>
            <a:ext cx="2113671" cy="2910776"/>
          </a:xfrm>
          <a:prstGeom prst="rect">
            <a:avLst/>
          </a:prstGeom>
        </p:spPr>
      </p:pic>
      <p:pic>
        <p:nvPicPr>
          <p:cNvPr id="16" name="Picture 15" descr="powe-symbol-2.png"/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00000" contrast="7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431" y="1087436"/>
            <a:ext cx="255899" cy="25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4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ift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390" y="1173749"/>
            <a:ext cx="555734" cy="555734"/>
          </a:xfrm>
          <a:prstGeom prst="rect">
            <a:avLst/>
          </a:prstGeom>
        </p:spPr>
      </p:pic>
      <p:pic>
        <p:nvPicPr>
          <p:cNvPr id="4" name="Picture 3" descr="garden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497" y="1173749"/>
            <a:ext cx="589669" cy="589669"/>
          </a:xfrm>
          <a:prstGeom prst="rect">
            <a:avLst/>
          </a:prstGeom>
        </p:spPr>
      </p:pic>
      <p:pic>
        <p:nvPicPr>
          <p:cNvPr id="5" name="Picture 4" descr="hom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166" y="1146256"/>
            <a:ext cx="630852" cy="630852"/>
          </a:xfrm>
          <a:prstGeom prst="rect">
            <a:avLst/>
          </a:prstGeom>
        </p:spPr>
      </p:pic>
      <p:pic>
        <p:nvPicPr>
          <p:cNvPr id="6" name="Picture 5" descr="accessories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781" y="1180190"/>
            <a:ext cx="555734" cy="555734"/>
          </a:xfrm>
          <a:prstGeom prst="rect">
            <a:avLst/>
          </a:prstGeom>
        </p:spPr>
      </p:pic>
      <p:pic>
        <p:nvPicPr>
          <p:cNvPr id="7" name="Picture 6" descr="kid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08" y="1180190"/>
            <a:ext cx="555734" cy="555734"/>
          </a:xfrm>
          <a:prstGeom prst="rect">
            <a:avLst/>
          </a:prstGeom>
        </p:spPr>
      </p:pic>
      <p:pic>
        <p:nvPicPr>
          <p:cNvPr id="8" name="Picture 7" descr="other2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436" y="1131404"/>
            <a:ext cx="645704" cy="645704"/>
          </a:xfrm>
          <a:prstGeom prst="rect">
            <a:avLst/>
          </a:prstGeom>
        </p:spPr>
      </p:pic>
      <p:pic>
        <p:nvPicPr>
          <p:cNvPr id="9" name="Picture 8" descr="pet1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702" y="1173749"/>
            <a:ext cx="555734" cy="555734"/>
          </a:xfrm>
          <a:prstGeom prst="rect">
            <a:avLst/>
          </a:prstGeom>
        </p:spPr>
      </p:pic>
      <p:pic>
        <p:nvPicPr>
          <p:cNvPr id="10" name="Picture 9" descr="clothes1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45" y="1180190"/>
            <a:ext cx="555734" cy="55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94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3985</TotalTime>
  <Words>581</Words>
  <Application>Microsoft Macintosh PowerPoint</Application>
  <PresentationFormat>On-screen Show (4:3)</PresentationFormat>
  <Paragraphs>274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184</cp:revision>
  <dcterms:created xsi:type="dcterms:W3CDTF">2014-05-25T15:52:57Z</dcterms:created>
  <dcterms:modified xsi:type="dcterms:W3CDTF">2014-12-13T09:23:28Z</dcterms:modified>
</cp:coreProperties>
</file>