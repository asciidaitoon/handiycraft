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jpeg"/>
  <Default Extension="rels" ContentType="application/vnd.openxmlformats-package.relationships+xml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57" r:id="rId4"/>
    <p:sldId id="274" r:id="rId5"/>
    <p:sldId id="259" r:id="rId6"/>
    <p:sldId id="260" r:id="rId7"/>
    <p:sldId id="265" r:id="rId8"/>
    <p:sldId id="262" r:id="rId9"/>
    <p:sldId id="263" r:id="rId10"/>
    <p:sldId id="270" r:id="rId11"/>
    <p:sldId id="273" r:id="rId12"/>
    <p:sldId id="291" r:id="rId13"/>
    <p:sldId id="271" r:id="rId14"/>
    <p:sldId id="279" r:id="rId15"/>
    <p:sldId id="287" r:id="rId16"/>
    <p:sldId id="276" r:id="rId17"/>
    <p:sldId id="295" r:id="rId18"/>
    <p:sldId id="280" r:id="rId19"/>
    <p:sldId id="292" r:id="rId20"/>
    <p:sldId id="293" r:id="rId21"/>
    <p:sldId id="294" r:id="rId22"/>
    <p:sldId id="296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-2008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interSettings" Target="printerSettings/printerSettings1.bin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12/9/14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microsoft.com/office/2007/relationships/hdphoto" Target="../media/hdphoto1.wdp"/><Relationship Id="rId5" Type="http://schemas.openxmlformats.org/officeDocument/2006/relationships/image" Target="../media/image2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microsoft.com/office/2007/relationships/hdphoto" Target="../media/hdphoto1.wdp"/><Relationship Id="rId5" Type="http://schemas.openxmlformats.org/officeDocument/2006/relationships/image" Target="../media/image2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4" Type="http://schemas.openxmlformats.org/officeDocument/2006/relationships/image" Target="../media/image1.png"/><Relationship Id="rId5" Type="http://schemas.microsoft.com/office/2007/relationships/hdphoto" Target="../media/hdphoto1.wdp"/><Relationship Id="rId6" Type="http://schemas.openxmlformats.org/officeDocument/2006/relationships/image" Target="../media/image2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microsoft.com/office/2007/relationships/hdphoto" Target="../media/hdphoto1.wdp"/><Relationship Id="rId5" Type="http://schemas.openxmlformats.org/officeDocument/2006/relationships/image" Target="../media/image2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microsoft.com/office/2007/relationships/hdphoto" Target="../media/hdphoto1.wdp"/><Relationship Id="rId5" Type="http://schemas.openxmlformats.org/officeDocument/2006/relationships/image" Target="../media/image2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4205005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225825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33" name="Picture 32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34" name="Picture 33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35" name="Picture 34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36" name="Isosceles Triangle 35"/>
          <p:cNvSpPr/>
          <p:nvPr/>
        </p:nvSpPr>
        <p:spPr>
          <a:xfrm>
            <a:off x="4205005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225825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2" name="Picture 41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45" name="Isosceles Triangle 44"/>
          <p:cNvSpPr/>
          <p:nvPr/>
        </p:nvSpPr>
        <p:spPr>
          <a:xfrm>
            <a:off x="5350076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5370896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32" name="Picture 31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34" name="Picture 33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35" name="Isosceles Triangle 34"/>
          <p:cNvSpPr/>
          <p:nvPr/>
        </p:nvSpPr>
        <p:spPr>
          <a:xfrm>
            <a:off x="5350076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5370896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27" name="Picture 2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28" name="Picture 2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29" name="Isosceles Triangle 28"/>
          <p:cNvSpPr/>
          <p:nvPr/>
        </p:nvSpPr>
        <p:spPr>
          <a:xfrm>
            <a:off x="5350076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5370896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48" name="Picture 47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51" name="Picture 5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54" name="Isosceles Triangle 53"/>
          <p:cNvSpPr/>
          <p:nvPr/>
        </p:nvSpPr>
        <p:spPr>
          <a:xfrm>
            <a:off x="534124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36206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42" name="Picture 41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43" name="Picture 4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44" name="Isosceles Triangle 43"/>
          <p:cNvSpPr/>
          <p:nvPr/>
        </p:nvSpPr>
        <p:spPr>
          <a:xfrm>
            <a:off x="4205005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225825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0" name="Picture 39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41" name="Picture 40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43" name="Picture 42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44" name="Isosceles Triangle 43"/>
          <p:cNvSpPr/>
          <p:nvPr/>
        </p:nvSpPr>
        <p:spPr>
          <a:xfrm>
            <a:off x="4777295" y="1353331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798115" y="1535046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65" name="Picture 6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66" name="Picture 65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67" name="Isosceles Triangle 66"/>
          <p:cNvSpPr/>
          <p:nvPr/>
        </p:nvSpPr>
        <p:spPr>
          <a:xfrm>
            <a:off x="4777295" y="1353331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798115" y="1535046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32" name="Picture 31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33" name="Picture 32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34" name="Picture 33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35" name="Isosceles Triangle 34"/>
          <p:cNvSpPr/>
          <p:nvPr/>
        </p:nvSpPr>
        <p:spPr>
          <a:xfrm>
            <a:off x="5350076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5370896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8017" y="934195"/>
            <a:ext cx="541269" cy="541269"/>
          </a:xfrm>
          <a:prstGeom prst="rect">
            <a:avLst/>
          </a:prstGeom>
          <a:noFill/>
        </p:spPr>
      </p:pic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774560" y="1042718"/>
            <a:ext cx="339599" cy="339599"/>
          </a:xfrm>
          <a:prstGeom prst="rect">
            <a:avLst/>
          </a:prstGeom>
        </p:spPr>
      </p:pic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92" y="1004555"/>
            <a:ext cx="380550" cy="380550"/>
          </a:xfrm>
          <a:prstGeom prst="rect">
            <a:avLst/>
          </a:prstGeom>
        </p:spPr>
      </p:pic>
      <p:sp>
        <p:nvSpPr>
          <p:cNvPr id="45" name="Isosceles Triangle 44"/>
          <p:cNvSpPr/>
          <p:nvPr/>
        </p:nvSpPr>
        <p:spPr>
          <a:xfrm>
            <a:off x="5350076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5370896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3920</TotalTime>
  <Words>549</Words>
  <Application>Microsoft Macintosh PowerPoint</Application>
  <PresentationFormat>On-screen Show (4:3)</PresentationFormat>
  <Paragraphs>256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162</cp:revision>
  <dcterms:created xsi:type="dcterms:W3CDTF">2014-05-25T15:52:57Z</dcterms:created>
  <dcterms:modified xsi:type="dcterms:W3CDTF">2014-12-09T04:39:01Z</dcterms:modified>
</cp:coreProperties>
</file>