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jpeg" ContentType="image/jpeg"/>
  <Default Extension="rels" ContentType="application/vnd.openxmlformats-package.relationships+xml"/>
  <Default Extension="gif" ContentType="image/gif"/>
  <Default Extension="wdp" ContentType="image/vnd.ms-photo"/>
  <Default Extension="bin" ContentType="application/vnd.openxmlformats-officedocument.presentationml.printerSettings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66" r:id="rId3"/>
    <p:sldId id="278" r:id="rId4"/>
    <p:sldId id="269" r:id="rId5"/>
    <p:sldId id="257" r:id="rId6"/>
    <p:sldId id="274" r:id="rId7"/>
    <p:sldId id="259" r:id="rId8"/>
    <p:sldId id="260" r:id="rId9"/>
    <p:sldId id="265" r:id="rId10"/>
    <p:sldId id="297" r:id="rId11"/>
    <p:sldId id="298" r:id="rId12"/>
    <p:sldId id="267" r:id="rId13"/>
    <p:sldId id="268" r:id="rId14"/>
    <p:sldId id="261" r:id="rId15"/>
    <p:sldId id="262" r:id="rId16"/>
    <p:sldId id="263" r:id="rId17"/>
    <p:sldId id="270" r:id="rId18"/>
    <p:sldId id="273" r:id="rId19"/>
    <p:sldId id="291" r:id="rId20"/>
    <p:sldId id="271" r:id="rId21"/>
    <p:sldId id="272" r:id="rId22"/>
    <p:sldId id="279" r:id="rId23"/>
    <p:sldId id="287" r:id="rId24"/>
    <p:sldId id="276" r:id="rId25"/>
    <p:sldId id="295" r:id="rId26"/>
    <p:sldId id="280" r:id="rId27"/>
    <p:sldId id="292" r:id="rId28"/>
    <p:sldId id="293" r:id="rId29"/>
    <p:sldId id="294" r:id="rId30"/>
    <p:sldId id="296" r:id="rId31"/>
    <p:sldId id="288" r:id="rId32"/>
    <p:sldId id="299" r:id="rId33"/>
    <p:sldId id="302" r:id="rId34"/>
    <p:sldId id="300" r:id="rId35"/>
    <p:sldId id="301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-1936" y="-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printerSettings" Target="printerSettings/printerSettings1.bin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h-TH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22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097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113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304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143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982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21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937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4355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291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485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E49484-7B62-5B4F-8329-106176ECF3B8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87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9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9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microsoft.com/office/2007/relationships/hdphoto" Target="../media/hdphoto1.wdp"/><Relationship Id="rId6" Type="http://schemas.openxmlformats.org/officeDocument/2006/relationships/image" Target="../media/image5.png"/><Relationship Id="rId7" Type="http://schemas.microsoft.com/office/2007/relationships/hdphoto" Target="../media/hdphoto2.wdp"/><Relationship Id="rId8" Type="http://schemas.openxmlformats.org/officeDocument/2006/relationships/image" Target="../media/image3.png"/><Relationship Id="rId9" Type="http://schemas.openxmlformats.org/officeDocument/2006/relationships/image" Target="../media/image6.jpg"/><Relationship Id="rId10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9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9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9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497610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1698625" y="2978649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4902426" y="2978649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1698625" y="297864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1698625" y="297864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4902426" y="2976931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02426" y="2976931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Home Page</a:t>
            </a:r>
            <a:endParaRPr lang="en-US" sz="1600" dirty="0"/>
          </a:p>
        </p:txBody>
      </p:sp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201344" y="17291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6216599" y="1709106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59" name="Donut 58"/>
          <p:cNvSpPr/>
          <p:nvPr/>
        </p:nvSpPr>
        <p:spPr>
          <a:xfrm>
            <a:off x="5878388" y="1687770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 rot="2586247">
            <a:off x="6037833" y="1904644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ounded Rectangle 60"/>
          <p:cNvSpPr/>
          <p:nvPr/>
        </p:nvSpPr>
        <p:spPr>
          <a:xfrm>
            <a:off x="1651000" y="174542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511519" y="174444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2438478" y="2205782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Straight Connector 64"/>
          <p:cNvCxnSpPr>
            <a:stCxn id="64" idx="1"/>
            <a:endCxn id="64" idx="5"/>
          </p:cNvCxnSpPr>
          <p:nvPr/>
        </p:nvCxnSpPr>
        <p:spPr>
          <a:xfrm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64" idx="3"/>
            <a:endCxn id="64" idx="7"/>
          </p:cNvCxnSpPr>
          <p:nvPr/>
        </p:nvCxnSpPr>
        <p:spPr>
          <a:xfrm flipV="1"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3047419" y="219557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Connector 67"/>
          <p:cNvCxnSpPr>
            <a:stCxn id="67" idx="1"/>
            <a:endCxn id="67" idx="5"/>
          </p:cNvCxnSpPr>
          <p:nvPr/>
        </p:nvCxnSpPr>
        <p:spPr>
          <a:xfrm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67" idx="3"/>
            <a:endCxn id="67" idx="7"/>
          </p:cNvCxnSpPr>
          <p:nvPr/>
        </p:nvCxnSpPr>
        <p:spPr>
          <a:xfrm flipV="1"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3661827" y="2197579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Connector 70"/>
          <p:cNvCxnSpPr>
            <a:stCxn id="70" idx="1"/>
            <a:endCxn id="70" idx="5"/>
          </p:cNvCxnSpPr>
          <p:nvPr/>
        </p:nvCxnSpPr>
        <p:spPr>
          <a:xfrm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>
            <a:stCxn id="70" idx="3"/>
            <a:endCxn id="70" idx="7"/>
          </p:cNvCxnSpPr>
          <p:nvPr/>
        </p:nvCxnSpPr>
        <p:spPr>
          <a:xfrm flipV="1"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4264271" y="2192843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73" idx="1"/>
            <a:endCxn id="73" idx="5"/>
          </p:cNvCxnSpPr>
          <p:nvPr/>
        </p:nvCxnSpPr>
        <p:spPr>
          <a:xfrm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73" idx="3"/>
            <a:endCxn id="73" idx="7"/>
          </p:cNvCxnSpPr>
          <p:nvPr/>
        </p:nvCxnSpPr>
        <p:spPr>
          <a:xfrm flipV="1"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4871650" y="2190840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Connector 76"/>
          <p:cNvCxnSpPr>
            <a:stCxn id="76" idx="1"/>
            <a:endCxn id="76" idx="5"/>
          </p:cNvCxnSpPr>
          <p:nvPr/>
        </p:nvCxnSpPr>
        <p:spPr>
          <a:xfrm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>
            <a:stCxn id="76" idx="3"/>
            <a:endCxn id="76" idx="7"/>
          </p:cNvCxnSpPr>
          <p:nvPr/>
        </p:nvCxnSpPr>
        <p:spPr>
          <a:xfrm flipV="1"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5471268" y="2180635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Connector 79"/>
          <p:cNvCxnSpPr>
            <a:stCxn id="79" idx="1"/>
            <a:endCxn id="79" idx="5"/>
          </p:cNvCxnSpPr>
          <p:nvPr/>
        </p:nvCxnSpPr>
        <p:spPr>
          <a:xfrm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/>
          <p:cNvCxnSpPr>
            <a:stCxn id="79" idx="3"/>
            <a:endCxn id="79" idx="7"/>
          </p:cNvCxnSpPr>
          <p:nvPr/>
        </p:nvCxnSpPr>
        <p:spPr>
          <a:xfrm flipV="1"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6070734" y="218263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Connector 82"/>
          <p:cNvCxnSpPr>
            <a:stCxn id="82" idx="1"/>
            <a:endCxn id="82" idx="5"/>
          </p:cNvCxnSpPr>
          <p:nvPr/>
        </p:nvCxnSpPr>
        <p:spPr>
          <a:xfrm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82" idx="3"/>
            <a:endCxn id="82" idx="7"/>
          </p:cNvCxnSpPr>
          <p:nvPr/>
        </p:nvCxnSpPr>
        <p:spPr>
          <a:xfrm flipV="1"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6658236" y="2177901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>
            <a:stCxn id="85" idx="1"/>
            <a:endCxn id="85" idx="5"/>
          </p:cNvCxnSpPr>
          <p:nvPr/>
        </p:nvCxnSpPr>
        <p:spPr>
          <a:xfrm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85" idx="3"/>
            <a:endCxn id="85" idx="7"/>
          </p:cNvCxnSpPr>
          <p:nvPr/>
        </p:nvCxnSpPr>
        <p:spPr>
          <a:xfrm flipV="1"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2350620" y="2537146"/>
            <a:ext cx="5484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Outfit 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2848651" y="2536945"/>
            <a:ext cx="8130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Accessory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585764" y="2530874"/>
            <a:ext cx="54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Other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6063996" y="2521363"/>
            <a:ext cx="3922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Pet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401824" y="2493189"/>
            <a:ext cx="56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Home </a:t>
            </a:r>
          </a:p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Decor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4264724" y="2524939"/>
            <a:ext cx="3807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Kid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3655199" y="2540575"/>
            <a:ext cx="411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Gift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4740771" y="2532035"/>
            <a:ext cx="6473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Garden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76156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8542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5" name="Picture 34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575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362149" y="107555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5" name="Picture 34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7" name="Isosceles Triangle 36"/>
          <p:cNvSpPr/>
          <p:nvPr/>
        </p:nvSpPr>
        <p:spPr>
          <a:xfrm rot="5400000">
            <a:off x="4237876" y="2486785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Isosceles Triangle 45"/>
          <p:cNvSpPr/>
          <p:nvPr/>
        </p:nvSpPr>
        <p:spPr>
          <a:xfrm rot="5400000">
            <a:off x="4237876" y="350377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1533702" y="2195546"/>
            <a:ext cx="6162588" cy="267062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2019699" y="2796513"/>
            <a:ext cx="5204782" cy="160305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2102218" y="289596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/>
          <p:cNvCxnSpPr/>
          <p:nvPr/>
        </p:nvCxnSpPr>
        <p:spPr>
          <a:xfrm>
            <a:off x="2102219" y="289596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2102219" y="289596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653305" y="2322466"/>
            <a:ext cx="31316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spc="300" dirty="0" smtClean="0"/>
              <a:t>Write a message ...</a:t>
            </a:r>
            <a:endParaRPr lang="en-US" sz="2000" i="1" spc="300" dirty="0"/>
          </a:p>
        </p:txBody>
      </p:sp>
      <p:pic>
        <p:nvPicPr>
          <p:cNvPr id="53" name="Picture 52" descr="facebook (1)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737" y="2270836"/>
            <a:ext cx="459697" cy="459697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6405554" y="4464738"/>
            <a:ext cx="818740" cy="318526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Post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223218" y="3226585"/>
            <a:ext cx="22284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Tutorial Name</a:t>
            </a:r>
          </a:p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Detail</a:t>
            </a:r>
            <a:endParaRPr 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5702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933517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1" name="TextBox 30"/>
          <p:cNvSpPr txBox="1"/>
          <p:nvPr/>
        </p:nvSpPr>
        <p:spPr>
          <a:xfrm>
            <a:off x="2623848" y="2821451"/>
            <a:ext cx="300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  <a:endParaRPr lang="en-US" sz="2000" b="1" dirty="0" smtClean="0">
              <a:solidFill>
                <a:srgbClr val="000000"/>
              </a:solidFill>
            </a:endParaRPr>
          </a:p>
          <a:p>
            <a:r>
              <a:rPr lang="en-US" sz="2000" dirty="0" smtClean="0">
                <a:solidFill>
                  <a:srgbClr val="000000"/>
                </a:solidFill>
              </a:rPr>
              <a:t>Comment </a:t>
            </a:r>
            <a:r>
              <a:rPr lang="en-US" sz="2000" dirty="0">
                <a:solidFill>
                  <a:srgbClr val="000000"/>
                </a:solidFill>
              </a:rPr>
              <a:t>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623848" y="376686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3848" y="47243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5" name="Straight Connector 34"/>
          <p:cNvCxnSpPr/>
          <p:nvPr/>
        </p:nvCxnSpPr>
        <p:spPr>
          <a:xfrm>
            <a:off x="1933960" y="3631098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33960" y="4567841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933960" y="2916913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73" y="2949903"/>
            <a:ext cx="433588" cy="433588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942931" y="3837870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844" y="3870860"/>
            <a:ext cx="433588" cy="433588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1954001" y="4796375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914" y="4829365"/>
            <a:ext cx="433588" cy="43358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896531" y="831386"/>
            <a:ext cx="3496781" cy="160994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3925632" y="831385"/>
            <a:ext cx="2358405" cy="1609949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2896531" y="831385"/>
            <a:ext cx="2381629" cy="1609950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167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505911" y="240295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505911" y="295605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505911" y="3696583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178299" y="4303673"/>
            <a:ext cx="2076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smtClean="0">
                <a:solidFill>
                  <a:srgbClr val="000000"/>
                </a:solidFill>
              </a:rPr>
              <a:t>Forgot Password ?</a:t>
            </a:r>
            <a:endParaRPr lang="en-US" u="sng" dirty="0">
              <a:solidFill>
                <a:srgbClr val="00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497582" y="5937635"/>
            <a:ext cx="2227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Have no account?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50150" y="589681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Log in</a:t>
            </a:r>
            <a:endParaRPr lang="en-US" sz="1600" dirty="0"/>
          </a:p>
        </p:txBody>
      </p:sp>
      <p:sp>
        <p:nvSpPr>
          <p:cNvPr id="32" name="Rectangle 31"/>
          <p:cNvSpPr/>
          <p:nvPr/>
        </p:nvSpPr>
        <p:spPr>
          <a:xfrm>
            <a:off x="3777182" y="1527714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5291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505911" y="276263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Email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505911" y="35119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Submit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497582" y="5937635"/>
            <a:ext cx="2227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Have no account?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50150" y="589681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Forgot Password</a:t>
            </a:r>
            <a:endParaRPr lang="en-US" sz="1600" dirty="0"/>
          </a:p>
        </p:txBody>
      </p:sp>
      <p:sp>
        <p:nvSpPr>
          <p:cNvPr id="15" name="Rectangle 14"/>
          <p:cNvSpPr/>
          <p:nvPr/>
        </p:nvSpPr>
        <p:spPr>
          <a:xfrm>
            <a:off x="3760688" y="1903895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9162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436444" y="248527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436444" y="3022495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436444" y="4893292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436444" y="4113012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436444" y="3566528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Re-Password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Register</a:t>
            </a:r>
            <a:endParaRPr lang="en-US" sz="1600" dirty="0"/>
          </a:p>
        </p:txBody>
      </p:sp>
      <p:sp>
        <p:nvSpPr>
          <p:cNvPr id="34" name="Rectangle 33"/>
          <p:cNvSpPr/>
          <p:nvPr/>
        </p:nvSpPr>
        <p:spPr>
          <a:xfrm>
            <a:off x="3678218" y="1744511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2967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201344" y="17291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216599" y="1709106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28" name="Donut 27"/>
          <p:cNvSpPr/>
          <p:nvPr/>
        </p:nvSpPr>
        <p:spPr>
          <a:xfrm>
            <a:off x="5878388" y="1687770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 rot="2586247">
            <a:off x="6037833" y="1904644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48" name="Heart 47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1651000" y="174542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2511519" y="174444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3362605" y="1745423"/>
            <a:ext cx="824257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Following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682750" y="2917497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1682750" y="5974975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4886551" y="2917497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886551" y="5974975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Connector 61"/>
          <p:cNvCxnSpPr/>
          <p:nvPr/>
        </p:nvCxnSpPr>
        <p:spPr>
          <a:xfrm>
            <a:off x="1682750" y="2917497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682750" y="2917497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4886551" y="291577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886551" y="291577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651000" y="5974444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362605" y="6046783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915279" y="5985757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6626884" y="6058096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pic>
        <p:nvPicPr>
          <p:cNvPr id="73" name="Picture 72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Blogger Home Page</a:t>
            </a:r>
            <a:endParaRPr lang="en-US" sz="1600" dirty="0"/>
          </a:p>
        </p:txBody>
      </p:sp>
      <p:pic>
        <p:nvPicPr>
          <p:cNvPr id="2" name="Picture 1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2438478" y="2205782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>
            <a:stCxn id="39" idx="1"/>
            <a:endCxn id="39" idx="5"/>
          </p:cNvCxnSpPr>
          <p:nvPr/>
        </p:nvCxnSpPr>
        <p:spPr>
          <a:xfrm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9" idx="3"/>
            <a:endCxn id="39" idx="7"/>
          </p:cNvCxnSpPr>
          <p:nvPr/>
        </p:nvCxnSpPr>
        <p:spPr>
          <a:xfrm flipV="1"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047419" y="219557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>
            <a:stCxn id="43" idx="1"/>
            <a:endCxn id="43" idx="5"/>
          </p:cNvCxnSpPr>
          <p:nvPr/>
        </p:nvCxnSpPr>
        <p:spPr>
          <a:xfrm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3"/>
            <a:endCxn id="43" idx="7"/>
          </p:cNvCxnSpPr>
          <p:nvPr/>
        </p:nvCxnSpPr>
        <p:spPr>
          <a:xfrm flipV="1"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3661827" y="2197579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/>
          <p:cNvCxnSpPr>
            <a:stCxn id="46" idx="1"/>
            <a:endCxn id="46" idx="5"/>
          </p:cNvCxnSpPr>
          <p:nvPr/>
        </p:nvCxnSpPr>
        <p:spPr>
          <a:xfrm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stCxn id="46" idx="3"/>
            <a:endCxn id="46" idx="7"/>
          </p:cNvCxnSpPr>
          <p:nvPr/>
        </p:nvCxnSpPr>
        <p:spPr>
          <a:xfrm flipV="1"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264271" y="2192843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Connector 52"/>
          <p:cNvCxnSpPr>
            <a:stCxn id="52" idx="1"/>
            <a:endCxn id="52" idx="5"/>
          </p:cNvCxnSpPr>
          <p:nvPr/>
        </p:nvCxnSpPr>
        <p:spPr>
          <a:xfrm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>
            <a:stCxn id="52" idx="3"/>
            <a:endCxn id="52" idx="7"/>
          </p:cNvCxnSpPr>
          <p:nvPr/>
        </p:nvCxnSpPr>
        <p:spPr>
          <a:xfrm flipV="1"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4871650" y="2190840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Connector 69"/>
          <p:cNvCxnSpPr>
            <a:stCxn id="59" idx="1"/>
            <a:endCxn id="59" idx="5"/>
          </p:cNvCxnSpPr>
          <p:nvPr/>
        </p:nvCxnSpPr>
        <p:spPr>
          <a:xfrm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stCxn id="59" idx="3"/>
            <a:endCxn id="59" idx="7"/>
          </p:cNvCxnSpPr>
          <p:nvPr/>
        </p:nvCxnSpPr>
        <p:spPr>
          <a:xfrm flipV="1"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5471268" y="2180635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Connector 74"/>
          <p:cNvCxnSpPr>
            <a:stCxn id="72" idx="1"/>
            <a:endCxn id="72" idx="5"/>
          </p:cNvCxnSpPr>
          <p:nvPr/>
        </p:nvCxnSpPr>
        <p:spPr>
          <a:xfrm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72" idx="3"/>
            <a:endCxn id="72" idx="7"/>
          </p:cNvCxnSpPr>
          <p:nvPr/>
        </p:nvCxnSpPr>
        <p:spPr>
          <a:xfrm flipV="1"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6070734" y="218263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Straight Connector 77"/>
          <p:cNvCxnSpPr>
            <a:stCxn id="77" idx="1"/>
            <a:endCxn id="77" idx="5"/>
          </p:cNvCxnSpPr>
          <p:nvPr/>
        </p:nvCxnSpPr>
        <p:spPr>
          <a:xfrm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77" idx="3"/>
            <a:endCxn id="77" idx="7"/>
          </p:cNvCxnSpPr>
          <p:nvPr/>
        </p:nvCxnSpPr>
        <p:spPr>
          <a:xfrm flipV="1"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6658236" y="2177901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/>
          <p:cNvCxnSpPr>
            <a:stCxn id="80" idx="1"/>
            <a:endCxn id="80" idx="5"/>
          </p:cNvCxnSpPr>
          <p:nvPr/>
        </p:nvCxnSpPr>
        <p:spPr>
          <a:xfrm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80" idx="3"/>
            <a:endCxn id="80" idx="7"/>
          </p:cNvCxnSpPr>
          <p:nvPr/>
        </p:nvCxnSpPr>
        <p:spPr>
          <a:xfrm flipV="1"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350620" y="2537146"/>
            <a:ext cx="5484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Outfit 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2848651" y="2536945"/>
            <a:ext cx="8130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Accessory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6585764" y="2530874"/>
            <a:ext cx="54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Other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6063996" y="2521363"/>
            <a:ext cx="3922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Pet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401824" y="2493189"/>
            <a:ext cx="56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Home </a:t>
            </a:r>
          </a:p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Decor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264724" y="2524939"/>
            <a:ext cx="3807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Kid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655199" y="2540575"/>
            <a:ext cx="411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Gift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740771" y="2532035"/>
            <a:ext cx="6473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Garden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6" name="Isosceles Triangle 5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ounded Rectangle 9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2" name="Rounded Rectangular Callout 9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3" name="Picture 92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218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1292507" y="1649065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6" name="Heart 5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8" name="Picture 57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9" name="Picture 58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0" name="Isosceles Triangle 59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3" name="Rounded Rectangular Callout 62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hop-256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5241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292507" y="1649065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100" dirty="0" smtClean="0">
                <a:solidFill>
                  <a:schemeClr val="bg1"/>
                </a:solidFill>
                <a:latin typeface="+mj-lt"/>
                <a:cs typeface="MAW "/>
              </a:rPr>
              <a:t>Liked</a:t>
            </a:r>
            <a:endParaRPr lang="en-US" spc="1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1" name="Picture 50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4" name="Heart 5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6" name="Picture 55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7" name="Picture 56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58" name="Isosceles Triangle 57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1" name="Rounded Rectangular Callout 6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shop-256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289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1292507" y="1649065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237876" y="2486785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/>
          <p:cNvSpPr/>
          <p:nvPr/>
        </p:nvSpPr>
        <p:spPr>
          <a:xfrm rot="5400000">
            <a:off x="4237876" y="350377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1533702" y="2195546"/>
            <a:ext cx="6162588" cy="267062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2019699" y="2796513"/>
            <a:ext cx="5204782" cy="160305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2102218" y="289596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>
            <a:off x="2102219" y="289596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2102219" y="289596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653305" y="2322466"/>
            <a:ext cx="31316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spc="300" dirty="0" smtClean="0"/>
              <a:t>Write a message ...</a:t>
            </a:r>
            <a:endParaRPr lang="en-US" sz="2000" i="1" spc="300" dirty="0"/>
          </a:p>
        </p:txBody>
      </p:sp>
      <p:pic>
        <p:nvPicPr>
          <p:cNvPr id="60" name="Picture 59" descr="facebook (1)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737" y="2270836"/>
            <a:ext cx="459697" cy="459697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405554" y="4464738"/>
            <a:ext cx="818740" cy="318526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Post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223218" y="3226585"/>
            <a:ext cx="22284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Tutorial Name</a:t>
            </a:r>
          </a:p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Detail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64" name="Picture 63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65" name="Heart 64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6" name="Picture 65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7" name="Picture 66" descr="Untitled-1.png"/>
          <p:cNvPicPr>
            <a:picLocks noChangeAspect="1"/>
          </p:cNvPicPr>
          <p:nvPr/>
        </p:nvPicPr>
        <p:blipFill>
          <a:blip r:embed="rId8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8" name="Picture 67" descr="power icon.jp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9" name="Isosceles Triangle 68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72" name="Rounded Rectangular Callout 7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 descr="shop-256.png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84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678382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42" name="Rectangle 41"/>
          <p:cNvSpPr/>
          <p:nvPr/>
        </p:nvSpPr>
        <p:spPr>
          <a:xfrm>
            <a:off x="2896531" y="8313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6531" y="8313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6531" y="8313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253949" y="5382261"/>
            <a:ext cx="1139363" cy="394691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3543152" y="4335866"/>
            <a:ext cx="2850160" cy="860058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2468996" y="4335866"/>
            <a:ext cx="840146" cy="81643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991" y="4405582"/>
            <a:ext cx="657079" cy="65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554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568634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0" name="Rounded Rectangle 29"/>
          <p:cNvSpPr/>
          <p:nvPr/>
        </p:nvSpPr>
        <p:spPr>
          <a:xfrm>
            <a:off x="5253949" y="2144425"/>
            <a:ext cx="1139363" cy="394691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623848" y="2821451"/>
            <a:ext cx="300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  <a:endParaRPr lang="en-US" sz="2000" b="1" dirty="0" smtClean="0">
              <a:solidFill>
                <a:srgbClr val="000000"/>
              </a:solidFill>
            </a:endParaRPr>
          </a:p>
          <a:p>
            <a:r>
              <a:rPr lang="en-US" sz="2000" dirty="0" smtClean="0">
                <a:solidFill>
                  <a:srgbClr val="000000"/>
                </a:solidFill>
              </a:rPr>
              <a:t>Comment </a:t>
            </a:r>
            <a:r>
              <a:rPr lang="en-US" sz="2000" dirty="0">
                <a:solidFill>
                  <a:srgbClr val="000000"/>
                </a:solidFill>
              </a:rPr>
              <a:t>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623848" y="376686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3848" y="47243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3543152" y="1098030"/>
            <a:ext cx="2850160" cy="860058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933960" y="3631098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33960" y="4567841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468996" y="1098030"/>
            <a:ext cx="840146" cy="81643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991" y="1167746"/>
            <a:ext cx="657079" cy="657079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933960" y="2916913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73" y="2949903"/>
            <a:ext cx="433588" cy="433588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942931" y="3837870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844" y="3870860"/>
            <a:ext cx="433588" cy="433588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1954001" y="4796375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914" y="4829365"/>
            <a:ext cx="433588" cy="43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80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>
            <a:off x="1187585" y="1919911"/>
            <a:ext cx="676264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1187585" y="25632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01726" y="1550579"/>
            <a:ext cx="1849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300" dirty="0" smtClean="0"/>
              <a:t>What’s New</a:t>
            </a:r>
            <a:endParaRPr lang="en-US" spc="300" dirty="0"/>
          </a:p>
        </p:txBody>
      </p:sp>
      <p:cxnSp>
        <p:nvCxnSpPr>
          <p:cNvPr id="46" name="Straight Connector 45"/>
          <p:cNvCxnSpPr/>
          <p:nvPr/>
        </p:nvCxnSpPr>
        <p:spPr>
          <a:xfrm>
            <a:off x="1171090" y="32078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1187585" y="383645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1187584" y="4480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1187586" y="5115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1187585" y="57605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484263" y="2062820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73" name="Oval 72"/>
          <p:cNvSpPr/>
          <p:nvPr/>
        </p:nvSpPr>
        <p:spPr>
          <a:xfrm>
            <a:off x="1899820" y="1992943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73" idx="1"/>
            <a:endCxn id="73" idx="5"/>
          </p:cNvCxnSpPr>
          <p:nvPr/>
        </p:nvCxnSpPr>
        <p:spPr>
          <a:xfrm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73" idx="3"/>
            <a:endCxn id="73" idx="7"/>
          </p:cNvCxnSpPr>
          <p:nvPr/>
        </p:nvCxnSpPr>
        <p:spPr>
          <a:xfrm flipV="1"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7434562" y="2173472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7434562" y="2831873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2492080" y="2715758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85" name="Oval 84"/>
          <p:cNvSpPr/>
          <p:nvPr/>
        </p:nvSpPr>
        <p:spPr>
          <a:xfrm>
            <a:off x="1907637" y="2645881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>
            <a:stCxn id="85" idx="1"/>
            <a:endCxn id="85" idx="5"/>
          </p:cNvCxnSpPr>
          <p:nvPr/>
        </p:nvCxnSpPr>
        <p:spPr>
          <a:xfrm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85" idx="3"/>
            <a:endCxn id="85" idx="7"/>
          </p:cNvCxnSpPr>
          <p:nvPr/>
        </p:nvCxnSpPr>
        <p:spPr>
          <a:xfrm flipV="1"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2492080" y="3351661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89" name="Oval 88"/>
          <p:cNvSpPr/>
          <p:nvPr/>
        </p:nvSpPr>
        <p:spPr>
          <a:xfrm>
            <a:off x="1907637" y="3281784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Connector 89"/>
          <p:cNvCxnSpPr>
            <a:stCxn id="89" idx="1"/>
            <a:endCxn id="89" idx="5"/>
          </p:cNvCxnSpPr>
          <p:nvPr/>
        </p:nvCxnSpPr>
        <p:spPr>
          <a:xfrm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stCxn id="89" idx="3"/>
            <a:endCxn id="89" idx="7"/>
          </p:cNvCxnSpPr>
          <p:nvPr/>
        </p:nvCxnSpPr>
        <p:spPr>
          <a:xfrm flipV="1"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2484263" y="3983277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93" name="Oval 92"/>
          <p:cNvSpPr/>
          <p:nvPr/>
        </p:nvSpPr>
        <p:spPr>
          <a:xfrm>
            <a:off x="1899820" y="391340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Connector 93"/>
          <p:cNvCxnSpPr>
            <a:stCxn id="93" idx="1"/>
            <a:endCxn id="93" idx="5"/>
          </p:cNvCxnSpPr>
          <p:nvPr/>
        </p:nvCxnSpPr>
        <p:spPr>
          <a:xfrm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>
            <a:stCxn id="93" idx="3"/>
            <a:endCxn id="93" idx="7"/>
          </p:cNvCxnSpPr>
          <p:nvPr/>
        </p:nvCxnSpPr>
        <p:spPr>
          <a:xfrm flipV="1"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2484263" y="4611097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97" name="Oval 96"/>
          <p:cNvSpPr/>
          <p:nvPr/>
        </p:nvSpPr>
        <p:spPr>
          <a:xfrm>
            <a:off x="1899820" y="454122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8" name="Straight Connector 97"/>
          <p:cNvCxnSpPr>
            <a:stCxn id="97" idx="1"/>
            <a:endCxn id="97" idx="5"/>
          </p:cNvCxnSpPr>
          <p:nvPr/>
        </p:nvCxnSpPr>
        <p:spPr>
          <a:xfrm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>
            <a:stCxn id="97" idx="3"/>
            <a:endCxn id="97" idx="7"/>
          </p:cNvCxnSpPr>
          <p:nvPr/>
        </p:nvCxnSpPr>
        <p:spPr>
          <a:xfrm flipV="1"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2496891" y="5251812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1912448" y="5181935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/>
          <p:cNvCxnSpPr>
            <a:stCxn id="101" idx="1"/>
            <a:endCxn id="101" idx="5"/>
          </p:cNvCxnSpPr>
          <p:nvPr/>
        </p:nvCxnSpPr>
        <p:spPr>
          <a:xfrm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stCxn id="101" idx="3"/>
            <a:endCxn id="101" idx="7"/>
          </p:cNvCxnSpPr>
          <p:nvPr/>
        </p:nvCxnSpPr>
        <p:spPr>
          <a:xfrm flipV="1"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2496891" y="5927499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1912448" y="5857622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6" name="Straight Connector 105"/>
          <p:cNvCxnSpPr>
            <a:stCxn id="105" idx="1"/>
            <a:endCxn id="105" idx="5"/>
          </p:cNvCxnSpPr>
          <p:nvPr/>
        </p:nvCxnSpPr>
        <p:spPr>
          <a:xfrm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stCxn id="105" idx="3"/>
            <a:endCxn id="105" idx="7"/>
          </p:cNvCxnSpPr>
          <p:nvPr/>
        </p:nvCxnSpPr>
        <p:spPr>
          <a:xfrm flipV="1"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Notifications</a:t>
            </a:r>
            <a:endParaRPr lang="en-US" sz="1600" dirty="0"/>
          </a:p>
        </p:txBody>
      </p:sp>
      <p:sp>
        <p:nvSpPr>
          <p:cNvPr id="122" name="Rectangle 121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123" name="Picture 122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124" name="Heart 12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5" name="Picture 12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126" name="Picture 125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127" name="Picture 126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128" name="Isosceles Triangle 127"/>
          <p:cNvSpPr/>
          <p:nvPr/>
        </p:nvSpPr>
        <p:spPr>
          <a:xfrm>
            <a:off x="4149574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4170394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Rounded Rectangle 12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31" name="Rounded Rectangular Callout 13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0" name="Picture 59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7202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Profile</a:t>
            </a:r>
            <a:endParaRPr lang="en-US" sz="1600" dirty="0"/>
          </a:p>
        </p:txBody>
      </p:sp>
      <p:sp>
        <p:nvSpPr>
          <p:cNvPr id="55" name="Rectangle 5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6" name="Picture 5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7" name="Heart 5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9" name="Picture 58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0" name="Picture 59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1" name="Isosceles Triangle 60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4" name="Rounded Rectangular Callout 63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258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091656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1682750" y="1027662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1682750" y="4085140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4886551" y="1027662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4886551" y="4085140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>
            <a:off x="1682750" y="1027662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1682750" y="1027662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4886551" y="1025944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4886551" y="1025944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651000" y="4084609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362605" y="4156948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915279" y="4095922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626884" y="4168261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682750" y="4940617"/>
            <a:ext cx="2603500" cy="14860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4886551" y="4940619"/>
            <a:ext cx="2603500" cy="14860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>
            <a:off x="1682750" y="4940618"/>
            <a:ext cx="1508125" cy="1486093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2682875" y="4940619"/>
            <a:ext cx="1603375" cy="1486091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4886551" y="4938900"/>
            <a:ext cx="1490853" cy="1487811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5905500" y="4938901"/>
            <a:ext cx="1584551" cy="1487809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Profile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56225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298861" y="2193454"/>
            <a:ext cx="1680807" cy="1633367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5653" y="2312829"/>
            <a:ext cx="1314560" cy="131456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396692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85255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989082" y="3409673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2193454"/>
            <a:ext cx="0" cy="2402641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50" name="Straight Connector 49"/>
          <p:cNvCxnSpPr/>
          <p:nvPr/>
        </p:nvCxnSpPr>
        <p:spPr>
          <a:xfrm>
            <a:off x="1583696" y="4919413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3128649" y="5143752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Change Password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128649" y="5747336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 Account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66" name="Picture 6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67" name="Heart 6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8" name="Picture 6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9" name="Picture 68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70" name="Picture 69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71" name="Rounded Rectangle 7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72" name="Rounded Rectangular Callout 7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Isosceles Triangle 72"/>
          <p:cNvSpPr/>
          <p:nvPr/>
        </p:nvSpPr>
        <p:spPr>
          <a:xfrm>
            <a:off x="508363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511717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743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33246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Change Password</a:t>
            </a:r>
            <a:endParaRPr lang="en-US" sz="1600" dirty="0"/>
          </a:p>
        </p:txBody>
      </p:sp>
      <p:sp>
        <p:nvSpPr>
          <p:cNvPr id="49" name="Rounded Rectangle 48"/>
          <p:cNvSpPr/>
          <p:nvPr/>
        </p:nvSpPr>
        <p:spPr>
          <a:xfrm>
            <a:off x="3407595" y="4651896"/>
            <a:ext cx="2463089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407596" y="271251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Current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407596" y="326561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New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407596" y="382272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Re-New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45" name="Picture 4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46" name="Heart 4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2" name="Picture 51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3" name="Picture 52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5" name="Rounded Rectangular Callout 54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Isosceles Triangle 55"/>
          <p:cNvSpPr/>
          <p:nvPr/>
        </p:nvSpPr>
        <p:spPr>
          <a:xfrm>
            <a:off x="508363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11717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4389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298861" y="2193454"/>
            <a:ext cx="1680807" cy="1633367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5653" y="2312829"/>
            <a:ext cx="1314560" cy="131456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2405108" y="410633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85255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989082" y="3409673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908814" y="2193454"/>
            <a:ext cx="0" cy="2402641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50" name="Straight Connector 49"/>
          <p:cNvCxnSpPr/>
          <p:nvPr/>
        </p:nvCxnSpPr>
        <p:spPr>
          <a:xfrm>
            <a:off x="1583696" y="4919413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3128649" y="5143752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Change Password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128649" y="5747336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 Account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11301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4" name="Isosceles Triangle 33"/>
          <p:cNvSpPr/>
          <p:nvPr/>
        </p:nvSpPr>
        <p:spPr>
          <a:xfrm rot="5400000">
            <a:off x="4735264" y="364318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/>
          <p:cNvSpPr/>
          <p:nvPr/>
        </p:nvSpPr>
        <p:spPr>
          <a:xfrm>
            <a:off x="2201077" y="2543491"/>
            <a:ext cx="4837213" cy="2400549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599606" y="303537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599607" y="303537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2599607" y="303537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176290" y="3053607"/>
            <a:ext cx="26047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Are you sure to delete your account?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58" name="Straight Connector 57"/>
          <p:cNvCxnSpPr/>
          <p:nvPr/>
        </p:nvCxnSpPr>
        <p:spPr>
          <a:xfrm>
            <a:off x="4263197" y="3826821"/>
            <a:ext cx="237486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285170" y="3966789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No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564227" y="3966790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Yes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70" name="Picture 69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71" name="Heart 70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2" name="Picture 71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73" name="Picture 7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74" name="Picture 73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77" name="Rounded Rectangle 76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78" name="Rounded Rectangular Callout 77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Isosceles Triangle 78"/>
          <p:cNvSpPr/>
          <p:nvPr/>
        </p:nvSpPr>
        <p:spPr>
          <a:xfrm>
            <a:off x="508363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511717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4774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3" y="496565"/>
            <a:ext cx="3688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Other Blogger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6696666" y="1683353"/>
            <a:ext cx="1147012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Follow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9" name="Heart 58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0" name="Picture 59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1" name="Picture 60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2" name="Picture 61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3" name="Isosceles Triangle 62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ounded Rectangle 64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6" name="Rounded Rectangular Callout 65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Picture 37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1185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6696666" y="1683353"/>
            <a:ext cx="1147012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Followed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2" y="496565"/>
            <a:ext cx="3846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Following Blogger Profile</a:t>
            </a:r>
            <a:endParaRPr lang="en-US" sz="1600" dirty="0"/>
          </a:p>
        </p:txBody>
      </p:sp>
      <p:sp>
        <p:nvSpPr>
          <p:cNvPr id="55" name="Rectangle 5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6" name="Picture 5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7" name="Heart 5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9" name="Picture 58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0" name="Picture 59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1" name="Isosceles Triangle 60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4" name="Rounded Rectangular Callout 63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4239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Title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Materials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pic>
        <p:nvPicPr>
          <p:cNvPr id="36" name="Picture 35" descr="fotocamera_foto_camera_icon_coloring_book_colouring-1969px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085" y="2827897"/>
            <a:ext cx="1328605" cy="1022938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9" name="Heart 58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0" name="Picture 59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1" name="Picture 60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2" name="Picture 61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6" name="Rounded Rectangular Callout 65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Isosceles Triangle 66"/>
          <p:cNvSpPr/>
          <p:nvPr/>
        </p:nvSpPr>
        <p:spPr>
          <a:xfrm>
            <a:off x="4608031" y="1338538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462885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Picture 37" descr="shop-256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453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Title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Materials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4989083" y="3386327"/>
            <a:ext cx="2463089" cy="24277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Connector 37"/>
          <p:cNvCxnSpPr/>
          <p:nvPr/>
        </p:nvCxnSpPr>
        <p:spPr>
          <a:xfrm>
            <a:off x="4989084" y="3636838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4989086" y="3910084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4989086" y="4180811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89083" y="4449166"/>
            <a:ext cx="2463088" cy="1026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89083" y="4730151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59925" y="3618690"/>
            <a:ext cx="755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Outfit</a:t>
            </a:r>
            <a:endParaRPr lang="en-US" sz="1400" dirty="0"/>
          </a:p>
        </p:txBody>
      </p:sp>
      <p:sp>
        <p:nvSpPr>
          <p:cNvPr id="53" name="TextBox 52"/>
          <p:cNvSpPr txBox="1"/>
          <p:nvPr/>
        </p:nvSpPr>
        <p:spPr>
          <a:xfrm>
            <a:off x="5838242" y="3891481"/>
            <a:ext cx="1054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Accessory</a:t>
            </a:r>
            <a:endParaRPr lang="en-US" sz="1400" dirty="0"/>
          </a:p>
        </p:txBody>
      </p:sp>
      <p:sp>
        <p:nvSpPr>
          <p:cNvPr id="54" name="TextBox 53"/>
          <p:cNvSpPr txBox="1"/>
          <p:nvPr/>
        </p:nvSpPr>
        <p:spPr>
          <a:xfrm>
            <a:off x="6062467" y="4165054"/>
            <a:ext cx="479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Gift</a:t>
            </a:r>
            <a:endParaRPr lang="en-US" sz="1400" dirty="0"/>
          </a:p>
        </p:txBody>
      </p:sp>
      <p:sp>
        <p:nvSpPr>
          <p:cNvPr id="55" name="TextBox 54"/>
          <p:cNvSpPr txBox="1"/>
          <p:nvPr/>
        </p:nvSpPr>
        <p:spPr>
          <a:xfrm>
            <a:off x="6080773" y="4449166"/>
            <a:ext cx="479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Kid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5944149" y="4719891"/>
            <a:ext cx="7838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Garden</a:t>
            </a:r>
            <a:endParaRPr lang="en-US" sz="1400" dirty="0"/>
          </a:p>
        </p:txBody>
      </p:sp>
      <p:sp>
        <p:nvSpPr>
          <p:cNvPr id="57" name="TextBox 56"/>
          <p:cNvSpPr txBox="1"/>
          <p:nvPr/>
        </p:nvSpPr>
        <p:spPr>
          <a:xfrm>
            <a:off x="5809067" y="4975502"/>
            <a:ext cx="109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Home Decor</a:t>
            </a:r>
            <a:endParaRPr lang="en-US" sz="1400" dirty="0"/>
          </a:p>
        </p:txBody>
      </p:sp>
      <p:cxnSp>
        <p:nvCxnSpPr>
          <p:cNvPr id="58" name="Straight Connector 57"/>
          <p:cNvCxnSpPr/>
          <p:nvPr/>
        </p:nvCxnSpPr>
        <p:spPr>
          <a:xfrm>
            <a:off x="4989086" y="4998361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4989086" y="5261198"/>
            <a:ext cx="2463085" cy="19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020548" y="5519804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Other</a:t>
            </a:r>
            <a:endParaRPr lang="en-US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6085138" y="5261217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Pet</a:t>
            </a:r>
            <a:endParaRPr lang="en-US" sz="1400" dirty="0"/>
          </a:p>
        </p:txBody>
      </p:sp>
      <p:cxnSp>
        <p:nvCxnSpPr>
          <p:cNvPr id="62" name="Straight Connector 61"/>
          <p:cNvCxnSpPr/>
          <p:nvPr/>
        </p:nvCxnSpPr>
        <p:spPr>
          <a:xfrm>
            <a:off x="4989083" y="5547702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116690" y="3360291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All</a:t>
            </a:r>
            <a:endParaRPr lang="en-US" sz="1400" dirty="0"/>
          </a:p>
        </p:txBody>
      </p:sp>
      <p:pic>
        <p:nvPicPr>
          <p:cNvPr id="2" name="Picture 1" descr="fotocamera_foto_camera_icon_coloring_book_colouring-1969px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085" y="2827897"/>
            <a:ext cx="1328605" cy="1022938"/>
          </a:xfrm>
          <a:prstGeom prst="rect">
            <a:avLst/>
          </a:prstGeom>
        </p:spPr>
      </p:pic>
      <p:sp>
        <p:nvSpPr>
          <p:cNvPr id="75" name="Rectangle 7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76" name="Picture 7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77" name="Heart 7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79" name="Picture 78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80" name="Picture 79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83" name="Rounded Rectangle 8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84" name="Rounded Rectangular Callout 83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Isosceles Triangle 84"/>
          <p:cNvSpPr/>
          <p:nvPr/>
        </p:nvSpPr>
        <p:spPr>
          <a:xfrm>
            <a:off x="4608031" y="1338538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462885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shop-256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9973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84884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834079" y="8288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853439"/>
            <a:ext cx="0" cy="1351706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10055" y="244199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49830" y="281645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15320"/>
              </p:ext>
            </p:extLst>
          </p:nvPr>
        </p:nvGraphicFramePr>
        <p:xfrm>
          <a:off x="1821689" y="337883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24923" y="300241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33018" y="300241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02189" y="311516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47408" y="293657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22997" y="292512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783009" y="384981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783009" y="425365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780753" y="468018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778497" y="509180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922223" y="1338573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922223" y="828817"/>
            <a:ext cx="2508687" cy="298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931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648409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17" name="Rectangle 16"/>
          <p:cNvSpPr/>
          <p:nvPr/>
        </p:nvSpPr>
        <p:spPr>
          <a:xfrm>
            <a:off x="1577143" y="92711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538203"/>
              </p:ext>
            </p:extLst>
          </p:nvPr>
        </p:nvGraphicFramePr>
        <p:xfrm>
          <a:off x="1849002" y="148949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52236" y="111307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60331" y="111307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29502" y="122582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74721" y="104723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50310" y="103578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810322" y="196047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810322" y="236431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808066" y="279084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805810" y="320246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639667" y="5984520"/>
            <a:ext cx="1002323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sz="16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1537368" y="4117072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736953" y="4344956"/>
            <a:ext cx="174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Video (optional)</a:t>
            </a:r>
            <a:endParaRPr lang="en-US" dirty="0">
              <a:solidFill>
                <a:srgbClr val="000000"/>
              </a:solidFill>
            </a:endParaRPr>
          </a:p>
        </p:txBody>
      </p:sp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629219"/>
              </p:ext>
            </p:extLst>
          </p:nvPr>
        </p:nvGraphicFramePr>
        <p:xfrm>
          <a:off x="1849001" y="4714288"/>
          <a:ext cx="5483201" cy="8274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48499"/>
                <a:gridCol w="1934702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Video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1583843" y="4297331"/>
            <a:ext cx="6058147" cy="1528794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5810322" y="5184482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Video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5631404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Own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7116082" y="1683353"/>
            <a:ext cx="727596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3" name="Picture 52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4" name="Heart 5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6" name="Picture 55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7" name="Picture 56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1" name="Rounded Rectangular Callout 6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Isosceles Triangle 61"/>
          <p:cNvSpPr/>
          <p:nvPr/>
        </p:nvSpPr>
        <p:spPr>
          <a:xfrm>
            <a:off x="508541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5106230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0112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933517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1" name="TextBox 30"/>
          <p:cNvSpPr txBox="1"/>
          <p:nvPr/>
        </p:nvSpPr>
        <p:spPr>
          <a:xfrm>
            <a:off x="2623848" y="2821451"/>
            <a:ext cx="300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  <a:endParaRPr lang="en-US" sz="2000" b="1" dirty="0" smtClean="0">
              <a:solidFill>
                <a:srgbClr val="000000"/>
              </a:solidFill>
            </a:endParaRPr>
          </a:p>
          <a:p>
            <a:r>
              <a:rPr lang="en-US" sz="2000" dirty="0" smtClean="0">
                <a:solidFill>
                  <a:srgbClr val="000000"/>
                </a:solidFill>
              </a:rPr>
              <a:t>Comment </a:t>
            </a:r>
            <a:r>
              <a:rPr lang="en-US" sz="2000" dirty="0">
                <a:solidFill>
                  <a:srgbClr val="000000"/>
                </a:solidFill>
              </a:rPr>
              <a:t>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623848" y="376686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3848" y="47243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5" name="Straight Connector 34"/>
          <p:cNvCxnSpPr/>
          <p:nvPr/>
        </p:nvCxnSpPr>
        <p:spPr>
          <a:xfrm>
            <a:off x="1933960" y="3631098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33960" y="4567841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933960" y="2916913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73" y="2949903"/>
            <a:ext cx="433588" cy="433588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942931" y="3837870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844" y="3870860"/>
            <a:ext cx="433588" cy="433588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1954001" y="4796375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914" y="4829365"/>
            <a:ext cx="433588" cy="43358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626884" y="5768134"/>
            <a:ext cx="1155701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896531" y="831386"/>
            <a:ext cx="3496781" cy="160994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3925632" y="831385"/>
            <a:ext cx="2358405" cy="1609949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2896531" y="831385"/>
            <a:ext cx="2381629" cy="1609950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405108" y="410633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011301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7" name="Isosceles Triangle 36"/>
          <p:cNvSpPr/>
          <p:nvPr/>
        </p:nvSpPr>
        <p:spPr>
          <a:xfrm rot="5400000">
            <a:off x="4735264" y="364318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xfrm>
            <a:off x="2201077" y="2543491"/>
            <a:ext cx="4837213" cy="2400549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599606" y="303537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599607" y="303537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599607" y="303537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176290" y="3053607"/>
            <a:ext cx="26047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Are you sure to delete your tutorial?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>
            <a:off x="4263197" y="3826821"/>
            <a:ext cx="237486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285170" y="3966789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No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5564227" y="3966790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Yes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29727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chemeClr val="tx1"/>
                </a:solidFill>
              </a:rPr>
              <a:t>xxxxxxxxx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chemeClr val="tx1"/>
                </a:solidFill>
              </a:rPr>
              <a:t>xxxxxxxxxxxxxxxxxxx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6" name="Straight Connector 35"/>
          <p:cNvCxnSpPr>
            <a:stCxn id="39" idx="1"/>
            <a:endCxn id="39" idx="5"/>
          </p:cNvCxnSpPr>
          <p:nvPr/>
        </p:nvCxnSpPr>
        <p:spPr>
          <a:xfrm>
            <a:off x="2391461" y="2624813"/>
            <a:ext cx="1465088" cy="1423736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9" idx="3"/>
            <a:endCxn id="39" idx="7"/>
          </p:cNvCxnSpPr>
          <p:nvPr/>
        </p:nvCxnSpPr>
        <p:spPr>
          <a:xfrm flipV="1">
            <a:off x="2391461" y="2624813"/>
            <a:ext cx="1465088" cy="1423736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60" name="Heart 59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2" name="Picture 61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3" name="Picture 62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4" name="Isosceles Triangle 63"/>
          <p:cNvSpPr/>
          <p:nvPr/>
        </p:nvSpPr>
        <p:spPr>
          <a:xfrm>
            <a:off x="508541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5106230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7" name="Rounded Rectangular Callout 66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0727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84884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834079" y="8288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853439"/>
            <a:ext cx="0" cy="1351706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10055" y="244199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49830" y="2816459"/>
            <a:ext cx="6058147" cy="288369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875455"/>
              </p:ext>
            </p:extLst>
          </p:nvPr>
        </p:nvGraphicFramePr>
        <p:xfrm>
          <a:off x="1821689" y="337883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 smtClean="0"/>
                        <a:t>xxxxxxxxxxxxxxxxxxxxx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24923" y="300241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33018" y="300241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02189" y="311516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47408" y="293657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22997" y="292512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783009" y="384981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783009" y="425365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780753" y="468018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778497" y="509180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922223" y="1338573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922223" y="828817"/>
            <a:ext cx="2508687" cy="298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0702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648409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cxnSp>
        <p:nvCxnSpPr>
          <p:cNvPr id="50" name="Straight Connector 49"/>
          <p:cNvCxnSpPr/>
          <p:nvPr/>
        </p:nvCxnSpPr>
        <p:spPr>
          <a:xfrm>
            <a:off x="1537368" y="96540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77143" y="133986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6201974"/>
              </p:ext>
            </p:extLst>
          </p:nvPr>
        </p:nvGraphicFramePr>
        <p:xfrm>
          <a:off x="1849002" y="190224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52236" y="152582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60331" y="152582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29502" y="163857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74721" y="145998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50310" y="144853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810322" y="237322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810322" y="277706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808066" y="320359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805810" y="361521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632967" y="5863202"/>
            <a:ext cx="1002323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sz="16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1537368" y="4625072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1577143" y="5127038"/>
            <a:ext cx="6058147" cy="512643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rgbClr val="000000"/>
                </a:solidFill>
              </a:rPr>
              <a:t>xxxxxxxxxxxxxxxxxxxxxxxxxxxxxxxxx</a:t>
            </a:r>
            <a:endParaRPr lang="en-US" i="1" dirty="0">
              <a:solidFill>
                <a:srgbClr val="00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583843" y="4757706"/>
            <a:ext cx="174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Video (optional)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77494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>
            <a:off x="1187585" y="1919911"/>
            <a:ext cx="676264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1187585" y="25632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01726" y="1550579"/>
            <a:ext cx="1849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300" dirty="0" smtClean="0"/>
              <a:t>Messages</a:t>
            </a:r>
            <a:endParaRPr lang="en-US" spc="300" dirty="0"/>
          </a:p>
        </p:txBody>
      </p:sp>
      <p:cxnSp>
        <p:nvCxnSpPr>
          <p:cNvPr id="46" name="Straight Connector 45"/>
          <p:cNvCxnSpPr/>
          <p:nvPr/>
        </p:nvCxnSpPr>
        <p:spPr>
          <a:xfrm>
            <a:off x="1171090" y="32078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1187585" y="383645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1187584" y="4480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1187586" y="5115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1187585" y="57605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484263" y="2062820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Shopkeeper: </a:t>
            </a:r>
            <a:r>
              <a:rPr lang="en-US" dirty="0" smtClean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73" name="Oval 72"/>
          <p:cNvSpPr/>
          <p:nvPr/>
        </p:nvSpPr>
        <p:spPr>
          <a:xfrm>
            <a:off x="1899820" y="1992943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73" idx="1"/>
            <a:endCxn id="73" idx="5"/>
          </p:cNvCxnSpPr>
          <p:nvPr/>
        </p:nvCxnSpPr>
        <p:spPr>
          <a:xfrm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73" idx="3"/>
            <a:endCxn id="73" idx="7"/>
          </p:cNvCxnSpPr>
          <p:nvPr/>
        </p:nvCxnSpPr>
        <p:spPr>
          <a:xfrm flipV="1"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7434562" y="2173472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7434562" y="2831873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1907637" y="2645881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>
            <a:stCxn id="85" idx="1"/>
            <a:endCxn id="85" idx="5"/>
          </p:cNvCxnSpPr>
          <p:nvPr/>
        </p:nvCxnSpPr>
        <p:spPr>
          <a:xfrm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85" idx="3"/>
            <a:endCxn id="85" idx="7"/>
          </p:cNvCxnSpPr>
          <p:nvPr/>
        </p:nvCxnSpPr>
        <p:spPr>
          <a:xfrm flipV="1"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1907637" y="3281784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Connector 89"/>
          <p:cNvCxnSpPr>
            <a:stCxn id="89" idx="1"/>
            <a:endCxn id="89" idx="5"/>
          </p:cNvCxnSpPr>
          <p:nvPr/>
        </p:nvCxnSpPr>
        <p:spPr>
          <a:xfrm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stCxn id="89" idx="3"/>
            <a:endCxn id="89" idx="7"/>
          </p:cNvCxnSpPr>
          <p:nvPr/>
        </p:nvCxnSpPr>
        <p:spPr>
          <a:xfrm flipV="1"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1899820" y="391340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Connector 93"/>
          <p:cNvCxnSpPr>
            <a:stCxn id="93" idx="1"/>
            <a:endCxn id="93" idx="5"/>
          </p:cNvCxnSpPr>
          <p:nvPr/>
        </p:nvCxnSpPr>
        <p:spPr>
          <a:xfrm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>
            <a:stCxn id="93" idx="3"/>
            <a:endCxn id="93" idx="7"/>
          </p:cNvCxnSpPr>
          <p:nvPr/>
        </p:nvCxnSpPr>
        <p:spPr>
          <a:xfrm flipV="1"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1899820" y="454122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8" name="Straight Connector 97"/>
          <p:cNvCxnSpPr>
            <a:stCxn id="97" idx="1"/>
            <a:endCxn id="97" idx="5"/>
          </p:cNvCxnSpPr>
          <p:nvPr/>
        </p:nvCxnSpPr>
        <p:spPr>
          <a:xfrm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>
            <a:stCxn id="97" idx="3"/>
            <a:endCxn id="97" idx="7"/>
          </p:cNvCxnSpPr>
          <p:nvPr/>
        </p:nvCxnSpPr>
        <p:spPr>
          <a:xfrm flipV="1"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1912448" y="5181935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/>
          <p:cNvCxnSpPr>
            <a:stCxn id="101" idx="1"/>
            <a:endCxn id="101" idx="5"/>
          </p:cNvCxnSpPr>
          <p:nvPr/>
        </p:nvCxnSpPr>
        <p:spPr>
          <a:xfrm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stCxn id="101" idx="3"/>
            <a:endCxn id="101" idx="7"/>
          </p:cNvCxnSpPr>
          <p:nvPr/>
        </p:nvCxnSpPr>
        <p:spPr>
          <a:xfrm flipV="1"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912448" y="5857622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6" name="Straight Connector 105"/>
          <p:cNvCxnSpPr>
            <a:stCxn id="105" idx="1"/>
            <a:endCxn id="105" idx="5"/>
          </p:cNvCxnSpPr>
          <p:nvPr/>
        </p:nvCxnSpPr>
        <p:spPr>
          <a:xfrm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stCxn id="105" idx="3"/>
            <a:endCxn id="105" idx="7"/>
          </p:cNvCxnSpPr>
          <p:nvPr/>
        </p:nvCxnSpPr>
        <p:spPr>
          <a:xfrm flipV="1"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Message</a:t>
            </a:r>
            <a:endParaRPr lang="en-US" sz="1600" dirty="0"/>
          </a:p>
        </p:txBody>
      </p:sp>
      <p:sp>
        <p:nvSpPr>
          <p:cNvPr id="58" name="TextBox 57"/>
          <p:cNvSpPr txBox="1"/>
          <p:nvPr/>
        </p:nvSpPr>
        <p:spPr>
          <a:xfrm>
            <a:off x="2482615" y="2692948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463327" y="3328851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461679" y="3958979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2485676" y="4616678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2466388" y="5252581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2464740" y="5882709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113" name="Picture 112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114" name="Heart 11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5" name="Picture 11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116" name="Picture 115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117" name="Picture 116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118" name="Isosceles Triangle 117"/>
          <p:cNvSpPr/>
          <p:nvPr/>
        </p:nvSpPr>
        <p:spPr>
          <a:xfrm>
            <a:off x="5584273" y="1352117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/>
          <p:cNvSpPr/>
          <p:nvPr/>
        </p:nvSpPr>
        <p:spPr>
          <a:xfrm>
            <a:off x="5605093" y="1533832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ounded Rectangle 11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21" name="Rounded Rectangular Callout 12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6164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Message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3198889" y="1487660"/>
            <a:ext cx="38750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Shopkeeper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22104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1187586" y="5662812"/>
            <a:ext cx="6779138" cy="7638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1413158" y="5844130"/>
            <a:ext cx="5342861" cy="449197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520339" y="5879719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/>
              <a:t>Type Message Here ...</a:t>
            </a:r>
            <a:endParaRPr lang="en-US" i="1" spc="300" dirty="0"/>
          </a:p>
        </p:txBody>
      </p:sp>
      <p:sp>
        <p:nvSpPr>
          <p:cNvPr id="45" name="Rounded Rectangle 44"/>
          <p:cNvSpPr/>
          <p:nvPr/>
        </p:nvSpPr>
        <p:spPr>
          <a:xfrm>
            <a:off x="6937550" y="5860439"/>
            <a:ext cx="900470" cy="406253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Send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6" name="Heart 5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8" name="Picture 57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9" name="Picture 58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3" name="Rounded Rectangular Callout 62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Isosceles Triangle 63"/>
          <p:cNvSpPr/>
          <p:nvPr/>
        </p:nvSpPr>
        <p:spPr>
          <a:xfrm>
            <a:off x="5584273" y="1352117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5605093" y="1533832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171090" y="3049039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431357" y="2398907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2" name="Straight Connector 91"/>
          <p:cNvCxnSpPr>
            <a:stCxn id="91" idx="1"/>
            <a:endCxn id="91" idx="5"/>
          </p:cNvCxnSpPr>
          <p:nvPr/>
        </p:nvCxnSpPr>
        <p:spPr>
          <a:xfrm>
            <a:off x="1507989" y="2473376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91" idx="3"/>
            <a:endCxn id="91" idx="7"/>
          </p:cNvCxnSpPr>
          <p:nvPr/>
        </p:nvCxnSpPr>
        <p:spPr>
          <a:xfrm flipV="1">
            <a:off x="1507989" y="2473376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2310160" y="2291610"/>
            <a:ext cx="2753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Blogger</a:t>
            </a:r>
          </a:p>
          <a:p>
            <a:r>
              <a:rPr lang="en-US" dirty="0" smtClean="0">
                <a:solidFill>
                  <a:srgbClr val="000000"/>
                </a:solidFill>
              </a:rPr>
              <a:t>Hi :-)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7073965" y="2442587"/>
            <a:ext cx="1043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Time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08" name="Straight Connector 107"/>
          <p:cNvCxnSpPr/>
          <p:nvPr/>
        </p:nvCxnSpPr>
        <p:spPr>
          <a:xfrm>
            <a:off x="1162115" y="389669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422382" y="322892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" name="Straight Connector 109"/>
          <p:cNvCxnSpPr>
            <a:stCxn id="109" idx="1"/>
            <a:endCxn id="109" idx="5"/>
          </p:cNvCxnSpPr>
          <p:nvPr/>
        </p:nvCxnSpPr>
        <p:spPr>
          <a:xfrm>
            <a:off x="1499014" y="33033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9" idx="3"/>
            <a:endCxn id="109" idx="7"/>
          </p:cNvCxnSpPr>
          <p:nvPr/>
        </p:nvCxnSpPr>
        <p:spPr>
          <a:xfrm flipV="1">
            <a:off x="1499014" y="33033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2301185" y="3121623"/>
            <a:ext cx="2753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Shopkeeper</a:t>
            </a:r>
          </a:p>
          <a:p>
            <a:r>
              <a:rPr lang="en-US" dirty="0" smtClean="0">
                <a:solidFill>
                  <a:srgbClr val="000000"/>
                </a:solidFill>
              </a:rPr>
              <a:t>Hello, may I help you?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7064990" y="3272600"/>
            <a:ext cx="1043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Time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14" name="Straight Connector 113"/>
          <p:cNvCxnSpPr/>
          <p:nvPr/>
        </p:nvCxnSpPr>
        <p:spPr>
          <a:xfrm>
            <a:off x="1162115" y="4930271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Oval 114"/>
          <p:cNvSpPr/>
          <p:nvPr/>
        </p:nvSpPr>
        <p:spPr>
          <a:xfrm>
            <a:off x="1422382" y="4174293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6" name="Straight Connector 115"/>
          <p:cNvCxnSpPr>
            <a:stCxn id="115" idx="1"/>
            <a:endCxn id="115" idx="5"/>
          </p:cNvCxnSpPr>
          <p:nvPr/>
        </p:nvCxnSpPr>
        <p:spPr>
          <a:xfrm>
            <a:off x="1499014" y="424876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/>
          <p:cNvCxnSpPr>
            <a:stCxn id="115" idx="3"/>
            <a:endCxn id="115" idx="7"/>
          </p:cNvCxnSpPr>
          <p:nvPr/>
        </p:nvCxnSpPr>
        <p:spPr>
          <a:xfrm flipV="1">
            <a:off x="1499014" y="424876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301184" y="3925868"/>
            <a:ext cx="43256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Blogger </a:t>
            </a:r>
          </a:p>
          <a:p>
            <a:r>
              <a:rPr lang="en-US" dirty="0">
                <a:solidFill>
                  <a:srgbClr val="000000"/>
                </a:solidFill>
              </a:rPr>
              <a:t>I want to ask you about the knitting wools. Is it available in your shop?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064990" y="4217973"/>
            <a:ext cx="1043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Time</a:t>
            </a:r>
            <a:endParaRPr lang="en-US" dirty="0">
              <a:solidFill>
                <a:srgbClr val="000000"/>
              </a:solidFill>
            </a:endParaRPr>
          </a:p>
        </p:txBody>
      </p:sp>
      <p:pic>
        <p:nvPicPr>
          <p:cNvPr id="46" name="Picture 45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2878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47" name="Picture 46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48" name="Heart 47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682750" y="2917497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1682750" y="5974975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4886551" y="2917497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886551" y="5974975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Connector 61"/>
          <p:cNvCxnSpPr/>
          <p:nvPr/>
        </p:nvCxnSpPr>
        <p:spPr>
          <a:xfrm>
            <a:off x="1682750" y="2917497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682750" y="2917497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4886551" y="291577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886551" y="291577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223900" y="5965763"/>
            <a:ext cx="1512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</a:t>
            </a:r>
            <a:r>
              <a:rPr lang="en-US" b="1" dirty="0" smtClean="0">
                <a:solidFill>
                  <a:srgbClr val="000000"/>
                </a:solidFill>
              </a:rPr>
              <a:t>Shop name”</a:t>
            </a:r>
            <a:endParaRPr lang="en-US" b="1" dirty="0">
              <a:solidFill>
                <a:srgbClr val="000000"/>
              </a:solidFill>
            </a:endParaRPr>
          </a:p>
        </p:txBody>
      </p:sp>
      <p:pic>
        <p:nvPicPr>
          <p:cNvPr id="73" name="Picture 72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Blogger Home Page</a:t>
            </a:r>
            <a:endParaRPr lang="en-US" sz="1600" dirty="0"/>
          </a:p>
        </p:txBody>
      </p:sp>
      <p:pic>
        <p:nvPicPr>
          <p:cNvPr id="2" name="Picture 1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2598979" y="2155646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>
            <a:stCxn id="39" idx="1"/>
            <a:endCxn id="39" idx="5"/>
          </p:cNvCxnSpPr>
          <p:nvPr/>
        </p:nvCxnSpPr>
        <p:spPr>
          <a:xfrm>
            <a:off x="2654810" y="2209901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9" idx="3"/>
            <a:endCxn id="39" idx="7"/>
          </p:cNvCxnSpPr>
          <p:nvPr/>
        </p:nvCxnSpPr>
        <p:spPr>
          <a:xfrm flipV="1">
            <a:off x="2654810" y="2209901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341592" y="2145441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>
            <a:stCxn id="43" idx="1"/>
            <a:endCxn id="43" idx="5"/>
          </p:cNvCxnSpPr>
          <p:nvPr/>
        </p:nvCxnSpPr>
        <p:spPr>
          <a:xfrm>
            <a:off x="3397423" y="219969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3"/>
            <a:endCxn id="43" idx="7"/>
          </p:cNvCxnSpPr>
          <p:nvPr/>
        </p:nvCxnSpPr>
        <p:spPr>
          <a:xfrm flipV="1">
            <a:off x="3397423" y="219969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4039545" y="2147443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/>
          <p:cNvCxnSpPr>
            <a:stCxn id="46" idx="1"/>
            <a:endCxn id="46" idx="5"/>
          </p:cNvCxnSpPr>
          <p:nvPr/>
        </p:nvCxnSpPr>
        <p:spPr>
          <a:xfrm>
            <a:off x="4095376" y="22016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stCxn id="46" idx="3"/>
            <a:endCxn id="46" idx="7"/>
          </p:cNvCxnSpPr>
          <p:nvPr/>
        </p:nvCxnSpPr>
        <p:spPr>
          <a:xfrm flipV="1">
            <a:off x="4095376" y="22016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742243" y="214270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Connector 52"/>
          <p:cNvCxnSpPr>
            <a:stCxn id="52" idx="1"/>
            <a:endCxn id="52" idx="5"/>
          </p:cNvCxnSpPr>
          <p:nvPr/>
        </p:nvCxnSpPr>
        <p:spPr>
          <a:xfrm>
            <a:off x="4798074" y="219696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>
            <a:stCxn id="52" idx="3"/>
            <a:endCxn id="52" idx="7"/>
          </p:cNvCxnSpPr>
          <p:nvPr/>
        </p:nvCxnSpPr>
        <p:spPr>
          <a:xfrm flipV="1">
            <a:off x="4798074" y="219696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5483294" y="2140704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Connector 69"/>
          <p:cNvCxnSpPr>
            <a:stCxn id="59" idx="1"/>
            <a:endCxn id="59" idx="5"/>
          </p:cNvCxnSpPr>
          <p:nvPr/>
        </p:nvCxnSpPr>
        <p:spPr>
          <a:xfrm>
            <a:off x="5539125" y="2194959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stCxn id="59" idx="3"/>
            <a:endCxn id="59" idx="7"/>
          </p:cNvCxnSpPr>
          <p:nvPr/>
        </p:nvCxnSpPr>
        <p:spPr>
          <a:xfrm flipV="1">
            <a:off x="5539125" y="2194959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6183166" y="2130499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Connector 74"/>
          <p:cNvCxnSpPr>
            <a:stCxn id="72" idx="1"/>
            <a:endCxn id="72" idx="5"/>
          </p:cNvCxnSpPr>
          <p:nvPr/>
        </p:nvCxnSpPr>
        <p:spPr>
          <a:xfrm>
            <a:off x="6238997" y="218475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72" idx="3"/>
            <a:endCxn id="72" idx="7"/>
          </p:cNvCxnSpPr>
          <p:nvPr/>
        </p:nvCxnSpPr>
        <p:spPr>
          <a:xfrm flipV="1">
            <a:off x="6238997" y="218475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511121" y="2487010"/>
            <a:ext cx="5693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Fabric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3142824" y="2486809"/>
            <a:ext cx="8130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Accessory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6119734" y="2443053"/>
            <a:ext cx="54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Other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558897" y="2491515"/>
            <a:ext cx="8386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Stationary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4032917" y="2490439"/>
            <a:ext cx="5647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Wood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5318997" y="2481899"/>
            <a:ext cx="8003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Container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2" name="Rounded Rectangular Callout 9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6216599" y="1709106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94" name="Donut 93"/>
          <p:cNvSpPr/>
          <p:nvPr/>
        </p:nvSpPr>
        <p:spPr>
          <a:xfrm>
            <a:off x="5878388" y="1687770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5" name="Rounded Rectangle 94"/>
          <p:cNvSpPr/>
          <p:nvPr/>
        </p:nvSpPr>
        <p:spPr>
          <a:xfrm rot="2586247">
            <a:off x="6037833" y="1904644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5426851" y="5965763"/>
            <a:ext cx="1512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</a:t>
            </a:r>
            <a:r>
              <a:rPr lang="en-US" b="1" dirty="0" smtClean="0">
                <a:solidFill>
                  <a:srgbClr val="000000"/>
                </a:solidFill>
              </a:rPr>
              <a:t>Shop name”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97" name="Isosceles Triangle 96"/>
          <p:cNvSpPr/>
          <p:nvPr/>
        </p:nvSpPr>
        <p:spPr>
          <a:xfrm>
            <a:off x="6089465" y="1343336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6110285" y="1525051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0" name="Picture 99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3160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55278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905649" y="206061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785090" y="2638182"/>
            <a:ext cx="372354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Branch: </a:t>
            </a:r>
            <a:r>
              <a:rPr lang="en-US" sz="2000" dirty="0" err="1" smtClean="0">
                <a:solidFill>
                  <a:srgbClr val="000000"/>
                </a:solidFill>
              </a:rPr>
              <a:t>xxxxxxxxxxxxxxxxxxxxxxxx</a:t>
            </a:r>
            <a:endParaRPr lang="en-US" sz="2000" dirty="0" smtClean="0">
              <a:solidFill>
                <a:srgbClr val="000000"/>
              </a:solidFill>
            </a:endParaRPr>
          </a:p>
          <a:p>
            <a:r>
              <a:rPr lang="en-US" sz="2000" b="1" dirty="0" smtClean="0">
                <a:solidFill>
                  <a:srgbClr val="000000"/>
                </a:solidFill>
              </a:rPr>
              <a:t>Telephone Number: </a:t>
            </a:r>
            <a:r>
              <a:rPr lang="en-US" sz="2000" dirty="0" err="1">
                <a:solidFill>
                  <a:srgbClr val="000000"/>
                </a:solidFill>
              </a:rPr>
              <a:t>xxxxxxxxxxxx</a:t>
            </a:r>
            <a:endParaRPr lang="en-US" sz="2000" dirty="0">
              <a:solidFill>
                <a:srgbClr val="000000"/>
              </a:solidFill>
            </a:endParaRPr>
          </a:p>
          <a:p>
            <a:r>
              <a:rPr lang="en-US" sz="2000" b="1" dirty="0" smtClean="0">
                <a:solidFill>
                  <a:srgbClr val="000000"/>
                </a:solidFill>
              </a:rPr>
              <a:t>Information: </a:t>
            </a:r>
            <a:r>
              <a:rPr lang="en-US" sz="2000" dirty="0" err="1" smtClean="0">
                <a:solidFill>
                  <a:srgbClr val="000000"/>
                </a:solidFill>
              </a:rPr>
              <a:t>xxxxxxxxxxxxxxxxxxx</a:t>
            </a:r>
            <a:endParaRPr lang="en-US" sz="2000" dirty="0" smtClean="0">
              <a:solidFill>
                <a:srgbClr val="000000"/>
              </a:solidFill>
            </a:endParaRPr>
          </a:p>
          <a:p>
            <a:r>
              <a:rPr lang="en-US" sz="2000" dirty="0" err="1" smtClean="0">
                <a:solidFill>
                  <a:srgbClr val="000000"/>
                </a:solidFill>
              </a:rPr>
              <a:t>xxxxxxxxxxxxxxxxxxxxxxxxxxxxxxxx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6" name="Heart 5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8" name="Picture 57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9" name="Picture 58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3" name="Rounded Rectangular Callout 62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90750" y="4297951"/>
            <a:ext cx="3496781" cy="2128759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/>
          <p:cNvCxnSpPr/>
          <p:nvPr/>
        </p:nvCxnSpPr>
        <p:spPr>
          <a:xfrm>
            <a:off x="2890750" y="4297951"/>
            <a:ext cx="3496781" cy="2128759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2890750" y="4297951"/>
            <a:ext cx="3496781" cy="2121548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Location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Isosceles Triangle 28"/>
          <p:cNvSpPr/>
          <p:nvPr/>
        </p:nvSpPr>
        <p:spPr>
          <a:xfrm>
            <a:off x="6089465" y="1343336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6110285" y="1525051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shop-256.pn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617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delhi-city-maps.jp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0129" y="2563283"/>
            <a:ext cx="6751123" cy="3863427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55278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905649" y="206061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6" name="Heart 5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8" name="Picture 57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9" name="Picture 58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3" name="Rounded Rectangular Callout 62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1300716" y="1662763"/>
            <a:ext cx="783294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Back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6" name="Isosceles Triangle 25"/>
          <p:cNvSpPr/>
          <p:nvPr/>
        </p:nvSpPr>
        <p:spPr>
          <a:xfrm>
            <a:off x="6089465" y="1343336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6110285" y="1525051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hop-256.pn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85" y="1057495"/>
            <a:ext cx="285841" cy="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9479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3912</TotalTime>
  <Words>911</Words>
  <Application>Microsoft Macintosh PowerPoint</Application>
  <PresentationFormat>On-screen Show (4:3)</PresentationFormat>
  <Paragraphs>393</Paragraphs>
  <Slides>35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160</cp:revision>
  <dcterms:created xsi:type="dcterms:W3CDTF">2014-05-25T15:52:57Z</dcterms:created>
  <dcterms:modified xsi:type="dcterms:W3CDTF">2014-10-18T06:46:39Z</dcterms:modified>
</cp:coreProperties>
</file>