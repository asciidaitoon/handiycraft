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jpeg" ContentType="image/jpeg"/>
  <Default Extension="rels" ContentType="application/vnd.openxmlformats-package.relationships+xml"/>
  <Default Extension="gif" ContentType="image/gif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78" r:id="rId4"/>
    <p:sldId id="269" r:id="rId5"/>
    <p:sldId id="257" r:id="rId6"/>
    <p:sldId id="274" r:id="rId7"/>
    <p:sldId id="259" r:id="rId8"/>
    <p:sldId id="260" r:id="rId9"/>
    <p:sldId id="265" r:id="rId10"/>
    <p:sldId id="297" r:id="rId11"/>
    <p:sldId id="298" r:id="rId12"/>
    <p:sldId id="267" r:id="rId13"/>
    <p:sldId id="268" r:id="rId14"/>
    <p:sldId id="261" r:id="rId15"/>
    <p:sldId id="262" r:id="rId16"/>
    <p:sldId id="263" r:id="rId17"/>
    <p:sldId id="270" r:id="rId18"/>
    <p:sldId id="273" r:id="rId19"/>
    <p:sldId id="291" r:id="rId20"/>
    <p:sldId id="271" r:id="rId21"/>
    <p:sldId id="272" r:id="rId22"/>
    <p:sldId id="279" r:id="rId23"/>
    <p:sldId id="287" r:id="rId24"/>
    <p:sldId id="276" r:id="rId25"/>
    <p:sldId id="295" r:id="rId26"/>
    <p:sldId id="280" r:id="rId27"/>
    <p:sldId id="292" r:id="rId28"/>
    <p:sldId id="293" r:id="rId29"/>
    <p:sldId id="294" r:id="rId30"/>
    <p:sldId id="296" r:id="rId31"/>
    <p:sldId id="288" r:id="rId32"/>
    <p:sldId id="289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-1976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printerSettings" Target="printerSettings/printerSettings1.bin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10/9/14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9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53" name="Picture 52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0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6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Isosceles Triangle 59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100" dirty="0" smtClean="0">
                <a:solidFill>
                  <a:schemeClr val="bg1"/>
                </a:solidFill>
                <a:latin typeface="+mj-lt"/>
                <a:cs typeface="MAW "/>
              </a:rPr>
              <a:t>Liked</a:t>
            </a:r>
            <a:endParaRPr lang="en-US" spc="1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8" name="Isosceles Triangle 57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89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60" name="Picture 59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5" name="Heart 64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7" name="Picture 66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8" name="Picture 67" descr="power icon.jp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9" name="Isosceles Triangle 68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4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678382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42" name="Rectangle 41"/>
          <p:cNvSpPr/>
          <p:nvPr/>
        </p:nvSpPr>
        <p:spPr>
          <a:xfrm>
            <a:off x="2896531" y="8313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6531" y="8313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6531" y="8313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253949" y="5382261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433586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68996" y="4335866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4405582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554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5686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0" name="Rounded Rectangle 29"/>
          <p:cNvSpPr/>
          <p:nvPr/>
        </p:nvSpPr>
        <p:spPr>
          <a:xfrm>
            <a:off x="5253949" y="2144425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1098030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468996" y="1098030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1167746"/>
            <a:ext cx="657079" cy="657079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What’s New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492080" y="271575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492080" y="335166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484263" y="398327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484263" y="461109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496891" y="5251812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2496891" y="592749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Notifications</a:t>
            </a:r>
            <a:endParaRPr lang="en-US" sz="1600" dirty="0"/>
          </a:p>
        </p:txBody>
      </p:sp>
      <p:sp>
        <p:nvSpPr>
          <p:cNvPr id="122" name="Rectangle 12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23" name="Picture 12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24" name="Heart 12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26" name="Picture 12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27" name="Picture 12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28" name="Isosceles Triangle 127"/>
          <p:cNvSpPr/>
          <p:nvPr/>
        </p:nvSpPr>
        <p:spPr>
          <a:xfrm>
            <a:off x="414957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417039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ounded Rectangle 12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1" name="Rounded Rectangular Callout 13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2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6" name="Picture 6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7" name="Heart 6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9" name="Picture 6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Isosceles Triangle 72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6" name="Heart 4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ular Callout 54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Isosceles Triangle 55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1" name="Heart 70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8" name="Rounded Rectangular Callout 77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Isosceles Triangle 62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Followed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2" y="496565"/>
            <a:ext cx="3846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Following Blogger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423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Isosceles Triangle 66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6" name="Picture 7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7" name="Heart 7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9" name="Picture 78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84" name="Rounded Rectangular Callout 8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0" name="Heart 59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4" name="Isosceles Triangle 63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Rounded Rectangular Callout 66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Messages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 smtClean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482615" y="269294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63327" y="332885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461679" y="395897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485676" y="461667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466388" y="525258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464740" y="588270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 name: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13" name="Picture 11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14" name="Heart 11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5" name="Picture 11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16" name="Picture 11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17" name="Picture 11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18" name="Isosceles Triangle 117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ounded Rectangle 11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1" name="Rounded Rectangular Callout 12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16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3273278" y="1487660"/>
            <a:ext cx="29749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22104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26884" y="1683353"/>
            <a:ext cx="1216794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See Shop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187586" y="5662812"/>
            <a:ext cx="6779138" cy="7638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13158" y="5844130"/>
            <a:ext cx="5342861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20339" y="5879719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45" name="Rounded Rectangle 44"/>
          <p:cNvSpPr/>
          <p:nvPr/>
        </p:nvSpPr>
        <p:spPr>
          <a:xfrm>
            <a:off x="6937550" y="5860439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413158" y="3252564"/>
            <a:ext cx="2471052" cy="54213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756019" y="2563283"/>
            <a:ext cx="966083" cy="5421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203433" y="4071019"/>
            <a:ext cx="2567037" cy="97834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521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3732</TotalTime>
  <Words>865</Words>
  <Application>Microsoft Macintosh PowerPoint</Application>
  <PresentationFormat>On-screen Show (4:3)</PresentationFormat>
  <Paragraphs>362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146</cp:revision>
  <dcterms:created xsi:type="dcterms:W3CDTF">2014-05-25T15:52:57Z</dcterms:created>
  <dcterms:modified xsi:type="dcterms:W3CDTF">2014-10-08T18:52:42Z</dcterms:modified>
</cp:coreProperties>
</file>