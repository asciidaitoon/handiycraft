
<file path=[Content_Types].xml><?xml version="1.0" encoding="utf-8"?>
<Types xmlns="http://schemas.openxmlformats.org/package/2006/content-types">
  <Default Extension="xml" ContentType="application/xml"/>
  <Default Extension="jpg" ContentType="image/jpeg"/>
  <Default Extension="jpeg" ContentType="image/jpeg"/>
  <Default Extension="rels" ContentType="application/vnd.openxmlformats-package.relationships+xml"/>
  <Default Extension="gif" ContentType="image/gif"/>
  <Default Extension="wdp" ContentType="image/vnd.ms-photo"/>
  <Default Extension="bin" ContentType="application/vnd.openxmlformats-officedocument.presentationml.printerSettings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8" r:id="rId2"/>
    <p:sldId id="266" r:id="rId3"/>
    <p:sldId id="278" r:id="rId4"/>
    <p:sldId id="269" r:id="rId5"/>
    <p:sldId id="257" r:id="rId6"/>
    <p:sldId id="274" r:id="rId7"/>
    <p:sldId id="259" r:id="rId8"/>
    <p:sldId id="260" r:id="rId9"/>
    <p:sldId id="265" r:id="rId10"/>
    <p:sldId id="297" r:id="rId11"/>
    <p:sldId id="298" r:id="rId12"/>
    <p:sldId id="267" r:id="rId13"/>
    <p:sldId id="268" r:id="rId14"/>
    <p:sldId id="261" r:id="rId15"/>
    <p:sldId id="262" r:id="rId16"/>
    <p:sldId id="263" r:id="rId17"/>
    <p:sldId id="270" r:id="rId18"/>
    <p:sldId id="273" r:id="rId19"/>
    <p:sldId id="291" r:id="rId20"/>
    <p:sldId id="271" r:id="rId21"/>
    <p:sldId id="272" r:id="rId22"/>
    <p:sldId id="279" r:id="rId23"/>
    <p:sldId id="287" r:id="rId24"/>
    <p:sldId id="276" r:id="rId25"/>
    <p:sldId id="295" r:id="rId26"/>
    <p:sldId id="280" r:id="rId27"/>
    <p:sldId id="292" r:id="rId28"/>
    <p:sldId id="293" r:id="rId29"/>
    <p:sldId id="294" r:id="rId30"/>
    <p:sldId id="296" r:id="rId31"/>
    <p:sldId id="288" r:id="rId32"/>
    <p:sldId id="299" r:id="rId33"/>
    <p:sldId id="300" r:id="rId34"/>
    <p:sldId id="301" r:id="rId3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-1912" y="-10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9" Type="http://schemas.openxmlformats.org/officeDocument/2006/relationships/slide" Target="slides/slide8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printerSettings" Target="printerSettings/printerSettings1.bin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37" Type="http://schemas.openxmlformats.org/officeDocument/2006/relationships/presProps" Target="presProps.xml"/><Relationship Id="rId38" Type="http://schemas.openxmlformats.org/officeDocument/2006/relationships/viewProps" Target="viewProps.xml"/><Relationship Id="rId39" Type="http://schemas.openxmlformats.org/officeDocument/2006/relationships/theme" Target="theme/theme1.xml"/><Relationship Id="rId4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th-TH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th-TH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49484-7B62-5B4F-8329-106176ECF3B8}" type="datetimeFigureOut">
              <a:rPr lang="en-US" smtClean="0"/>
              <a:t>10/14/14 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E49D67-4E2A-5E42-BB2D-67B55CD223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20225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h-TH" smtClean="0"/>
              <a:t>Click to edit Master text styles</a:t>
            </a:r>
          </a:p>
          <a:p>
            <a:pPr lvl="1"/>
            <a:r>
              <a:rPr lang="th-TH" smtClean="0"/>
              <a:t>Second level</a:t>
            </a:r>
          </a:p>
          <a:p>
            <a:pPr lvl="2"/>
            <a:r>
              <a:rPr lang="th-TH" smtClean="0"/>
              <a:t>Third level</a:t>
            </a:r>
          </a:p>
          <a:p>
            <a:pPr lvl="3"/>
            <a:r>
              <a:rPr lang="th-TH" smtClean="0"/>
              <a:t>Fourth level</a:t>
            </a:r>
          </a:p>
          <a:p>
            <a:pPr lvl="4"/>
            <a:r>
              <a:rPr lang="th-TH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49484-7B62-5B4F-8329-106176ECF3B8}" type="datetimeFigureOut">
              <a:rPr lang="en-US" smtClean="0"/>
              <a:t>10/14/14 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E49D67-4E2A-5E42-BB2D-67B55CD223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30971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th-TH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h-TH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49484-7B62-5B4F-8329-106176ECF3B8}" type="datetimeFigureOut">
              <a:rPr lang="en-US" smtClean="0"/>
              <a:t>10/14/14 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E49D67-4E2A-5E42-BB2D-67B55CD223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91139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th-TH" smtClean="0"/>
              <a:t>Click to edit Master text styles</a:t>
            </a:r>
          </a:p>
          <a:p>
            <a:pPr lvl="1"/>
            <a:r>
              <a:rPr lang="th-TH" smtClean="0"/>
              <a:t>Second level</a:t>
            </a:r>
          </a:p>
          <a:p>
            <a:pPr lvl="2"/>
            <a:r>
              <a:rPr lang="th-TH" smtClean="0"/>
              <a:t>Third level</a:t>
            </a:r>
          </a:p>
          <a:p>
            <a:pPr lvl="3"/>
            <a:r>
              <a:rPr lang="th-TH" smtClean="0"/>
              <a:t>Fourth level</a:t>
            </a:r>
          </a:p>
          <a:p>
            <a:pPr lvl="4"/>
            <a:r>
              <a:rPr lang="th-TH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th-TH" smtClean="0"/>
              <a:t>Click to edit Master text styles</a:t>
            </a:r>
          </a:p>
          <a:p>
            <a:pPr lvl="1"/>
            <a:r>
              <a:rPr lang="th-TH" smtClean="0"/>
              <a:t>Second level</a:t>
            </a:r>
          </a:p>
          <a:p>
            <a:pPr lvl="2"/>
            <a:r>
              <a:rPr lang="th-TH" smtClean="0"/>
              <a:t>Third level</a:t>
            </a:r>
          </a:p>
          <a:p>
            <a:pPr lvl="3"/>
            <a:r>
              <a:rPr lang="th-TH" smtClean="0"/>
              <a:t>Fourth level</a:t>
            </a:r>
          </a:p>
          <a:p>
            <a:pPr lvl="4"/>
            <a:r>
              <a:rPr lang="th-TH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49484-7B62-5B4F-8329-106176ECF3B8}" type="datetimeFigureOut">
              <a:rPr lang="en-US" smtClean="0"/>
              <a:t>10/14/14 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E49D67-4E2A-5E42-BB2D-67B55CD223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73042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th-TH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h-TH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h-TH" smtClean="0"/>
              <a:t>Click to edit Master text styles</a:t>
            </a:r>
          </a:p>
          <a:p>
            <a:pPr lvl="1"/>
            <a:r>
              <a:rPr lang="th-TH" smtClean="0"/>
              <a:t>Second level</a:t>
            </a:r>
          </a:p>
          <a:p>
            <a:pPr lvl="2"/>
            <a:r>
              <a:rPr lang="th-TH" smtClean="0"/>
              <a:t>Third level</a:t>
            </a:r>
          </a:p>
          <a:p>
            <a:pPr lvl="3"/>
            <a:r>
              <a:rPr lang="th-TH" smtClean="0"/>
              <a:t>Fourth level</a:t>
            </a:r>
          </a:p>
          <a:p>
            <a:pPr lvl="4"/>
            <a:r>
              <a:rPr lang="th-TH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h-TH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h-TH" smtClean="0"/>
              <a:t>Click to edit Master text styles</a:t>
            </a:r>
          </a:p>
          <a:p>
            <a:pPr lvl="1"/>
            <a:r>
              <a:rPr lang="th-TH" smtClean="0"/>
              <a:t>Second level</a:t>
            </a:r>
          </a:p>
          <a:p>
            <a:pPr lvl="2"/>
            <a:r>
              <a:rPr lang="th-TH" smtClean="0"/>
              <a:t>Third level</a:t>
            </a:r>
          </a:p>
          <a:p>
            <a:pPr lvl="3"/>
            <a:r>
              <a:rPr lang="th-TH" smtClean="0"/>
              <a:t>Fourth level</a:t>
            </a:r>
          </a:p>
          <a:p>
            <a:pPr lvl="4"/>
            <a:r>
              <a:rPr lang="th-TH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49484-7B62-5B4F-8329-106176ECF3B8}" type="datetimeFigureOut">
              <a:rPr lang="en-US" smtClean="0"/>
              <a:t>10/14/14 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E49D67-4E2A-5E42-BB2D-67B55CD223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71434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49484-7B62-5B4F-8329-106176ECF3B8}" type="datetimeFigureOut">
              <a:rPr lang="en-US" smtClean="0"/>
              <a:t>10/14/14 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E49D67-4E2A-5E42-BB2D-67B55CD223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79821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49484-7B62-5B4F-8329-106176ECF3B8}" type="datetimeFigureOut">
              <a:rPr lang="en-US" smtClean="0"/>
              <a:t>10/14/14 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E49D67-4E2A-5E42-BB2D-67B55CD223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2215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th-TH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h-TH" smtClean="0"/>
              <a:t>Click to edit Master text styles</a:t>
            </a:r>
          </a:p>
          <a:p>
            <a:pPr lvl="1"/>
            <a:r>
              <a:rPr lang="th-TH" smtClean="0"/>
              <a:t>Second level</a:t>
            </a:r>
          </a:p>
          <a:p>
            <a:pPr lvl="2"/>
            <a:r>
              <a:rPr lang="th-TH" smtClean="0"/>
              <a:t>Third level</a:t>
            </a:r>
          </a:p>
          <a:p>
            <a:pPr lvl="3"/>
            <a:r>
              <a:rPr lang="th-TH" smtClean="0"/>
              <a:t>Fourth level</a:t>
            </a:r>
          </a:p>
          <a:p>
            <a:pPr lvl="4"/>
            <a:r>
              <a:rPr lang="th-TH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h-TH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49484-7B62-5B4F-8329-106176ECF3B8}" type="datetimeFigureOut">
              <a:rPr lang="en-US" smtClean="0"/>
              <a:t>10/14/14 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E49D67-4E2A-5E42-BB2D-67B55CD223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69373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th-TH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h-TH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49484-7B62-5B4F-8329-106176ECF3B8}" type="datetimeFigureOut">
              <a:rPr lang="en-US" smtClean="0"/>
              <a:t>10/14/14 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E49D67-4E2A-5E42-BB2D-67B55CD223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04355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h-TH" smtClean="0"/>
              <a:t>Click to edit Master text styles</a:t>
            </a:r>
          </a:p>
          <a:p>
            <a:pPr lvl="1"/>
            <a:r>
              <a:rPr lang="th-TH" smtClean="0"/>
              <a:t>Second level</a:t>
            </a:r>
          </a:p>
          <a:p>
            <a:pPr lvl="2"/>
            <a:r>
              <a:rPr lang="th-TH" smtClean="0"/>
              <a:t>Third level</a:t>
            </a:r>
          </a:p>
          <a:p>
            <a:pPr lvl="3"/>
            <a:r>
              <a:rPr lang="th-TH" smtClean="0"/>
              <a:t>Fourth level</a:t>
            </a:r>
          </a:p>
          <a:p>
            <a:pPr lvl="4"/>
            <a:r>
              <a:rPr lang="th-TH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49484-7B62-5B4F-8329-106176ECF3B8}" type="datetimeFigureOut">
              <a:rPr lang="en-US" smtClean="0"/>
              <a:t>10/14/14 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E49D67-4E2A-5E42-BB2D-67B55CD223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12912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th-TH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th-TH" smtClean="0"/>
              <a:t>Click to edit Master text styles</a:t>
            </a:r>
          </a:p>
          <a:p>
            <a:pPr lvl="1"/>
            <a:r>
              <a:rPr lang="th-TH" smtClean="0"/>
              <a:t>Second level</a:t>
            </a:r>
          </a:p>
          <a:p>
            <a:pPr lvl="2"/>
            <a:r>
              <a:rPr lang="th-TH" smtClean="0"/>
              <a:t>Third level</a:t>
            </a:r>
          </a:p>
          <a:p>
            <a:pPr lvl="3"/>
            <a:r>
              <a:rPr lang="th-TH" smtClean="0"/>
              <a:t>Fourth level</a:t>
            </a:r>
          </a:p>
          <a:p>
            <a:pPr lvl="4"/>
            <a:r>
              <a:rPr lang="th-TH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49484-7B62-5B4F-8329-106176ECF3B8}" type="datetimeFigureOut">
              <a:rPr lang="en-US" smtClean="0"/>
              <a:t>10/14/14 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E49D67-4E2A-5E42-BB2D-67B55CD223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04857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h-TH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h-TH" smtClean="0"/>
              <a:t>Click to edit Master text styles</a:t>
            </a:r>
          </a:p>
          <a:p>
            <a:pPr lvl="1"/>
            <a:r>
              <a:rPr lang="th-TH" smtClean="0"/>
              <a:t>Second level</a:t>
            </a:r>
          </a:p>
          <a:p>
            <a:pPr lvl="2"/>
            <a:r>
              <a:rPr lang="th-TH" smtClean="0"/>
              <a:t>Third level</a:t>
            </a:r>
          </a:p>
          <a:p>
            <a:pPr lvl="3"/>
            <a:r>
              <a:rPr lang="th-TH" smtClean="0"/>
              <a:t>Fourth level</a:t>
            </a:r>
          </a:p>
          <a:p>
            <a:pPr lvl="4"/>
            <a:r>
              <a:rPr lang="th-TH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E49484-7B62-5B4F-8329-106176ECF3B8}" type="datetimeFigureOut">
              <a:rPr lang="en-US" smtClean="0"/>
              <a:t>10/14/14 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E49D67-4E2A-5E42-BB2D-67B55CD223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68870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Relationship Id="rId3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4" Type="http://schemas.openxmlformats.org/officeDocument/2006/relationships/image" Target="../media/image5.png"/><Relationship Id="rId5" Type="http://schemas.microsoft.com/office/2007/relationships/hdphoto" Target="../media/hdphoto2.wdp"/><Relationship Id="rId6" Type="http://schemas.openxmlformats.org/officeDocument/2006/relationships/image" Target="../media/image3.png"/><Relationship Id="rId7" Type="http://schemas.openxmlformats.org/officeDocument/2006/relationships/image" Target="../media/image6.jpg"/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4" Type="http://schemas.microsoft.com/office/2007/relationships/hdphoto" Target="../media/hdphoto1.wdp"/><Relationship Id="rId5" Type="http://schemas.openxmlformats.org/officeDocument/2006/relationships/image" Target="../media/image5.png"/><Relationship Id="rId6" Type="http://schemas.microsoft.com/office/2007/relationships/hdphoto" Target="../media/hdphoto2.wdp"/><Relationship Id="rId7" Type="http://schemas.openxmlformats.org/officeDocument/2006/relationships/image" Target="../media/image3.png"/><Relationship Id="rId8" Type="http://schemas.openxmlformats.org/officeDocument/2006/relationships/image" Target="../media/image6.jpg"/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4" Type="http://schemas.microsoft.com/office/2007/relationships/hdphoto" Target="../media/hdphoto1.wdp"/><Relationship Id="rId5" Type="http://schemas.openxmlformats.org/officeDocument/2006/relationships/image" Target="../media/image5.png"/><Relationship Id="rId6" Type="http://schemas.microsoft.com/office/2007/relationships/hdphoto" Target="../media/hdphoto2.wdp"/><Relationship Id="rId7" Type="http://schemas.openxmlformats.org/officeDocument/2006/relationships/image" Target="../media/image3.png"/><Relationship Id="rId8" Type="http://schemas.openxmlformats.org/officeDocument/2006/relationships/image" Target="../media/image6.jpg"/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microsoft.com/office/2007/relationships/hdphoto" Target="../media/hdphoto1.wdp"/><Relationship Id="rId6" Type="http://schemas.openxmlformats.org/officeDocument/2006/relationships/image" Target="../media/image5.png"/><Relationship Id="rId7" Type="http://schemas.microsoft.com/office/2007/relationships/hdphoto" Target="../media/hdphoto2.wdp"/><Relationship Id="rId8" Type="http://schemas.openxmlformats.org/officeDocument/2006/relationships/image" Target="../media/image3.png"/><Relationship Id="rId9" Type="http://schemas.openxmlformats.org/officeDocument/2006/relationships/image" Target="../media/image6.jpg"/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4" Type="http://schemas.openxmlformats.org/officeDocument/2006/relationships/image" Target="../media/image5.png"/><Relationship Id="rId5" Type="http://schemas.microsoft.com/office/2007/relationships/hdphoto" Target="../media/hdphoto2.wdp"/><Relationship Id="rId6" Type="http://schemas.openxmlformats.org/officeDocument/2006/relationships/image" Target="../media/image3.png"/><Relationship Id="rId7" Type="http://schemas.openxmlformats.org/officeDocument/2006/relationships/image" Target="../media/image6.jpg"/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4" Type="http://schemas.microsoft.com/office/2007/relationships/hdphoto" Target="../media/hdphoto1.wdp"/><Relationship Id="rId5" Type="http://schemas.openxmlformats.org/officeDocument/2006/relationships/image" Target="../media/image5.png"/><Relationship Id="rId6" Type="http://schemas.microsoft.com/office/2007/relationships/hdphoto" Target="../media/hdphoto2.wdp"/><Relationship Id="rId7" Type="http://schemas.openxmlformats.org/officeDocument/2006/relationships/image" Target="../media/image6.jpg"/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4" Type="http://schemas.microsoft.com/office/2007/relationships/hdphoto" Target="../media/hdphoto1.wdp"/><Relationship Id="rId5" Type="http://schemas.openxmlformats.org/officeDocument/2006/relationships/image" Target="../media/image5.png"/><Relationship Id="rId6" Type="http://schemas.microsoft.com/office/2007/relationships/hdphoto" Target="../media/hdphoto2.wdp"/><Relationship Id="rId7" Type="http://schemas.openxmlformats.org/officeDocument/2006/relationships/image" Target="../media/image6.jpg"/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4" Type="http://schemas.openxmlformats.org/officeDocument/2006/relationships/image" Target="../media/image5.png"/><Relationship Id="rId5" Type="http://schemas.microsoft.com/office/2007/relationships/hdphoto" Target="../media/hdphoto2.wdp"/><Relationship Id="rId6" Type="http://schemas.openxmlformats.org/officeDocument/2006/relationships/image" Target="../media/image3.png"/><Relationship Id="rId7" Type="http://schemas.openxmlformats.org/officeDocument/2006/relationships/image" Target="../media/image6.jpg"/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4" Type="http://schemas.microsoft.com/office/2007/relationships/hdphoto" Target="../media/hdphoto1.wdp"/><Relationship Id="rId5" Type="http://schemas.openxmlformats.org/officeDocument/2006/relationships/image" Target="../media/image5.png"/><Relationship Id="rId6" Type="http://schemas.microsoft.com/office/2007/relationships/hdphoto" Target="../media/hdphoto2.wdp"/><Relationship Id="rId7" Type="http://schemas.openxmlformats.org/officeDocument/2006/relationships/image" Target="../media/image6.jpg"/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4" Type="http://schemas.microsoft.com/office/2007/relationships/hdphoto" Target="../media/hdphoto1.wdp"/><Relationship Id="rId5" Type="http://schemas.openxmlformats.org/officeDocument/2006/relationships/image" Target="../media/image5.png"/><Relationship Id="rId6" Type="http://schemas.microsoft.com/office/2007/relationships/hdphoto" Target="../media/hdphoto2.wdp"/><Relationship Id="rId7" Type="http://schemas.openxmlformats.org/officeDocument/2006/relationships/image" Target="../media/image6.jpg"/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4" Type="http://schemas.microsoft.com/office/2007/relationships/hdphoto" Target="../media/hdphoto1.wdp"/><Relationship Id="rId5" Type="http://schemas.openxmlformats.org/officeDocument/2006/relationships/image" Target="../media/image5.png"/><Relationship Id="rId6" Type="http://schemas.microsoft.com/office/2007/relationships/hdphoto" Target="../media/hdphoto2.wdp"/><Relationship Id="rId7" Type="http://schemas.openxmlformats.org/officeDocument/2006/relationships/image" Target="../media/image6.jpg"/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4" Type="http://schemas.microsoft.com/office/2007/relationships/hdphoto" Target="../media/hdphoto1.wdp"/><Relationship Id="rId5" Type="http://schemas.openxmlformats.org/officeDocument/2006/relationships/image" Target="../media/image5.png"/><Relationship Id="rId6" Type="http://schemas.microsoft.com/office/2007/relationships/hdphoto" Target="../media/hdphoto2.wdp"/><Relationship Id="rId7" Type="http://schemas.openxmlformats.org/officeDocument/2006/relationships/image" Target="../media/image3.png"/><Relationship Id="rId8" Type="http://schemas.openxmlformats.org/officeDocument/2006/relationships/image" Target="../media/image6.jpg"/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4" Type="http://schemas.microsoft.com/office/2007/relationships/hdphoto" Target="../media/hdphoto1.wdp"/><Relationship Id="rId5" Type="http://schemas.openxmlformats.org/officeDocument/2006/relationships/image" Target="../media/image5.png"/><Relationship Id="rId6" Type="http://schemas.microsoft.com/office/2007/relationships/hdphoto" Target="../media/hdphoto2.wdp"/><Relationship Id="rId7" Type="http://schemas.openxmlformats.org/officeDocument/2006/relationships/image" Target="../media/image3.png"/><Relationship Id="rId8" Type="http://schemas.openxmlformats.org/officeDocument/2006/relationships/image" Target="../media/image6.jpg"/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4" Type="http://schemas.openxmlformats.org/officeDocument/2006/relationships/image" Target="../media/image5.png"/><Relationship Id="rId5" Type="http://schemas.microsoft.com/office/2007/relationships/hdphoto" Target="../media/hdphoto2.wdp"/><Relationship Id="rId6" Type="http://schemas.openxmlformats.org/officeDocument/2006/relationships/image" Target="../media/image3.png"/><Relationship Id="rId7" Type="http://schemas.openxmlformats.org/officeDocument/2006/relationships/image" Target="../media/image6.jpg"/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4" Type="http://schemas.openxmlformats.org/officeDocument/2006/relationships/image" Target="../media/image5.png"/><Relationship Id="rId5" Type="http://schemas.microsoft.com/office/2007/relationships/hdphoto" Target="../media/hdphoto2.wdp"/><Relationship Id="rId6" Type="http://schemas.openxmlformats.org/officeDocument/2006/relationships/image" Target="../media/image3.png"/><Relationship Id="rId7" Type="http://schemas.openxmlformats.org/officeDocument/2006/relationships/image" Target="../media/image6.jpg"/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4" Type="http://schemas.openxmlformats.org/officeDocument/2006/relationships/image" Target="../media/image5.png"/><Relationship Id="rId5" Type="http://schemas.microsoft.com/office/2007/relationships/hdphoto" Target="../media/hdphoto2.wdp"/><Relationship Id="rId6" Type="http://schemas.openxmlformats.org/officeDocument/2006/relationships/image" Target="../media/image3.png"/><Relationship Id="rId7" Type="http://schemas.openxmlformats.org/officeDocument/2006/relationships/image" Target="../media/image6.jpg"/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3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4" Type="http://schemas.openxmlformats.org/officeDocument/2006/relationships/image" Target="../media/image5.png"/><Relationship Id="rId5" Type="http://schemas.microsoft.com/office/2007/relationships/hdphoto" Target="../media/hdphoto2.wdp"/><Relationship Id="rId6" Type="http://schemas.openxmlformats.org/officeDocument/2006/relationships/image" Target="../media/image3.png"/><Relationship Id="rId7" Type="http://schemas.openxmlformats.org/officeDocument/2006/relationships/image" Target="../media/image6.jpg"/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3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4" Type="http://schemas.openxmlformats.org/officeDocument/2006/relationships/image" Target="../media/image5.png"/><Relationship Id="rId5" Type="http://schemas.microsoft.com/office/2007/relationships/hdphoto" Target="../media/hdphoto2.wdp"/><Relationship Id="rId6" Type="http://schemas.openxmlformats.org/officeDocument/2006/relationships/image" Target="../media/image3.png"/><Relationship Id="rId7" Type="http://schemas.openxmlformats.org/officeDocument/2006/relationships/image" Target="../media/image6.jpg"/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4" Type="http://schemas.microsoft.com/office/2007/relationships/hdphoto" Target="../media/hdphoto1.wdp"/><Relationship Id="rId5" Type="http://schemas.openxmlformats.org/officeDocument/2006/relationships/image" Target="../media/image5.png"/><Relationship Id="rId6" Type="http://schemas.microsoft.com/office/2007/relationships/hdphoto" Target="../media/hdphoto2.wdp"/><Relationship Id="rId7" Type="http://schemas.openxmlformats.org/officeDocument/2006/relationships/image" Target="../media/image3.png"/><Relationship Id="rId8" Type="http://schemas.openxmlformats.org/officeDocument/2006/relationships/image" Target="../media/image6.jpg"/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/>
          <p:nvPr/>
        </p:nvSpPr>
        <p:spPr>
          <a:xfrm>
            <a:off x="170605" y="492904"/>
            <a:ext cx="8833593" cy="398115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170605" y="834147"/>
            <a:ext cx="8833593" cy="559256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262955" y="598659"/>
            <a:ext cx="173439" cy="167848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502074" y="598659"/>
            <a:ext cx="173439" cy="167848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739853" y="598659"/>
            <a:ext cx="173439" cy="167848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1187585" y="1550579"/>
            <a:ext cx="6779137" cy="487613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8845448" y="834147"/>
            <a:ext cx="158750" cy="4976103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ounded Rectangle 22"/>
          <p:cNvSpPr/>
          <p:nvPr/>
        </p:nvSpPr>
        <p:spPr>
          <a:xfrm>
            <a:off x="8845448" y="836083"/>
            <a:ext cx="158750" cy="1727200"/>
          </a:xfrm>
          <a:prstGeom prst="roundRect">
            <a:avLst/>
          </a:prstGeom>
          <a:solidFill>
            <a:schemeClr val="tx1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/>
          <p:cNvSpPr/>
          <p:nvPr/>
        </p:nvSpPr>
        <p:spPr>
          <a:xfrm>
            <a:off x="1698625" y="2978649"/>
            <a:ext cx="2603500" cy="345511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/>
          <p:cNvSpPr/>
          <p:nvPr/>
        </p:nvSpPr>
        <p:spPr>
          <a:xfrm>
            <a:off x="4902426" y="2978649"/>
            <a:ext cx="2603500" cy="345511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9" name="Straight Connector 38"/>
          <p:cNvCxnSpPr/>
          <p:nvPr/>
        </p:nvCxnSpPr>
        <p:spPr>
          <a:xfrm>
            <a:off x="1698625" y="2978649"/>
            <a:ext cx="2603500" cy="3057478"/>
          </a:xfrm>
          <a:prstGeom prst="line">
            <a:avLst/>
          </a:prstGeom>
          <a:ln w="1270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/>
          <p:cNvCxnSpPr/>
          <p:nvPr/>
        </p:nvCxnSpPr>
        <p:spPr>
          <a:xfrm flipV="1">
            <a:off x="1698625" y="2978649"/>
            <a:ext cx="2603500" cy="3057478"/>
          </a:xfrm>
          <a:prstGeom prst="line">
            <a:avLst/>
          </a:prstGeom>
          <a:ln w="1270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>
            <a:off x="4902426" y="2976931"/>
            <a:ext cx="2603500" cy="3057478"/>
          </a:xfrm>
          <a:prstGeom prst="line">
            <a:avLst/>
          </a:prstGeom>
          <a:ln w="1270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/>
          <p:cNvCxnSpPr/>
          <p:nvPr/>
        </p:nvCxnSpPr>
        <p:spPr>
          <a:xfrm flipV="1">
            <a:off x="4902426" y="2976931"/>
            <a:ext cx="2603500" cy="3057478"/>
          </a:xfrm>
          <a:prstGeom prst="line">
            <a:avLst/>
          </a:prstGeom>
          <a:ln w="1270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3635893" y="496565"/>
            <a:ext cx="274151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/>
              <a:t>HanDIYcraft | Home Page</a:t>
            </a:r>
            <a:endParaRPr lang="en-US" sz="1600" dirty="0"/>
          </a:p>
        </p:txBody>
      </p:sp>
      <p:sp>
        <p:nvSpPr>
          <p:cNvPr id="57" name="Rectangle 56"/>
          <p:cNvSpPr/>
          <p:nvPr/>
        </p:nvSpPr>
        <p:spPr>
          <a:xfrm>
            <a:off x="1187585" y="897670"/>
            <a:ext cx="1951680" cy="5944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 smtClean="0">
                <a:solidFill>
                  <a:srgbClr val="000000"/>
                </a:solidFill>
              </a:rPr>
              <a:t>LOGO</a:t>
            </a:r>
            <a:endParaRPr lang="en-US" sz="2800" dirty="0">
              <a:solidFill>
                <a:srgbClr val="000000"/>
              </a:solidFill>
            </a:endParaRPr>
          </a:p>
        </p:txBody>
      </p:sp>
      <p:sp>
        <p:nvSpPr>
          <p:cNvPr id="49" name="Rounded Rectangle 48"/>
          <p:cNvSpPr/>
          <p:nvPr/>
        </p:nvSpPr>
        <p:spPr>
          <a:xfrm>
            <a:off x="6201344" y="1729188"/>
            <a:ext cx="1604574" cy="349250"/>
          </a:xfrm>
          <a:prstGeom prst="round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TextBox 57"/>
          <p:cNvSpPr txBox="1"/>
          <p:nvPr/>
        </p:nvSpPr>
        <p:spPr>
          <a:xfrm>
            <a:off x="6216599" y="1709106"/>
            <a:ext cx="1572824" cy="276999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i="1" spc="300" dirty="0" smtClean="0">
                <a:solidFill>
                  <a:srgbClr val="000000"/>
                </a:solidFill>
              </a:rPr>
              <a:t>...Search...</a:t>
            </a:r>
            <a:endParaRPr lang="en-US" sz="1200" i="1" spc="300" dirty="0">
              <a:solidFill>
                <a:srgbClr val="000000"/>
              </a:solidFill>
            </a:endParaRPr>
          </a:p>
        </p:txBody>
      </p:sp>
      <p:sp>
        <p:nvSpPr>
          <p:cNvPr id="59" name="Donut 58"/>
          <p:cNvSpPr/>
          <p:nvPr/>
        </p:nvSpPr>
        <p:spPr>
          <a:xfrm>
            <a:off x="5878388" y="1687770"/>
            <a:ext cx="261979" cy="264991"/>
          </a:xfrm>
          <a:prstGeom prst="donu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0" name="Rounded Rectangle 59"/>
          <p:cNvSpPr/>
          <p:nvPr/>
        </p:nvSpPr>
        <p:spPr>
          <a:xfrm rot="2586247">
            <a:off x="6037833" y="1904644"/>
            <a:ext cx="144143" cy="54798"/>
          </a:xfrm>
          <a:prstGeom prst="round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Rounded Rectangle 60"/>
          <p:cNvSpPr/>
          <p:nvPr/>
        </p:nvSpPr>
        <p:spPr>
          <a:xfrm>
            <a:off x="1651000" y="1745423"/>
            <a:ext cx="728750" cy="257672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 smtClean="0">
                <a:solidFill>
                  <a:srgbClr val="000000"/>
                </a:solidFill>
                <a:latin typeface="+mj-lt"/>
                <a:cs typeface="MAW "/>
              </a:rPr>
              <a:t>Random</a:t>
            </a:r>
            <a:endParaRPr lang="en-US" sz="1100" dirty="0">
              <a:solidFill>
                <a:srgbClr val="000000"/>
              </a:solidFill>
              <a:latin typeface="+mj-lt"/>
              <a:cs typeface="MAW "/>
            </a:endParaRPr>
          </a:p>
        </p:txBody>
      </p:sp>
      <p:sp>
        <p:nvSpPr>
          <p:cNvPr id="62" name="Rounded Rectangle 61"/>
          <p:cNvSpPr/>
          <p:nvPr/>
        </p:nvSpPr>
        <p:spPr>
          <a:xfrm>
            <a:off x="2511519" y="1744443"/>
            <a:ext cx="728750" cy="257672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 smtClean="0">
                <a:solidFill>
                  <a:srgbClr val="000000"/>
                </a:solidFill>
                <a:latin typeface="+mj-lt"/>
                <a:cs typeface="MAW "/>
              </a:rPr>
              <a:t>Popular</a:t>
            </a:r>
            <a:endParaRPr lang="en-US" sz="1100" dirty="0">
              <a:solidFill>
                <a:srgbClr val="000000"/>
              </a:solidFill>
              <a:latin typeface="+mj-lt"/>
              <a:cs typeface="MAW "/>
            </a:endParaRPr>
          </a:p>
        </p:txBody>
      </p:sp>
      <p:sp>
        <p:nvSpPr>
          <p:cNvPr id="64" name="Oval 63"/>
          <p:cNvSpPr/>
          <p:nvPr/>
        </p:nvSpPr>
        <p:spPr>
          <a:xfrm>
            <a:off x="2438478" y="2205782"/>
            <a:ext cx="381236" cy="370476"/>
          </a:xfrm>
          <a:prstGeom prst="ellipse">
            <a:avLst/>
          </a:prstGeom>
          <a:noFill/>
          <a:ln w="28575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5" name="Straight Connector 64"/>
          <p:cNvCxnSpPr>
            <a:stCxn id="64" idx="1"/>
            <a:endCxn id="64" idx="5"/>
          </p:cNvCxnSpPr>
          <p:nvPr/>
        </p:nvCxnSpPr>
        <p:spPr>
          <a:xfrm>
            <a:off x="2494309" y="2260037"/>
            <a:ext cx="269574" cy="261966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/>
          <p:cNvCxnSpPr>
            <a:stCxn id="64" idx="3"/>
            <a:endCxn id="64" idx="7"/>
          </p:cNvCxnSpPr>
          <p:nvPr/>
        </p:nvCxnSpPr>
        <p:spPr>
          <a:xfrm flipV="1">
            <a:off x="2494309" y="2260037"/>
            <a:ext cx="269574" cy="261966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Oval 66"/>
          <p:cNvSpPr/>
          <p:nvPr/>
        </p:nvSpPr>
        <p:spPr>
          <a:xfrm>
            <a:off x="3047419" y="2195577"/>
            <a:ext cx="381236" cy="370476"/>
          </a:xfrm>
          <a:prstGeom prst="ellipse">
            <a:avLst/>
          </a:prstGeom>
          <a:noFill/>
          <a:ln w="28575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8" name="Straight Connector 67"/>
          <p:cNvCxnSpPr>
            <a:stCxn id="67" idx="1"/>
            <a:endCxn id="67" idx="5"/>
          </p:cNvCxnSpPr>
          <p:nvPr/>
        </p:nvCxnSpPr>
        <p:spPr>
          <a:xfrm>
            <a:off x="3103250" y="2249832"/>
            <a:ext cx="269574" cy="261966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/>
          <p:cNvCxnSpPr>
            <a:stCxn id="67" idx="3"/>
            <a:endCxn id="67" idx="7"/>
          </p:cNvCxnSpPr>
          <p:nvPr/>
        </p:nvCxnSpPr>
        <p:spPr>
          <a:xfrm flipV="1">
            <a:off x="3103250" y="2249832"/>
            <a:ext cx="269574" cy="261966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Oval 69"/>
          <p:cNvSpPr/>
          <p:nvPr/>
        </p:nvSpPr>
        <p:spPr>
          <a:xfrm>
            <a:off x="3661827" y="2197579"/>
            <a:ext cx="381236" cy="370476"/>
          </a:xfrm>
          <a:prstGeom prst="ellipse">
            <a:avLst/>
          </a:prstGeom>
          <a:noFill/>
          <a:ln w="28575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1" name="Straight Connector 70"/>
          <p:cNvCxnSpPr>
            <a:stCxn id="70" idx="1"/>
            <a:endCxn id="70" idx="5"/>
          </p:cNvCxnSpPr>
          <p:nvPr/>
        </p:nvCxnSpPr>
        <p:spPr>
          <a:xfrm>
            <a:off x="3717658" y="2251834"/>
            <a:ext cx="269574" cy="261966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/>
          <p:cNvCxnSpPr>
            <a:stCxn id="70" idx="3"/>
            <a:endCxn id="70" idx="7"/>
          </p:cNvCxnSpPr>
          <p:nvPr/>
        </p:nvCxnSpPr>
        <p:spPr>
          <a:xfrm flipV="1">
            <a:off x="3717658" y="2251834"/>
            <a:ext cx="269574" cy="261966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Oval 72"/>
          <p:cNvSpPr/>
          <p:nvPr/>
        </p:nvSpPr>
        <p:spPr>
          <a:xfrm>
            <a:off x="4264271" y="2192843"/>
            <a:ext cx="381236" cy="370476"/>
          </a:xfrm>
          <a:prstGeom prst="ellipse">
            <a:avLst/>
          </a:prstGeom>
          <a:noFill/>
          <a:ln w="28575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4" name="Straight Connector 73"/>
          <p:cNvCxnSpPr>
            <a:stCxn id="73" idx="1"/>
            <a:endCxn id="73" idx="5"/>
          </p:cNvCxnSpPr>
          <p:nvPr/>
        </p:nvCxnSpPr>
        <p:spPr>
          <a:xfrm>
            <a:off x="4320102" y="2247098"/>
            <a:ext cx="269574" cy="261966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/>
          <p:cNvCxnSpPr>
            <a:stCxn id="73" idx="3"/>
            <a:endCxn id="73" idx="7"/>
          </p:cNvCxnSpPr>
          <p:nvPr/>
        </p:nvCxnSpPr>
        <p:spPr>
          <a:xfrm flipV="1">
            <a:off x="4320102" y="2247098"/>
            <a:ext cx="269574" cy="261966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Oval 75"/>
          <p:cNvSpPr/>
          <p:nvPr/>
        </p:nvSpPr>
        <p:spPr>
          <a:xfrm>
            <a:off x="4871650" y="2190840"/>
            <a:ext cx="381236" cy="370476"/>
          </a:xfrm>
          <a:prstGeom prst="ellipse">
            <a:avLst/>
          </a:prstGeom>
          <a:noFill/>
          <a:ln w="28575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7" name="Straight Connector 76"/>
          <p:cNvCxnSpPr>
            <a:stCxn id="76" idx="1"/>
            <a:endCxn id="76" idx="5"/>
          </p:cNvCxnSpPr>
          <p:nvPr/>
        </p:nvCxnSpPr>
        <p:spPr>
          <a:xfrm>
            <a:off x="4927481" y="2245095"/>
            <a:ext cx="269574" cy="261966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77"/>
          <p:cNvCxnSpPr>
            <a:stCxn id="76" idx="3"/>
            <a:endCxn id="76" idx="7"/>
          </p:cNvCxnSpPr>
          <p:nvPr/>
        </p:nvCxnSpPr>
        <p:spPr>
          <a:xfrm flipV="1">
            <a:off x="4927481" y="2245095"/>
            <a:ext cx="269574" cy="261966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Oval 78"/>
          <p:cNvSpPr/>
          <p:nvPr/>
        </p:nvSpPr>
        <p:spPr>
          <a:xfrm>
            <a:off x="5471268" y="2180635"/>
            <a:ext cx="381236" cy="370476"/>
          </a:xfrm>
          <a:prstGeom prst="ellipse">
            <a:avLst/>
          </a:prstGeom>
          <a:noFill/>
          <a:ln w="28575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0" name="Straight Connector 79"/>
          <p:cNvCxnSpPr>
            <a:stCxn id="79" idx="1"/>
            <a:endCxn id="79" idx="5"/>
          </p:cNvCxnSpPr>
          <p:nvPr/>
        </p:nvCxnSpPr>
        <p:spPr>
          <a:xfrm>
            <a:off x="5527099" y="2234890"/>
            <a:ext cx="269574" cy="261966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Straight Connector 80"/>
          <p:cNvCxnSpPr>
            <a:stCxn id="79" idx="3"/>
            <a:endCxn id="79" idx="7"/>
          </p:cNvCxnSpPr>
          <p:nvPr/>
        </p:nvCxnSpPr>
        <p:spPr>
          <a:xfrm flipV="1">
            <a:off x="5527099" y="2234890"/>
            <a:ext cx="269574" cy="261966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Oval 81"/>
          <p:cNvSpPr/>
          <p:nvPr/>
        </p:nvSpPr>
        <p:spPr>
          <a:xfrm>
            <a:off x="6070734" y="2182637"/>
            <a:ext cx="381236" cy="370476"/>
          </a:xfrm>
          <a:prstGeom prst="ellipse">
            <a:avLst/>
          </a:prstGeom>
          <a:noFill/>
          <a:ln w="28575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3" name="Straight Connector 82"/>
          <p:cNvCxnSpPr>
            <a:stCxn id="82" idx="1"/>
            <a:endCxn id="82" idx="5"/>
          </p:cNvCxnSpPr>
          <p:nvPr/>
        </p:nvCxnSpPr>
        <p:spPr>
          <a:xfrm>
            <a:off x="6126565" y="2236892"/>
            <a:ext cx="269574" cy="261966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Straight Connector 83"/>
          <p:cNvCxnSpPr>
            <a:stCxn id="82" idx="3"/>
            <a:endCxn id="82" idx="7"/>
          </p:cNvCxnSpPr>
          <p:nvPr/>
        </p:nvCxnSpPr>
        <p:spPr>
          <a:xfrm flipV="1">
            <a:off x="6126565" y="2236892"/>
            <a:ext cx="269574" cy="261966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Oval 84"/>
          <p:cNvSpPr/>
          <p:nvPr/>
        </p:nvSpPr>
        <p:spPr>
          <a:xfrm>
            <a:off x="6658236" y="2177901"/>
            <a:ext cx="381236" cy="370476"/>
          </a:xfrm>
          <a:prstGeom prst="ellipse">
            <a:avLst/>
          </a:prstGeom>
          <a:noFill/>
          <a:ln w="28575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6" name="Straight Connector 85"/>
          <p:cNvCxnSpPr>
            <a:stCxn id="85" idx="1"/>
            <a:endCxn id="85" idx="5"/>
          </p:cNvCxnSpPr>
          <p:nvPr/>
        </p:nvCxnSpPr>
        <p:spPr>
          <a:xfrm>
            <a:off x="6714067" y="2232156"/>
            <a:ext cx="269574" cy="261966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Straight Connector 86"/>
          <p:cNvCxnSpPr>
            <a:stCxn id="85" idx="3"/>
            <a:endCxn id="85" idx="7"/>
          </p:cNvCxnSpPr>
          <p:nvPr/>
        </p:nvCxnSpPr>
        <p:spPr>
          <a:xfrm flipV="1">
            <a:off x="6714067" y="2232156"/>
            <a:ext cx="269574" cy="261966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" name="TextBox 87"/>
          <p:cNvSpPr txBox="1"/>
          <p:nvPr/>
        </p:nvSpPr>
        <p:spPr>
          <a:xfrm>
            <a:off x="2350620" y="2537146"/>
            <a:ext cx="54849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>
                <a:solidFill>
                  <a:srgbClr val="000000"/>
                </a:solidFill>
              </a:rPr>
              <a:t>Outfit </a:t>
            </a:r>
            <a:endParaRPr lang="en-US" sz="1200" dirty="0">
              <a:solidFill>
                <a:srgbClr val="000000"/>
              </a:solidFill>
            </a:endParaRPr>
          </a:p>
        </p:txBody>
      </p:sp>
      <p:sp>
        <p:nvSpPr>
          <p:cNvPr id="89" name="TextBox 88"/>
          <p:cNvSpPr txBox="1"/>
          <p:nvPr/>
        </p:nvSpPr>
        <p:spPr>
          <a:xfrm>
            <a:off x="2848651" y="2536945"/>
            <a:ext cx="8130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>
                <a:solidFill>
                  <a:srgbClr val="000000"/>
                </a:solidFill>
              </a:rPr>
              <a:t>Accessory</a:t>
            </a:r>
            <a:endParaRPr lang="en-US" sz="1200" dirty="0">
              <a:solidFill>
                <a:srgbClr val="000000"/>
              </a:solidFill>
            </a:endParaRPr>
          </a:p>
        </p:txBody>
      </p:sp>
      <p:sp>
        <p:nvSpPr>
          <p:cNvPr id="90" name="TextBox 89"/>
          <p:cNvSpPr txBox="1"/>
          <p:nvPr/>
        </p:nvSpPr>
        <p:spPr>
          <a:xfrm>
            <a:off x="6585764" y="2530874"/>
            <a:ext cx="54917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>
                <a:solidFill>
                  <a:srgbClr val="000000"/>
                </a:solidFill>
              </a:rPr>
              <a:t>Other</a:t>
            </a:r>
            <a:endParaRPr lang="en-US" sz="1200" dirty="0">
              <a:solidFill>
                <a:srgbClr val="000000"/>
              </a:solidFill>
            </a:endParaRPr>
          </a:p>
        </p:txBody>
      </p:sp>
      <p:sp>
        <p:nvSpPr>
          <p:cNvPr id="91" name="TextBox 90"/>
          <p:cNvSpPr txBox="1"/>
          <p:nvPr/>
        </p:nvSpPr>
        <p:spPr>
          <a:xfrm>
            <a:off x="6063996" y="2521363"/>
            <a:ext cx="3922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>
                <a:solidFill>
                  <a:srgbClr val="000000"/>
                </a:solidFill>
              </a:rPr>
              <a:t>Pet</a:t>
            </a:r>
            <a:endParaRPr lang="en-US" sz="1200" dirty="0">
              <a:solidFill>
                <a:srgbClr val="000000"/>
              </a:solidFill>
            </a:endParaRPr>
          </a:p>
        </p:txBody>
      </p:sp>
      <p:sp>
        <p:nvSpPr>
          <p:cNvPr id="92" name="TextBox 91"/>
          <p:cNvSpPr txBox="1"/>
          <p:nvPr/>
        </p:nvSpPr>
        <p:spPr>
          <a:xfrm>
            <a:off x="5401824" y="2493189"/>
            <a:ext cx="5611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 smtClean="0">
                <a:solidFill>
                  <a:srgbClr val="000000"/>
                </a:solidFill>
              </a:rPr>
              <a:t>Home </a:t>
            </a:r>
          </a:p>
          <a:p>
            <a:pPr algn="ctr"/>
            <a:r>
              <a:rPr lang="en-US" sz="1200" dirty="0" smtClean="0">
                <a:solidFill>
                  <a:srgbClr val="000000"/>
                </a:solidFill>
              </a:rPr>
              <a:t>Decor</a:t>
            </a:r>
            <a:endParaRPr lang="en-US" sz="1200" dirty="0">
              <a:solidFill>
                <a:srgbClr val="000000"/>
              </a:solidFill>
            </a:endParaRPr>
          </a:p>
        </p:txBody>
      </p:sp>
      <p:sp>
        <p:nvSpPr>
          <p:cNvPr id="93" name="TextBox 92"/>
          <p:cNvSpPr txBox="1"/>
          <p:nvPr/>
        </p:nvSpPr>
        <p:spPr>
          <a:xfrm>
            <a:off x="4264724" y="2524939"/>
            <a:ext cx="38078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>
                <a:solidFill>
                  <a:srgbClr val="000000"/>
                </a:solidFill>
              </a:rPr>
              <a:t>Kid</a:t>
            </a:r>
            <a:endParaRPr lang="en-US" sz="1200" dirty="0">
              <a:solidFill>
                <a:srgbClr val="000000"/>
              </a:solidFill>
            </a:endParaRPr>
          </a:p>
        </p:txBody>
      </p:sp>
      <p:sp>
        <p:nvSpPr>
          <p:cNvPr id="94" name="TextBox 93"/>
          <p:cNvSpPr txBox="1"/>
          <p:nvPr/>
        </p:nvSpPr>
        <p:spPr>
          <a:xfrm>
            <a:off x="3655199" y="2540575"/>
            <a:ext cx="41181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>
                <a:solidFill>
                  <a:srgbClr val="000000"/>
                </a:solidFill>
              </a:rPr>
              <a:t>Gift</a:t>
            </a:r>
            <a:endParaRPr lang="en-US" sz="1200" dirty="0">
              <a:solidFill>
                <a:srgbClr val="000000"/>
              </a:solidFill>
            </a:endParaRPr>
          </a:p>
        </p:txBody>
      </p:sp>
      <p:sp>
        <p:nvSpPr>
          <p:cNvPr id="95" name="TextBox 94"/>
          <p:cNvSpPr txBox="1"/>
          <p:nvPr/>
        </p:nvSpPr>
        <p:spPr>
          <a:xfrm>
            <a:off x="4740771" y="2532035"/>
            <a:ext cx="64738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>
                <a:solidFill>
                  <a:srgbClr val="000000"/>
                </a:solidFill>
              </a:rPr>
              <a:t>Garden</a:t>
            </a:r>
            <a:endParaRPr lang="en-US" sz="1200" dirty="0">
              <a:solidFill>
                <a:srgbClr val="000000"/>
              </a:solidFill>
            </a:endParaRPr>
          </a:p>
        </p:txBody>
      </p:sp>
      <p:sp>
        <p:nvSpPr>
          <p:cNvPr id="96" name="Rectangle 95"/>
          <p:cNvSpPr/>
          <p:nvPr/>
        </p:nvSpPr>
        <p:spPr>
          <a:xfrm>
            <a:off x="170605" y="5810250"/>
            <a:ext cx="8833593" cy="61646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7" name="TextBox 96"/>
          <p:cNvSpPr txBox="1"/>
          <p:nvPr/>
        </p:nvSpPr>
        <p:spPr>
          <a:xfrm>
            <a:off x="3159125" y="5937605"/>
            <a:ext cx="31249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solidFill>
                  <a:srgbClr val="000000"/>
                </a:solidFill>
                <a:latin typeface="+mj-lt"/>
                <a:cs typeface="MAW "/>
              </a:rPr>
              <a:t>Create your own tutorial !</a:t>
            </a:r>
            <a:endParaRPr lang="en-US" sz="2000" dirty="0">
              <a:solidFill>
                <a:srgbClr val="000000"/>
              </a:solidFill>
              <a:latin typeface="+mj-lt"/>
              <a:cs typeface="MAW "/>
            </a:endParaRPr>
          </a:p>
        </p:txBody>
      </p:sp>
      <p:sp>
        <p:nvSpPr>
          <p:cNvPr id="98" name="Rounded Rectangle 97"/>
          <p:cNvSpPr/>
          <p:nvPr/>
        </p:nvSpPr>
        <p:spPr>
          <a:xfrm>
            <a:off x="6109411" y="5896787"/>
            <a:ext cx="1308100" cy="456833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smtClean="0">
                <a:solidFill>
                  <a:srgbClr val="000000"/>
                </a:solidFill>
                <a:latin typeface="+mj-lt"/>
                <a:cs typeface="MAW "/>
              </a:rPr>
              <a:t>Sign Up</a:t>
            </a:r>
            <a:endParaRPr lang="en-US" sz="2000" dirty="0">
              <a:solidFill>
                <a:srgbClr val="000000"/>
              </a:solidFill>
              <a:latin typeface="+mj-lt"/>
              <a:cs typeface="MAW "/>
            </a:endParaRPr>
          </a:p>
        </p:txBody>
      </p:sp>
      <p:sp>
        <p:nvSpPr>
          <p:cNvPr id="99" name="Rounded Rectangle 98"/>
          <p:cNvSpPr/>
          <p:nvPr/>
        </p:nvSpPr>
        <p:spPr>
          <a:xfrm>
            <a:off x="7568092" y="5896787"/>
            <a:ext cx="1308100" cy="456833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smtClean="0">
                <a:solidFill>
                  <a:srgbClr val="000000"/>
                </a:solidFill>
                <a:latin typeface="+mj-lt"/>
                <a:cs typeface="MAW "/>
              </a:rPr>
              <a:t>Log in</a:t>
            </a:r>
            <a:endParaRPr lang="en-US" sz="2000" dirty="0">
              <a:solidFill>
                <a:srgbClr val="000000"/>
              </a:solidFill>
              <a:latin typeface="+mj-lt"/>
              <a:cs typeface="MAW "/>
            </a:endParaRPr>
          </a:p>
        </p:txBody>
      </p:sp>
    </p:spTree>
    <p:extLst>
      <p:ext uri="{BB962C8B-B14F-4D97-AF65-F5344CB8AC3E}">
        <p14:creationId xmlns:p14="http://schemas.microsoft.com/office/powerpoint/2010/main" val="7615639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/>
          <p:nvPr/>
        </p:nvSpPr>
        <p:spPr>
          <a:xfrm>
            <a:off x="170605" y="492904"/>
            <a:ext cx="8833593" cy="398115"/>
          </a:xfrm>
          <a:prstGeom prst="roundRect">
            <a:avLst/>
          </a:prstGeom>
          <a:solidFill>
            <a:srgbClr val="D9D9D9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170605" y="834147"/>
            <a:ext cx="8833593" cy="559256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262955" y="598659"/>
            <a:ext cx="173439" cy="167848"/>
          </a:xfrm>
          <a:prstGeom prst="ellipse">
            <a:avLst/>
          </a:prstGeom>
          <a:solidFill>
            <a:srgbClr val="A6A6A6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502074" y="598659"/>
            <a:ext cx="173439" cy="167848"/>
          </a:xfrm>
          <a:prstGeom prst="ellipse">
            <a:avLst/>
          </a:prstGeom>
          <a:solidFill>
            <a:srgbClr val="A6A6A6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739853" y="598659"/>
            <a:ext cx="173439" cy="167848"/>
          </a:xfrm>
          <a:prstGeom prst="ellipse">
            <a:avLst/>
          </a:prstGeom>
          <a:solidFill>
            <a:srgbClr val="A6A6A6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1187585" y="1550579"/>
            <a:ext cx="6779137" cy="487613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8845448" y="834147"/>
            <a:ext cx="158750" cy="5592564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ounded Rectangle 22"/>
          <p:cNvSpPr/>
          <p:nvPr/>
        </p:nvSpPr>
        <p:spPr>
          <a:xfrm>
            <a:off x="8845448" y="836083"/>
            <a:ext cx="158750" cy="1727200"/>
          </a:xfrm>
          <a:prstGeom prst="roundRect">
            <a:avLst/>
          </a:prstGeom>
          <a:solidFill>
            <a:schemeClr val="tx1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/>
          <p:cNvSpPr/>
          <p:nvPr/>
        </p:nvSpPr>
        <p:spPr>
          <a:xfrm>
            <a:off x="1187585" y="897670"/>
            <a:ext cx="1951680" cy="5944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 smtClean="0">
                <a:solidFill>
                  <a:srgbClr val="000000"/>
                </a:solidFill>
              </a:rPr>
              <a:t>LOGO</a:t>
            </a:r>
            <a:endParaRPr lang="en-US" sz="2800" dirty="0">
              <a:solidFill>
                <a:srgbClr val="000000"/>
              </a:solidFill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6362149" y="1075553"/>
            <a:ext cx="1604574" cy="349250"/>
          </a:xfrm>
          <a:prstGeom prst="round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/>
          <p:cNvSpPr txBox="1"/>
          <p:nvPr/>
        </p:nvSpPr>
        <p:spPr>
          <a:xfrm>
            <a:off x="6377404" y="1055471"/>
            <a:ext cx="1572824" cy="276999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i="1" spc="300" dirty="0" smtClean="0">
                <a:solidFill>
                  <a:srgbClr val="000000"/>
                </a:solidFill>
              </a:rPr>
              <a:t>...Search...</a:t>
            </a:r>
            <a:endParaRPr lang="en-US" sz="1200" i="1" spc="300" dirty="0">
              <a:solidFill>
                <a:srgbClr val="000000"/>
              </a:solidFill>
            </a:endParaRPr>
          </a:p>
        </p:txBody>
      </p:sp>
      <p:sp>
        <p:nvSpPr>
          <p:cNvPr id="28" name="Donut 27"/>
          <p:cNvSpPr/>
          <p:nvPr/>
        </p:nvSpPr>
        <p:spPr>
          <a:xfrm>
            <a:off x="6039193" y="1034135"/>
            <a:ext cx="261979" cy="264991"/>
          </a:xfrm>
          <a:prstGeom prst="donu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9" name="Rounded Rectangle 28"/>
          <p:cNvSpPr/>
          <p:nvPr/>
        </p:nvSpPr>
        <p:spPr>
          <a:xfrm rot="2586247">
            <a:off x="6198638" y="1251009"/>
            <a:ext cx="144143" cy="54798"/>
          </a:xfrm>
          <a:prstGeom prst="round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TextBox 73"/>
          <p:cNvSpPr txBox="1"/>
          <p:nvPr/>
        </p:nvSpPr>
        <p:spPr>
          <a:xfrm>
            <a:off x="3635893" y="496565"/>
            <a:ext cx="29909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/>
              <a:t>HanDIYcraft | Tutorial Detail</a:t>
            </a:r>
            <a:endParaRPr lang="en-US" sz="1600" dirty="0"/>
          </a:p>
        </p:txBody>
      </p:sp>
      <p:sp>
        <p:nvSpPr>
          <p:cNvPr id="38" name="TextBox 37"/>
          <p:cNvSpPr txBox="1"/>
          <p:nvPr/>
        </p:nvSpPr>
        <p:spPr>
          <a:xfrm>
            <a:off x="2772377" y="1487660"/>
            <a:ext cx="380353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spc="300" dirty="0" smtClean="0">
                <a:solidFill>
                  <a:srgbClr val="000000"/>
                </a:solidFill>
                <a:latin typeface="+mj-lt"/>
                <a:cs typeface="MAW "/>
              </a:rPr>
              <a:t>Tutorial Name</a:t>
            </a:r>
            <a:endParaRPr lang="en-US" sz="4000" b="1" spc="300" dirty="0">
              <a:solidFill>
                <a:srgbClr val="000000"/>
              </a:solidFill>
              <a:latin typeface="+mj-lt"/>
              <a:cs typeface="MAW 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2854234" y="2061651"/>
            <a:ext cx="157026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>
                <a:solidFill>
                  <a:srgbClr val="000000"/>
                </a:solidFill>
              </a:rPr>
              <a:t>By </a:t>
            </a:r>
            <a:r>
              <a:rPr lang="en-US" sz="2000" u="sng" dirty="0" smtClean="0">
                <a:solidFill>
                  <a:srgbClr val="000000"/>
                </a:solidFill>
              </a:rPr>
              <a:t>Username</a:t>
            </a:r>
            <a:endParaRPr lang="en-US" sz="2000" u="sng" dirty="0">
              <a:solidFill>
                <a:srgbClr val="000000"/>
              </a:solidFill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5063594" y="2052048"/>
            <a:ext cx="134195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>
                <a:solidFill>
                  <a:srgbClr val="000000"/>
                </a:solidFill>
              </a:rPr>
              <a:t>No. of likes</a:t>
            </a:r>
            <a:endParaRPr lang="en-US" sz="2000" dirty="0">
              <a:solidFill>
                <a:srgbClr val="000000"/>
              </a:solidFill>
            </a:endParaRPr>
          </a:p>
        </p:txBody>
      </p:sp>
      <p:cxnSp>
        <p:nvCxnSpPr>
          <p:cNvPr id="41" name="Straight Connector 40"/>
          <p:cNvCxnSpPr/>
          <p:nvPr/>
        </p:nvCxnSpPr>
        <p:spPr>
          <a:xfrm>
            <a:off x="1187585" y="2573866"/>
            <a:ext cx="6779138" cy="0"/>
          </a:xfrm>
          <a:prstGeom prst="line">
            <a:avLst/>
          </a:prstGeom>
          <a:ln w="1270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ectangle 41"/>
          <p:cNvSpPr/>
          <p:nvPr/>
        </p:nvSpPr>
        <p:spPr>
          <a:xfrm>
            <a:off x="2890750" y="3226585"/>
            <a:ext cx="3496781" cy="3200125"/>
          </a:xfrm>
          <a:prstGeom prst="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3" name="Straight Connector 42"/>
          <p:cNvCxnSpPr/>
          <p:nvPr/>
        </p:nvCxnSpPr>
        <p:spPr>
          <a:xfrm>
            <a:off x="2890750" y="3226585"/>
            <a:ext cx="3496781" cy="3200125"/>
          </a:xfrm>
          <a:prstGeom prst="line">
            <a:avLst/>
          </a:prstGeom>
          <a:ln w="3810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 flipV="1">
            <a:off x="2890750" y="3226585"/>
            <a:ext cx="3496781" cy="3192914"/>
          </a:xfrm>
          <a:prstGeom prst="line">
            <a:avLst/>
          </a:prstGeom>
          <a:ln w="3810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2653305" y="2621491"/>
            <a:ext cx="40269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smtClean="0">
                <a:solidFill>
                  <a:srgbClr val="000000"/>
                </a:solidFill>
              </a:rPr>
              <a:t>Materials: </a:t>
            </a:r>
            <a:r>
              <a:rPr lang="en-US" sz="2000" dirty="0" err="1" smtClean="0">
                <a:solidFill>
                  <a:srgbClr val="000000"/>
                </a:solidFill>
              </a:rPr>
              <a:t>xxxxx</a:t>
            </a:r>
            <a:r>
              <a:rPr lang="en-US" sz="2000" dirty="0" smtClean="0">
                <a:solidFill>
                  <a:srgbClr val="000000"/>
                </a:solidFill>
              </a:rPr>
              <a:t>, </a:t>
            </a:r>
            <a:r>
              <a:rPr lang="en-US" sz="2400" dirty="0" err="1" smtClean="0">
                <a:solidFill>
                  <a:srgbClr val="000000"/>
                </a:solidFill>
              </a:rPr>
              <a:t>xxxxx</a:t>
            </a:r>
            <a:r>
              <a:rPr lang="en-US" sz="2000" dirty="0" smtClean="0">
                <a:solidFill>
                  <a:srgbClr val="000000"/>
                </a:solidFill>
              </a:rPr>
              <a:t>, </a:t>
            </a:r>
            <a:r>
              <a:rPr lang="en-US" sz="2000" dirty="0" err="1" smtClean="0">
                <a:solidFill>
                  <a:srgbClr val="000000"/>
                </a:solidFill>
              </a:rPr>
              <a:t>xxxxx</a:t>
            </a:r>
            <a:r>
              <a:rPr lang="en-US" sz="2000" dirty="0" smtClean="0">
                <a:solidFill>
                  <a:srgbClr val="000000"/>
                </a:solidFill>
              </a:rPr>
              <a:t>, </a:t>
            </a:r>
            <a:r>
              <a:rPr lang="en-US" sz="2000" dirty="0" err="1" smtClean="0">
                <a:solidFill>
                  <a:srgbClr val="000000"/>
                </a:solidFill>
              </a:rPr>
              <a:t>xxxxx</a:t>
            </a:r>
            <a:endParaRPr lang="en-US" sz="2000" dirty="0">
              <a:solidFill>
                <a:srgbClr val="000000"/>
              </a:solidFill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170605" y="5810250"/>
            <a:ext cx="8833593" cy="61646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/>
          <p:cNvSpPr txBox="1"/>
          <p:nvPr/>
        </p:nvSpPr>
        <p:spPr>
          <a:xfrm>
            <a:off x="3159125" y="5937605"/>
            <a:ext cx="31249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solidFill>
                  <a:srgbClr val="000000"/>
                </a:solidFill>
                <a:latin typeface="+mj-lt"/>
                <a:cs typeface="MAW "/>
              </a:rPr>
              <a:t>Create your own tutorial !</a:t>
            </a:r>
            <a:endParaRPr lang="en-US" sz="2000" dirty="0">
              <a:solidFill>
                <a:srgbClr val="000000"/>
              </a:solidFill>
              <a:latin typeface="+mj-lt"/>
              <a:cs typeface="MAW 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6109411" y="5896787"/>
            <a:ext cx="1308100" cy="456833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smtClean="0">
                <a:solidFill>
                  <a:srgbClr val="000000"/>
                </a:solidFill>
                <a:latin typeface="+mj-lt"/>
                <a:cs typeface="MAW "/>
              </a:rPr>
              <a:t>Sign Up</a:t>
            </a:r>
            <a:endParaRPr lang="en-US" sz="2000" dirty="0">
              <a:solidFill>
                <a:srgbClr val="000000"/>
              </a:solidFill>
              <a:latin typeface="+mj-lt"/>
              <a:cs typeface="MAW "/>
            </a:endParaRPr>
          </a:p>
        </p:txBody>
      </p:sp>
      <p:sp>
        <p:nvSpPr>
          <p:cNvPr id="33" name="Rounded Rectangle 32"/>
          <p:cNvSpPr/>
          <p:nvPr/>
        </p:nvSpPr>
        <p:spPr>
          <a:xfrm>
            <a:off x="7568092" y="5896787"/>
            <a:ext cx="1308100" cy="456833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smtClean="0">
                <a:solidFill>
                  <a:srgbClr val="000000"/>
                </a:solidFill>
                <a:latin typeface="+mj-lt"/>
                <a:cs typeface="MAW "/>
              </a:rPr>
              <a:t>Log in</a:t>
            </a:r>
            <a:endParaRPr lang="en-US" sz="2000" dirty="0">
              <a:solidFill>
                <a:srgbClr val="000000"/>
              </a:solidFill>
              <a:latin typeface="+mj-lt"/>
              <a:cs typeface="MAW "/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6680294" y="1655766"/>
            <a:ext cx="1166467" cy="375271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dirty="0" smtClean="0">
                <a:solidFill>
                  <a:schemeClr val="bg1"/>
                </a:solidFill>
              </a:rPr>
              <a:t>Share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35" name="Picture 34" descr="flaticon_facebook.gif"/>
          <p:cNvPicPr>
            <a:picLocks noChangeAspect="1"/>
          </p:cNvPicPr>
          <p:nvPr/>
        </p:nvPicPr>
        <p:blipFill>
          <a:blip r:embed="rId2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40574" y="1662283"/>
            <a:ext cx="368754" cy="3687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45759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/>
          <p:nvPr/>
        </p:nvSpPr>
        <p:spPr>
          <a:xfrm>
            <a:off x="170605" y="492904"/>
            <a:ext cx="8833593" cy="398115"/>
          </a:xfrm>
          <a:prstGeom prst="roundRect">
            <a:avLst/>
          </a:prstGeom>
          <a:solidFill>
            <a:srgbClr val="D9D9D9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170605" y="834147"/>
            <a:ext cx="8833593" cy="559256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262955" y="598659"/>
            <a:ext cx="173439" cy="167848"/>
          </a:xfrm>
          <a:prstGeom prst="ellipse">
            <a:avLst/>
          </a:prstGeom>
          <a:solidFill>
            <a:srgbClr val="A6A6A6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502074" y="598659"/>
            <a:ext cx="173439" cy="167848"/>
          </a:xfrm>
          <a:prstGeom prst="ellipse">
            <a:avLst/>
          </a:prstGeom>
          <a:solidFill>
            <a:srgbClr val="A6A6A6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739853" y="598659"/>
            <a:ext cx="173439" cy="167848"/>
          </a:xfrm>
          <a:prstGeom prst="ellipse">
            <a:avLst/>
          </a:prstGeom>
          <a:solidFill>
            <a:srgbClr val="A6A6A6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1187585" y="1550579"/>
            <a:ext cx="6779137" cy="487613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8845448" y="834147"/>
            <a:ext cx="158750" cy="5592564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ounded Rectangle 22"/>
          <p:cNvSpPr/>
          <p:nvPr/>
        </p:nvSpPr>
        <p:spPr>
          <a:xfrm>
            <a:off x="8845448" y="836083"/>
            <a:ext cx="158750" cy="1727200"/>
          </a:xfrm>
          <a:prstGeom prst="roundRect">
            <a:avLst/>
          </a:prstGeom>
          <a:solidFill>
            <a:schemeClr val="tx1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/>
          <p:cNvSpPr/>
          <p:nvPr/>
        </p:nvSpPr>
        <p:spPr>
          <a:xfrm>
            <a:off x="1187585" y="897670"/>
            <a:ext cx="1951680" cy="5944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 smtClean="0">
                <a:solidFill>
                  <a:srgbClr val="000000"/>
                </a:solidFill>
              </a:rPr>
              <a:t>LOGO</a:t>
            </a:r>
            <a:endParaRPr lang="en-US" sz="2800" dirty="0">
              <a:solidFill>
                <a:srgbClr val="000000"/>
              </a:solidFill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6362149" y="1075553"/>
            <a:ext cx="1604574" cy="349250"/>
          </a:xfrm>
          <a:prstGeom prst="round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/>
          <p:cNvSpPr txBox="1"/>
          <p:nvPr/>
        </p:nvSpPr>
        <p:spPr>
          <a:xfrm>
            <a:off x="6377404" y="1055471"/>
            <a:ext cx="1572824" cy="276999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i="1" spc="300" dirty="0" smtClean="0">
                <a:solidFill>
                  <a:srgbClr val="000000"/>
                </a:solidFill>
              </a:rPr>
              <a:t>...Search...</a:t>
            </a:r>
            <a:endParaRPr lang="en-US" sz="1200" i="1" spc="300" dirty="0">
              <a:solidFill>
                <a:srgbClr val="000000"/>
              </a:solidFill>
            </a:endParaRPr>
          </a:p>
        </p:txBody>
      </p:sp>
      <p:sp>
        <p:nvSpPr>
          <p:cNvPr id="28" name="Donut 27"/>
          <p:cNvSpPr/>
          <p:nvPr/>
        </p:nvSpPr>
        <p:spPr>
          <a:xfrm>
            <a:off x="6039193" y="1034135"/>
            <a:ext cx="261979" cy="264991"/>
          </a:xfrm>
          <a:prstGeom prst="donu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9" name="Rounded Rectangle 28"/>
          <p:cNvSpPr/>
          <p:nvPr/>
        </p:nvSpPr>
        <p:spPr>
          <a:xfrm rot="2586247">
            <a:off x="6198638" y="1251009"/>
            <a:ext cx="144143" cy="54798"/>
          </a:xfrm>
          <a:prstGeom prst="round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TextBox 73"/>
          <p:cNvSpPr txBox="1"/>
          <p:nvPr/>
        </p:nvSpPr>
        <p:spPr>
          <a:xfrm>
            <a:off x="3635893" y="496565"/>
            <a:ext cx="29909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/>
              <a:t>HanDIYcraft | Tutorial Detail</a:t>
            </a:r>
            <a:endParaRPr lang="en-US" sz="1600" dirty="0"/>
          </a:p>
        </p:txBody>
      </p:sp>
      <p:sp>
        <p:nvSpPr>
          <p:cNvPr id="38" name="TextBox 37"/>
          <p:cNvSpPr txBox="1"/>
          <p:nvPr/>
        </p:nvSpPr>
        <p:spPr>
          <a:xfrm>
            <a:off x="2772377" y="1487660"/>
            <a:ext cx="380353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spc="300" dirty="0" smtClean="0">
                <a:solidFill>
                  <a:srgbClr val="000000"/>
                </a:solidFill>
                <a:latin typeface="+mj-lt"/>
                <a:cs typeface="MAW "/>
              </a:rPr>
              <a:t>Tutorial Name</a:t>
            </a:r>
            <a:endParaRPr lang="en-US" sz="4000" b="1" spc="300" dirty="0">
              <a:solidFill>
                <a:srgbClr val="000000"/>
              </a:solidFill>
              <a:latin typeface="+mj-lt"/>
              <a:cs typeface="MAW 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3044734" y="2061651"/>
            <a:ext cx="157026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>
                <a:solidFill>
                  <a:srgbClr val="000000"/>
                </a:solidFill>
              </a:rPr>
              <a:t>By </a:t>
            </a:r>
            <a:r>
              <a:rPr lang="en-US" sz="2000" u="sng" dirty="0" smtClean="0">
                <a:solidFill>
                  <a:srgbClr val="000000"/>
                </a:solidFill>
              </a:rPr>
              <a:t>Username</a:t>
            </a:r>
            <a:endParaRPr lang="en-US" sz="2000" u="sng" dirty="0">
              <a:solidFill>
                <a:srgbClr val="000000"/>
              </a:solidFill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5063594" y="2052048"/>
            <a:ext cx="134195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>
                <a:solidFill>
                  <a:srgbClr val="000000"/>
                </a:solidFill>
              </a:rPr>
              <a:t>No. of likes</a:t>
            </a:r>
            <a:endParaRPr lang="en-US" sz="2000" dirty="0">
              <a:solidFill>
                <a:srgbClr val="000000"/>
              </a:solidFill>
            </a:endParaRPr>
          </a:p>
        </p:txBody>
      </p:sp>
      <p:cxnSp>
        <p:nvCxnSpPr>
          <p:cNvPr id="41" name="Straight Connector 40"/>
          <p:cNvCxnSpPr/>
          <p:nvPr/>
        </p:nvCxnSpPr>
        <p:spPr>
          <a:xfrm>
            <a:off x="1187585" y="2573866"/>
            <a:ext cx="6779138" cy="0"/>
          </a:xfrm>
          <a:prstGeom prst="line">
            <a:avLst/>
          </a:prstGeom>
          <a:ln w="1270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ectangle 41"/>
          <p:cNvSpPr/>
          <p:nvPr/>
        </p:nvSpPr>
        <p:spPr>
          <a:xfrm>
            <a:off x="2890750" y="3226585"/>
            <a:ext cx="3496781" cy="3200125"/>
          </a:xfrm>
          <a:prstGeom prst="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3" name="Straight Connector 42"/>
          <p:cNvCxnSpPr/>
          <p:nvPr/>
        </p:nvCxnSpPr>
        <p:spPr>
          <a:xfrm>
            <a:off x="2890750" y="3226585"/>
            <a:ext cx="3496781" cy="3200125"/>
          </a:xfrm>
          <a:prstGeom prst="line">
            <a:avLst/>
          </a:prstGeom>
          <a:ln w="3810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 flipV="1">
            <a:off x="2890750" y="3226585"/>
            <a:ext cx="3496781" cy="3192914"/>
          </a:xfrm>
          <a:prstGeom prst="line">
            <a:avLst/>
          </a:prstGeom>
          <a:ln w="3810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2653305" y="2621491"/>
            <a:ext cx="40269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smtClean="0">
                <a:solidFill>
                  <a:srgbClr val="000000"/>
                </a:solidFill>
              </a:rPr>
              <a:t>Materials: </a:t>
            </a:r>
            <a:r>
              <a:rPr lang="en-US" sz="2000" dirty="0" err="1" smtClean="0">
                <a:solidFill>
                  <a:srgbClr val="000000"/>
                </a:solidFill>
              </a:rPr>
              <a:t>xxxxx</a:t>
            </a:r>
            <a:r>
              <a:rPr lang="en-US" sz="2000" dirty="0" smtClean="0">
                <a:solidFill>
                  <a:srgbClr val="000000"/>
                </a:solidFill>
              </a:rPr>
              <a:t>, </a:t>
            </a:r>
            <a:r>
              <a:rPr lang="en-US" sz="2400" dirty="0" err="1" smtClean="0">
                <a:solidFill>
                  <a:srgbClr val="000000"/>
                </a:solidFill>
              </a:rPr>
              <a:t>xxxxx</a:t>
            </a:r>
            <a:r>
              <a:rPr lang="en-US" sz="2000" dirty="0" smtClean="0">
                <a:solidFill>
                  <a:srgbClr val="000000"/>
                </a:solidFill>
              </a:rPr>
              <a:t>, </a:t>
            </a:r>
            <a:r>
              <a:rPr lang="en-US" sz="2000" dirty="0" err="1" smtClean="0">
                <a:solidFill>
                  <a:srgbClr val="000000"/>
                </a:solidFill>
              </a:rPr>
              <a:t>xxxxx</a:t>
            </a:r>
            <a:r>
              <a:rPr lang="en-US" sz="2000" dirty="0" smtClean="0">
                <a:solidFill>
                  <a:srgbClr val="000000"/>
                </a:solidFill>
              </a:rPr>
              <a:t>, </a:t>
            </a:r>
            <a:r>
              <a:rPr lang="en-US" sz="2000" dirty="0" err="1" smtClean="0">
                <a:solidFill>
                  <a:srgbClr val="000000"/>
                </a:solidFill>
              </a:rPr>
              <a:t>xxxxx</a:t>
            </a:r>
            <a:endParaRPr lang="en-US" sz="2000" dirty="0">
              <a:solidFill>
                <a:srgbClr val="000000"/>
              </a:solidFill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170605" y="5810250"/>
            <a:ext cx="8833593" cy="61646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/>
          <p:cNvSpPr txBox="1"/>
          <p:nvPr/>
        </p:nvSpPr>
        <p:spPr>
          <a:xfrm>
            <a:off x="3159125" y="5937605"/>
            <a:ext cx="31249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solidFill>
                  <a:srgbClr val="000000"/>
                </a:solidFill>
                <a:latin typeface="+mj-lt"/>
                <a:cs typeface="MAW "/>
              </a:rPr>
              <a:t>Create your own tutorial !</a:t>
            </a:r>
            <a:endParaRPr lang="en-US" sz="2000" dirty="0">
              <a:solidFill>
                <a:srgbClr val="000000"/>
              </a:solidFill>
              <a:latin typeface="+mj-lt"/>
              <a:cs typeface="MAW 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6109411" y="5896787"/>
            <a:ext cx="1308100" cy="456833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smtClean="0">
                <a:solidFill>
                  <a:srgbClr val="000000"/>
                </a:solidFill>
                <a:latin typeface="+mj-lt"/>
                <a:cs typeface="MAW "/>
              </a:rPr>
              <a:t>Sign Up</a:t>
            </a:r>
            <a:endParaRPr lang="en-US" sz="2000" dirty="0">
              <a:solidFill>
                <a:srgbClr val="000000"/>
              </a:solidFill>
              <a:latin typeface="+mj-lt"/>
              <a:cs typeface="MAW "/>
            </a:endParaRPr>
          </a:p>
        </p:txBody>
      </p:sp>
      <p:sp>
        <p:nvSpPr>
          <p:cNvPr id="33" name="Rounded Rectangle 32"/>
          <p:cNvSpPr/>
          <p:nvPr/>
        </p:nvSpPr>
        <p:spPr>
          <a:xfrm>
            <a:off x="7568092" y="5896787"/>
            <a:ext cx="1308100" cy="456833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smtClean="0">
                <a:solidFill>
                  <a:srgbClr val="000000"/>
                </a:solidFill>
                <a:latin typeface="+mj-lt"/>
                <a:cs typeface="MAW "/>
              </a:rPr>
              <a:t>Log in</a:t>
            </a:r>
            <a:endParaRPr lang="en-US" sz="2000" dirty="0">
              <a:solidFill>
                <a:srgbClr val="000000"/>
              </a:solidFill>
              <a:latin typeface="+mj-lt"/>
              <a:cs typeface="MAW "/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6680294" y="1655766"/>
            <a:ext cx="1166467" cy="375271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dirty="0" smtClean="0">
                <a:solidFill>
                  <a:schemeClr val="bg1"/>
                </a:solidFill>
              </a:rPr>
              <a:t>Share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35" name="Picture 34" descr="flaticon_facebook.gif"/>
          <p:cNvPicPr>
            <a:picLocks noChangeAspect="1"/>
          </p:cNvPicPr>
          <p:nvPr/>
        </p:nvPicPr>
        <p:blipFill>
          <a:blip r:embed="rId2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40574" y="1662283"/>
            <a:ext cx="368754" cy="368754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2653305" y="2621491"/>
            <a:ext cx="40269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smtClean="0">
                <a:solidFill>
                  <a:srgbClr val="000000"/>
                </a:solidFill>
              </a:rPr>
              <a:t>Materials: </a:t>
            </a:r>
            <a:r>
              <a:rPr lang="en-US" sz="2000" dirty="0" err="1" smtClean="0">
                <a:solidFill>
                  <a:srgbClr val="000000"/>
                </a:solidFill>
              </a:rPr>
              <a:t>xxxxx</a:t>
            </a:r>
            <a:r>
              <a:rPr lang="en-US" sz="2000" dirty="0" smtClean="0">
                <a:solidFill>
                  <a:srgbClr val="000000"/>
                </a:solidFill>
              </a:rPr>
              <a:t>, </a:t>
            </a:r>
            <a:r>
              <a:rPr lang="en-US" sz="2400" dirty="0" err="1" smtClean="0">
                <a:solidFill>
                  <a:srgbClr val="000000"/>
                </a:solidFill>
              </a:rPr>
              <a:t>xxxxx</a:t>
            </a:r>
            <a:r>
              <a:rPr lang="en-US" sz="2000" dirty="0" smtClean="0">
                <a:solidFill>
                  <a:srgbClr val="000000"/>
                </a:solidFill>
              </a:rPr>
              <a:t>, </a:t>
            </a:r>
            <a:r>
              <a:rPr lang="en-US" sz="2000" dirty="0" err="1" smtClean="0">
                <a:solidFill>
                  <a:srgbClr val="000000"/>
                </a:solidFill>
              </a:rPr>
              <a:t>xxxxx</a:t>
            </a:r>
            <a:r>
              <a:rPr lang="en-US" sz="2000" dirty="0" smtClean="0">
                <a:solidFill>
                  <a:srgbClr val="000000"/>
                </a:solidFill>
              </a:rPr>
              <a:t>, </a:t>
            </a:r>
            <a:r>
              <a:rPr lang="en-US" sz="2000" dirty="0" err="1" smtClean="0">
                <a:solidFill>
                  <a:srgbClr val="000000"/>
                </a:solidFill>
              </a:rPr>
              <a:t>xxxxx</a:t>
            </a:r>
            <a:endParaRPr lang="en-US" sz="2000" dirty="0">
              <a:solidFill>
                <a:srgbClr val="000000"/>
              </a:solidFill>
            </a:endParaRPr>
          </a:p>
        </p:txBody>
      </p:sp>
      <p:sp>
        <p:nvSpPr>
          <p:cNvPr id="37" name="Isosceles Triangle 36"/>
          <p:cNvSpPr/>
          <p:nvPr/>
        </p:nvSpPr>
        <p:spPr>
          <a:xfrm rot="5400000">
            <a:off x="4237876" y="2486785"/>
            <a:ext cx="1098433" cy="627161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Isosceles Triangle 45"/>
          <p:cNvSpPr/>
          <p:nvPr/>
        </p:nvSpPr>
        <p:spPr>
          <a:xfrm rot="5400000">
            <a:off x="4237876" y="3503776"/>
            <a:ext cx="1098433" cy="627161"/>
          </a:xfrm>
          <a:prstGeom prst="triangle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ounded Rectangle 46"/>
          <p:cNvSpPr/>
          <p:nvPr/>
        </p:nvSpPr>
        <p:spPr>
          <a:xfrm>
            <a:off x="1533702" y="2195546"/>
            <a:ext cx="6162588" cy="2670624"/>
          </a:xfrm>
          <a:prstGeom prst="roundRect">
            <a:avLst>
              <a:gd name="adj" fmla="val 6442"/>
            </a:avLst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40000" dist="76200" dir="336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47"/>
          <p:cNvSpPr/>
          <p:nvPr/>
        </p:nvSpPr>
        <p:spPr>
          <a:xfrm>
            <a:off x="2019699" y="2796513"/>
            <a:ext cx="5204782" cy="160305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/>
          <p:cNvSpPr/>
          <p:nvPr/>
        </p:nvSpPr>
        <p:spPr>
          <a:xfrm>
            <a:off x="2102218" y="2895963"/>
            <a:ext cx="1442573" cy="140463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0" name="Straight Connector 49"/>
          <p:cNvCxnSpPr/>
          <p:nvPr/>
        </p:nvCxnSpPr>
        <p:spPr>
          <a:xfrm>
            <a:off x="2102219" y="2895963"/>
            <a:ext cx="1405091" cy="1404630"/>
          </a:xfrm>
          <a:prstGeom prst="line">
            <a:avLst/>
          </a:prstGeom>
          <a:ln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/>
          <p:cNvCxnSpPr/>
          <p:nvPr/>
        </p:nvCxnSpPr>
        <p:spPr>
          <a:xfrm flipV="1">
            <a:off x="2102219" y="2895963"/>
            <a:ext cx="1442572" cy="1404630"/>
          </a:xfrm>
          <a:prstGeom prst="line">
            <a:avLst/>
          </a:prstGeom>
          <a:ln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2653305" y="2322466"/>
            <a:ext cx="31316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i="1" spc="300" dirty="0" smtClean="0"/>
              <a:t>Write a message ...</a:t>
            </a:r>
            <a:endParaRPr lang="en-US" sz="2000" i="1" spc="300" dirty="0"/>
          </a:p>
        </p:txBody>
      </p:sp>
      <p:pic>
        <p:nvPicPr>
          <p:cNvPr id="53" name="Picture 52" descr="facebook (1).png"/>
          <p:cNvPicPr>
            <a:picLocks noChangeAspect="1"/>
          </p:cNvPicPr>
          <p:nvPr/>
        </p:nvPicPr>
        <p:blipFill>
          <a:blip r:embed="rId3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2737" y="2270836"/>
            <a:ext cx="459697" cy="459697"/>
          </a:xfrm>
          <a:prstGeom prst="rect">
            <a:avLst/>
          </a:prstGeom>
        </p:spPr>
      </p:pic>
      <p:sp>
        <p:nvSpPr>
          <p:cNvPr id="54" name="Rounded Rectangle 53"/>
          <p:cNvSpPr/>
          <p:nvPr/>
        </p:nvSpPr>
        <p:spPr>
          <a:xfrm>
            <a:off x="6405554" y="4464738"/>
            <a:ext cx="818740" cy="318526"/>
          </a:xfrm>
          <a:prstGeom prst="roundRect">
            <a:avLst/>
          </a:prstGeom>
          <a:solidFill>
            <a:schemeClr val="bg1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00000"/>
                </a:solidFill>
              </a:rPr>
              <a:t>Post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4223218" y="3226585"/>
            <a:ext cx="222844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 smtClean="0">
                <a:solidFill>
                  <a:srgbClr val="000000"/>
                </a:solidFill>
              </a:rPr>
              <a:t>Tutorial Name</a:t>
            </a:r>
          </a:p>
          <a:p>
            <a:pPr algn="ctr"/>
            <a:r>
              <a:rPr lang="en-US" sz="2000" dirty="0" smtClean="0">
                <a:solidFill>
                  <a:srgbClr val="000000"/>
                </a:solidFill>
              </a:rPr>
              <a:t>Detail</a:t>
            </a:r>
            <a:endParaRPr lang="en-US" sz="20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757022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/>
          <p:nvPr/>
        </p:nvSpPr>
        <p:spPr>
          <a:xfrm>
            <a:off x="170605" y="492904"/>
            <a:ext cx="8833593" cy="398115"/>
          </a:xfrm>
          <a:prstGeom prst="roundRect">
            <a:avLst/>
          </a:prstGeom>
          <a:solidFill>
            <a:srgbClr val="D9D9D9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170605" y="834147"/>
            <a:ext cx="8833593" cy="559256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262955" y="598659"/>
            <a:ext cx="173439" cy="167848"/>
          </a:xfrm>
          <a:prstGeom prst="ellipse">
            <a:avLst/>
          </a:prstGeom>
          <a:solidFill>
            <a:srgbClr val="A6A6A6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502074" y="598659"/>
            <a:ext cx="173439" cy="167848"/>
          </a:xfrm>
          <a:prstGeom prst="ellipse">
            <a:avLst/>
          </a:prstGeom>
          <a:solidFill>
            <a:srgbClr val="A6A6A6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739853" y="598659"/>
            <a:ext cx="173439" cy="167848"/>
          </a:xfrm>
          <a:prstGeom prst="ellipse">
            <a:avLst/>
          </a:prstGeom>
          <a:solidFill>
            <a:srgbClr val="A6A6A6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1187585" y="834147"/>
            <a:ext cx="6779137" cy="559256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8845448" y="834147"/>
            <a:ext cx="158750" cy="5592564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ounded Rectangle 22"/>
          <p:cNvSpPr/>
          <p:nvPr/>
        </p:nvSpPr>
        <p:spPr>
          <a:xfrm>
            <a:off x="8845448" y="3933517"/>
            <a:ext cx="158750" cy="1727200"/>
          </a:xfrm>
          <a:prstGeom prst="roundRect">
            <a:avLst/>
          </a:prstGeom>
          <a:solidFill>
            <a:schemeClr val="tx1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TextBox 73"/>
          <p:cNvSpPr txBox="1"/>
          <p:nvPr/>
        </p:nvSpPr>
        <p:spPr>
          <a:xfrm>
            <a:off x="3635893" y="496565"/>
            <a:ext cx="29909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/>
              <a:t>HanDIYcraft | Tutorial Detail</a:t>
            </a:r>
            <a:endParaRPr lang="en-US" sz="1600" dirty="0"/>
          </a:p>
        </p:txBody>
      </p:sp>
      <p:sp>
        <p:nvSpPr>
          <p:cNvPr id="31" name="TextBox 30"/>
          <p:cNvSpPr txBox="1"/>
          <p:nvPr/>
        </p:nvSpPr>
        <p:spPr>
          <a:xfrm>
            <a:off x="2623848" y="2821451"/>
            <a:ext cx="300003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000000"/>
                </a:solidFill>
              </a:rPr>
              <a:t>Username :  </a:t>
            </a:r>
            <a:endParaRPr lang="en-US" sz="2000" b="1" dirty="0" smtClean="0">
              <a:solidFill>
                <a:srgbClr val="000000"/>
              </a:solidFill>
            </a:endParaRPr>
          </a:p>
          <a:p>
            <a:r>
              <a:rPr lang="en-US" sz="2000" dirty="0" smtClean="0">
                <a:solidFill>
                  <a:srgbClr val="000000"/>
                </a:solidFill>
              </a:rPr>
              <a:t>Comment </a:t>
            </a:r>
            <a:r>
              <a:rPr lang="en-US" sz="2000" dirty="0">
                <a:solidFill>
                  <a:srgbClr val="000000"/>
                </a:solidFill>
              </a:rPr>
              <a:t>message</a:t>
            </a:r>
            <a:endParaRPr lang="en-US" sz="2000" b="1" dirty="0">
              <a:solidFill>
                <a:srgbClr val="000000"/>
              </a:solidFill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2623848" y="3766869"/>
            <a:ext cx="310283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000000"/>
                </a:solidFill>
              </a:rPr>
              <a:t>Username :  </a:t>
            </a:r>
          </a:p>
          <a:p>
            <a:r>
              <a:rPr lang="en-US" sz="2000" dirty="0">
                <a:solidFill>
                  <a:srgbClr val="000000"/>
                </a:solidFill>
              </a:rPr>
              <a:t>Comment message</a:t>
            </a:r>
            <a:endParaRPr lang="en-US" sz="2000" b="1" dirty="0">
              <a:solidFill>
                <a:srgbClr val="000000"/>
              </a:solidFill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2623848" y="4724348"/>
            <a:ext cx="310283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000000"/>
                </a:solidFill>
              </a:rPr>
              <a:t>Username :  </a:t>
            </a:r>
          </a:p>
          <a:p>
            <a:r>
              <a:rPr lang="en-US" sz="2000" dirty="0">
                <a:solidFill>
                  <a:srgbClr val="000000"/>
                </a:solidFill>
              </a:rPr>
              <a:t>Comment message</a:t>
            </a:r>
            <a:endParaRPr lang="en-US" sz="2000" b="1" dirty="0">
              <a:solidFill>
                <a:srgbClr val="000000"/>
              </a:solidFill>
            </a:endParaRPr>
          </a:p>
        </p:txBody>
      </p:sp>
      <p:cxnSp>
        <p:nvCxnSpPr>
          <p:cNvPr id="35" name="Straight Connector 34"/>
          <p:cNvCxnSpPr/>
          <p:nvPr/>
        </p:nvCxnSpPr>
        <p:spPr>
          <a:xfrm>
            <a:off x="1933960" y="3631098"/>
            <a:ext cx="5241039" cy="0"/>
          </a:xfrm>
          <a:prstGeom prst="line">
            <a:avLst/>
          </a:prstGeom>
          <a:ln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/>
          <p:cNvCxnSpPr/>
          <p:nvPr/>
        </p:nvCxnSpPr>
        <p:spPr>
          <a:xfrm>
            <a:off x="1933960" y="4567841"/>
            <a:ext cx="5241039" cy="0"/>
          </a:xfrm>
          <a:prstGeom prst="line">
            <a:avLst/>
          </a:prstGeom>
          <a:ln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Oval 48"/>
          <p:cNvSpPr/>
          <p:nvPr/>
        </p:nvSpPr>
        <p:spPr>
          <a:xfrm>
            <a:off x="1933960" y="2916913"/>
            <a:ext cx="554389" cy="538742"/>
          </a:xfrm>
          <a:prstGeom prst="ellipse">
            <a:avLst/>
          </a:prstGeom>
          <a:noFill/>
          <a:ln w="28575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0" name="Picture 49" descr="Untitled-1.png"/>
          <p:cNvPicPr>
            <a:picLocks noChangeAspect="1"/>
          </p:cNvPicPr>
          <p:nvPr/>
        </p:nvPicPr>
        <p:blipFill>
          <a:blip r:embed="rId2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873" y="2949903"/>
            <a:ext cx="433588" cy="433588"/>
          </a:xfrm>
          <a:prstGeom prst="rect">
            <a:avLst/>
          </a:prstGeom>
        </p:spPr>
      </p:pic>
      <p:sp>
        <p:nvSpPr>
          <p:cNvPr id="52" name="Oval 51"/>
          <p:cNvSpPr/>
          <p:nvPr/>
        </p:nvSpPr>
        <p:spPr>
          <a:xfrm>
            <a:off x="1942931" y="3837870"/>
            <a:ext cx="554389" cy="538742"/>
          </a:xfrm>
          <a:prstGeom prst="ellipse">
            <a:avLst/>
          </a:prstGeom>
          <a:noFill/>
          <a:ln w="28575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3" name="Picture 52" descr="Untitled-1.png"/>
          <p:cNvPicPr>
            <a:picLocks noChangeAspect="1"/>
          </p:cNvPicPr>
          <p:nvPr/>
        </p:nvPicPr>
        <p:blipFill>
          <a:blip r:embed="rId2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7844" y="3870860"/>
            <a:ext cx="433588" cy="433588"/>
          </a:xfrm>
          <a:prstGeom prst="rect">
            <a:avLst/>
          </a:prstGeom>
        </p:spPr>
      </p:pic>
      <p:sp>
        <p:nvSpPr>
          <p:cNvPr id="54" name="Oval 53"/>
          <p:cNvSpPr/>
          <p:nvPr/>
        </p:nvSpPr>
        <p:spPr>
          <a:xfrm>
            <a:off x="1954001" y="4796375"/>
            <a:ext cx="554389" cy="538742"/>
          </a:xfrm>
          <a:prstGeom prst="ellipse">
            <a:avLst/>
          </a:prstGeom>
          <a:noFill/>
          <a:ln w="28575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5" name="Picture 54" descr="Untitled-1.png"/>
          <p:cNvPicPr>
            <a:picLocks noChangeAspect="1"/>
          </p:cNvPicPr>
          <p:nvPr/>
        </p:nvPicPr>
        <p:blipFill>
          <a:blip r:embed="rId2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18914" y="4829365"/>
            <a:ext cx="433588" cy="433588"/>
          </a:xfrm>
          <a:prstGeom prst="rect">
            <a:avLst/>
          </a:prstGeom>
        </p:spPr>
      </p:pic>
      <p:sp>
        <p:nvSpPr>
          <p:cNvPr id="26" name="Rectangle 25"/>
          <p:cNvSpPr/>
          <p:nvPr/>
        </p:nvSpPr>
        <p:spPr>
          <a:xfrm>
            <a:off x="170605" y="5810250"/>
            <a:ext cx="8833593" cy="61646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/>
          <p:cNvSpPr txBox="1"/>
          <p:nvPr/>
        </p:nvSpPr>
        <p:spPr>
          <a:xfrm>
            <a:off x="3159125" y="5937605"/>
            <a:ext cx="31249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solidFill>
                  <a:srgbClr val="000000"/>
                </a:solidFill>
                <a:latin typeface="+mj-lt"/>
                <a:cs typeface="MAW "/>
              </a:rPr>
              <a:t>Create your own tutorial !</a:t>
            </a:r>
            <a:endParaRPr lang="en-US" sz="2000" dirty="0">
              <a:solidFill>
                <a:srgbClr val="000000"/>
              </a:solidFill>
              <a:latin typeface="+mj-lt"/>
              <a:cs typeface="MAW 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6109411" y="5896787"/>
            <a:ext cx="1308100" cy="456833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smtClean="0">
                <a:solidFill>
                  <a:srgbClr val="000000"/>
                </a:solidFill>
                <a:latin typeface="+mj-lt"/>
                <a:cs typeface="MAW "/>
              </a:rPr>
              <a:t>Sign Up</a:t>
            </a:r>
            <a:endParaRPr lang="en-US" sz="2000" dirty="0">
              <a:solidFill>
                <a:srgbClr val="000000"/>
              </a:solidFill>
              <a:latin typeface="+mj-lt"/>
              <a:cs typeface="MAW 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7568092" y="5896787"/>
            <a:ext cx="1308100" cy="456833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smtClean="0">
                <a:solidFill>
                  <a:srgbClr val="000000"/>
                </a:solidFill>
                <a:latin typeface="+mj-lt"/>
                <a:cs typeface="MAW "/>
              </a:rPr>
              <a:t>Log in</a:t>
            </a:r>
            <a:endParaRPr lang="en-US" sz="2000" dirty="0">
              <a:solidFill>
                <a:srgbClr val="000000"/>
              </a:solidFill>
              <a:latin typeface="+mj-lt"/>
              <a:cs typeface="MAW "/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2896531" y="831386"/>
            <a:ext cx="3496781" cy="1609948"/>
          </a:xfrm>
          <a:prstGeom prst="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9" name="Straight Connector 38"/>
          <p:cNvCxnSpPr/>
          <p:nvPr/>
        </p:nvCxnSpPr>
        <p:spPr>
          <a:xfrm>
            <a:off x="3925632" y="831385"/>
            <a:ext cx="2358405" cy="1609949"/>
          </a:xfrm>
          <a:prstGeom prst="line">
            <a:avLst/>
          </a:prstGeom>
          <a:ln w="3810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/>
          <p:cNvCxnSpPr/>
          <p:nvPr/>
        </p:nvCxnSpPr>
        <p:spPr>
          <a:xfrm flipV="1">
            <a:off x="2896531" y="831385"/>
            <a:ext cx="2381629" cy="1609950"/>
          </a:xfrm>
          <a:prstGeom prst="line">
            <a:avLst/>
          </a:prstGeom>
          <a:ln w="3810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31671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/>
          <p:nvPr/>
        </p:nvSpPr>
        <p:spPr>
          <a:xfrm>
            <a:off x="170605" y="492904"/>
            <a:ext cx="8833593" cy="398115"/>
          </a:xfrm>
          <a:prstGeom prst="roundRect">
            <a:avLst/>
          </a:prstGeom>
          <a:solidFill>
            <a:srgbClr val="D9D9D9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170605" y="834147"/>
            <a:ext cx="8833593" cy="559256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262955" y="598659"/>
            <a:ext cx="173439" cy="167848"/>
          </a:xfrm>
          <a:prstGeom prst="ellipse">
            <a:avLst/>
          </a:prstGeom>
          <a:solidFill>
            <a:srgbClr val="A6A6A6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502074" y="598659"/>
            <a:ext cx="173439" cy="167848"/>
          </a:xfrm>
          <a:prstGeom prst="ellipse">
            <a:avLst/>
          </a:prstGeom>
          <a:solidFill>
            <a:srgbClr val="A6A6A6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739853" y="598659"/>
            <a:ext cx="173439" cy="167848"/>
          </a:xfrm>
          <a:prstGeom prst="ellipse">
            <a:avLst/>
          </a:prstGeom>
          <a:solidFill>
            <a:srgbClr val="A6A6A6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/>
          <p:cNvSpPr/>
          <p:nvPr/>
        </p:nvSpPr>
        <p:spPr>
          <a:xfrm>
            <a:off x="3505911" y="2402957"/>
            <a:ext cx="2463089" cy="55711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i="1" dirty="0" smtClean="0">
                <a:solidFill>
                  <a:schemeClr val="tx1"/>
                </a:solidFill>
              </a:rPr>
              <a:t>Username</a:t>
            </a:r>
            <a:endParaRPr lang="en-US" i="1" dirty="0">
              <a:solidFill>
                <a:schemeClr val="tx1"/>
              </a:solidFill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3505911" y="2956057"/>
            <a:ext cx="2463089" cy="55711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i="1" dirty="0" smtClean="0">
                <a:solidFill>
                  <a:schemeClr val="tx1"/>
                </a:solidFill>
              </a:rPr>
              <a:t>Password</a:t>
            </a:r>
            <a:endParaRPr lang="en-US" i="1" dirty="0">
              <a:solidFill>
                <a:schemeClr val="tx1"/>
              </a:solidFill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3505911" y="3696583"/>
            <a:ext cx="2463089" cy="456833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spc="300" dirty="0" smtClean="0">
                <a:solidFill>
                  <a:srgbClr val="000000"/>
                </a:solidFill>
                <a:latin typeface="+mj-lt"/>
                <a:cs typeface="MAW "/>
              </a:rPr>
              <a:t>Log in</a:t>
            </a:r>
            <a:endParaRPr lang="en-US" sz="2000" spc="300" dirty="0">
              <a:solidFill>
                <a:srgbClr val="000000"/>
              </a:solidFill>
              <a:latin typeface="+mj-lt"/>
              <a:cs typeface="MAW 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4178299" y="4303673"/>
            <a:ext cx="20764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u="sng" dirty="0" smtClean="0">
                <a:solidFill>
                  <a:srgbClr val="000000"/>
                </a:solidFill>
              </a:rPr>
              <a:t>Forgot Password ?</a:t>
            </a:r>
            <a:endParaRPr lang="en-US" u="sng" dirty="0">
              <a:solidFill>
                <a:srgbClr val="000000"/>
              </a:solidFill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170605" y="5810250"/>
            <a:ext cx="8833593" cy="61646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/>
          <p:cNvSpPr txBox="1"/>
          <p:nvPr/>
        </p:nvSpPr>
        <p:spPr>
          <a:xfrm>
            <a:off x="5497582" y="5937635"/>
            <a:ext cx="222719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solidFill>
                  <a:srgbClr val="000000"/>
                </a:solidFill>
                <a:latin typeface="+mj-lt"/>
                <a:cs typeface="MAW "/>
              </a:rPr>
              <a:t>Have no account?</a:t>
            </a:r>
            <a:endParaRPr lang="en-US" sz="2000" dirty="0">
              <a:solidFill>
                <a:srgbClr val="000000"/>
              </a:solidFill>
              <a:latin typeface="+mj-lt"/>
              <a:cs typeface="MAW 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7550150" y="5896817"/>
            <a:ext cx="1308100" cy="456833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smtClean="0">
                <a:solidFill>
                  <a:srgbClr val="000000"/>
                </a:solidFill>
                <a:latin typeface="+mj-lt"/>
                <a:cs typeface="MAW "/>
              </a:rPr>
              <a:t>Sign Up</a:t>
            </a:r>
            <a:endParaRPr lang="en-US" sz="2000" dirty="0">
              <a:solidFill>
                <a:srgbClr val="000000"/>
              </a:solidFill>
              <a:latin typeface="+mj-lt"/>
              <a:cs typeface="MAW 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3635893" y="496565"/>
            <a:ext cx="274151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/>
              <a:t>HanDIYcraft | Log in</a:t>
            </a:r>
            <a:endParaRPr lang="en-US" sz="1600" dirty="0"/>
          </a:p>
        </p:txBody>
      </p:sp>
      <p:sp>
        <p:nvSpPr>
          <p:cNvPr id="32" name="Rectangle 31"/>
          <p:cNvSpPr/>
          <p:nvPr/>
        </p:nvSpPr>
        <p:spPr>
          <a:xfrm>
            <a:off x="3777182" y="1527714"/>
            <a:ext cx="1951680" cy="5944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 smtClean="0">
                <a:solidFill>
                  <a:srgbClr val="000000"/>
                </a:solidFill>
              </a:rPr>
              <a:t>LOGO</a:t>
            </a:r>
            <a:endParaRPr lang="en-US" sz="28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852912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/>
          <p:nvPr/>
        </p:nvSpPr>
        <p:spPr>
          <a:xfrm>
            <a:off x="170605" y="492904"/>
            <a:ext cx="8833593" cy="398115"/>
          </a:xfrm>
          <a:prstGeom prst="roundRect">
            <a:avLst/>
          </a:prstGeom>
          <a:solidFill>
            <a:srgbClr val="D9D9D9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170605" y="834147"/>
            <a:ext cx="8833593" cy="559256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262955" y="598659"/>
            <a:ext cx="173439" cy="167848"/>
          </a:xfrm>
          <a:prstGeom prst="ellipse">
            <a:avLst/>
          </a:prstGeom>
          <a:solidFill>
            <a:srgbClr val="A6A6A6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502074" y="598659"/>
            <a:ext cx="173439" cy="167848"/>
          </a:xfrm>
          <a:prstGeom prst="ellipse">
            <a:avLst/>
          </a:prstGeom>
          <a:solidFill>
            <a:srgbClr val="A6A6A6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739853" y="598659"/>
            <a:ext cx="173439" cy="167848"/>
          </a:xfrm>
          <a:prstGeom prst="ellipse">
            <a:avLst/>
          </a:prstGeom>
          <a:solidFill>
            <a:srgbClr val="A6A6A6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/>
          <p:cNvSpPr/>
          <p:nvPr/>
        </p:nvSpPr>
        <p:spPr>
          <a:xfrm>
            <a:off x="3505911" y="2762639"/>
            <a:ext cx="2463089" cy="55711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i="1" dirty="0" smtClean="0">
                <a:solidFill>
                  <a:schemeClr val="tx1"/>
                </a:solidFill>
              </a:rPr>
              <a:t>Email</a:t>
            </a:r>
            <a:endParaRPr lang="en-US" i="1" dirty="0">
              <a:solidFill>
                <a:schemeClr val="tx1"/>
              </a:solidFill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3505911" y="3511917"/>
            <a:ext cx="2463089" cy="456833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spc="300" dirty="0" smtClean="0">
                <a:solidFill>
                  <a:srgbClr val="000000"/>
                </a:solidFill>
                <a:latin typeface="+mj-lt"/>
                <a:cs typeface="MAW "/>
              </a:rPr>
              <a:t>Submit</a:t>
            </a:r>
            <a:endParaRPr lang="en-US" sz="2000" spc="300" dirty="0">
              <a:solidFill>
                <a:srgbClr val="000000"/>
              </a:solidFill>
              <a:latin typeface="+mj-lt"/>
              <a:cs typeface="MAW 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170605" y="5810250"/>
            <a:ext cx="8833593" cy="61646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/>
          <p:cNvSpPr txBox="1"/>
          <p:nvPr/>
        </p:nvSpPr>
        <p:spPr>
          <a:xfrm>
            <a:off x="5497582" y="5937635"/>
            <a:ext cx="222719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solidFill>
                  <a:srgbClr val="000000"/>
                </a:solidFill>
                <a:latin typeface="+mj-lt"/>
                <a:cs typeface="MAW "/>
              </a:rPr>
              <a:t>Have no account?</a:t>
            </a:r>
            <a:endParaRPr lang="en-US" sz="2000" dirty="0">
              <a:solidFill>
                <a:srgbClr val="000000"/>
              </a:solidFill>
              <a:latin typeface="+mj-lt"/>
              <a:cs typeface="MAW 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7550150" y="5896817"/>
            <a:ext cx="1308100" cy="456833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smtClean="0">
                <a:solidFill>
                  <a:srgbClr val="000000"/>
                </a:solidFill>
                <a:latin typeface="+mj-lt"/>
                <a:cs typeface="MAW "/>
              </a:rPr>
              <a:t>Sign Up</a:t>
            </a:r>
            <a:endParaRPr lang="en-US" sz="2000" dirty="0">
              <a:solidFill>
                <a:srgbClr val="000000"/>
              </a:solidFill>
              <a:latin typeface="+mj-lt"/>
              <a:cs typeface="MAW 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3635893" y="496565"/>
            <a:ext cx="274151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/>
              <a:t>HanDIYcraft | Forgot Password</a:t>
            </a:r>
            <a:endParaRPr lang="en-US" sz="1600" dirty="0"/>
          </a:p>
        </p:txBody>
      </p:sp>
      <p:sp>
        <p:nvSpPr>
          <p:cNvPr id="15" name="Rectangle 14"/>
          <p:cNvSpPr/>
          <p:nvPr/>
        </p:nvSpPr>
        <p:spPr>
          <a:xfrm>
            <a:off x="3760688" y="1903895"/>
            <a:ext cx="1951680" cy="5944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 smtClean="0">
                <a:solidFill>
                  <a:srgbClr val="000000"/>
                </a:solidFill>
              </a:rPr>
              <a:t>LOGO</a:t>
            </a:r>
            <a:endParaRPr lang="en-US" sz="28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591628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/>
          <p:nvPr/>
        </p:nvSpPr>
        <p:spPr>
          <a:xfrm>
            <a:off x="170605" y="492904"/>
            <a:ext cx="8833593" cy="398115"/>
          </a:xfrm>
          <a:prstGeom prst="roundRect">
            <a:avLst/>
          </a:prstGeom>
          <a:solidFill>
            <a:srgbClr val="D9D9D9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170605" y="834147"/>
            <a:ext cx="8833593" cy="559256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262955" y="598659"/>
            <a:ext cx="173439" cy="167848"/>
          </a:xfrm>
          <a:prstGeom prst="ellipse">
            <a:avLst/>
          </a:prstGeom>
          <a:solidFill>
            <a:srgbClr val="A6A6A6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502074" y="598659"/>
            <a:ext cx="173439" cy="167848"/>
          </a:xfrm>
          <a:prstGeom prst="ellipse">
            <a:avLst/>
          </a:prstGeom>
          <a:solidFill>
            <a:srgbClr val="A6A6A6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739853" y="598659"/>
            <a:ext cx="173439" cy="167848"/>
          </a:xfrm>
          <a:prstGeom prst="ellipse">
            <a:avLst/>
          </a:prstGeom>
          <a:solidFill>
            <a:srgbClr val="A6A6A6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/>
          <p:cNvSpPr/>
          <p:nvPr/>
        </p:nvSpPr>
        <p:spPr>
          <a:xfrm>
            <a:off x="3436444" y="2485270"/>
            <a:ext cx="2463089" cy="55711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i="1" dirty="0" smtClean="0">
                <a:solidFill>
                  <a:schemeClr val="tx1"/>
                </a:solidFill>
              </a:rPr>
              <a:t>Username</a:t>
            </a:r>
            <a:endParaRPr lang="en-US" i="1" dirty="0">
              <a:solidFill>
                <a:schemeClr val="tx1"/>
              </a:solidFill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3436444" y="3022495"/>
            <a:ext cx="2463089" cy="55711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i="1" dirty="0" smtClean="0">
                <a:solidFill>
                  <a:schemeClr val="tx1"/>
                </a:solidFill>
              </a:rPr>
              <a:t>Password</a:t>
            </a:r>
            <a:endParaRPr lang="en-US" i="1" dirty="0">
              <a:solidFill>
                <a:schemeClr val="tx1"/>
              </a:solidFill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3436444" y="4893292"/>
            <a:ext cx="2463089" cy="456833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spc="300" dirty="0" smtClean="0">
                <a:solidFill>
                  <a:srgbClr val="000000"/>
                </a:solidFill>
                <a:latin typeface="+mj-lt"/>
                <a:cs typeface="MAW "/>
              </a:rPr>
              <a:t>Done</a:t>
            </a:r>
            <a:endParaRPr lang="en-US" sz="2000" spc="300" dirty="0">
              <a:solidFill>
                <a:srgbClr val="000000"/>
              </a:solidFill>
              <a:latin typeface="+mj-lt"/>
              <a:cs typeface="MAW 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3436444" y="4113012"/>
            <a:ext cx="2463089" cy="55711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i="1" dirty="0" smtClean="0">
                <a:solidFill>
                  <a:schemeClr val="tx1"/>
                </a:solidFill>
              </a:rPr>
              <a:t>E-mail</a:t>
            </a:r>
            <a:endParaRPr lang="en-US" i="1" dirty="0">
              <a:solidFill>
                <a:schemeClr val="tx1"/>
              </a:solidFill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3436444" y="3566528"/>
            <a:ext cx="2463089" cy="55711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i="1" dirty="0" smtClean="0">
                <a:solidFill>
                  <a:schemeClr val="tx1"/>
                </a:solidFill>
              </a:rPr>
              <a:t>Re-Password</a:t>
            </a:r>
            <a:endParaRPr lang="en-US" i="1" dirty="0">
              <a:solidFill>
                <a:schemeClr val="tx1"/>
              </a:solidFill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3635893" y="496565"/>
            <a:ext cx="274151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/>
              <a:t>HanDIYcraft | Register</a:t>
            </a:r>
            <a:endParaRPr lang="en-US" sz="1600" dirty="0"/>
          </a:p>
        </p:txBody>
      </p:sp>
      <p:sp>
        <p:nvSpPr>
          <p:cNvPr id="34" name="Rectangle 33"/>
          <p:cNvSpPr/>
          <p:nvPr/>
        </p:nvSpPr>
        <p:spPr>
          <a:xfrm>
            <a:off x="3678218" y="1744511"/>
            <a:ext cx="1951680" cy="5944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 smtClean="0">
                <a:solidFill>
                  <a:srgbClr val="000000"/>
                </a:solidFill>
              </a:rPr>
              <a:t>LOGO</a:t>
            </a:r>
            <a:endParaRPr lang="en-US" sz="28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129675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/>
          <p:nvPr/>
        </p:nvSpPr>
        <p:spPr>
          <a:xfrm>
            <a:off x="170605" y="492904"/>
            <a:ext cx="8833593" cy="398115"/>
          </a:xfrm>
          <a:prstGeom prst="roundRect">
            <a:avLst/>
          </a:prstGeom>
          <a:solidFill>
            <a:srgbClr val="D9D9D9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170605" y="834147"/>
            <a:ext cx="8833593" cy="559256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262955" y="598659"/>
            <a:ext cx="173439" cy="167848"/>
          </a:xfrm>
          <a:prstGeom prst="ellipse">
            <a:avLst/>
          </a:prstGeom>
          <a:solidFill>
            <a:srgbClr val="A6A6A6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502074" y="598659"/>
            <a:ext cx="173439" cy="167848"/>
          </a:xfrm>
          <a:prstGeom prst="ellipse">
            <a:avLst/>
          </a:prstGeom>
          <a:solidFill>
            <a:srgbClr val="A6A6A6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739853" y="598659"/>
            <a:ext cx="173439" cy="167848"/>
          </a:xfrm>
          <a:prstGeom prst="ellipse">
            <a:avLst/>
          </a:prstGeom>
          <a:solidFill>
            <a:srgbClr val="A6A6A6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1187585" y="1550579"/>
            <a:ext cx="6779137" cy="487613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8845448" y="834147"/>
            <a:ext cx="158750" cy="5592564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ounded Rectangle 22"/>
          <p:cNvSpPr/>
          <p:nvPr/>
        </p:nvSpPr>
        <p:spPr>
          <a:xfrm>
            <a:off x="8845448" y="836083"/>
            <a:ext cx="158750" cy="1727200"/>
          </a:xfrm>
          <a:prstGeom prst="roundRect">
            <a:avLst/>
          </a:prstGeom>
          <a:solidFill>
            <a:schemeClr val="tx1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/>
          <p:cNvSpPr/>
          <p:nvPr/>
        </p:nvSpPr>
        <p:spPr>
          <a:xfrm>
            <a:off x="1187585" y="897670"/>
            <a:ext cx="1951680" cy="5944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 smtClean="0">
                <a:solidFill>
                  <a:srgbClr val="000000"/>
                </a:solidFill>
              </a:rPr>
              <a:t>LOGO</a:t>
            </a:r>
            <a:endParaRPr lang="en-US" sz="2800" dirty="0">
              <a:solidFill>
                <a:srgbClr val="000000"/>
              </a:solidFill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6201344" y="1729188"/>
            <a:ext cx="1604574" cy="349250"/>
          </a:xfrm>
          <a:prstGeom prst="round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/>
          <p:cNvSpPr txBox="1"/>
          <p:nvPr/>
        </p:nvSpPr>
        <p:spPr>
          <a:xfrm>
            <a:off x="6216599" y="1709106"/>
            <a:ext cx="1572824" cy="276999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i="1" spc="300" dirty="0" smtClean="0">
                <a:solidFill>
                  <a:srgbClr val="000000"/>
                </a:solidFill>
              </a:rPr>
              <a:t>...Search...</a:t>
            </a:r>
            <a:endParaRPr lang="en-US" sz="1200" i="1" spc="300" dirty="0">
              <a:solidFill>
                <a:srgbClr val="000000"/>
              </a:solidFill>
            </a:endParaRPr>
          </a:p>
        </p:txBody>
      </p:sp>
      <p:sp>
        <p:nvSpPr>
          <p:cNvPr id="28" name="Donut 27"/>
          <p:cNvSpPr/>
          <p:nvPr/>
        </p:nvSpPr>
        <p:spPr>
          <a:xfrm>
            <a:off x="5878388" y="1687770"/>
            <a:ext cx="261979" cy="264991"/>
          </a:xfrm>
          <a:prstGeom prst="donu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9" name="Rounded Rectangle 28"/>
          <p:cNvSpPr/>
          <p:nvPr/>
        </p:nvSpPr>
        <p:spPr>
          <a:xfrm rot="2586247">
            <a:off x="6037833" y="1904644"/>
            <a:ext cx="144143" cy="54798"/>
          </a:xfrm>
          <a:prstGeom prst="round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7" name="Picture 46" descr="home1.png"/>
          <p:cNvPicPr>
            <a:picLocks noChangeAspect="1"/>
          </p:cNvPicPr>
          <p:nvPr/>
        </p:nvPicPr>
        <p:blipFill>
          <a:blip r:embed="rId2">
            <a:biLevel thresh="7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73381" y="934195"/>
            <a:ext cx="541269" cy="541269"/>
          </a:xfrm>
          <a:prstGeom prst="rect">
            <a:avLst/>
          </a:prstGeom>
          <a:noFill/>
        </p:spPr>
      </p:pic>
      <p:sp>
        <p:nvSpPr>
          <p:cNvPr id="48" name="Heart 47"/>
          <p:cNvSpPr/>
          <p:nvPr/>
        </p:nvSpPr>
        <p:spPr>
          <a:xfrm>
            <a:off x="4182953" y="1100154"/>
            <a:ext cx="277739" cy="243182"/>
          </a:xfrm>
          <a:prstGeom prst="hear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1" name="Picture 50" descr="create1.png"/>
          <p:cNvPicPr>
            <a:picLocks noChangeAspect="1"/>
          </p:cNvPicPr>
          <p:nvPr/>
        </p:nvPicPr>
        <p:blipFill>
          <a:blip r:embed="rId4">
            <a:biLevel thresh="75000"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900000">
            <a:off x="4637804" y="1042717"/>
            <a:ext cx="339599" cy="339599"/>
          </a:xfrm>
          <a:prstGeom prst="rect">
            <a:avLst/>
          </a:prstGeom>
        </p:spPr>
      </p:pic>
      <p:sp>
        <p:nvSpPr>
          <p:cNvPr id="54" name="Rounded Rectangle 53"/>
          <p:cNvSpPr/>
          <p:nvPr/>
        </p:nvSpPr>
        <p:spPr>
          <a:xfrm>
            <a:off x="1651000" y="1745423"/>
            <a:ext cx="728750" cy="257672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 smtClean="0">
                <a:solidFill>
                  <a:srgbClr val="000000"/>
                </a:solidFill>
                <a:latin typeface="+mj-lt"/>
                <a:cs typeface="MAW "/>
              </a:rPr>
              <a:t>Random</a:t>
            </a:r>
            <a:endParaRPr lang="en-US" sz="1100" dirty="0">
              <a:solidFill>
                <a:srgbClr val="000000"/>
              </a:solidFill>
              <a:latin typeface="+mj-lt"/>
              <a:cs typeface="MAW "/>
            </a:endParaRPr>
          </a:p>
        </p:txBody>
      </p:sp>
      <p:sp>
        <p:nvSpPr>
          <p:cNvPr id="55" name="Rounded Rectangle 54"/>
          <p:cNvSpPr/>
          <p:nvPr/>
        </p:nvSpPr>
        <p:spPr>
          <a:xfrm>
            <a:off x="2511519" y="1744443"/>
            <a:ext cx="728750" cy="257672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 smtClean="0">
                <a:solidFill>
                  <a:srgbClr val="000000"/>
                </a:solidFill>
                <a:latin typeface="+mj-lt"/>
                <a:cs typeface="MAW "/>
              </a:rPr>
              <a:t>Popular</a:t>
            </a:r>
            <a:endParaRPr lang="en-US" sz="1100" dirty="0">
              <a:solidFill>
                <a:srgbClr val="000000"/>
              </a:solidFill>
              <a:latin typeface="+mj-lt"/>
              <a:cs typeface="MAW "/>
            </a:endParaRPr>
          </a:p>
        </p:txBody>
      </p:sp>
      <p:sp>
        <p:nvSpPr>
          <p:cNvPr id="56" name="Rounded Rectangle 55"/>
          <p:cNvSpPr/>
          <p:nvPr/>
        </p:nvSpPr>
        <p:spPr>
          <a:xfrm>
            <a:off x="3362605" y="1745423"/>
            <a:ext cx="824257" cy="257672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 smtClean="0">
                <a:solidFill>
                  <a:srgbClr val="000000"/>
                </a:solidFill>
                <a:latin typeface="+mj-lt"/>
                <a:cs typeface="MAW "/>
              </a:rPr>
              <a:t>Following</a:t>
            </a:r>
            <a:endParaRPr lang="en-US" sz="1100" dirty="0">
              <a:solidFill>
                <a:srgbClr val="000000"/>
              </a:solidFill>
              <a:latin typeface="+mj-lt"/>
              <a:cs typeface="MAW 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1682750" y="2917497"/>
            <a:ext cx="2603500" cy="345511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Rectangle 57"/>
          <p:cNvSpPr/>
          <p:nvPr/>
        </p:nvSpPr>
        <p:spPr>
          <a:xfrm>
            <a:off x="1682750" y="5974975"/>
            <a:ext cx="2603500" cy="39763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Rectangle 59"/>
          <p:cNvSpPr/>
          <p:nvPr/>
        </p:nvSpPr>
        <p:spPr>
          <a:xfrm>
            <a:off x="4886551" y="2917497"/>
            <a:ext cx="2603500" cy="345511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Rectangle 60"/>
          <p:cNvSpPr/>
          <p:nvPr/>
        </p:nvSpPr>
        <p:spPr>
          <a:xfrm>
            <a:off x="4886551" y="5974975"/>
            <a:ext cx="2603500" cy="39763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2" name="Straight Connector 61"/>
          <p:cNvCxnSpPr/>
          <p:nvPr/>
        </p:nvCxnSpPr>
        <p:spPr>
          <a:xfrm>
            <a:off x="1682750" y="2917497"/>
            <a:ext cx="2603500" cy="3057478"/>
          </a:xfrm>
          <a:prstGeom prst="line">
            <a:avLst/>
          </a:prstGeom>
          <a:ln w="1270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/>
          <p:cNvCxnSpPr/>
          <p:nvPr/>
        </p:nvCxnSpPr>
        <p:spPr>
          <a:xfrm flipV="1">
            <a:off x="1682750" y="2917497"/>
            <a:ext cx="2603500" cy="3057478"/>
          </a:xfrm>
          <a:prstGeom prst="line">
            <a:avLst/>
          </a:prstGeom>
          <a:ln w="1270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/>
          <p:cNvCxnSpPr/>
          <p:nvPr/>
        </p:nvCxnSpPr>
        <p:spPr>
          <a:xfrm>
            <a:off x="4886551" y="2915779"/>
            <a:ext cx="2603500" cy="3057478"/>
          </a:xfrm>
          <a:prstGeom prst="line">
            <a:avLst/>
          </a:prstGeom>
          <a:ln w="1270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/>
          <p:cNvCxnSpPr/>
          <p:nvPr/>
        </p:nvCxnSpPr>
        <p:spPr>
          <a:xfrm flipV="1">
            <a:off x="4886551" y="2915779"/>
            <a:ext cx="2603500" cy="3057478"/>
          </a:xfrm>
          <a:prstGeom prst="line">
            <a:avLst/>
          </a:prstGeom>
          <a:ln w="1270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TextBox 65"/>
          <p:cNvSpPr txBox="1"/>
          <p:nvPr/>
        </p:nvSpPr>
        <p:spPr>
          <a:xfrm>
            <a:off x="1651000" y="5974444"/>
            <a:ext cx="1863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srgbClr val="000000"/>
                </a:solidFill>
              </a:rPr>
              <a:t>“ Tutorial Name ”</a:t>
            </a:r>
            <a:endParaRPr lang="en-US" b="1" dirty="0">
              <a:solidFill>
                <a:srgbClr val="000000"/>
              </a:solidFill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3362605" y="6046783"/>
            <a:ext cx="87904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>
                <a:solidFill>
                  <a:srgbClr val="000000"/>
                </a:solidFill>
              </a:rPr>
              <a:t>No. of likes</a:t>
            </a:r>
            <a:endParaRPr lang="en-US" sz="1200" dirty="0">
              <a:solidFill>
                <a:srgbClr val="000000"/>
              </a:solidFill>
            </a:endParaRPr>
          </a:p>
        </p:txBody>
      </p:sp>
      <p:sp>
        <p:nvSpPr>
          <p:cNvPr id="68" name="TextBox 67"/>
          <p:cNvSpPr txBox="1"/>
          <p:nvPr/>
        </p:nvSpPr>
        <p:spPr>
          <a:xfrm>
            <a:off x="4915279" y="5985757"/>
            <a:ext cx="1863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srgbClr val="000000"/>
                </a:solidFill>
              </a:rPr>
              <a:t>“ Tutorial Name ”</a:t>
            </a:r>
            <a:endParaRPr lang="en-US" b="1" dirty="0">
              <a:solidFill>
                <a:srgbClr val="000000"/>
              </a:solidFill>
            </a:endParaRPr>
          </a:p>
        </p:txBody>
      </p:sp>
      <p:sp>
        <p:nvSpPr>
          <p:cNvPr id="69" name="TextBox 68"/>
          <p:cNvSpPr txBox="1"/>
          <p:nvPr/>
        </p:nvSpPr>
        <p:spPr>
          <a:xfrm>
            <a:off x="6626884" y="6058096"/>
            <a:ext cx="87904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>
                <a:solidFill>
                  <a:srgbClr val="000000"/>
                </a:solidFill>
              </a:rPr>
              <a:t>No. of likes</a:t>
            </a:r>
            <a:endParaRPr lang="en-US" sz="1200" dirty="0">
              <a:solidFill>
                <a:srgbClr val="000000"/>
              </a:solidFill>
            </a:endParaRPr>
          </a:p>
        </p:txBody>
      </p:sp>
      <p:pic>
        <p:nvPicPr>
          <p:cNvPr id="73" name="Picture 72" descr="Untitled-1.png"/>
          <p:cNvPicPr>
            <a:picLocks noChangeAspect="1"/>
          </p:cNvPicPr>
          <p:nvPr/>
        </p:nvPicPr>
        <p:blipFill>
          <a:blip r:embed="rId6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63190" y="1004555"/>
            <a:ext cx="380550" cy="380550"/>
          </a:xfrm>
          <a:prstGeom prst="rect">
            <a:avLst/>
          </a:prstGeom>
        </p:spPr>
      </p:pic>
      <p:sp>
        <p:nvSpPr>
          <p:cNvPr id="74" name="TextBox 73"/>
          <p:cNvSpPr txBox="1"/>
          <p:nvPr/>
        </p:nvSpPr>
        <p:spPr>
          <a:xfrm>
            <a:off x="3635893" y="496565"/>
            <a:ext cx="29909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/>
              <a:t>HanDIYcraft | Blogger Home Page</a:t>
            </a:r>
            <a:endParaRPr lang="en-US" sz="1600" dirty="0"/>
          </a:p>
        </p:txBody>
      </p:sp>
      <p:pic>
        <p:nvPicPr>
          <p:cNvPr id="2" name="Picture 1" descr="power icon.jpg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05130" y="1083658"/>
            <a:ext cx="243224" cy="268459"/>
          </a:xfrm>
          <a:prstGeom prst="rect">
            <a:avLst/>
          </a:prstGeom>
        </p:spPr>
      </p:pic>
      <p:sp>
        <p:nvSpPr>
          <p:cNvPr id="39" name="Oval 38"/>
          <p:cNvSpPr/>
          <p:nvPr/>
        </p:nvSpPr>
        <p:spPr>
          <a:xfrm>
            <a:off x="2438478" y="2205782"/>
            <a:ext cx="381236" cy="370476"/>
          </a:xfrm>
          <a:prstGeom prst="ellipse">
            <a:avLst/>
          </a:prstGeom>
          <a:noFill/>
          <a:ln w="28575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0" name="Straight Connector 39"/>
          <p:cNvCxnSpPr>
            <a:stCxn id="39" idx="1"/>
            <a:endCxn id="39" idx="5"/>
          </p:cNvCxnSpPr>
          <p:nvPr/>
        </p:nvCxnSpPr>
        <p:spPr>
          <a:xfrm>
            <a:off x="2494309" y="2260037"/>
            <a:ext cx="269574" cy="261966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>
            <a:stCxn id="39" idx="3"/>
            <a:endCxn id="39" idx="7"/>
          </p:cNvCxnSpPr>
          <p:nvPr/>
        </p:nvCxnSpPr>
        <p:spPr>
          <a:xfrm flipV="1">
            <a:off x="2494309" y="2260037"/>
            <a:ext cx="269574" cy="261966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Oval 42"/>
          <p:cNvSpPr/>
          <p:nvPr/>
        </p:nvSpPr>
        <p:spPr>
          <a:xfrm>
            <a:off x="3047419" y="2195577"/>
            <a:ext cx="381236" cy="370476"/>
          </a:xfrm>
          <a:prstGeom prst="ellipse">
            <a:avLst/>
          </a:prstGeom>
          <a:noFill/>
          <a:ln w="28575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4" name="Straight Connector 43"/>
          <p:cNvCxnSpPr>
            <a:stCxn id="43" idx="1"/>
            <a:endCxn id="43" idx="5"/>
          </p:cNvCxnSpPr>
          <p:nvPr/>
        </p:nvCxnSpPr>
        <p:spPr>
          <a:xfrm>
            <a:off x="3103250" y="2249832"/>
            <a:ext cx="269574" cy="261966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/>
          <p:cNvCxnSpPr>
            <a:stCxn id="43" idx="3"/>
            <a:endCxn id="43" idx="7"/>
          </p:cNvCxnSpPr>
          <p:nvPr/>
        </p:nvCxnSpPr>
        <p:spPr>
          <a:xfrm flipV="1">
            <a:off x="3103250" y="2249832"/>
            <a:ext cx="269574" cy="261966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Oval 45"/>
          <p:cNvSpPr/>
          <p:nvPr/>
        </p:nvSpPr>
        <p:spPr>
          <a:xfrm>
            <a:off x="3661827" y="2197579"/>
            <a:ext cx="381236" cy="370476"/>
          </a:xfrm>
          <a:prstGeom prst="ellipse">
            <a:avLst/>
          </a:prstGeom>
          <a:noFill/>
          <a:ln w="28575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9" name="Straight Connector 48"/>
          <p:cNvCxnSpPr>
            <a:stCxn id="46" idx="1"/>
            <a:endCxn id="46" idx="5"/>
          </p:cNvCxnSpPr>
          <p:nvPr/>
        </p:nvCxnSpPr>
        <p:spPr>
          <a:xfrm>
            <a:off x="3717658" y="2251834"/>
            <a:ext cx="269574" cy="261966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/>
          <p:cNvCxnSpPr>
            <a:stCxn id="46" idx="3"/>
            <a:endCxn id="46" idx="7"/>
          </p:cNvCxnSpPr>
          <p:nvPr/>
        </p:nvCxnSpPr>
        <p:spPr>
          <a:xfrm flipV="1">
            <a:off x="3717658" y="2251834"/>
            <a:ext cx="269574" cy="261966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Oval 51"/>
          <p:cNvSpPr/>
          <p:nvPr/>
        </p:nvSpPr>
        <p:spPr>
          <a:xfrm>
            <a:off x="4264271" y="2192843"/>
            <a:ext cx="381236" cy="370476"/>
          </a:xfrm>
          <a:prstGeom prst="ellipse">
            <a:avLst/>
          </a:prstGeom>
          <a:noFill/>
          <a:ln w="28575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3" name="Straight Connector 52"/>
          <p:cNvCxnSpPr>
            <a:stCxn id="52" idx="1"/>
            <a:endCxn id="52" idx="5"/>
          </p:cNvCxnSpPr>
          <p:nvPr/>
        </p:nvCxnSpPr>
        <p:spPr>
          <a:xfrm>
            <a:off x="4320102" y="2247098"/>
            <a:ext cx="269574" cy="261966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/>
          <p:cNvCxnSpPr>
            <a:stCxn id="52" idx="3"/>
            <a:endCxn id="52" idx="7"/>
          </p:cNvCxnSpPr>
          <p:nvPr/>
        </p:nvCxnSpPr>
        <p:spPr>
          <a:xfrm flipV="1">
            <a:off x="4320102" y="2247098"/>
            <a:ext cx="269574" cy="261966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Oval 58"/>
          <p:cNvSpPr/>
          <p:nvPr/>
        </p:nvSpPr>
        <p:spPr>
          <a:xfrm>
            <a:off x="4871650" y="2190840"/>
            <a:ext cx="381236" cy="370476"/>
          </a:xfrm>
          <a:prstGeom prst="ellipse">
            <a:avLst/>
          </a:prstGeom>
          <a:noFill/>
          <a:ln w="28575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0" name="Straight Connector 69"/>
          <p:cNvCxnSpPr>
            <a:stCxn id="59" idx="1"/>
            <a:endCxn id="59" idx="5"/>
          </p:cNvCxnSpPr>
          <p:nvPr/>
        </p:nvCxnSpPr>
        <p:spPr>
          <a:xfrm>
            <a:off x="4927481" y="2245095"/>
            <a:ext cx="269574" cy="261966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/>
          <p:cNvCxnSpPr>
            <a:stCxn id="59" idx="3"/>
            <a:endCxn id="59" idx="7"/>
          </p:cNvCxnSpPr>
          <p:nvPr/>
        </p:nvCxnSpPr>
        <p:spPr>
          <a:xfrm flipV="1">
            <a:off x="4927481" y="2245095"/>
            <a:ext cx="269574" cy="261966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Oval 71"/>
          <p:cNvSpPr/>
          <p:nvPr/>
        </p:nvSpPr>
        <p:spPr>
          <a:xfrm>
            <a:off x="5471268" y="2180635"/>
            <a:ext cx="381236" cy="370476"/>
          </a:xfrm>
          <a:prstGeom prst="ellipse">
            <a:avLst/>
          </a:prstGeom>
          <a:noFill/>
          <a:ln w="28575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5" name="Straight Connector 74"/>
          <p:cNvCxnSpPr>
            <a:stCxn id="72" idx="1"/>
            <a:endCxn id="72" idx="5"/>
          </p:cNvCxnSpPr>
          <p:nvPr/>
        </p:nvCxnSpPr>
        <p:spPr>
          <a:xfrm>
            <a:off x="5527099" y="2234890"/>
            <a:ext cx="269574" cy="261966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/>
          <p:cNvCxnSpPr>
            <a:stCxn id="72" idx="3"/>
            <a:endCxn id="72" idx="7"/>
          </p:cNvCxnSpPr>
          <p:nvPr/>
        </p:nvCxnSpPr>
        <p:spPr>
          <a:xfrm flipV="1">
            <a:off x="5527099" y="2234890"/>
            <a:ext cx="269574" cy="261966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Oval 76"/>
          <p:cNvSpPr/>
          <p:nvPr/>
        </p:nvSpPr>
        <p:spPr>
          <a:xfrm>
            <a:off x="6070734" y="2182637"/>
            <a:ext cx="381236" cy="370476"/>
          </a:xfrm>
          <a:prstGeom prst="ellipse">
            <a:avLst/>
          </a:prstGeom>
          <a:noFill/>
          <a:ln w="28575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8" name="Straight Connector 77"/>
          <p:cNvCxnSpPr>
            <a:stCxn id="77" idx="1"/>
            <a:endCxn id="77" idx="5"/>
          </p:cNvCxnSpPr>
          <p:nvPr/>
        </p:nvCxnSpPr>
        <p:spPr>
          <a:xfrm>
            <a:off x="6126565" y="2236892"/>
            <a:ext cx="269574" cy="261966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/>
          <p:cNvCxnSpPr>
            <a:stCxn id="77" idx="3"/>
            <a:endCxn id="77" idx="7"/>
          </p:cNvCxnSpPr>
          <p:nvPr/>
        </p:nvCxnSpPr>
        <p:spPr>
          <a:xfrm flipV="1">
            <a:off x="6126565" y="2236892"/>
            <a:ext cx="269574" cy="261966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Oval 79"/>
          <p:cNvSpPr/>
          <p:nvPr/>
        </p:nvSpPr>
        <p:spPr>
          <a:xfrm>
            <a:off x="6658236" y="2177901"/>
            <a:ext cx="381236" cy="370476"/>
          </a:xfrm>
          <a:prstGeom prst="ellipse">
            <a:avLst/>
          </a:prstGeom>
          <a:noFill/>
          <a:ln w="28575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1" name="Straight Connector 80"/>
          <p:cNvCxnSpPr>
            <a:stCxn id="80" idx="1"/>
            <a:endCxn id="80" idx="5"/>
          </p:cNvCxnSpPr>
          <p:nvPr/>
        </p:nvCxnSpPr>
        <p:spPr>
          <a:xfrm>
            <a:off x="6714067" y="2232156"/>
            <a:ext cx="269574" cy="261966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Straight Connector 81"/>
          <p:cNvCxnSpPr>
            <a:stCxn id="80" idx="3"/>
            <a:endCxn id="80" idx="7"/>
          </p:cNvCxnSpPr>
          <p:nvPr/>
        </p:nvCxnSpPr>
        <p:spPr>
          <a:xfrm flipV="1">
            <a:off x="6714067" y="2232156"/>
            <a:ext cx="269574" cy="261966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TextBox 82"/>
          <p:cNvSpPr txBox="1"/>
          <p:nvPr/>
        </p:nvSpPr>
        <p:spPr>
          <a:xfrm>
            <a:off x="2350620" y="2537146"/>
            <a:ext cx="54849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>
                <a:solidFill>
                  <a:srgbClr val="000000"/>
                </a:solidFill>
              </a:rPr>
              <a:t>Outfit </a:t>
            </a:r>
            <a:endParaRPr lang="en-US" sz="1200" dirty="0">
              <a:solidFill>
                <a:srgbClr val="000000"/>
              </a:solidFill>
            </a:endParaRPr>
          </a:p>
        </p:txBody>
      </p:sp>
      <p:sp>
        <p:nvSpPr>
          <p:cNvPr id="84" name="TextBox 83"/>
          <p:cNvSpPr txBox="1"/>
          <p:nvPr/>
        </p:nvSpPr>
        <p:spPr>
          <a:xfrm>
            <a:off x="2848651" y="2536945"/>
            <a:ext cx="8130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>
                <a:solidFill>
                  <a:srgbClr val="000000"/>
                </a:solidFill>
              </a:rPr>
              <a:t>Accessory</a:t>
            </a:r>
            <a:endParaRPr lang="en-US" sz="1200" dirty="0">
              <a:solidFill>
                <a:srgbClr val="000000"/>
              </a:solidFill>
            </a:endParaRPr>
          </a:p>
        </p:txBody>
      </p:sp>
      <p:sp>
        <p:nvSpPr>
          <p:cNvPr id="85" name="TextBox 84"/>
          <p:cNvSpPr txBox="1"/>
          <p:nvPr/>
        </p:nvSpPr>
        <p:spPr>
          <a:xfrm>
            <a:off x="6585764" y="2530874"/>
            <a:ext cx="54917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>
                <a:solidFill>
                  <a:srgbClr val="000000"/>
                </a:solidFill>
              </a:rPr>
              <a:t>Other</a:t>
            </a:r>
            <a:endParaRPr lang="en-US" sz="1200" dirty="0">
              <a:solidFill>
                <a:srgbClr val="000000"/>
              </a:solidFill>
            </a:endParaRPr>
          </a:p>
        </p:txBody>
      </p:sp>
      <p:sp>
        <p:nvSpPr>
          <p:cNvPr id="86" name="TextBox 85"/>
          <p:cNvSpPr txBox="1"/>
          <p:nvPr/>
        </p:nvSpPr>
        <p:spPr>
          <a:xfrm>
            <a:off x="6063996" y="2521363"/>
            <a:ext cx="3922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>
                <a:solidFill>
                  <a:srgbClr val="000000"/>
                </a:solidFill>
              </a:rPr>
              <a:t>Pet</a:t>
            </a:r>
            <a:endParaRPr lang="en-US" sz="1200" dirty="0">
              <a:solidFill>
                <a:srgbClr val="000000"/>
              </a:solidFill>
            </a:endParaRPr>
          </a:p>
        </p:txBody>
      </p:sp>
      <p:sp>
        <p:nvSpPr>
          <p:cNvPr id="87" name="TextBox 86"/>
          <p:cNvSpPr txBox="1"/>
          <p:nvPr/>
        </p:nvSpPr>
        <p:spPr>
          <a:xfrm>
            <a:off x="5401824" y="2493189"/>
            <a:ext cx="5611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 smtClean="0">
                <a:solidFill>
                  <a:srgbClr val="000000"/>
                </a:solidFill>
              </a:rPr>
              <a:t>Home </a:t>
            </a:r>
          </a:p>
          <a:p>
            <a:pPr algn="ctr"/>
            <a:r>
              <a:rPr lang="en-US" sz="1200" dirty="0" smtClean="0">
                <a:solidFill>
                  <a:srgbClr val="000000"/>
                </a:solidFill>
              </a:rPr>
              <a:t>Decor</a:t>
            </a:r>
            <a:endParaRPr lang="en-US" sz="1200" dirty="0">
              <a:solidFill>
                <a:srgbClr val="000000"/>
              </a:solidFill>
            </a:endParaRPr>
          </a:p>
        </p:txBody>
      </p:sp>
      <p:sp>
        <p:nvSpPr>
          <p:cNvPr id="88" name="TextBox 87"/>
          <p:cNvSpPr txBox="1"/>
          <p:nvPr/>
        </p:nvSpPr>
        <p:spPr>
          <a:xfrm>
            <a:off x="4264724" y="2524939"/>
            <a:ext cx="38078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>
                <a:solidFill>
                  <a:srgbClr val="000000"/>
                </a:solidFill>
              </a:rPr>
              <a:t>Kid</a:t>
            </a:r>
            <a:endParaRPr lang="en-US" sz="1200" dirty="0">
              <a:solidFill>
                <a:srgbClr val="000000"/>
              </a:solidFill>
            </a:endParaRPr>
          </a:p>
        </p:txBody>
      </p:sp>
      <p:sp>
        <p:nvSpPr>
          <p:cNvPr id="89" name="TextBox 88"/>
          <p:cNvSpPr txBox="1"/>
          <p:nvPr/>
        </p:nvSpPr>
        <p:spPr>
          <a:xfrm>
            <a:off x="3655199" y="2540575"/>
            <a:ext cx="41181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>
                <a:solidFill>
                  <a:srgbClr val="000000"/>
                </a:solidFill>
              </a:rPr>
              <a:t>Gift</a:t>
            </a:r>
            <a:endParaRPr lang="en-US" sz="1200" dirty="0">
              <a:solidFill>
                <a:srgbClr val="000000"/>
              </a:solidFill>
            </a:endParaRPr>
          </a:p>
        </p:txBody>
      </p:sp>
      <p:sp>
        <p:nvSpPr>
          <p:cNvPr id="90" name="TextBox 89"/>
          <p:cNvSpPr txBox="1"/>
          <p:nvPr/>
        </p:nvSpPr>
        <p:spPr>
          <a:xfrm>
            <a:off x="4740771" y="2532035"/>
            <a:ext cx="64738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>
                <a:solidFill>
                  <a:srgbClr val="000000"/>
                </a:solidFill>
              </a:rPr>
              <a:t>Garden</a:t>
            </a:r>
            <a:endParaRPr lang="en-US" sz="1200" dirty="0">
              <a:solidFill>
                <a:srgbClr val="000000"/>
              </a:solidFill>
            </a:endParaRPr>
          </a:p>
        </p:txBody>
      </p:sp>
      <p:sp>
        <p:nvSpPr>
          <p:cNvPr id="6" name="Isosceles Triangle 5"/>
          <p:cNvSpPr/>
          <p:nvPr/>
        </p:nvSpPr>
        <p:spPr>
          <a:xfrm>
            <a:off x="3676602" y="1344222"/>
            <a:ext cx="338529" cy="206357"/>
          </a:xfrm>
          <a:prstGeom prst="triangl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3697422" y="1525937"/>
            <a:ext cx="288880" cy="7244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" name="Rounded Rectangle 90"/>
          <p:cNvSpPr/>
          <p:nvPr/>
        </p:nvSpPr>
        <p:spPr>
          <a:xfrm>
            <a:off x="7212503" y="1085664"/>
            <a:ext cx="728750" cy="257672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 smtClean="0">
                <a:solidFill>
                  <a:srgbClr val="000000"/>
                </a:solidFill>
                <a:latin typeface="+mj-lt"/>
                <a:cs typeface="MAW "/>
              </a:rPr>
              <a:t>Log out</a:t>
            </a:r>
            <a:endParaRPr lang="en-US" sz="1100" dirty="0">
              <a:solidFill>
                <a:srgbClr val="000000"/>
              </a:solidFill>
              <a:latin typeface="+mj-lt"/>
              <a:cs typeface="MAW "/>
            </a:endParaRPr>
          </a:p>
        </p:txBody>
      </p:sp>
      <p:sp>
        <p:nvSpPr>
          <p:cNvPr id="92" name="Rounded Rectangular Callout 91"/>
          <p:cNvSpPr/>
          <p:nvPr/>
        </p:nvSpPr>
        <p:spPr>
          <a:xfrm>
            <a:off x="5602547" y="1083718"/>
            <a:ext cx="292335" cy="227940"/>
          </a:xfrm>
          <a:prstGeom prst="wedgeRoundRectCallout">
            <a:avLst>
              <a:gd name="adj1" fmla="val 35167"/>
              <a:gd name="adj2" fmla="val 73720"/>
              <a:gd name="adj3" fmla="val 16667"/>
            </a:avLst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62187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/>
          <p:nvPr/>
        </p:nvSpPr>
        <p:spPr>
          <a:xfrm>
            <a:off x="170605" y="492904"/>
            <a:ext cx="8833593" cy="398115"/>
          </a:xfrm>
          <a:prstGeom prst="roundRect">
            <a:avLst/>
          </a:prstGeom>
          <a:solidFill>
            <a:srgbClr val="D9D9D9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170605" y="834147"/>
            <a:ext cx="8833593" cy="559256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262955" y="598659"/>
            <a:ext cx="173439" cy="167848"/>
          </a:xfrm>
          <a:prstGeom prst="ellipse">
            <a:avLst/>
          </a:prstGeom>
          <a:solidFill>
            <a:srgbClr val="A6A6A6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502074" y="598659"/>
            <a:ext cx="173439" cy="167848"/>
          </a:xfrm>
          <a:prstGeom prst="ellipse">
            <a:avLst/>
          </a:prstGeom>
          <a:solidFill>
            <a:srgbClr val="A6A6A6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739853" y="598659"/>
            <a:ext cx="173439" cy="167848"/>
          </a:xfrm>
          <a:prstGeom prst="ellipse">
            <a:avLst/>
          </a:prstGeom>
          <a:solidFill>
            <a:srgbClr val="A6A6A6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1187585" y="1550579"/>
            <a:ext cx="6779137" cy="487613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8845448" y="834147"/>
            <a:ext cx="158750" cy="5592564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ounded Rectangle 22"/>
          <p:cNvSpPr/>
          <p:nvPr/>
        </p:nvSpPr>
        <p:spPr>
          <a:xfrm>
            <a:off x="8845448" y="836083"/>
            <a:ext cx="158750" cy="1727200"/>
          </a:xfrm>
          <a:prstGeom prst="roundRect">
            <a:avLst/>
          </a:prstGeom>
          <a:solidFill>
            <a:schemeClr val="tx1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TextBox 73"/>
          <p:cNvSpPr txBox="1"/>
          <p:nvPr/>
        </p:nvSpPr>
        <p:spPr>
          <a:xfrm>
            <a:off x="3635893" y="496565"/>
            <a:ext cx="29909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/>
              <a:t>HanDIYcraft | Tutorial Detail</a:t>
            </a:r>
            <a:endParaRPr lang="en-US" sz="1600" dirty="0"/>
          </a:p>
        </p:txBody>
      </p:sp>
      <p:sp>
        <p:nvSpPr>
          <p:cNvPr id="38" name="TextBox 37"/>
          <p:cNvSpPr txBox="1"/>
          <p:nvPr/>
        </p:nvSpPr>
        <p:spPr>
          <a:xfrm>
            <a:off x="2772377" y="1487660"/>
            <a:ext cx="380353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spc="300" dirty="0" smtClean="0">
                <a:solidFill>
                  <a:srgbClr val="000000"/>
                </a:solidFill>
                <a:latin typeface="+mj-lt"/>
                <a:cs typeface="MAW "/>
              </a:rPr>
              <a:t>Tutorial Name</a:t>
            </a:r>
            <a:endParaRPr lang="en-US" sz="4000" b="1" spc="300" dirty="0">
              <a:solidFill>
                <a:srgbClr val="000000"/>
              </a:solidFill>
              <a:latin typeface="+mj-lt"/>
              <a:cs typeface="MAW 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3044734" y="2061651"/>
            <a:ext cx="157026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>
                <a:solidFill>
                  <a:srgbClr val="000000"/>
                </a:solidFill>
              </a:rPr>
              <a:t>By </a:t>
            </a:r>
            <a:r>
              <a:rPr lang="en-US" sz="2000" u="sng" dirty="0" smtClean="0">
                <a:solidFill>
                  <a:srgbClr val="000000"/>
                </a:solidFill>
              </a:rPr>
              <a:t>Username</a:t>
            </a:r>
            <a:endParaRPr lang="en-US" sz="2000" u="sng" dirty="0">
              <a:solidFill>
                <a:srgbClr val="000000"/>
              </a:solidFill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5063594" y="2052048"/>
            <a:ext cx="134195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>
                <a:solidFill>
                  <a:srgbClr val="000000"/>
                </a:solidFill>
              </a:rPr>
              <a:t>No. of likes</a:t>
            </a:r>
            <a:endParaRPr lang="en-US" sz="2000" dirty="0">
              <a:solidFill>
                <a:srgbClr val="000000"/>
              </a:solidFill>
            </a:endParaRPr>
          </a:p>
        </p:txBody>
      </p:sp>
      <p:cxnSp>
        <p:nvCxnSpPr>
          <p:cNvPr id="41" name="Straight Connector 40"/>
          <p:cNvCxnSpPr/>
          <p:nvPr/>
        </p:nvCxnSpPr>
        <p:spPr>
          <a:xfrm>
            <a:off x="1187585" y="2573866"/>
            <a:ext cx="6779138" cy="0"/>
          </a:xfrm>
          <a:prstGeom prst="line">
            <a:avLst/>
          </a:prstGeom>
          <a:ln w="1270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ectangle 41"/>
          <p:cNvSpPr/>
          <p:nvPr/>
        </p:nvSpPr>
        <p:spPr>
          <a:xfrm>
            <a:off x="2890750" y="3226585"/>
            <a:ext cx="3496781" cy="3200125"/>
          </a:xfrm>
          <a:prstGeom prst="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3" name="Straight Connector 42"/>
          <p:cNvCxnSpPr/>
          <p:nvPr/>
        </p:nvCxnSpPr>
        <p:spPr>
          <a:xfrm>
            <a:off x="2890750" y="3226585"/>
            <a:ext cx="3496781" cy="3200125"/>
          </a:xfrm>
          <a:prstGeom prst="line">
            <a:avLst/>
          </a:prstGeom>
          <a:ln w="3810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 flipV="1">
            <a:off x="2890750" y="3226585"/>
            <a:ext cx="3496781" cy="3192914"/>
          </a:xfrm>
          <a:prstGeom prst="line">
            <a:avLst/>
          </a:prstGeom>
          <a:ln w="3810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2653305" y="2621491"/>
            <a:ext cx="40269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smtClean="0">
                <a:solidFill>
                  <a:srgbClr val="000000"/>
                </a:solidFill>
              </a:rPr>
              <a:t>Materials: </a:t>
            </a:r>
            <a:r>
              <a:rPr lang="en-US" sz="2000" dirty="0" err="1" smtClean="0">
                <a:solidFill>
                  <a:srgbClr val="000000"/>
                </a:solidFill>
              </a:rPr>
              <a:t>xxxxx</a:t>
            </a:r>
            <a:r>
              <a:rPr lang="en-US" sz="2000" dirty="0" smtClean="0">
                <a:solidFill>
                  <a:srgbClr val="000000"/>
                </a:solidFill>
              </a:rPr>
              <a:t>, </a:t>
            </a:r>
            <a:r>
              <a:rPr lang="en-US" sz="2400" dirty="0" err="1" smtClean="0">
                <a:solidFill>
                  <a:srgbClr val="000000"/>
                </a:solidFill>
              </a:rPr>
              <a:t>xxxxx</a:t>
            </a:r>
            <a:r>
              <a:rPr lang="en-US" sz="2000" dirty="0" smtClean="0">
                <a:solidFill>
                  <a:srgbClr val="000000"/>
                </a:solidFill>
              </a:rPr>
              <a:t>, </a:t>
            </a:r>
            <a:r>
              <a:rPr lang="en-US" sz="2000" dirty="0" err="1" smtClean="0">
                <a:solidFill>
                  <a:srgbClr val="000000"/>
                </a:solidFill>
              </a:rPr>
              <a:t>xxxxx</a:t>
            </a:r>
            <a:r>
              <a:rPr lang="en-US" sz="2000" dirty="0" smtClean="0">
                <a:solidFill>
                  <a:srgbClr val="000000"/>
                </a:solidFill>
              </a:rPr>
              <a:t>, </a:t>
            </a:r>
            <a:r>
              <a:rPr lang="en-US" sz="2000" dirty="0" err="1" smtClean="0">
                <a:solidFill>
                  <a:srgbClr val="000000"/>
                </a:solidFill>
              </a:rPr>
              <a:t>xxxxx</a:t>
            </a:r>
            <a:endParaRPr lang="en-US" sz="2000" dirty="0">
              <a:solidFill>
                <a:srgbClr val="000000"/>
              </a:solidFill>
            </a:endParaRPr>
          </a:p>
        </p:txBody>
      </p:sp>
      <p:sp>
        <p:nvSpPr>
          <p:cNvPr id="46" name="Rounded Rectangle 45"/>
          <p:cNvSpPr/>
          <p:nvPr/>
        </p:nvSpPr>
        <p:spPr>
          <a:xfrm>
            <a:off x="6680294" y="1655766"/>
            <a:ext cx="1166467" cy="375271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dirty="0" smtClean="0">
                <a:solidFill>
                  <a:schemeClr val="bg1"/>
                </a:solidFill>
              </a:rPr>
              <a:t>Share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49" name="Picture 48" descr="flaticon_facebook.gif"/>
          <p:cNvPicPr>
            <a:picLocks noChangeAspect="1"/>
          </p:cNvPicPr>
          <p:nvPr/>
        </p:nvPicPr>
        <p:blipFill>
          <a:blip r:embed="rId2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40574" y="1662283"/>
            <a:ext cx="368754" cy="368754"/>
          </a:xfrm>
          <a:prstGeom prst="rect">
            <a:avLst/>
          </a:prstGeom>
        </p:spPr>
      </p:pic>
      <p:sp>
        <p:nvSpPr>
          <p:cNvPr id="50" name="Rounded Rectangle 49"/>
          <p:cNvSpPr/>
          <p:nvPr/>
        </p:nvSpPr>
        <p:spPr>
          <a:xfrm>
            <a:off x="1292507" y="1649065"/>
            <a:ext cx="776674" cy="398026"/>
          </a:xfrm>
          <a:prstGeom prst="round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pc="300" dirty="0" smtClean="0">
                <a:solidFill>
                  <a:schemeClr val="bg1"/>
                </a:solidFill>
                <a:latin typeface="+mj-lt"/>
                <a:cs typeface="MAW "/>
              </a:rPr>
              <a:t>Like</a:t>
            </a:r>
            <a:endParaRPr lang="en-US" spc="300" dirty="0">
              <a:solidFill>
                <a:schemeClr val="bg1"/>
              </a:solidFill>
              <a:latin typeface="+mj-lt"/>
              <a:cs typeface="MAW "/>
            </a:endParaRPr>
          </a:p>
        </p:txBody>
      </p:sp>
      <p:sp>
        <p:nvSpPr>
          <p:cNvPr id="54" name="Rectangle 53"/>
          <p:cNvSpPr/>
          <p:nvPr/>
        </p:nvSpPr>
        <p:spPr>
          <a:xfrm>
            <a:off x="1187585" y="897670"/>
            <a:ext cx="1951680" cy="5944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 smtClean="0">
                <a:solidFill>
                  <a:srgbClr val="000000"/>
                </a:solidFill>
              </a:rPr>
              <a:t>LOGO</a:t>
            </a:r>
            <a:endParaRPr lang="en-US" sz="2800" dirty="0">
              <a:solidFill>
                <a:srgbClr val="000000"/>
              </a:solidFill>
            </a:endParaRPr>
          </a:p>
        </p:txBody>
      </p:sp>
      <p:pic>
        <p:nvPicPr>
          <p:cNvPr id="55" name="Picture 54" descr="home1.png"/>
          <p:cNvPicPr>
            <a:picLocks noChangeAspect="1"/>
          </p:cNvPicPr>
          <p:nvPr/>
        </p:nvPicPr>
        <p:blipFill>
          <a:blip r:embed="rId3">
            <a:biLevel thresh="75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73381" y="934195"/>
            <a:ext cx="541269" cy="541269"/>
          </a:xfrm>
          <a:prstGeom prst="rect">
            <a:avLst/>
          </a:prstGeom>
          <a:noFill/>
        </p:spPr>
      </p:pic>
      <p:sp>
        <p:nvSpPr>
          <p:cNvPr id="56" name="Heart 55"/>
          <p:cNvSpPr/>
          <p:nvPr/>
        </p:nvSpPr>
        <p:spPr>
          <a:xfrm>
            <a:off x="4182953" y="1100154"/>
            <a:ext cx="277739" cy="243182"/>
          </a:xfrm>
          <a:prstGeom prst="hear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7" name="Picture 56" descr="create1.png"/>
          <p:cNvPicPr>
            <a:picLocks noChangeAspect="1"/>
          </p:cNvPicPr>
          <p:nvPr/>
        </p:nvPicPr>
        <p:blipFill>
          <a:blip r:embed="rId5">
            <a:biLevel thresh="75000"/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-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900000">
            <a:off x="4637804" y="1042717"/>
            <a:ext cx="339599" cy="339599"/>
          </a:xfrm>
          <a:prstGeom prst="rect">
            <a:avLst/>
          </a:prstGeom>
        </p:spPr>
      </p:pic>
      <p:pic>
        <p:nvPicPr>
          <p:cNvPr id="58" name="Picture 57" descr="Untitled-1.png"/>
          <p:cNvPicPr>
            <a:picLocks noChangeAspect="1"/>
          </p:cNvPicPr>
          <p:nvPr/>
        </p:nvPicPr>
        <p:blipFill>
          <a:blip r:embed="rId7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63190" y="1004555"/>
            <a:ext cx="380550" cy="380550"/>
          </a:xfrm>
          <a:prstGeom prst="rect">
            <a:avLst/>
          </a:prstGeom>
        </p:spPr>
      </p:pic>
      <p:pic>
        <p:nvPicPr>
          <p:cNvPr id="59" name="Picture 58" descr="power icon.jpg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05130" y="1083658"/>
            <a:ext cx="243224" cy="268459"/>
          </a:xfrm>
          <a:prstGeom prst="rect">
            <a:avLst/>
          </a:prstGeom>
        </p:spPr>
      </p:pic>
      <p:sp>
        <p:nvSpPr>
          <p:cNvPr id="60" name="Isosceles Triangle 59"/>
          <p:cNvSpPr/>
          <p:nvPr/>
        </p:nvSpPr>
        <p:spPr>
          <a:xfrm>
            <a:off x="3676602" y="1344222"/>
            <a:ext cx="338529" cy="206357"/>
          </a:xfrm>
          <a:prstGeom prst="triangl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Rectangle 60"/>
          <p:cNvSpPr/>
          <p:nvPr/>
        </p:nvSpPr>
        <p:spPr>
          <a:xfrm>
            <a:off x="3697422" y="1525937"/>
            <a:ext cx="288880" cy="7244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Rounded Rectangle 61"/>
          <p:cNvSpPr/>
          <p:nvPr/>
        </p:nvSpPr>
        <p:spPr>
          <a:xfrm>
            <a:off x="7212503" y="1085664"/>
            <a:ext cx="728750" cy="257672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 smtClean="0">
                <a:solidFill>
                  <a:srgbClr val="000000"/>
                </a:solidFill>
                <a:latin typeface="+mj-lt"/>
                <a:cs typeface="MAW "/>
              </a:rPr>
              <a:t>Log out</a:t>
            </a:r>
            <a:endParaRPr lang="en-US" sz="1100" dirty="0">
              <a:solidFill>
                <a:srgbClr val="000000"/>
              </a:solidFill>
              <a:latin typeface="+mj-lt"/>
              <a:cs typeface="MAW "/>
            </a:endParaRPr>
          </a:p>
        </p:txBody>
      </p:sp>
      <p:sp>
        <p:nvSpPr>
          <p:cNvPr id="63" name="Rounded Rectangular Callout 62"/>
          <p:cNvSpPr/>
          <p:nvPr/>
        </p:nvSpPr>
        <p:spPr>
          <a:xfrm>
            <a:off x="5602547" y="1083718"/>
            <a:ext cx="292335" cy="227940"/>
          </a:xfrm>
          <a:prstGeom prst="wedgeRoundRectCallout">
            <a:avLst>
              <a:gd name="adj1" fmla="val 35167"/>
              <a:gd name="adj2" fmla="val 73720"/>
              <a:gd name="adj3" fmla="val 16667"/>
            </a:avLst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45241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/>
          <p:nvPr/>
        </p:nvSpPr>
        <p:spPr>
          <a:xfrm>
            <a:off x="170605" y="492904"/>
            <a:ext cx="8833593" cy="398115"/>
          </a:xfrm>
          <a:prstGeom prst="roundRect">
            <a:avLst/>
          </a:prstGeom>
          <a:solidFill>
            <a:srgbClr val="D9D9D9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170605" y="834147"/>
            <a:ext cx="8833593" cy="559256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262955" y="598659"/>
            <a:ext cx="173439" cy="167848"/>
          </a:xfrm>
          <a:prstGeom prst="ellipse">
            <a:avLst/>
          </a:prstGeom>
          <a:solidFill>
            <a:srgbClr val="A6A6A6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502074" y="598659"/>
            <a:ext cx="173439" cy="167848"/>
          </a:xfrm>
          <a:prstGeom prst="ellipse">
            <a:avLst/>
          </a:prstGeom>
          <a:solidFill>
            <a:srgbClr val="A6A6A6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739853" y="598659"/>
            <a:ext cx="173439" cy="167848"/>
          </a:xfrm>
          <a:prstGeom prst="ellipse">
            <a:avLst/>
          </a:prstGeom>
          <a:solidFill>
            <a:srgbClr val="A6A6A6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1187585" y="1550579"/>
            <a:ext cx="6779137" cy="487613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8845448" y="834147"/>
            <a:ext cx="158750" cy="5592564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ounded Rectangle 22"/>
          <p:cNvSpPr/>
          <p:nvPr/>
        </p:nvSpPr>
        <p:spPr>
          <a:xfrm>
            <a:off x="8845448" y="836083"/>
            <a:ext cx="158750" cy="1727200"/>
          </a:xfrm>
          <a:prstGeom prst="roundRect">
            <a:avLst/>
          </a:prstGeom>
          <a:solidFill>
            <a:schemeClr val="tx1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TextBox 73"/>
          <p:cNvSpPr txBox="1"/>
          <p:nvPr/>
        </p:nvSpPr>
        <p:spPr>
          <a:xfrm>
            <a:off x="3635893" y="496565"/>
            <a:ext cx="29909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/>
              <a:t>HanDIYcraft | Tutorial Detail</a:t>
            </a:r>
            <a:endParaRPr lang="en-US" sz="1600" dirty="0"/>
          </a:p>
        </p:txBody>
      </p:sp>
      <p:sp>
        <p:nvSpPr>
          <p:cNvPr id="38" name="TextBox 37"/>
          <p:cNvSpPr txBox="1"/>
          <p:nvPr/>
        </p:nvSpPr>
        <p:spPr>
          <a:xfrm>
            <a:off x="2772377" y="1487660"/>
            <a:ext cx="380353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spc="300" dirty="0" smtClean="0">
                <a:solidFill>
                  <a:srgbClr val="000000"/>
                </a:solidFill>
                <a:latin typeface="+mj-lt"/>
                <a:cs typeface="MAW "/>
              </a:rPr>
              <a:t>Tutorial Name</a:t>
            </a:r>
            <a:endParaRPr lang="en-US" sz="4000" b="1" spc="300" dirty="0">
              <a:solidFill>
                <a:srgbClr val="000000"/>
              </a:solidFill>
              <a:latin typeface="+mj-lt"/>
              <a:cs typeface="MAW 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3044734" y="2061651"/>
            <a:ext cx="157026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>
                <a:solidFill>
                  <a:srgbClr val="000000"/>
                </a:solidFill>
              </a:rPr>
              <a:t>By </a:t>
            </a:r>
            <a:r>
              <a:rPr lang="en-US" sz="2000" u="sng" dirty="0" smtClean="0">
                <a:solidFill>
                  <a:srgbClr val="000000"/>
                </a:solidFill>
              </a:rPr>
              <a:t>Username</a:t>
            </a:r>
            <a:endParaRPr lang="en-US" sz="2000" u="sng" dirty="0">
              <a:solidFill>
                <a:srgbClr val="000000"/>
              </a:solidFill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5063594" y="2052048"/>
            <a:ext cx="134195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>
                <a:solidFill>
                  <a:srgbClr val="000000"/>
                </a:solidFill>
              </a:rPr>
              <a:t>No. of likes</a:t>
            </a:r>
            <a:endParaRPr lang="en-US" sz="2000" dirty="0">
              <a:solidFill>
                <a:srgbClr val="000000"/>
              </a:solidFill>
            </a:endParaRPr>
          </a:p>
        </p:txBody>
      </p:sp>
      <p:cxnSp>
        <p:nvCxnSpPr>
          <p:cNvPr id="41" name="Straight Connector 40"/>
          <p:cNvCxnSpPr/>
          <p:nvPr/>
        </p:nvCxnSpPr>
        <p:spPr>
          <a:xfrm>
            <a:off x="1187585" y="2573866"/>
            <a:ext cx="6779138" cy="0"/>
          </a:xfrm>
          <a:prstGeom prst="line">
            <a:avLst/>
          </a:prstGeom>
          <a:ln w="1270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ectangle 41"/>
          <p:cNvSpPr/>
          <p:nvPr/>
        </p:nvSpPr>
        <p:spPr>
          <a:xfrm>
            <a:off x="2890750" y="3226585"/>
            <a:ext cx="3496781" cy="3200125"/>
          </a:xfrm>
          <a:prstGeom prst="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3" name="Straight Connector 42"/>
          <p:cNvCxnSpPr/>
          <p:nvPr/>
        </p:nvCxnSpPr>
        <p:spPr>
          <a:xfrm>
            <a:off x="2890750" y="3226585"/>
            <a:ext cx="3496781" cy="3200125"/>
          </a:xfrm>
          <a:prstGeom prst="line">
            <a:avLst/>
          </a:prstGeom>
          <a:ln w="3810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 flipV="1">
            <a:off x="2890750" y="3226585"/>
            <a:ext cx="3496781" cy="3192914"/>
          </a:xfrm>
          <a:prstGeom prst="line">
            <a:avLst/>
          </a:prstGeom>
          <a:ln w="3810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2653305" y="2621491"/>
            <a:ext cx="40269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smtClean="0">
                <a:solidFill>
                  <a:srgbClr val="000000"/>
                </a:solidFill>
              </a:rPr>
              <a:t>Materials: </a:t>
            </a:r>
            <a:r>
              <a:rPr lang="en-US" sz="2000" dirty="0" err="1" smtClean="0">
                <a:solidFill>
                  <a:srgbClr val="000000"/>
                </a:solidFill>
              </a:rPr>
              <a:t>xxxxx</a:t>
            </a:r>
            <a:r>
              <a:rPr lang="en-US" sz="2000" dirty="0" smtClean="0">
                <a:solidFill>
                  <a:srgbClr val="000000"/>
                </a:solidFill>
              </a:rPr>
              <a:t>, </a:t>
            </a:r>
            <a:r>
              <a:rPr lang="en-US" sz="2400" dirty="0" err="1" smtClean="0">
                <a:solidFill>
                  <a:srgbClr val="000000"/>
                </a:solidFill>
              </a:rPr>
              <a:t>xxxxx</a:t>
            </a:r>
            <a:r>
              <a:rPr lang="en-US" sz="2000" dirty="0" smtClean="0">
                <a:solidFill>
                  <a:srgbClr val="000000"/>
                </a:solidFill>
              </a:rPr>
              <a:t>, </a:t>
            </a:r>
            <a:r>
              <a:rPr lang="en-US" sz="2000" dirty="0" err="1" smtClean="0">
                <a:solidFill>
                  <a:srgbClr val="000000"/>
                </a:solidFill>
              </a:rPr>
              <a:t>xxxxx</a:t>
            </a:r>
            <a:r>
              <a:rPr lang="en-US" sz="2000" dirty="0" smtClean="0">
                <a:solidFill>
                  <a:srgbClr val="000000"/>
                </a:solidFill>
              </a:rPr>
              <a:t>, </a:t>
            </a:r>
            <a:r>
              <a:rPr lang="en-US" sz="2000" dirty="0" err="1" smtClean="0">
                <a:solidFill>
                  <a:srgbClr val="000000"/>
                </a:solidFill>
              </a:rPr>
              <a:t>xxxxx</a:t>
            </a:r>
            <a:endParaRPr lang="en-US" sz="2000" dirty="0">
              <a:solidFill>
                <a:srgbClr val="000000"/>
              </a:solidFill>
            </a:endParaRPr>
          </a:p>
        </p:txBody>
      </p:sp>
      <p:sp>
        <p:nvSpPr>
          <p:cNvPr id="46" name="Rounded Rectangle 45"/>
          <p:cNvSpPr/>
          <p:nvPr/>
        </p:nvSpPr>
        <p:spPr>
          <a:xfrm>
            <a:off x="6680294" y="1655766"/>
            <a:ext cx="1166467" cy="375271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dirty="0" smtClean="0">
                <a:solidFill>
                  <a:schemeClr val="bg1"/>
                </a:solidFill>
              </a:rPr>
              <a:t>Share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49" name="Picture 48" descr="flaticon_facebook.gif"/>
          <p:cNvPicPr>
            <a:picLocks noChangeAspect="1"/>
          </p:cNvPicPr>
          <p:nvPr/>
        </p:nvPicPr>
        <p:blipFill>
          <a:blip r:embed="rId2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40574" y="1662283"/>
            <a:ext cx="368754" cy="368754"/>
          </a:xfrm>
          <a:prstGeom prst="rect">
            <a:avLst/>
          </a:prstGeom>
        </p:spPr>
      </p:pic>
      <p:sp>
        <p:nvSpPr>
          <p:cNvPr id="47" name="Rounded Rectangle 46"/>
          <p:cNvSpPr/>
          <p:nvPr/>
        </p:nvSpPr>
        <p:spPr>
          <a:xfrm>
            <a:off x="1292507" y="1649065"/>
            <a:ext cx="776674" cy="398026"/>
          </a:xfrm>
          <a:prstGeom prst="round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pc="100" dirty="0" smtClean="0">
                <a:solidFill>
                  <a:schemeClr val="bg1"/>
                </a:solidFill>
                <a:latin typeface="+mj-lt"/>
                <a:cs typeface="MAW "/>
              </a:rPr>
              <a:t>Liked</a:t>
            </a:r>
            <a:endParaRPr lang="en-US" spc="100" dirty="0">
              <a:solidFill>
                <a:schemeClr val="bg1"/>
              </a:solidFill>
              <a:latin typeface="+mj-lt"/>
              <a:cs typeface="MAW "/>
            </a:endParaRPr>
          </a:p>
        </p:txBody>
      </p:sp>
      <p:sp>
        <p:nvSpPr>
          <p:cNvPr id="48" name="Rectangle 47"/>
          <p:cNvSpPr/>
          <p:nvPr/>
        </p:nvSpPr>
        <p:spPr>
          <a:xfrm>
            <a:off x="1187585" y="897670"/>
            <a:ext cx="1951680" cy="5944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 smtClean="0">
                <a:solidFill>
                  <a:srgbClr val="000000"/>
                </a:solidFill>
              </a:rPr>
              <a:t>LOGO</a:t>
            </a:r>
            <a:endParaRPr lang="en-US" sz="2800" dirty="0">
              <a:solidFill>
                <a:srgbClr val="000000"/>
              </a:solidFill>
            </a:endParaRPr>
          </a:p>
        </p:txBody>
      </p:sp>
      <p:pic>
        <p:nvPicPr>
          <p:cNvPr id="51" name="Picture 50" descr="home1.png"/>
          <p:cNvPicPr>
            <a:picLocks noChangeAspect="1"/>
          </p:cNvPicPr>
          <p:nvPr/>
        </p:nvPicPr>
        <p:blipFill>
          <a:blip r:embed="rId3">
            <a:biLevel thresh="75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73381" y="934195"/>
            <a:ext cx="541269" cy="541269"/>
          </a:xfrm>
          <a:prstGeom prst="rect">
            <a:avLst/>
          </a:prstGeom>
          <a:noFill/>
        </p:spPr>
      </p:pic>
      <p:sp>
        <p:nvSpPr>
          <p:cNvPr id="54" name="Heart 53"/>
          <p:cNvSpPr/>
          <p:nvPr/>
        </p:nvSpPr>
        <p:spPr>
          <a:xfrm>
            <a:off x="4182953" y="1100154"/>
            <a:ext cx="277739" cy="243182"/>
          </a:xfrm>
          <a:prstGeom prst="hear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5" name="Picture 54" descr="create1.png"/>
          <p:cNvPicPr>
            <a:picLocks noChangeAspect="1"/>
          </p:cNvPicPr>
          <p:nvPr/>
        </p:nvPicPr>
        <p:blipFill>
          <a:blip r:embed="rId5">
            <a:biLevel thresh="75000"/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-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900000">
            <a:off x="4637804" y="1042717"/>
            <a:ext cx="339599" cy="339599"/>
          </a:xfrm>
          <a:prstGeom prst="rect">
            <a:avLst/>
          </a:prstGeom>
        </p:spPr>
      </p:pic>
      <p:pic>
        <p:nvPicPr>
          <p:cNvPr id="56" name="Picture 55" descr="Untitled-1.png"/>
          <p:cNvPicPr>
            <a:picLocks noChangeAspect="1"/>
          </p:cNvPicPr>
          <p:nvPr/>
        </p:nvPicPr>
        <p:blipFill>
          <a:blip r:embed="rId7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63190" y="1004555"/>
            <a:ext cx="380550" cy="380550"/>
          </a:xfrm>
          <a:prstGeom prst="rect">
            <a:avLst/>
          </a:prstGeom>
        </p:spPr>
      </p:pic>
      <p:pic>
        <p:nvPicPr>
          <p:cNvPr id="57" name="Picture 56" descr="power icon.jpg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05130" y="1083658"/>
            <a:ext cx="243224" cy="268459"/>
          </a:xfrm>
          <a:prstGeom prst="rect">
            <a:avLst/>
          </a:prstGeom>
        </p:spPr>
      </p:pic>
      <p:sp>
        <p:nvSpPr>
          <p:cNvPr id="58" name="Isosceles Triangle 57"/>
          <p:cNvSpPr/>
          <p:nvPr/>
        </p:nvSpPr>
        <p:spPr>
          <a:xfrm>
            <a:off x="3676602" y="1344222"/>
            <a:ext cx="338529" cy="206357"/>
          </a:xfrm>
          <a:prstGeom prst="triangl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Rectangle 58"/>
          <p:cNvSpPr/>
          <p:nvPr/>
        </p:nvSpPr>
        <p:spPr>
          <a:xfrm>
            <a:off x="3697422" y="1525937"/>
            <a:ext cx="288880" cy="7244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Rounded Rectangle 59"/>
          <p:cNvSpPr/>
          <p:nvPr/>
        </p:nvSpPr>
        <p:spPr>
          <a:xfrm>
            <a:off x="7212503" y="1085664"/>
            <a:ext cx="728750" cy="257672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 smtClean="0">
                <a:solidFill>
                  <a:srgbClr val="000000"/>
                </a:solidFill>
                <a:latin typeface="+mj-lt"/>
                <a:cs typeface="MAW "/>
              </a:rPr>
              <a:t>Log out</a:t>
            </a:r>
            <a:endParaRPr lang="en-US" sz="1100" dirty="0">
              <a:solidFill>
                <a:srgbClr val="000000"/>
              </a:solidFill>
              <a:latin typeface="+mj-lt"/>
              <a:cs typeface="MAW "/>
            </a:endParaRPr>
          </a:p>
        </p:txBody>
      </p:sp>
      <p:sp>
        <p:nvSpPr>
          <p:cNvPr id="61" name="Rounded Rectangular Callout 60"/>
          <p:cNvSpPr/>
          <p:nvPr/>
        </p:nvSpPr>
        <p:spPr>
          <a:xfrm>
            <a:off x="5602547" y="1083718"/>
            <a:ext cx="292335" cy="227940"/>
          </a:xfrm>
          <a:prstGeom prst="wedgeRoundRectCallout">
            <a:avLst>
              <a:gd name="adj1" fmla="val 35167"/>
              <a:gd name="adj2" fmla="val 73720"/>
              <a:gd name="adj3" fmla="val 16667"/>
            </a:avLst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42898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/>
          <p:nvPr/>
        </p:nvSpPr>
        <p:spPr>
          <a:xfrm>
            <a:off x="170605" y="492904"/>
            <a:ext cx="8833593" cy="398115"/>
          </a:xfrm>
          <a:prstGeom prst="roundRect">
            <a:avLst/>
          </a:prstGeom>
          <a:solidFill>
            <a:srgbClr val="D9D9D9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170605" y="834147"/>
            <a:ext cx="8833593" cy="559256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262955" y="598659"/>
            <a:ext cx="173439" cy="167848"/>
          </a:xfrm>
          <a:prstGeom prst="ellipse">
            <a:avLst/>
          </a:prstGeom>
          <a:solidFill>
            <a:srgbClr val="A6A6A6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502074" y="598659"/>
            <a:ext cx="173439" cy="167848"/>
          </a:xfrm>
          <a:prstGeom prst="ellipse">
            <a:avLst/>
          </a:prstGeom>
          <a:solidFill>
            <a:srgbClr val="A6A6A6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739853" y="598659"/>
            <a:ext cx="173439" cy="167848"/>
          </a:xfrm>
          <a:prstGeom prst="ellipse">
            <a:avLst/>
          </a:prstGeom>
          <a:solidFill>
            <a:srgbClr val="A6A6A6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1187585" y="1550579"/>
            <a:ext cx="6779137" cy="487613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8845448" y="834147"/>
            <a:ext cx="158750" cy="5592564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ounded Rectangle 22"/>
          <p:cNvSpPr/>
          <p:nvPr/>
        </p:nvSpPr>
        <p:spPr>
          <a:xfrm>
            <a:off x="8845448" y="836083"/>
            <a:ext cx="158750" cy="1727200"/>
          </a:xfrm>
          <a:prstGeom prst="roundRect">
            <a:avLst/>
          </a:prstGeom>
          <a:solidFill>
            <a:schemeClr val="tx1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TextBox 73"/>
          <p:cNvSpPr txBox="1"/>
          <p:nvPr/>
        </p:nvSpPr>
        <p:spPr>
          <a:xfrm>
            <a:off x="3635893" y="496565"/>
            <a:ext cx="29909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/>
              <a:t>HanDIYcraft | Tutorial Detail</a:t>
            </a:r>
            <a:endParaRPr lang="en-US" sz="1600" dirty="0"/>
          </a:p>
        </p:txBody>
      </p:sp>
      <p:sp>
        <p:nvSpPr>
          <p:cNvPr id="38" name="TextBox 37"/>
          <p:cNvSpPr txBox="1"/>
          <p:nvPr/>
        </p:nvSpPr>
        <p:spPr>
          <a:xfrm>
            <a:off x="2772377" y="1487660"/>
            <a:ext cx="380353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spc="300" dirty="0" smtClean="0">
                <a:solidFill>
                  <a:srgbClr val="000000"/>
                </a:solidFill>
                <a:latin typeface="+mj-lt"/>
                <a:cs typeface="MAW "/>
              </a:rPr>
              <a:t>Tutorial Name</a:t>
            </a:r>
            <a:endParaRPr lang="en-US" sz="4000" b="1" spc="300" dirty="0">
              <a:solidFill>
                <a:srgbClr val="000000"/>
              </a:solidFill>
              <a:latin typeface="+mj-lt"/>
              <a:cs typeface="MAW 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3044734" y="2061651"/>
            <a:ext cx="157026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>
                <a:solidFill>
                  <a:srgbClr val="000000"/>
                </a:solidFill>
              </a:rPr>
              <a:t>By </a:t>
            </a:r>
            <a:r>
              <a:rPr lang="en-US" sz="2000" u="sng" dirty="0" smtClean="0">
                <a:solidFill>
                  <a:srgbClr val="000000"/>
                </a:solidFill>
              </a:rPr>
              <a:t>Username</a:t>
            </a:r>
            <a:endParaRPr lang="en-US" sz="2000" u="sng" dirty="0">
              <a:solidFill>
                <a:srgbClr val="000000"/>
              </a:solidFill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5063594" y="2052048"/>
            <a:ext cx="134195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>
                <a:solidFill>
                  <a:srgbClr val="000000"/>
                </a:solidFill>
              </a:rPr>
              <a:t>No. of likes</a:t>
            </a:r>
            <a:endParaRPr lang="en-US" sz="2000" dirty="0">
              <a:solidFill>
                <a:srgbClr val="000000"/>
              </a:solidFill>
            </a:endParaRPr>
          </a:p>
        </p:txBody>
      </p:sp>
      <p:cxnSp>
        <p:nvCxnSpPr>
          <p:cNvPr id="41" name="Straight Connector 40"/>
          <p:cNvCxnSpPr/>
          <p:nvPr/>
        </p:nvCxnSpPr>
        <p:spPr>
          <a:xfrm>
            <a:off x="1187585" y="2573866"/>
            <a:ext cx="6779138" cy="0"/>
          </a:xfrm>
          <a:prstGeom prst="line">
            <a:avLst/>
          </a:prstGeom>
          <a:ln w="1270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ectangle 41"/>
          <p:cNvSpPr/>
          <p:nvPr/>
        </p:nvSpPr>
        <p:spPr>
          <a:xfrm>
            <a:off x="2890750" y="3226585"/>
            <a:ext cx="3496781" cy="3200125"/>
          </a:xfrm>
          <a:prstGeom prst="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3" name="Straight Connector 42"/>
          <p:cNvCxnSpPr/>
          <p:nvPr/>
        </p:nvCxnSpPr>
        <p:spPr>
          <a:xfrm>
            <a:off x="2890750" y="3226585"/>
            <a:ext cx="3496781" cy="3200125"/>
          </a:xfrm>
          <a:prstGeom prst="line">
            <a:avLst/>
          </a:prstGeom>
          <a:ln w="3810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 flipV="1">
            <a:off x="2890750" y="3226585"/>
            <a:ext cx="3496781" cy="3192914"/>
          </a:xfrm>
          <a:prstGeom prst="line">
            <a:avLst/>
          </a:prstGeom>
          <a:ln w="3810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2653305" y="2621491"/>
            <a:ext cx="40269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smtClean="0">
                <a:solidFill>
                  <a:srgbClr val="000000"/>
                </a:solidFill>
              </a:rPr>
              <a:t>Materials: </a:t>
            </a:r>
            <a:r>
              <a:rPr lang="en-US" sz="2000" dirty="0" err="1" smtClean="0">
                <a:solidFill>
                  <a:srgbClr val="000000"/>
                </a:solidFill>
              </a:rPr>
              <a:t>xxxxx</a:t>
            </a:r>
            <a:r>
              <a:rPr lang="en-US" sz="2000" dirty="0" smtClean="0">
                <a:solidFill>
                  <a:srgbClr val="000000"/>
                </a:solidFill>
              </a:rPr>
              <a:t>, </a:t>
            </a:r>
            <a:r>
              <a:rPr lang="en-US" sz="2400" dirty="0" err="1" smtClean="0">
                <a:solidFill>
                  <a:srgbClr val="000000"/>
                </a:solidFill>
              </a:rPr>
              <a:t>xxxxx</a:t>
            </a:r>
            <a:r>
              <a:rPr lang="en-US" sz="2000" dirty="0" smtClean="0">
                <a:solidFill>
                  <a:srgbClr val="000000"/>
                </a:solidFill>
              </a:rPr>
              <a:t>, </a:t>
            </a:r>
            <a:r>
              <a:rPr lang="en-US" sz="2000" dirty="0" err="1" smtClean="0">
                <a:solidFill>
                  <a:srgbClr val="000000"/>
                </a:solidFill>
              </a:rPr>
              <a:t>xxxxx</a:t>
            </a:r>
            <a:r>
              <a:rPr lang="en-US" sz="2000" dirty="0" smtClean="0">
                <a:solidFill>
                  <a:srgbClr val="000000"/>
                </a:solidFill>
              </a:rPr>
              <a:t>, </a:t>
            </a:r>
            <a:r>
              <a:rPr lang="en-US" sz="2000" dirty="0" err="1" smtClean="0">
                <a:solidFill>
                  <a:srgbClr val="000000"/>
                </a:solidFill>
              </a:rPr>
              <a:t>xxxxx</a:t>
            </a:r>
            <a:endParaRPr lang="en-US" sz="2000" dirty="0">
              <a:solidFill>
                <a:srgbClr val="000000"/>
              </a:solidFill>
            </a:endParaRPr>
          </a:p>
        </p:txBody>
      </p:sp>
      <p:sp>
        <p:nvSpPr>
          <p:cNvPr id="46" name="Rounded Rectangle 45"/>
          <p:cNvSpPr/>
          <p:nvPr/>
        </p:nvSpPr>
        <p:spPr>
          <a:xfrm>
            <a:off x="6680294" y="1655766"/>
            <a:ext cx="1166467" cy="375271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dirty="0" smtClean="0">
                <a:solidFill>
                  <a:schemeClr val="bg1"/>
                </a:solidFill>
              </a:rPr>
              <a:t>Share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49" name="Picture 48" descr="flaticon_facebook.gif"/>
          <p:cNvPicPr>
            <a:picLocks noChangeAspect="1"/>
          </p:cNvPicPr>
          <p:nvPr/>
        </p:nvPicPr>
        <p:blipFill>
          <a:blip r:embed="rId2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40574" y="1662283"/>
            <a:ext cx="368754" cy="368754"/>
          </a:xfrm>
          <a:prstGeom prst="rect">
            <a:avLst/>
          </a:prstGeom>
        </p:spPr>
      </p:pic>
      <p:sp>
        <p:nvSpPr>
          <p:cNvPr id="50" name="Rounded Rectangle 49"/>
          <p:cNvSpPr/>
          <p:nvPr/>
        </p:nvSpPr>
        <p:spPr>
          <a:xfrm>
            <a:off x="1292507" y="1649065"/>
            <a:ext cx="776674" cy="398026"/>
          </a:xfrm>
          <a:prstGeom prst="round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pc="300" dirty="0" smtClean="0">
                <a:solidFill>
                  <a:schemeClr val="bg1"/>
                </a:solidFill>
                <a:latin typeface="+mj-lt"/>
                <a:cs typeface="MAW "/>
              </a:rPr>
              <a:t>Like</a:t>
            </a:r>
            <a:endParaRPr lang="en-US" spc="300" dirty="0">
              <a:solidFill>
                <a:schemeClr val="bg1"/>
              </a:solidFill>
              <a:latin typeface="+mj-lt"/>
              <a:cs typeface="MAW 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2653305" y="2621491"/>
            <a:ext cx="40269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smtClean="0">
                <a:solidFill>
                  <a:srgbClr val="000000"/>
                </a:solidFill>
              </a:rPr>
              <a:t>Materials: </a:t>
            </a:r>
            <a:r>
              <a:rPr lang="en-US" sz="2000" dirty="0" err="1" smtClean="0">
                <a:solidFill>
                  <a:srgbClr val="000000"/>
                </a:solidFill>
              </a:rPr>
              <a:t>xxxxx</a:t>
            </a:r>
            <a:r>
              <a:rPr lang="en-US" sz="2000" dirty="0" smtClean="0">
                <a:solidFill>
                  <a:srgbClr val="000000"/>
                </a:solidFill>
              </a:rPr>
              <a:t>, </a:t>
            </a:r>
            <a:r>
              <a:rPr lang="en-US" sz="2400" dirty="0" err="1" smtClean="0">
                <a:solidFill>
                  <a:srgbClr val="000000"/>
                </a:solidFill>
              </a:rPr>
              <a:t>xxxxx</a:t>
            </a:r>
            <a:r>
              <a:rPr lang="en-US" sz="2000" dirty="0" smtClean="0">
                <a:solidFill>
                  <a:srgbClr val="000000"/>
                </a:solidFill>
              </a:rPr>
              <a:t>, </a:t>
            </a:r>
            <a:r>
              <a:rPr lang="en-US" sz="2000" dirty="0" err="1" smtClean="0">
                <a:solidFill>
                  <a:srgbClr val="000000"/>
                </a:solidFill>
              </a:rPr>
              <a:t>xxxxx</a:t>
            </a:r>
            <a:r>
              <a:rPr lang="en-US" sz="2000" dirty="0" smtClean="0">
                <a:solidFill>
                  <a:srgbClr val="000000"/>
                </a:solidFill>
              </a:rPr>
              <a:t>, </a:t>
            </a:r>
            <a:r>
              <a:rPr lang="en-US" sz="2000" dirty="0" err="1" smtClean="0">
                <a:solidFill>
                  <a:srgbClr val="000000"/>
                </a:solidFill>
              </a:rPr>
              <a:t>xxxxx</a:t>
            </a:r>
            <a:endParaRPr lang="en-US" sz="2000" dirty="0">
              <a:solidFill>
                <a:srgbClr val="000000"/>
              </a:solidFill>
            </a:endParaRPr>
          </a:p>
        </p:txBody>
      </p:sp>
      <p:sp>
        <p:nvSpPr>
          <p:cNvPr id="48" name="Isosceles Triangle 47"/>
          <p:cNvSpPr/>
          <p:nvPr/>
        </p:nvSpPr>
        <p:spPr>
          <a:xfrm rot="5400000">
            <a:off x="4237876" y="2486785"/>
            <a:ext cx="1098433" cy="627161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Isosceles Triangle 50"/>
          <p:cNvSpPr/>
          <p:nvPr/>
        </p:nvSpPr>
        <p:spPr>
          <a:xfrm rot="5400000">
            <a:off x="4237876" y="3503776"/>
            <a:ext cx="1098433" cy="627161"/>
          </a:xfrm>
          <a:prstGeom prst="triangle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Rounded Rectangle 53"/>
          <p:cNvSpPr/>
          <p:nvPr/>
        </p:nvSpPr>
        <p:spPr>
          <a:xfrm>
            <a:off x="1533702" y="2195546"/>
            <a:ext cx="6162588" cy="2670624"/>
          </a:xfrm>
          <a:prstGeom prst="roundRect">
            <a:avLst>
              <a:gd name="adj" fmla="val 6442"/>
            </a:avLst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40000" dist="76200" dir="336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ectangle 54"/>
          <p:cNvSpPr/>
          <p:nvPr/>
        </p:nvSpPr>
        <p:spPr>
          <a:xfrm>
            <a:off x="2019699" y="2796513"/>
            <a:ext cx="5204782" cy="160305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Rectangle 55"/>
          <p:cNvSpPr/>
          <p:nvPr/>
        </p:nvSpPr>
        <p:spPr>
          <a:xfrm>
            <a:off x="2102218" y="2895963"/>
            <a:ext cx="1442573" cy="140463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7" name="Straight Connector 56"/>
          <p:cNvCxnSpPr/>
          <p:nvPr/>
        </p:nvCxnSpPr>
        <p:spPr>
          <a:xfrm>
            <a:off x="2102219" y="2895963"/>
            <a:ext cx="1405091" cy="1404630"/>
          </a:xfrm>
          <a:prstGeom prst="line">
            <a:avLst/>
          </a:prstGeom>
          <a:ln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/>
          <p:cNvCxnSpPr/>
          <p:nvPr/>
        </p:nvCxnSpPr>
        <p:spPr>
          <a:xfrm flipV="1">
            <a:off x="2102219" y="2895963"/>
            <a:ext cx="1442572" cy="1404630"/>
          </a:xfrm>
          <a:prstGeom prst="line">
            <a:avLst/>
          </a:prstGeom>
          <a:ln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/>
          <p:cNvSpPr txBox="1"/>
          <p:nvPr/>
        </p:nvSpPr>
        <p:spPr>
          <a:xfrm>
            <a:off x="2653305" y="2322466"/>
            <a:ext cx="31316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i="1" spc="300" dirty="0" smtClean="0"/>
              <a:t>Write a message ...</a:t>
            </a:r>
            <a:endParaRPr lang="en-US" sz="2000" i="1" spc="300" dirty="0"/>
          </a:p>
        </p:txBody>
      </p:sp>
      <p:pic>
        <p:nvPicPr>
          <p:cNvPr id="60" name="Picture 59" descr="facebook (1).png"/>
          <p:cNvPicPr>
            <a:picLocks noChangeAspect="1"/>
          </p:cNvPicPr>
          <p:nvPr/>
        </p:nvPicPr>
        <p:blipFill>
          <a:blip r:embed="rId3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2737" y="2270836"/>
            <a:ext cx="459697" cy="459697"/>
          </a:xfrm>
          <a:prstGeom prst="rect">
            <a:avLst/>
          </a:prstGeom>
        </p:spPr>
      </p:pic>
      <p:sp>
        <p:nvSpPr>
          <p:cNvPr id="61" name="Rounded Rectangle 60"/>
          <p:cNvSpPr/>
          <p:nvPr/>
        </p:nvSpPr>
        <p:spPr>
          <a:xfrm>
            <a:off x="6405554" y="4464738"/>
            <a:ext cx="818740" cy="318526"/>
          </a:xfrm>
          <a:prstGeom prst="roundRect">
            <a:avLst/>
          </a:prstGeom>
          <a:solidFill>
            <a:schemeClr val="bg1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00000"/>
                </a:solidFill>
              </a:rPr>
              <a:t>Post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4223218" y="3226585"/>
            <a:ext cx="222844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 smtClean="0">
                <a:solidFill>
                  <a:srgbClr val="000000"/>
                </a:solidFill>
              </a:rPr>
              <a:t>Tutorial Name</a:t>
            </a:r>
          </a:p>
          <a:p>
            <a:pPr algn="ctr"/>
            <a:r>
              <a:rPr lang="en-US" sz="2000" dirty="0" smtClean="0">
                <a:solidFill>
                  <a:srgbClr val="000000"/>
                </a:solidFill>
              </a:rPr>
              <a:t>Detail</a:t>
            </a:r>
            <a:endParaRPr lang="en-US" sz="2000" dirty="0">
              <a:solidFill>
                <a:srgbClr val="000000"/>
              </a:solidFill>
            </a:endParaRPr>
          </a:p>
        </p:txBody>
      </p:sp>
      <p:sp>
        <p:nvSpPr>
          <p:cNvPr id="63" name="Rectangle 62"/>
          <p:cNvSpPr/>
          <p:nvPr/>
        </p:nvSpPr>
        <p:spPr>
          <a:xfrm>
            <a:off x="1187585" y="897670"/>
            <a:ext cx="1951680" cy="5944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 smtClean="0">
                <a:solidFill>
                  <a:srgbClr val="000000"/>
                </a:solidFill>
              </a:rPr>
              <a:t>LOGO</a:t>
            </a:r>
            <a:endParaRPr lang="en-US" sz="2800" dirty="0">
              <a:solidFill>
                <a:srgbClr val="000000"/>
              </a:solidFill>
            </a:endParaRPr>
          </a:p>
        </p:txBody>
      </p:sp>
      <p:pic>
        <p:nvPicPr>
          <p:cNvPr id="64" name="Picture 63" descr="home1.png"/>
          <p:cNvPicPr>
            <a:picLocks noChangeAspect="1"/>
          </p:cNvPicPr>
          <p:nvPr/>
        </p:nvPicPr>
        <p:blipFill>
          <a:blip r:embed="rId4">
            <a:biLevel thresh="75000"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73381" y="934195"/>
            <a:ext cx="541269" cy="541269"/>
          </a:xfrm>
          <a:prstGeom prst="rect">
            <a:avLst/>
          </a:prstGeom>
          <a:noFill/>
        </p:spPr>
      </p:pic>
      <p:sp>
        <p:nvSpPr>
          <p:cNvPr id="65" name="Heart 64"/>
          <p:cNvSpPr/>
          <p:nvPr/>
        </p:nvSpPr>
        <p:spPr>
          <a:xfrm>
            <a:off x="4182953" y="1100154"/>
            <a:ext cx="277739" cy="243182"/>
          </a:xfrm>
          <a:prstGeom prst="hear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6" name="Picture 65" descr="create1.png"/>
          <p:cNvPicPr>
            <a:picLocks noChangeAspect="1"/>
          </p:cNvPicPr>
          <p:nvPr/>
        </p:nvPicPr>
        <p:blipFill>
          <a:blip r:embed="rId6">
            <a:biLevel thresh="75000"/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bright="-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900000">
            <a:off x="4637804" y="1042717"/>
            <a:ext cx="339599" cy="339599"/>
          </a:xfrm>
          <a:prstGeom prst="rect">
            <a:avLst/>
          </a:prstGeom>
        </p:spPr>
      </p:pic>
      <p:pic>
        <p:nvPicPr>
          <p:cNvPr id="67" name="Picture 66" descr="Untitled-1.png"/>
          <p:cNvPicPr>
            <a:picLocks noChangeAspect="1"/>
          </p:cNvPicPr>
          <p:nvPr/>
        </p:nvPicPr>
        <p:blipFill>
          <a:blip r:embed="rId8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63190" y="1004555"/>
            <a:ext cx="380550" cy="380550"/>
          </a:xfrm>
          <a:prstGeom prst="rect">
            <a:avLst/>
          </a:prstGeom>
        </p:spPr>
      </p:pic>
      <p:pic>
        <p:nvPicPr>
          <p:cNvPr id="68" name="Picture 67" descr="power icon.jpg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05130" y="1083658"/>
            <a:ext cx="243224" cy="268459"/>
          </a:xfrm>
          <a:prstGeom prst="rect">
            <a:avLst/>
          </a:prstGeom>
        </p:spPr>
      </p:pic>
      <p:sp>
        <p:nvSpPr>
          <p:cNvPr id="69" name="Isosceles Triangle 68"/>
          <p:cNvSpPr/>
          <p:nvPr/>
        </p:nvSpPr>
        <p:spPr>
          <a:xfrm>
            <a:off x="3676602" y="1344222"/>
            <a:ext cx="338529" cy="206357"/>
          </a:xfrm>
          <a:prstGeom prst="triangl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Rectangle 69"/>
          <p:cNvSpPr/>
          <p:nvPr/>
        </p:nvSpPr>
        <p:spPr>
          <a:xfrm>
            <a:off x="3697422" y="1525937"/>
            <a:ext cx="288880" cy="7244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Rounded Rectangle 70"/>
          <p:cNvSpPr/>
          <p:nvPr/>
        </p:nvSpPr>
        <p:spPr>
          <a:xfrm>
            <a:off x="7212503" y="1085664"/>
            <a:ext cx="728750" cy="257672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 smtClean="0">
                <a:solidFill>
                  <a:srgbClr val="000000"/>
                </a:solidFill>
                <a:latin typeface="+mj-lt"/>
                <a:cs typeface="MAW "/>
              </a:rPr>
              <a:t>Log out</a:t>
            </a:r>
            <a:endParaRPr lang="en-US" sz="1100" dirty="0">
              <a:solidFill>
                <a:srgbClr val="000000"/>
              </a:solidFill>
              <a:latin typeface="+mj-lt"/>
              <a:cs typeface="MAW "/>
            </a:endParaRPr>
          </a:p>
        </p:txBody>
      </p:sp>
      <p:sp>
        <p:nvSpPr>
          <p:cNvPr id="72" name="Rounded Rectangular Callout 71"/>
          <p:cNvSpPr/>
          <p:nvPr/>
        </p:nvSpPr>
        <p:spPr>
          <a:xfrm>
            <a:off x="5602547" y="1083718"/>
            <a:ext cx="292335" cy="227940"/>
          </a:xfrm>
          <a:prstGeom prst="wedgeRoundRectCallout">
            <a:avLst>
              <a:gd name="adj1" fmla="val 35167"/>
              <a:gd name="adj2" fmla="val 73720"/>
              <a:gd name="adj3" fmla="val 16667"/>
            </a:avLst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2845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/>
          <p:nvPr/>
        </p:nvSpPr>
        <p:spPr>
          <a:xfrm>
            <a:off x="170605" y="492904"/>
            <a:ext cx="8833593" cy="398115"/>
          </a:xfrm>
          <a:prstGeom prst="roundRect">
            <a:avLst/>
          </a:prstGeom>
          <a:solidFill>
            <a:srgbClr val="D9D9D9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170605" y="834147"/>
            <a:ext cx="8833593" cy="559256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262955" y="598659"/>
            <a:ext cx="173439" cy="167848"/>
          </a:xfrm>
          <a:prstGeom prst="ellipse">
            <a:avLst/>
          </a:prstGeom>
          <a:solidFill>
            <a:srgbClr val="A6A6A6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502074" y="598659"/>
            <a:ext cx="173439" cy="167848"/>
          </a:xfrm>
          <a:prstGeom prst="ellipse">
            <a:avLst/>
          </a:prstGeom>
          <a:solidFill>
            <a:srgbClr val="A6A6A6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739853" y="598659"/>
            <a:ext cx="173439" cy="167848"/>
          </a:xfrm>
          <a:prstGeom prst="ellipse">
            <a:avLst/>
          </a:prstGeom>
          <a:solidFill>
            <a:srgbClr val="A6A6A6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1187585" y="834147"/>
            <a:ext cx="6779137" cy="559256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8845448" y="834147"/>
            <a:ext cx="158750" cy="5592564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ounded Rectangle 22"/>
          <p:cNvSpPr/>
          <p:nvPr/>
        </p:nvSpPr>
        <p:spPr>
          <a:xfrm>
            <a:off x="8845448" y="2678382"/>
            <a:ext cx="158750" cy="1727200"/>
          </a:xfrm>
          <a:prstGeom prst="roundRect">
            <a:avLst/>
          </a:prstGeom>
          <a:solidFill>
            <a:schemeClr val="tx1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TextBox 73"/>
          <p:cNvSpPr txBox="1"/>
          <p:nvPr/>
        </p:nvSpPr>
        <p:spPr>
          <a:xfrm>
            <a:off x="3635893" y="496565"/>
            <a:ext cx="29909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/>
              <a:t>HanDIYcraft | Tutorial Detail</a:t>
            </a:r>
            <a:endParaRPr lang="en-US" sz="1600" dirty="0"/>
          </a:p>
        </p:txBody>
      </p:sp>
      <p:sp>
        <p:nvSpPr>
          <p:cNvPr id="42" name="Rectangle 41"/>
          <p:cNvSpPr/>
          <p:nvPr/>
        </p:nvSpPr>
        <p:spPr>
          <a:xfrm>
            <a:off x="2896531" y="831385"/>
            <a:ext cx="3496781" cy="3200125"/>
          </a:xfrm>
          <a:prstGeom prst="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3" name="Straight Connector 42"/>
          <p:cNvCxnSpPr/>
          <p:nvPr/>
        </p:nvCxnSpPr>
        <p:spPr>
          <a:xfrm>
            <a:off x="2896531" y="831385"/>
            <a:ext cx="3496781" cy="3200125"/>
          </a:xfrm>
          <a:prstGeom prst="line">
            <a:avLst/>
          </a:prstGeom>
          <a:ln w="3810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 flipV="1">
            <a:off x="2896531" y="831385"/>
            <a:ext cx="3496781" cy="3192914"/>
          </a:xfrm>
          <a:prstGeom prst="line">
            <a:avLst/>
          </a:prstGeom>
          <a:ln w="3810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5253949" y="5382261"/>
            <a:ext cx="1139363" cy="394691"/>
          </a:xfrm>
          <a:prstGeom prst="roundRect">
            <a:avLst/>
          </a:prstGeom>
          <a:solidFill>
            <a:srgbClr val="FFFFFF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spc="300" dirty="0" smtClean="0">
                <a:solidFill>
                  <a:srgbClr val="000000"/>
                </a:solidFill>
                <a:latin typeface="MAW "/>
                <a:cs typeface="MAW "/>
              </a:rPr>
              <a:t>Comment</a:t>
            </a:r>
            <a:endParaRPr lang="en-US" sz="1600" spc="300" dirty="0">
              <a:solidFill>
                <a:srgbClr val="000000"/>
              </a:solidFill>
              <a:latin typeface="MAW "/>
              <a:cs typeface="MAW "/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3543152" y="4335866"/>
            <a:ext cx="2850160" cy="860058"/>
          </a:xfrm>
          <a:prstGeom prst="roundRect">
            <a:avLst/>
          </a:prstGeom>
          <a:solidFill>
            <a:schemeClr val="bg1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/>
          <p:cNvSpPr/>
          <p:nvPr/>
        </p:nvSpPr>
        <p:spPr>
          <a:xfrm>
            <a:off x="2468996" y="4335866"/>
            <a:ext cx="840146" cy="816434"/>
          </a:xfrm>
          <a:prstGeom prst="ellipse">
            <a:avLst/>
          </a:prstGeom>
          <a:noFill/>
          <a:ln w="28575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6" name="Picture 45" descr="Untitled-1.png"/>
          <p:cNvPicPr>
            <a:picLocks noChangeAspect="1"/>
          </p:cNvPicPr>
          <p:nvPr/>
        </p:nvPicPr>
        <p:blipFill>
          <a:blip r:embed="rId2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7991" y="4405582"/>
            <a:ext cx="657079" cy="657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45541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/>
          <p:nvPr/>
        </p:nvSpPr>
        <p:spPr>
          <a:xfrm>
            <a:off x="170605" y="492904"/>
            <a:ext cx="8833593" cy="398115"/>
          </a:xfrm>
          <a:prstGeom prst="roundRect">
            <a:avLst/>
          </a:prstGeom>
          <a:solidFill>
            <a:srgbClr val="D9D9D9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170605" y="834147"/>
            <a:ext cx="8833593" cy="559256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262955" y="598659"/>
            <a:ext cx="173439" cy="167848"/>
          </a:xfrm>
          <a:prstGeom prst="ellipse">
            <a:avLst/>
          </a:prstGeom>
          <a:solidFill>
            <a:srgbClr val="A6A6A6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502074" y="598659"/>
            <a:ext cx="173439" cy="167848"/>
          </a:xfrm>
          <a:prstGeom prst="ellipse">
            <a:avLst/>
          </a:prstGeom>
          <a:solidFill>
            <a:srgbClr val="A6A6A6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739853" y="598659"/>
            <a:ext cx="173439" cy="167848"/>
          </a:xfrm>
          <a:prstGeom prst="ellipse">
            <a:avLst/>
          </a:prstGeom>
          <a:solidFill>
            <a:srgbClr val="A6A6A6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1187585" y="834147"/>
            <a:ext cx="6779137" cy="559256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8845448" y="834147"/>
            <a:ext cx="158750" cy="5592564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ounded Rectangle 22"/>
          <p:cNvSpPr/>
          <p:nvPr/>
        </p:nvSpPr>
        <p:spPr>
          <a:xfrm>
            <a:off x="8845448" y="4568634"/>
            <a:ext cx="158750" cy="1727200"/>
          </a:xfrm>
          <a:prstGeom prst="roundRect">
            <a:avLst/>
          </a:prstGeom>
          <a:solidFill>
            <a:schemeClr val="tx1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TextBox 73"/>
          <p:cNvSpPr txBox="1"/>
          <p:nvPr/>
        </p:nvSpPr>
        <p:spPr>
          <a:xfrm>
            <a:off x="3635893" y="496565"/>
            <a:ext cx="29909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/>
              <a:t>HanDIYcraft | Tutorial Detail</a:t>
            </a:r>
            <a:endParaRPr lang="en-US" sz="1600" dirty="0"/>
          </a:p>
        </p:txBody>
      </p:sp>
      <p:sp>
        <p:nvSpPr>
          <p:cNvPr id="30" name="Rounded Rectangle 29"/>
          <p:cNvSpPr/>
          <p:nvPr/>
        </p:nvSpPr>
        <p:spPr>
          <a:xfrm>
            <a:off x="5253949" y="2144425"/>
            <a:ext cx="1139363" cy="394691"/>
          </a:xfrm>
          <a:prstGeom prst="roundRect">
            <a:avLst/>
          </a:prstGeom>
          <a:solidFill>
            <a:srgbClr val="FFFFFF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spc="300" dirty="0" smtClean="0">
                <a:solidFill>
                  <a:srgbClr val="000000"/>
                </a:solidFill>
                <a:latin typeface="MAW "/>
                <a:cs typeface="MAW "/>
              </a:rPr>
              <a:t>Comment</a:t>
            </a:r>
            <a:endParaRPr lang="en-US" sz="1600" spc="300" dirty="0">
              <a:solidFill>
                <a:srgbClr val="000000"/>
              </a:solidFill>
              <a:latin typeface="MAW "/>
              <a:cs typeface="MAW 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2623848" y="2821451"/>
            <a:ext cx="300003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000000"/>
                </a:solidFill>
              </a:rPr>
              <a:t>Username :  </a:t>
            </a:r>
            <a:endParaRPr lang="en-US" sz="2000" b="1" dirty="0" smtClean="0">
              <a:solidFill>
                <a:srgbClr val="000000"/>
              </a:solidFill>
            </a:endParaRPr>
          </a:p>
          <a:p>
            <a:r>
              <a:rPr lang="en-US" sz="2000" dirty="0" smtClean="0">
                <a:solidFill>
                  <a:srgbClr val="000000"/>
                </a:solidFill>
              </a:rPr>
              <a:t>Comment </a:t>
            </a:r>
            <a:r>
              <a:rPr lang="en-US" sz="2000" dirty="0">
                <a:solidFill>
                  <a:srgbClr val="000000"/>
                </a:solidFill>
              </a:rPr>
              <a:t>message</a:t>
            </a:r>
            <a:endParaRPr lang="en-US" sz="2000" b="1" dirty="0">
              <a:solidFill>
                <a:srgbClr val="000000"/>
              </a:solidFill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2623848" y="3766869"/>
            <a:ext cx="310283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000000"/>
                </a:solidFill>
              </a:rPr>
              <a:t>Username :  </a:t>
            </a:r>
          </a:p>
          <a:p>
            <a:r>
              <a:rPr lang="en-US" sz="2000" dirty="0">
                <a:solidFill>
                  <a:srgbClr val="000000"/>
                </a:solidFill>
              </a:rPr>
              <a:t>Comment message</a:t>
            </a:r>
            <a:endParaRPr lang="en-US" sz="2000" b="1" dirty="0">
              <a:solidFill>
                <a:srgbClr val="000000"/>
              </a:solidFill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2623848" y="4724348"/>
            <a:ext cx="310283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000000"/>
                </a:solidFill>
              </a:rPr>
              <a:t>Username :  </a:t>
            </a:r>
          </a:p>
          <a:p>
            <a:r>
              <a:rPr lang="en-US" sz="2000" dirty="0">
                <a:solidFill>
                  <a:srgbClr val="000000"/>
                </a:solidFill>
              </a:rPr>
              <a:t>Comment message</a:t>
            </a:r>
            <a:endParaRPr lang="en-US" sz="2000" b="1" dirty="0">
              <a:solidFill>
                <a:srgbClr val="000000"/>
              </a:solidFill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3543152" y="1098030"/>
            <a:ext cx="2850160" cy="860058"/>
          </a:xfrm>
          <a:prstGeom prst="roundRect">
            <a:avLst/>
          </a:prstGeom>
          <a:solidFill>
            <a:schemeClr val="bg1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5" name="Straight Connector 34"/>
          <p:cNvCxnSpPr/>
          <p:nvPr/>
        </p:nvCxnSpPr>
        <p:spPr>
          <a:xfrm>
            <a:off x="1933960" y="3631098"/>
            <a:ext cx="5241039" cy="0"/>
          </a:xfrm>
          <a:prstGeom prst="line">
            <a:avLst/>
          </a:prstGeom>
          <a:ln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/>
          <p:cNvCxnSpPr/>
          <p:nvPr/>
        </p:nvCxnSpPr>
        <p:spPr>
          <a:xfrm>
            <a:off x="1933960" y="4567841"/>
            <a:ext cx="5241039" cy="0"/>
          </a:xfrm>
          <a:prstGeom prst="line">
            <a:avLst/>
          </a:prstGeom>
          <a:ln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Oval 36"/>
          <p:cNvSpPr/>
          <p:nvPr/>
        </p:nvSpPr>
        <p:spPr>
          <a:xfrm>
            <a:off x="2468996" y="1098030"/>
            <a:ext cx="840146" cy="816434"/>
          </a:xfrm>
          <a:prstGeom prst="ellipse">
            <a:avLst/>
          </a:prstGeom>
          <a:noFill/>
          <a:ln w="28575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6" name="Picture 45" descr="Untitled-1.png"/>
          <p:cNvPicPr>
            <a:picLocks noChangeAspect="1"/>
          </p:cNvPicPr>
          <p:nvPr/>
        </p:nvPicPr>
        <p:blipFill>
          <a:blip r:embed="rId2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7991" y="1167746"/>
            <a:ext cx="657079" cy="657079"/>
          </a:xfrm>
          <a:prstGeom prst="rect">
            <a:avLst/>
          </a:prstGeom>
        </p:spPr>
      </p:pic>
      <p:sp>
        <p:nvSpPr>
          <p:cNvPr id="49" name="Oval 48"/>
          <p:cNvSpPr/>
          <p:nvPr/>
        </p:nvSpPr>
        <p:spPr>
          <a:xfrm>
            <a:off x="1933960" y="2916913"/>
            <a:ext cx="554389" cy="538742"/>
          </a:xfrm>
          <a:prstGeom prst="ellipse">
            <a:avLst/>
          </a:prstGeom>
          <a:noFill/>
          <a:ln w="28575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0" name="Picture 49" descr="Untitled-1.png"/>
          <p:cNvPicPr>
            <a:picLocks noChangeAspect="1"/>
          </p:cNvPicPr>
          <p:nvPr/>
        </p:nvPicPr>
        <p:blipFill>
          <a:blip r:embed="rId2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873" y="2949903"/>
            <a:ext cx="433588" cy="433588"/>
          </a:xfrm>
          <a:prstGeom prst="rect">
            <a:avLst/>
          </a:prstGeom>
        </p:spPr>
      </p:pic>
      <p:sp>
        <p:nvSpPr>
          <p:cNvPr id="52" name="Oval 51"/>
          <p:cNvSpPr/>
          <p:nvPr/>
        </p:nvSpPr>
        <p:spPr>
          <a:xfrm>
            <a:off x="1942931" y="3837870"/>
            <a:ext cx="554389" cy="538742"/>
          </a:xfrm>
          <a:prstGeom prst="ellipse">
            <a:avLst/>
          </a:prstGeom>
          <a:noFill/>
          <a:ln w="28575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3" name="Picture 52" descr="Untitled-1.png"/>
          <p:cNvPicPr>
            <a:picLocks noChangeAspect="1"/>
          </p:cNvPicPr>
          <p:nvPr/>
        </p:nvPicPr>
        <p:blipFill>
          <a:blip r:embed="rId2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7844" y="3870860"/>
            <a:ext cx="433588" cy="433588"/>
          </a:xfrm>
          <a:prstGeom prst="rect">
            <a:avLst/>
          </a:prstGeom>
        </p:spPr>
      </p:pic>
      <p:sp>
        <p:nvSpPr>
          <p:cNvPr id="54" name="Oval 53"/>
          <p:cNvSpPr/>
          <p:nvPr/>
        </p:nvSpPr>
        <p:spPr>
          <a:xfrm>
            <a:off x="1954001" y="4796375"/>
            <a:ext cx="554389" cy="538742"/>
          </a:xfrm>
          <a:prstGeom prst="ellipse">
            <a:avLst/>
          </a:prstGeom>
          <a:noFill/>
          <a:ln w="28575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5" name="Picture 54" descr="Untitled-1.png"/>
          <p:cNvPicPr>
            <a:picLocks noChangeAspect="1"/>
          </p:cNvPicPr>
          <p:nvPr/>
        </p:nvPicPr>
        <p:blipFill>
          <a:blip r:embed="rId2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18914" y="4829365"/>
            <a:ext cx="433588" cy="433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0809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/>
          <p:nvPr/>
        </p:nvSpPr>
        <p:spPr>
          <a:xfrm>
            <a:off x="170605" y="492904"/>
            <a:ext cx="8833593" cy="398115"/>
          </a:xfrm>
          <a:prstGeom prst="roundRect">
            <a:avLst/>
          </a:prstGeom>
          <a:solidFill>
            <a:srgbClr val="D9D9D9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170605" y="834147"/>
            <a:ext cx="8833593" cy="559256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262955" y="598659"/>
            <a:ext cx="173439" cy="167848"/>
          </a:xfrm>
          <a:prstGeom prst="ellipse">
            <a:avLst/>
          </a:prstGeom>
          <a:solidFill>
            <a:srgbClr val="A6A6A6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502074" y="598659"/>
            <a:ext cx="173439" cy="167848"/>
          </a:xfrm>
          <a:prstGeom prst="ellipse">
            <a:avLst/>
          </a:prstGeom>
          <a:solidFill>
            <a:srgbClr val="A6A6A6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739853" y="598659"/>
            <a:ext cx="173439" cy="167848"/>
          </a:xfrm>
          <a:prstGeom prst="ellipse">
            <a:avLst/>
          </a:prstGeom>
          <a:solidFill>
            <a:srgbClr val="A6A6A6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1187585" y="1550579"/>
            <a:ext cx="6779137" cy="487613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8845448" y="834147"/>
            <a:ext cx="158750" cy="5592564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ounded Rectangle 22"/>
          <p:cNvSpPr/>
          <p:nvPr/>
        </p:nvSpPr>
        <p:spPr>
          <a:xfrm>
            <a:off x="8845448" y="836083"/>
            <a:ext cx="158750" cy="1727200"/>
          </a:xfrm>
          <a:prstGeom prst="roundRect">
            <a:avLst/>
          </a:prstGeom>
          <a:solidFill>
            <a:schemeClr val="tx1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0" name="Straight Connector 39"/>
          <p:cNvCxnSpPr/>
          <p:nvPr/>
        </p:nvCxnSpPr>
        <p:spPr>
          <a:xfrm>
            <a:off x="1187585" y="1919911"/>
            <a:ext cx="6762643" cy="0"/>
          </a:xfrm>
          <a:prstGeom prst="line">
            <a:avLst/>
          </a:prstGeom>
          <a:ln w="1270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>
            <a:off x="1187585" y="2563283"/>
            <a:ext cx="6779138" cy="0"/>
          </a:xfrm>
          <a:prstGeom prst="line">
            <a:avLst/>
          </a:prstGeom>
          <a:ln w="1270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3801726" y="1550579"/>
            <a:ext cx="18497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pc="300" dirty="0" smtClean="0"/>
              <a:t>What’s New</a:t>
            </a:r>
            <a:endParaRPr lang="en-US" spc="300" dirty="0"/>
          </a:p>
        </p:txBody>
      </p:sp>
      <p:cxnSp>
        <p:nvCxnSpPr>
          <p:cNvPr id="46" name="Straight Connector 45"/>
          <p:cNvCxnSpPr/>
          <p:nvPr/>
        </p:nvCxnSpPr>
        <p:spPr>
          <a:xfrm>
            <a:off x="1171090" y="3207808"/>
            <a:ext cx="6779138" cy="0"/>
          </a:xfrm>
          <a:prstGeom prst="line">
            <a:avLst/>
          </a:prstGeom>
          <a:ln w="1270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/>
          <p:cNvCxnSpPr/>
          <p:nvPr/>
        </p:nvCxnSpPr>
        <p:spPr>
          <a:xfrm>
            <a:off x="1187585" y="3836458"/>
            <a:ext cx="6779138" cy="0"/>
          </a:xfrm>
          <a:prstGeom prst="line">
            <a:avLst/>
          </a:prstGeom>
          <a:ln w="1270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/>
          <p:cNvCxnSpPr/>
          <p:nvPr/>
        </p:nvCxnSpPr>
        <p:spPr>
          <a:xfrm>
            <a:off x="1187584" y="4480983"/>
            <a:ext cx="6779138" cy="0"/>
          </a:xfrm>
          <a:prstGeom prst="line">
            <a:avLst/>
          </a:prstGeom>
          <a:ln w="1270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/>
          <p:cNvCxnSpPr/>
          <p:nvPr/>
        </p:nvCxnSpPr>
        <p:spPr>
          <a:xfrm>
            <a:off x="1187586" y="5115983"/>
            <a:ext cx="6779138" cy="0"/>
          </a:xfrm>
          <a:prstGeom prst="line">
            <a:avLst/>
          </a:prstGeom>
          <a:ln w="1270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/>
          <p:cNvCxnSpPr/>
          <p:nvPr/>
        </p:nvCxnSpPr>
        <p:spPr>
          <a:xfrm>
            <a:off x="1187585" y="5760508"/>
            <a:ext cx="6779138" cy="0"/>
          </a:xfrm>
          <a:prstGeom prst="line">
            <a:avLst/>
          </a:prstGeom>
          <a:ln w="1270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TextBox 69"/>
          <p:cNvSpPr txBox="1"/>
          <p:nvPr/>
        </p:nvSpPr>
        <p:spPr>
          <a:xfrm>
            <a:off x="2484263" y="2062820"/>
            <a:ext cx="27530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000000"/>
                </a:solidFill>
              </a:rPr>
              <a:t>Username: </a:t>
            </a:r>
            <a:r>
              <a:rPr lang="en-US" dirty="0" smtClean="0">
                <a:solidFill>
                  <a:srgbClr val="000000"/>
                </a:solidFill>
              </a:rPr>
              <a:t>Activity</a:t>
            </a:r>
            <a:endParaRPr lang="en-US" b="1" dirty="0">
              <a:solidFill>
                <a:srgbClr val="000000"/>
              </a:solidFill>
            </a:endParaRPr>
          </a:p>
        </p:txBody>
      </p:sp>
      <p:sp>
        <p:nvSpPr>
          <p:cNvPr id="73" name="Oval 72"/>
          <p:cNvSpPr/>
          <p:nvPr/>
        </p:nvSpPr>
        <p:spPr>
          <a:xfrm>
            <a:off x="1899820" y="1992943"/>
            <a:ext cx="523278" cy="508509"/>
          </a:xfrm>
          <a:prstGeom prst="ellipse">
            <a:avLst/>
          </a:prstGeom>
          <a:noFill/>
          <a:ln w="28575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4" name="Straight Connector 73"/>
          <p:cNvCxnSpPr>
            <a:stCxn id="73" idx="1"/>
            <a:endCxn id="73" idx="5"/>
          </p:cNvCxnSpPr>
          <p:nvPr/>
        </p:nvCxnSpPr>
        <p:spPr>
          <a:xfrm>
            <a:off x="1976452" y="2067412"/>
            <a:ext cx="370014" cy="359571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/>
          <p:cNvCxnSpPr>
            <a:stCxn id="73" idx="3"/>
            <a:endCxn id="73" idx="7"/>
          </p:cNvCxnSpPr>
          <p:nvPr/>
        </p:nvCxnSpPr>
        <p:spPr>
          <a:xfrm flipV="1">
            <a:off x="1976452" y="2067412"/>
            <a:ext cx="370014" cy="359571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Oval 81"/>
          <p:cNvSpPr/>
          <p:nvPr/>
        </p:nvSpPr>
        <p:spPr>
          <a:xfrm>
            <a:off x="7434562" y="2173472"/>
            <a:ext cx="139614" cy="139614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Oval 82"/>
          <p:cNvSpPr/>
          <p:nvPr/>
        </p:nvSpPr>
        <p:spPr>
          <a:xfrm>
            <a:off x="7434562" y="2831873"/>
            <a:ext cx="139614" cy="139614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TextBox 83"/>
          <p:cNvSpPr txBox="1"/>
          <p:nvPr/>
        </p:nvSpPr>
        <p:spPr>
          <a:xfrm>
            <a:off x="2492080" y="2715758"/>
            <a:ext cx="27530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000000"/>
                </a:solidFill>
              </a:rPr>
              <a:t>Username: </a:t>
            </a:r>
            <a:r>
              <a:rPr lang="en-US" dirty="0" smtClean="0">
                <a:solidFill>
                  <a:srgbClr val="000000"/>
                </a:solidFill>
              </a:rPr>
              <a:t>Activity</a:t>
            </a:r>
            <a:endParaRPr lang="en-US" b="1" dirty="0">
              <a:solidFill>
                <a:srgbClr val="000000"/>
              </a:solidFill>
            </a:endParaRPr>
          </a:p>
        </p:txBody>
      </p:sp>
      <p:sp>
        <p:nvSpPr>
          <p:cNvPr id="85" name="Oval 84"/>
          <p:cNvSpPr/>
          <p:nvPr/>
        </p:nvSpPr>
        <p:spPr>
          <a:xfrm>
            <a:off x="1907637" y="2645881"/>
            <a:ext cx="523278" cy="508509"/>
          </a:xfrm>
          <a:prstGeom prst="ellipse">
            <a:avLst/>
          </a:prstGeom>
          <a:noFill/>
          <a:ln w="28575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6" name="Straight Connector 85"/>
          <p:cNvCxnSpPr>
            <a:stCxn id="85" idx="1"/>
            <a:endCxn id="85" idx="5"/>
          </p:cNvCxnSpPr>
          <p:nvPr/>
        </p:nvCxnSpPr>
        <p:spPr>
          <a:xfrm>
            <a:off x="1984269" y="2720350"/>
            <a:ext cx="370014" cy="359571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Straight Connector 86"/>
          <p:cNvCxnSpPr>
            <a:stCxn id="85" idx="3"/>
            <a:endCxn id="85" idx="7"/>
          </p:cNvCxnSpPr>
          <p:nvPr/>
        </p:nvCxnSpPr>
        <p:spPr>
          <a:xfrm flipV="1">
            <a:off x="1984269" y="2720350"/>
            <a:ext cx="370014" cy="359571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" name="TextBox 87"/>
          <p:cNvSpPr txBox="1"/>
          <p:nvPr/>
        </p:nvSpPr>
        <p:spPr>
          <a:xfrm>
            <a:off x="2492080" y="3351661"/>
            <a:ext cx="27530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000000"/>
                </a:solidFill>
              </a:rPr>
              <a:t>Username: </a:t>
            </a:r>
            <a:r>
              <a:rPr lang="en-US" dirty="0" smtClean="0">
                <a:solidFill>
                  <a:srgbClr val="000000"/>
                </a:solidFill>
              </a:rPr>
              <a:t>Activity</a:t>
            </a:r>
            <a:endParaRPr lang="en-US" b="1" dirty="0">
              <a:solidFill>
                <a:srgbClr val="000000"/>
              </a:solidFill>
            </a:endParaRPr>
          </a:p>
        </p:txBody>
      </p:sp>
      <p:sp>
        <p:nvSpPr>
          <p:cNvPr id="89" name="Oval 88"/>
          <p:cNvSpPr/>
          <p:nvPr/>
        </p:nvSpPr>
        <p:spPr>
          <a:xfrm>
            <a:off x="1907637" y="3281784"/>
            <a:ext cx="523278" cy="508509"/>
          </a:xfrm>
          <a:prstGeom prst="ellipse">
            <a:avLst/>
          </a:prstGeom>
          <a:noFill/>
          <a:ln w="28575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0" name="Straight Connector 89"/>
          <p:cNvCxnSpPr>
            <a:stCxn id="89" idx="1"/>
            <a:endCxn id="89" idx="5"/>
          </p:cNvCxnSpPr>
          <p:nvPr/>
        </p:nvCxnSpPr>
        <p:spPr>
          <a:xfrm>
            <a:off x="1984269" y="3356253"/>
            <a:ext cx="370014" cy="359571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Straight Connector 90"/>
          <p:cNvCxnSpPr>
            <a:stCxn id="89" idx="3"/>
            <a:endCxn id="89" idx="7"/>
          </p:cNvCxnSpPr>
          <p:nvPr/>
        </p:nvCxnSpPr>
        <p:spPr>
          <a:xfrm flipV="1">
            <a:off x="1984269" y="3356253"/>
            <a:ext cx="370014" cy="359571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" name="TextBox 91"/>
          <p:cNvSpPr txBox="1"/>
          <p:nvPr/>
        </p:nvSpPr>
        <p:spPr>
          <a:xfrm>
            <a:off x="2484263" y="3983277"/>
            <a:ext cx="27530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000000"/>
                </a:solidFill>
              </a:rPr>
              <a:t>Username: </a:t>
            </a:r>
            <a:r>
              <a:rPr lang="en-US" dirty="0" smtClean="0">
                <a:solidFill>
                  <a:srgbClr val="000000"/>
                </a:solidFill>
              </a:rPr>
              <a:t>Activity</a:t>
            </a:r>
            <a:endParaRPr lang="en-US" b="1" dirty="0">
              <a:solidFill>
                <a:srgbClr val="000000"/>
              </a:solidFill>
            </a:endParaRPr>
          </a:p>
        </p:txBody>
      </p:sp>
      <p:sp>
        <p:nvSpPr>
          <p:cNvPr id="93" name="Oval 92"/>
          <p:cNvSpPr/>
          <p:nvPr/>
        </p:nvSpPr>
        <p:spPr>
          <a:xfrm>
            <a:off x="1899820" y="3913400"/>
            <a:ext cx="523278" cy="508509"/>
          </a:xfrm>
          <a:prstGeom prst="ellipse">
            <a:avLst/>
          </a:prstGeom>
          <a:noFill/>
          <a:ln w="28575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4" name="Straight Connector 93"/>
          <p:cNvCxnSpPr>
            <a:stCxn id="93" idx="1"/>
            <a:endCxn id="93" idx="5"/>
          </p:cNvCxnSpPr>
          <p:nvPr/>
        </p:nvCxnSpPr>
        <p:spPr>
          <a:xfrm>
            <a:off x="1976452" y="3987869"/>
            <a:ext cx="370014" cy="359571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Straight Connector 94"/>
          <p:cNvCxnSpPr>
            <a:stCxn id="93" idx="3"/>
            <a:endCxn id="93" idx="7"/>
          </p:cNvCxnSpPr>
          <p:nvPr/>
        </p:nvCxnSpPr>
        <p:spPr>
          <a:xfrm flipV="1">
            <a:off x="1976452" y="3987869"/>
            <a:ext cx="370014" cy="359571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6" name="TextBox 95"/>
          <p:cNvSpPr txBox="1"/>
          <p:nvPr/>
        </p:nvSpPr>
        <p:spPr>
          <a:xfrm>
            <a:off x="2484263" y="4611097"/>
            <a:ext cx="27530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000000"/>
                </a:solidFill>
              </a:rPr>
              <a:t>Username: </a:t>
            </a:r>
            <a:r>
              <a:rPr lang="en-US" dirty="0" smtClean="0">
                <a:solidFill>
                  <a:srgbClr val="000000"/>
                </a:solidFill>
              </a:rPr>
              <a:t>Activity</a:t>
            </a:r>
            <a:endParaRPr lang="en-US" b="1" dirty="0">
              <a:solidFill>
                <a:srgbClr val="000000"/>
              </a:solidFill>
            </a:endParaRPr>
          </a:p>
        </p:txBody>
      </p:sp>
      <p:sp>
        <p:nvSpPr>
          <p:cNvPr id="97" name="Oval 96"/>
          <p:cNvSpPr/>
          <p:nvPr/>
        </p:nvSpPr>
        <p:spPr>
          <a:xfrm>
            <a:off x="1899820" y="4541220"/>
            <a:ext cx="523278" cy="508509"/>
          </a:xfrm>
          <a:prstGeom prst="ellipse">
            <a:avLst/>
          </a:prstGeom>
          <a:noFill/>
          <a:ln w="28575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8" name="Straight Connector 97"/>
          <p:cNvCxnSpPr>
            <a:stCxn id="97" idx="1"/>
            <a:endCxn id="97" idx="5"/>
          </p:cNvCxnSpPr>
          <p:nvPr/>
        </p:nvCxnSpPr>
        <p:spPr>
          <a:xfrm>
            <a:off x="1976452" y="4615689"/>
            <a:ext cx="370014" cy="359571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Straight Connector 98"/>
          <p:cNvCxnSpPr>
            <a:stCxn id="97" idx="3"/>
            <a:endCxn id="97" idx="7"/>
          </p:cNvCxnSpPr>
          <p:nvPr/>
        </p:nvCxnSpPr>
        <p:spPr>
          <a:xfrm flipV="1">
            <a:off x="1976452" y="4615689"/>
            <a:ext cx="370014" cy="359571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" name="TextBox 99"/>
          <p:cNvSpPr txBox="1"/>
          <p:nvPr/>
        </p:nvSpPr>
        <p:spPr>
          <a:xfrm>
            <a:off x="2496891" y="5251812"/>
            <a:ext cx="27530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000000"/>
                </a:solidFill>
              </a:rPr>
              <a:t>Username: </a:t>
            </a:r>
            <a:r>
              <a:rPr lang="en-US" dirty="0" smtClean="0">
                <a:solidFill>
                  <a:srgbClr val="000000"/>
                </a:solidFill>
              </a:rPr>
              <a:t>Activity</a:t>
            </a:r>
            <a:endParaRPr lang="en-US" b="1" dirty="0">
              <a:solidFill>
                <a:srgbClr val="000000"/>
              </a:solidFill>
            </a:endParaRPr>
          </a:p>
        </p:txBody>
      </p:sp>
      <p:sp>
        <p:nvSpPr>
          <p:cNvPr id="101" name="Oval 100"/>
          <p:cNvSpPr/>
          <p:nvPr/>
        </p:nvSpPr>
        <p:spPr>
          <a:xfrm>
            <a:off x="1912448" y="5181935"/>
            <a:ext cx="523278" cy="508509"/>
          </a:xfrm>
          <a:prstGeom prst="ellipse">
            <a:avLst/>
          </a:prstGeom>
          <a:noFill/>
          <a:ln w="28575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2" name="Straight Connector 101"/>
          <p:cNvCxnSpPr>
            <a:stCxn id="101" idx="1"/>
            <a:endCxn id="101" idx="5"/>
          </p:cNvCxnSpPr>
          <p:nvPr/>
        </p:nvCxnSpPr>
        <p:spPr>
          <a:xfrm>
            <a:off x="1989080" y="5256404"/>
            <a:ext cx="370014" cy="359571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Connector 102"/>
          <p:cNvCxnSpPr>
            <a:stCxn id="101" idx="3"/>
            <a:endCxn id="101" idx="7"/>
          </p:cNvCxnSpPr>
          <p:nvPr/>
        </p:nvCxnSpPr>
        <p:spPr>
          <a:xfrm flipV="1">
            <a:off x="1989080" y="5256404"/>
            <a:ext cx="370014" cy="359571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" name="TextBox 103"/>
          <p:cNvSpPr txBox="1"/>
          <p:nvPr/>
        </p:nvSpPr>
        <p:spPr>
          <a:xfrm>
            <a:off x="2496891" y="5927499"/>
            <a:ext cx="27530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000000"/>
                </a:solidFill>
              </a:rPr>
              <a:t>Username: </a:t>
            </a:r>
            <a:r>
              <a:rPr lang="en-US" dirty="0" smtClean="0">
                <a:solidFill>
                  <a:srgbClr val="000000"/>
                </a:solidFill>
              </a:rPr>
              <a:t>Activity</a:t>
            </a:r>
            <a:endParaRPr lang="en-US" b="1" dirty="0">
              <a:solidFill>
                <a:srgbClr val="000000"/>
              </a:solidFill>
            </a:endParaRPr>
          </a:p>
        </p:txBody>
      </p:sp>
      <p:sp>
        <p:nvSpPr>
          <p:cNvPr id="105" name="Oval 104"/>
          <p:cNvSpPr/>
          <p:nvPr/>
        </p:nvSpPr>
        <p:spPr>
          <a:xfrm>
            <a:off x="1912448" y="5857622"/>
            <a:ext cx="523278" cy="508509"/>
          </a:xfrm>
          <a:prstGeom prst="ellipse">
            <a:avLst/>
          </a:prstGeom>
          <a:noFill/>
          <a:ln w="28575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6" name="Straight Connector 105"/>
          <p:cNvCxnSpPr>
            <a:stCxn id="105" idx="1"/>
            <a:endCxn id="105" idx="5"/>
          </p:cNvCxnSpPr>
          <p:nvPr/>
        </p:nvCxnSpPr>
        <p:spPr>
          <a:xfrm>
            <a:off x="1989080" y="5932091"/>
            <a:ext cx="370014" cy="359571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Connector 106"/>
          <p:cNvCxnSpPr>
            <a:stCxn id="105" idx="3"/>
            <a:endCxn id="105" idx="7"/>
          </p:cNvCxnSpPr>
          <p:nvPr/>
        </p:nvCxnSpPr>
        <p:spPr>
          <a:xfrm flipV="1">
            <a:off x="1989080" y="5932091"/>
            <a:ext cx="370014" cy="359571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9" name="TextBox 108"/>
          <p:cNvSpPr txBox="1"/>
          <p:nvPr/>
        </p:nvSpPr>
        <p:spPr>
          <a:xfrm>
            <a:off x="3635893" y="496565"/>
            <a:ext cx="274151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/>
              <a:t>HanDIYcraft | Notifications</a:t>
            </a:r>
            <a:endParaRPr lang="en-US" sz="1600" dirty="0"/>
          </a:p>
        </p:txBody>
      </p:sp>
      <p:sp>
        <p:nvSpPr>
          <p:cNvPr id="122" name="Rectangle 121"/>
          <p:cNvSpPr/>
          <p:nvPr/>
        </p:nvSpPr>
        <p:spPr>
          <a:xfrm>
            <a:off x="1187585" y="897670"/>
            <a:ext cx="1951680" cy="5944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 smtClean="0">
                <a:solidFill>
                  <a:srgbClr val="000000"/>
                </a:solidFill>
              </a:rPr>
              <a:t>LOGO</a:t>
            </a:r>
            <a:endParaRPr lang="en-US" sz="2800" dirty="0">
              <a:solidFill>
                <a:srgbClr val="000000"/>
              </a:solidFill>
            </a:endParaRPr>
          </a:p>
        </p:txBody>
      </p:sp>
      <p:pic>
        <p:nvPicPr>
          <p:cNvPr id="123" name="Picture 122" descr="home1.png"/>
          <p:cNvPicPr>
            <a:picLocks noChangeAspect="1"/>
          </p:cNvPicPr>
          <p:nvPr/>
        </p:nvPicPr>
        <p:blipFill>
          <a:blip r:embed="rId2">
            <a:biLevel thresh="7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73381" y="934195"/>
            <a:ext cx="541269" cy="541269"/>
          </a:xfrm>
          <a:prstGeom prst="rect">
            <a:avLst/>
          </a:prstGeom>
          <a:noFill/>
        </p:spPr>
      </p:pic>
      <p:sp>
        <p:nvSpPr>
          <p:cNvPr id="124" name="Heart 123"/>
          <p:cNvSpPr/>
          <p:nvPr/>
        </p:nvSpPr>
        <p:spPr>
          <a:xfrm>
            <a:off x="4182953" y="1100154"/>
            <a:ext cx="277739" cy="243182"/>
          </a:xfrm>
          <a:prstGeom prst="hear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5" name="Picture 124" descr="create1.png"/>
          <p:cNvPicPr>
            <a:picLocks noChangeAspect="1"/>
          </p:cNvPicPr>
          <p:nvPr/>
        </p:nvPicPr>
        <p:blipFill>
          <a:blip r:embed="rId4">
            <a:biLevel thresh="75000"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900000">
            <a:off x="4637804" y="1042717"/>
            <a:ext cx="339599" cy="339599"/>
          </a:xfrm>
          <a:prstGeom prst="rect">
            <a:avLst/>
          </a:prstGeom>
        </p:spPr>
      </p:pic>
      <p:pic>
        <p:nvPicPr>
          <p:cNvPr id="126" name="Picture 125" descr="Untitled-1.png"/>
          <p:cNvPicPr>
            <a:picLocks noChangeAspect="1"/>
          </p:cNvPicPr>
          <p:nvPr/>
        </p:nvPicPr>
        <p:blipFill>
          <a:blip r:embed="rId6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63190" y="1004555"/>
            <a:ext cx="380550" cy="380550"/>
          </a:xfrm>
          <a:prstGeom prst="rect">
            <a:avLst/>
          </a:prstGeom>
        </p:spPr>
      </p:pic>
      <p:pic>
        <p:nvPicPr>
          <p:cNvPr id="127" name="Picture 126" descr="power icon.jpg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05130" y="1083658"/>
            <a:ext cx="243224" cy="268459"/>
          </a:xfrm>
          <a:prstGeom prst="rect">
            <a:avLst/>
          </a:prstGeom>
        </p:spPr>
      </p:pic>
      <p:sp>
        <p:nvSpPr>
          <p:cNvPr id="128" name="Isosceles Triangle 127"/>
          <p:cNvSpPr/>
          <p:nvPr/>
        </p:nvSpPr>
        <p:spPr>
          <a:xfrm>
            <a:off x="4149574" y="1344222"/>
            <a:ext cx="338529" cy="206357"/>
          </a:xfrm>
          <a:prstGeom prst="triangl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9" name="Rectangle 128"/>
          <p:cNvSpPr/>
          <p:nvPr/>
        </p:nvSpPr>
        <p:spPr>
          <a:xfrm>
            <a:off x="4170394" y="1525937"/>
            <a:ext cx="288880" cy="7244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0" name="Rounded Rectangle 129"/>
          <p:cNvSpPr/>
          <p:nvPr/>
        </p:nvSpPr>
        <p:spPr>
          <a:xfrm>
            <a:off x="7212503" y="1085664"/>
            <a:ext cx="728750" cy="257672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 smtClean="0">
                <a:solidFill>
                  <a:srgbClr val="000000"/>
                </a:solidFill>
                <a:latin typeface="+mj-lt"/>
                <a:cs typeface="MAW "/>
              </a:rPr>
              <a:t>Log out</a:t>
            </a:r>
            <a:endParaRPr lang="en-US" sz="1100" dirty="0">
              <a:solidFill>
                <a:srgbClr val="000000"/>
              </a:solidFill>
              <a:latin typeface="+mj-lt"/>
              <a:cs typeface="MAW "/>
            </a:endParaRPr>
          </a:p>
        </p:txBody>
      </p:sp>
      <p:sp>
        <p:nvSpPr>
          <p:cNvPr id="131" name="Rounded Rectangular Callout 130"/>
          <p:cNvSpPr/>
          <p:nvPr/>
        </p:nvSpPr>
        <p:spPr>
          <a:xfrm>
            <a:off x="5602547" y="1083718"/>
            <a:ext cx="292335" cy="227940"/>
          </a:xfrm>
          <a:prstGeom prst="wedgeRoundRectCallout">
            <a:avLst>
              <a:gd name="adj1" fmla="val 35167"/>
              <a:gd name="adj2" fmla="val 73720"/>
              <a:gd name="adj3" fmla="val 16667"/>
            </a:avLst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17202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/>
          <p:nvPr/>
        </p:nvSpPr>
        <p:spPr>
          <a:xfrm>
            <a:off x="170605" y="492904"/>
            <a:ext cx="8833593" cy="398115"/>
          </a:xfrm>
          <a:prstGeom prst="roundRect">
            <a:avLst/>
          </a:prstGeom>
          <a:solidFill>
            <a:srgbClr val="D9D9D9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170605" y="834147"/>
            <a:ext cx="8833593" cy="559256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262955" y="598659"/>
            <a:ext cx="173439" cy="167848"/>
          </a:xfrm>
          <a:prstGeom prst="ellipse">
            <a:avLst/>
          </a:prstGeom>
          <a:solidFill>
            <a:srgbClr val="A6A6A6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502074" y="598659"/>
            <a:ext cx="173439" cy="167848"/>
          </a:xfrm>
          <a:prstGeom prst="ellipse">
            <a:avLst/>
          </a:prstGeom>
          <a:solidFill>
            <a:srgbClr val="A6A6A6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739853" y="598659"/>
            <a:ext cx="173439" cy="167848"/>
          </a:xfrm>
          <a:prstGeom prst="ellipse">
            <a:avLst/>
          </a:prstGeom>
          <a:solidFill>
            <a:srgbClr val="A6A6A6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1187585" y="1550579"/>
            <a:ext cx="6779137" cy="487613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8845448" y="834147"/>
            <a:ext cx="158750" cy="5592564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ounded Rectangle 22"/>
          <p:cNvSpPr/>
          <p:nvPr/>
        </p:nvSpPr>
        <p:spPr>
          <a:xfrm>
            <a:off x="8845448" y="836083"/>
            <a:ext cx="158750" cy="1727200"/>
          </a:xfrm>
          <a:prstGeom prst="roundRect">
            <a:avLst/>
          </a:prstGeom>
          <a:solidFill>
            <a:schemeClr val="tx1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ounded Rectangle 37"/>
          <p:cNvSpPr/>
          <p:nvPr/>
        </p:nvSpPr>
        <p:spPr>
          <a:xfrm>
            <a:off x="6814458" y="1683353"/>
            <a:ext cx="1029220" cy="430174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00000"/>
                </a:solidFill>
                <a:latin typeface="+mj-lt"/>
                <a:cs typeface="MAW "/>
              </a:rPr>
              <a:t>Edit</a:t>
            </a:r>
            <a:endParaRPr lang="en-US" dirty="0">
              <a:solidFill>
                <a:srgbClr val="000000"/>
              </a:solidFill>
              <a:latin typeface="+mj-lt"/>
              <a:cs typeface="MAW "/>
            </a:endParaRPr>
          </a:p>
        </p:txBody>
      </p:sp>
      <p:sp>
        <p:nvSpPr>
          <p:cNvPr id="39" name="Oval 38"/>
          <p:cNvSpPr/>
          <p:nvPr/>
        </p:nvSpPr>
        <p:spPr>
          <a:xfrm>
            <a:off x="1635864" y="1672434"/>
            <a:ext cx="2104849" cy="2045441"/>
          </a:xfrm>
          <a:prstGeom prst="ellipse">
            <a:avLst/>
          </a:prstGeom>
          <a:noFill/>
          <a:ln w="28575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0" name="Picture 39" descr="Untitled-1.png"/>
          <p:cNvPicPr>
            <a:picLocks noChangeAspect="1"/>
          </p:cNvPicPr>
          <p:nvPr/>
        </p:nvPicPr>
        <p:blipFill>
          <a:blip r:embed="rId2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0621" y="1804394"/>
            <a:ext cx="1646204" cy="1646204"/>
          </a:xfrm>
          <a:prstGeom prst="rect">
            <a:avLst/>
          </a:prstGeom>
        </p:spPr>
      </p:pic>
      <p:sp>
        <p:nvSpPr>
          <p:cNvPr id="72" name="TextBox 71"/>
          <p:cNvSpPr txBox="1"/>
          <p:nvPr/>
        </p:nvSpPr>
        <p:spPr>
          <a:xfrm>
            <a:off x="4131916" y="2616983"/>
            <a:ext cx="12160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000000"/>
                </a:solidFill>
              </a:rPr>
              <a:t>Follower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73" name="TextBox 72"/>
          <p:cNvSpPr txBox="1"/>
          <p:nvPr/>
        </p:nvSpPr>
        <p:spPr>
          <a:xfrm>
            <a:off x="5336598" y="2616983"/>
            <a:ext cx="11598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000000"/>
                </a:solidFill>
              </a:rPr>
              <a:t>Following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74" name="TextBox 73"/>
          <p:cNvSpPr txBox="1"/>
          <p:nvPr/>
        </p:nvSpPr>
        <p:spPr>
          <a:xfrm>
            <a:off x="4177522" y="2848119"/>
            <a:ext cx="9861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000000"/>
                </a:solidFill>
              </a:rPr>
              <a:t>number</a:t>
            </a:r>
            <a:endParaRPr lang="en-US" dirty="0">
              <a:solidFill>
                <a:srgbClr val="000000"/>
              </a:solidFill>
            </a:endParaRPr>
          </a:p>
        </p:txBody>
      </p:sp>
      <p:cxnSp>
        <p:nvCxnSpPr>
          <p:cNvPr id="75" name="Straight Connector 74"/>
          <p:cNvCxnSpPr/>
          <p:nvPr/>
        </p:nvCxnSpPr>
        <p:spPr>
          <a:xfrm flipV="1">
            <a:off x="5239554" y="2659128"/>
            <a:ext cx="0" cy="514968"/>
          </a:xfrm>
          <a:prstGeom prst="line">
            <a:avLst/>
          </a:prstGeom>
          <a:ln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TextBox 75"/>
          <p:cNvSpPr txBox="1"/>
          <p:nvPr/>
        </p:nvSpPr>
        <p:spPr>
          <a:xfrm>
            <a:off x="3844147" y="3091656"/>
            <a:ext cx="34797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000000"/>
                </a:solidFill>
              </a:rPr>
              <a:t>Email: </a:t>
            </a:r>
            <a:r>
              <a:rPr lang="en-US" dirty="0" err="1" smtClean="0">
                <a:solidFill>
                  <a:srgbClr val="000000"/>
                </a:solidFill>
              </a:rPr>
              <a:t>xxxxxxxx@xxxxx.com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77" name="TextBox 76"/>
          <p:cNvSpPr txBox="1"/>
          <p:nvPr/>
        </p:nvSpPr>
        <p:spPr>
          <a:xfrm>
            <a:off x="4068416" y="2018277"/>
            <a:ext cx="24587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spc="300" dirty="0" smtClean="0">
                <a:solidFill>
                  <a:srgbClr val="000000"/>
                </a:solidFill>
              </a:rPr>
              <a:t>Username</a:t>
            </a:r>
            <a:endParaRPr lang="en-US" sz="3600" b="1" spc="300" dirty="0">
              <a:solidFill>
                <a:srgbClr val="000000"/>
              </a:solidFill>
            </a:endParaRPr>
          </a:p>
        </p:txBody>
      </p:sp>
      <p:sp>
        <p:nvSpPr>
          <p:cNvPr id="80" name="TextBox 79"/>
          <p:cNvSpPr txBox="1"/>
          <p:nvPr/>
        </p:nvSpPr>
        <p:spPr>
          <a:xfrm>
            <a:off x="5398958" y="2834776"/>
            <a:ext cx="9861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000000"/>
                </a:solidFill>
              </a:rPr>
              <a:t>number</a:t>
            </a:r>
            <a:endParaRPr lang="en-US" dirty="0">
              <a:solidFill>
                <a:srgbClr val="000000"/>
              </a:solidFill>
            </a:endParaRPr>
          </a:p>
        </p:txBody>
      </p:sp>
      <p:cxnSp>
        <p:nvCxnSpPr>
          <p:cNvPr id="81" name="Straight Connector 80"/>
          <p:cNvCxnSpPr/>
          <p:nvPr/>
        </p:nvCxnSpPr>
        <p:spPr>
          <a:xfrm>
            <a:off x="1187585" y="3820583"/>
            <a:ext cx="6779138" cy="0"/>
          </a:xfrm>
          <a:prstGeom prst="line">
            <a:avLst/>
          </a:prstGeom>
          <a:ln w="1270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Rectangle 81"/>
          <p:cNvSpPr/>
          <p:nvPr/>
        </p:nvSpPr>
        <p:spPr>
          <a:xfrm>
            <a:off x="1674991" y="4026303"/>
            <a:ext cx="2603500" cy="240040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Rectangle 83"/>
          <p:cNvSpPr/>
          <p:nvPr/>
        </p:nvSpPr>
        <p:spPr>
          <a:xfrm>
            <a:off x="4878792" y="4026303"/>
            <a:ext cx="2603500" cy="240040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6" name="Straight Connector 85"/>
          <p:cNvCxnSpPr/>
          <p:nvPr/>
        </p:nvCxnSpPr>
        <p:spPr>
          <a:xfrm>
            <a:off x="1674991" y="4026303"/>
            <a:ext cx="2063235" cy="2400407"/>
          </a:xfrm>
          <a:prstGeom prst="line">
            <a:avLst/>
          </a:prstGeom>
          <a:ln w="1270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Straight Connector 86"/>
          <p:cNvCxnSpPr/>
          <p:nvPr/>
        </p:nvCxnSpPr>
        <p:spPr>
          <a:xfrm flipV="1">
            <a:off x="2238375" y="4026303"/>
            <a:ext cx="2040116" cy="2400408"/>
          </a:xfrm>
          <a:prstGeom prst="line">
            <a:avLst/>
          </a:prstGeom>
          <a:ln w="1270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Straight Connector 87"/>
          <p:cNvCxnSpPr/>
          <p:nvPr/>
        </p:nvCxnSpPr>
        <p:spPr>
          <a:xfrm>
            <a:off x="4878792" y="4024585"/>
            <a:ext cx="2058583" cy="2402125"/>
          </a:xfrm>
          <a:prstGeom prst="line">
            <a:avLst/>
          </a:prstGeom>
          <a:ln w="1270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Straight Connector 88"/>
          <p:cNvCxnSpPr/>
          <p:nvPr/>
        </p:nvCxnSpPr>
        <p:spPr>
          <a:xfrm flipV="1">
            <a:off x="5398958" y="4024585"/>
            <a:ext cx="2083334" cy="2402125"/>
          </a:xfrm>
          <a:prstGeom prst="line">
            <a:avLst/>
          </a:prstGeom>
          <a:ln w="1270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4" name="TextBox 93"/>
          <p:cNvSpPr txBox="1"/>
          <p:nvPr/>
        </p:nvSpPr>
        <p:spPr>
          <a:xfrm>
            <a:off x="3635893" y="496565"/>
            <a:ext cx="274151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/>
              <a:t>HanDIYcraft | Profile</a:t>
            </a:r>
            <a:endParaRPr lang="en-US" sz="1600" dirty="0"/>
          </a:p>
        </p:txBody>
      </p:sp>
      <p:sp>
        <p:nvSpPr>
          <p:cNvPr id="55" name="Rectangle 54"/>
          <p:cNvSpPr/>
          <p:nvPr/>
        </p:nvSpPr>
        <p:spPr>
          <a:xfrm>
            <a:off x="1187585" y="897670"/>
            <a:ext cx="1951680" cy="5944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 smtClean="0">
                <a:solidFill>
                  <a:srgbClr val="000000"/>
                </a:solidFill>
              </a:rPr>
              <a:t>LOGO</a:t>
            </a:r>
            <a:endParaRPr lang="en-US" sz="2800" dirty="0">
              <a:solidFill>
                <a:srgbClr val="000000"/>
              </a:solidFill>
            </a:endParaRPr>
          </a:p>
        </p:txBody>
      </p:sp>
      <p:pic>
        <p:nvPicPr>
          <p:cNvPr id="56" name="Picture 55" descr="home1.png"/>
          <p:cNvPicPr>
            <a:picLocks noChangeAspect="1"/>
          </p:cNvPicPr>
          <p:nvPr/>
        </p:nvPicPr>
        <p:blipFill>
          <a:blip r:embed="rId3">
            <a:biLevel thresh="75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73381" y="934195"/>
            <a:ext cx="541269" cy="541269"/>
          </a:xfrm>
          <a:prstGeom prst="rect">
            <a:avLst/>
          </a:prstGeom>
          <a:noFill/>
        </p:spPr>
      </p:pic>
      <p:sp>
        <p:nvSpPr>
          <p:cNvPr id="57" name="Heart 56"/>
          <p:cNvSpPr/>
          <p:nvPr/>
        </p:nvSpPr>
        <p:spPr>
          <a:xfrm>
            <a:off x="4182953" y="1100154"/>
            <a:ext cx="277739" cy="243182"/>
          </a:xfrm>
          <a:prstGeom prst="hear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8" name="Picture 57" descr="create1.png"/>
          <p:cNvPicPr>
            <a:picLocks noChangeAspect="1"/>
          </p:cNvPicPr>
          <p:nvPr/>
        </p:nvPicPr>
        <p:blipFill>
          <a:blip r:embed="rId5">
            <a:biLevel thresh="75000"/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-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900000">
            <a:off x="4637804" y="1042717"/>
            <a:ext cx="339599" cy="339599"/>
          </a:xfrm>
          <a:prstGeom prst="rect">
            <a:avLst/>
          </a:prstGeom>
        </p:spPr>
      </p:pic>
      <p:pic>
        <p:nvPicPr>
          <p:cNvPr id="59" name="Picture 58" descr="Untitled-1.png"/>
          <p:cNvPicPr>
            <a:picLocks noChangeAspect="1"/>
          </p:cNvPicPr>
          <p:nvPr/>
        </p:nvPicPr>
        <p:blipFill>
          <a:blip r:embed="rId2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63190" y="1004555"/>
            <a:ext cx="380550" cy="380550"/>
          </a:xfrm>
          <a:prstGeom prst="rect">
            <a:avLst/>
          </a:prstGeom>
        </p:spPr>
      </p:pic>
      <p:pic>
        <p:nvPicPr>
          <p:cNvPr id="60" name="Picture 59" descr="power icon.jpg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05130" y="1083658"/>
            <a:ext cx="243224" cy="268459"/>
          </a:xfrm>
          <a:prstGeom prst="rect">
            <a:avLst/>
          </a:prstGeom>
        </p:spPr>
      </p:pic>
      <p:sp>
        <p:nvSpPr>
          <p:cNvPr id="61" name="Isosceles Triangle 60"/>
          <p:cNvSpPr/>
          <p:nvPr/>
        </p:nvSpPr>
        <p:spPr>
          <a:xfrm>
            <a:off x="3676602" y="1344222"/>
            <a:ext cx="338529" cy="206357"/>
          </a:xfrm>
          <a:prstGeom prst="triangl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Rectangle 61"/>
          <p:cNvSpPr/>
          <p:nvPr/>
        </p:nvSpPr>
        <p:spPr>
          <a:xfrm>
            <a:off x="3697422" y="1525937"/>
            <a:ext cx="288880" cy="7244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Rounded Rectangle 62"/>
          <p:cNvSpPr/>
          <p:nvPr/>
        </p:nvSpPr>
        <p:spPr>
          <a:xfrm>
            <a:off x="7212503" y="1085664"/>
            <a:ext cx="728750" cy="257672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 smtClean="0">
                <a:solidFill>
                  <a:srgbClr val="000000"/>
                </a:solidFill>
                <a:latin typeface="+mj-lt"/>
                <a:cs typeface="MAW "/>
              </a:rPr>
              <a:t>Log out</a:t>
            </a:r>
            <a:endParaRPr lang="en-US" sz="1100" dirty="0">
              <a:solidFill>
                <a:srgbClr val="000000"/>
              </a:solidFill>
              <a:latin typeface="+mj-lt"/>
              <a:cs typeface="MAW "/>
            </a:endParaRPr>
          </a:p>
        </p:txBody>
      </p:sp>
      <p:sp>
        <p:nvSpPr>
          <p:cNvPr id="64" name="Rounded Rectangular Callout 63"/>
          <p:cNvSpPr/>
          <p:nvPr/>
        </p:nvSpPr>
        <p:spPr>
          <a:xfrm>
            <a:off x="5602547" y="1083718"/>
            <a:ext cx="292335" cy="227940"/>
          </a:xfrm>
          <a:prstGeom prst="wedgeRoundRectCallout">
            <a:avLst>
              <a:gd name="adj1" fmla="val 35167"/>
              <a:gd name="adj2" fmla="val 73720"/>
              <a:gd name="adj3" fmla="val 16667"/>
            </a:avLst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22581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/>
          <p:nvPr/>
        </p:nvSpPr>
        <p:spPr>
          <a:xfrm>
            <a:off x="170605" y="492904"/>
            <a:ext cx="8833593" cy="398115"/>
          </a:xfrm>
          <a:prstGeom prst="roundRect">
            <a:avLst/>
          </a:prstGeom>
          <a:solidFill>
            <a:srgbClr val="D9D9D9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170605" y="834147"/>
            <a:ext cx="8833593" cy="559256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262955" y="598659"/>
            <a:ext cx="173439" cy="167848"/>
          </a:xfrm>
          <a:prstGeom prst="ellipse">
            <a:avLst/>
          </a:prstGeom>
          <a:solidFill>
            <a:srgbClr val="A6A6A6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502074" y="598659"/>
            <a:ext cx="173439" cy="167848"/>
          </a:xfrm>
          <a:prstGeom prst="ellipse">
            <a:avLst/>
          </a:prstGeom>
          <a:solidFill>
            <a:srgbClr val="A6A6A6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739853" y="598659"/>
            <a:ext cx="173439" cy="167848"/>
          </a:xfrm>
          <a:prstGeom prst="ellipse">
            <a:avLst/>
          </a:prstGeom>
          <a:solidFill>
            <a:srgbClr val="A6A6A6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1187585" y="835119"/>
            <a:ext cx="6779137" cy="559159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8845448" y="834147"/>
            <a:ext cx="158750" cy="5592564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ounded Rectangle 22"/>
          <p:cNvSpPr/>
          <p:nvPr/>
        </p:nvSpPr>
        <p:spPr>
          <a:xfrm>
            <a:off x="8845448" y="3091656"/>
            <a:ext cx="158750" cy="1727200"/>
          </a:xfrm>
          <a:prstGeom prst="roundRect">
            <a:avLst/>
          </a:prstGeom>
          <a:solidFill>
            <a:schemeClr val="tx1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/>
          <p:cNvSpPr/>
          <p:nvPr/>
        </p:nvSpPr>
        <p:spPr>
          <a:xfrm>
            <a:off x="1682750" y="1027662"/>
            <a:ext cx="2603500" cy="345511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/>
          <p:cNvSpPr/>
          <p:nvPr/>
        </p:nvSpPr>
        <p:spPr>
          <a:xfrm>
            <a:off x="1682750" y="4085140"/>
            <a:ext cx="2603500" cy="39763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/>
          <p:cNvSpPr/>
          <p:nvPr/>
        </p:nvSpPr>
        <p:spPr>
          <a:xfrm>
            <a:off x="4886551" y="1027662"/>
            <a:ext cx="2603500" cy="345511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/>
          <p:cNvSpPr/>
          <p:nvPr/>
        </p:nvSpPr>
        <p:spPr>
          <a:xfrm>
            <a:off x="4886551" y="4085140"/>
            <a:ext cx="2603500" cy="39763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4" name="Straight Connector 43"/>
          <p:cNvCxnSpPr/>
          <p:nvPr/>
        </p:nvCxnSpPr>
        <p:spPr>
          <a:xfrm>
            <a:off x="1682750" y="1027662"/>
            <a:ext cx="2603500" cy="3057478"/>
          </a:xfrm>
          <a:prstGeom prst="line">
            <a:avLst/>
          </a:prstGeom>
          <a:ln w="1270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/>
          <p:cNvCxnSpPr/>
          <p:nvPr/>
        </p:nvCxnSpPr>
        <p:spPr>
          <a:xfrm flipV="1">
            <a:off x="1682750" y="1027662"/>
            <a:ext cx="2603500" cy="3057478"/>
          </a:xfrm>
          <a:prstGeom prst="line">
            <a:avLst/>
          </a:prstGeom>
          <a:ln w="1270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/>
          <p:cNvCxnSpPr/>
          <p:nvPr/>
        </p:nvCxnSpPr>
        <p:spPr>
          <a:xfrm>
            <a:off x="4886551" y="1025944"/>
            <a:ext cx="2603500" cy="3057478"/>
          </a:xfrm>
          <a:prstGeom prst="line">
            <a:avLst/>
          </a:prstGeom>
          <a:ln w="1270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/>
          <p:cNvCxnSpPr/>
          <p:nvPr/>
        </p:nvCxnSpPr>
        <p:spPr>
          <a:xfrm flipV="1">
            <a:off x="4886551" y="1025944"/>
            <a:ext cx="2603500" cy="3057478"/>
          </a:xfrm>
          <a:prstGeom prst="line">
            <a:avLst/>
          </a:prstGeom>
          <a:ln w="1270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1651000" y="4084609"/>
            <a:ext cx="1863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srgbClr val="000000"/>
                </a:solidFill>
              </a:rPr>
              <a:t>“ Tutorial Name ”</a:t>
            </a:r>
            <a:endParaRPr lang="en-US" b="1" dirty="0">
              <a:solidFill>
                <a:srgbClr val="000000"/>
              </a:solidFill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3362605" y="4156948"/>
            <a:ext cx="87904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>
                <a:solidFill>
                  <a:srgbClr val="000000"/>
                </a:solidFill>
              </a:rPr>
              <a:t>No. of likes</a:t>
            </a:r>
            <a:endParaRPr lang="en-US" sz="1200" dirty="0">
              <a:solidFill>
                <a:srgbClr val="000000"/>
              </a:solidFill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4915279" y="4095922"/>
            <a:ext cx="1863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srgbClr val="000000"/>
                </a:solidFill>
              </a:rPr>
              <a:t>“ Tutorial Name ”</a:t>
            </a:r>
            <a:endParaRPr lang="en-US" b="1" dirty="0">
              <a:solidFill>
                <a:srgbClr val="000000"/>
              </a:solidFill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6626884" y="4168261"/>
            <a:ext cx="87904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>
                <a:solidFill>
                  <a:srgbClr val="000000"/>
                </a:solidFill>
              </a:rPr>
              <a:t>No. of likes</a:t>
            </a:r>
            <a:endParaRPr lang="en-US" sz="1200" dirty="0">
              <a:solidFill>
                <a:srgbClr val="000000"/>
              </a:solidFill>
            </a:endParaRPr>
          </a:p>
        </p:txBody>
      </p:sp>
      <p:sp>
        <p:nvSpPr>
          <p:cNvPr id="55" name="Rectangle 54"/>
          <p:cNvSpPr/>
          <p:nvPr/>
        </p:nvSpPr>
        <p:spPr>
          <a:xfrm>
            <a:off x="1682750" y="4940617"/>
            <a:ext cx="2603500" cy="148609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Rectangle 55"/>
          <p:cNvSpPr/>
          <p:nvPr/>
        </p:nvSpPr>
        <p:spPr>
          <a:xfrm>
            <a:off x="4886551" y="4940619"/>
            <a:ext cx="2603500" cy="148609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7" name="Straight Connector 56"/>
          <p:cNvCxnSpPr/>
          <p:nvPr/>
        </p:nvCxnSpPr>
        <p:spPr>
          <a:xfrm>
            <a:off x="1682750" y="4940618"/>
            <a:ext cx="1508125" cy="1486093"/>
          </a:xfrm>
          <a:prstGeom prst="line">
            <a:avLst/>
          </a:prstGeom>
          <a:ln w="1270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/>
          <p:cNvCxnSpPr/>
          <p:nvPr/>
        </p:nvCxnSpPr>
        <p:spPr>
          <a:xfrm flipV="1">
            <a:off x="2682875" y="4940619"/>
            <a:ext cx="1603375" cy="1486091"/>
          </a:xfrm>
          <a:prstGeom prst="line">
            <a:avLst/>
          </a:prstGeom>
          <a:ln w="1270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/>
          <p:cNvCxnSpPr/>
          <p:nvPr/>
        </p:nvCxnSpPr>
        <p:spPr>
          <a:xfrm>
            <a:off x="4886551" y="4938900"/>
            <a:ext cx="1490853" cy="1487811"/>
          </a:xfrm>
          <a:prstGeom prst="line">
            <a:avLst/>
          </a:prstGeom>
          <a:ln w="1270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/>
          <p:cNvCxnSpPr/>
          <p:nvPr/>
        </p:nvCxnSpPr>
        <p:spPr>
          <a:xfrm flipV="1">
            <a:off x="5905500" y="4938901"/>
            <a:ext cx="1584551" cy="1487809"/>
          </a:xfrm>
          <a:prstGeom prst="line">
            <a:avLst/>
          </a:prstGeom>
          <a:ln w="1270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TextBox 67"/>
          <p:cNvSpPr txBox="1"/>
          <p:nvPr/>
        </p:nvSpPr>
        <p:spPr>
          <a:xfrm>
            <a:off x="3635893" y="496565"/>
            <a:ext cx="274151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/>
              <a:t>HanDIYcraft | Profile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15622519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/>
          <p:nvPr/>
        </p:nvSpPr>
        <p:spPr>
          <a:xfrm>
            <a:off x="170605" y="492904"/>
            <a:ext cx="8833593" cy="398115"/>
          </a:xfrm>
          <a:prstGeom prst="roundRect">
            <a:avLst/>
          </a:prstGeom>
          <a:solidFill>
            <a:srgbClr val="D9D9D9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170605" y="834147"/>
            <a:ext cx="8833593" cy="559256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262955" y="598659"/>
            <a:ext cx="173439" cy="167848"/>
          </a:xfrm>
          <a:prstGeom prst="ellipse">
            <a:avLst/>
          </a:prstGeom>
          <a:solidFill>
            <a:srgbClr val="A6A6A6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502074" y="598659"/>
            <a:ext cx="173439" cy="167848"/>
          </a:xfrm>
          <a:prstGeom prst="ellipse">
            <a:avLst/>
          </a:prstGeom>
          <a:solidFill>
            <a:srgbClr val="A6A6A6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739853" y="598659"/>
            <a:ext cx="173439" cy="167848"/>
          </a:xfrm>
          <a:prstGeom prst="ellipse">
            <a:avLst/>
          </a:prstGeom>
          <a:solidFill>
            <a:srgbClr val="A6A6A6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1187585" y="1550579"/>
            <a:ext cx="6779137" cy="487613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8845448" y="834147"/>
            <a:ext cx="158750" cy="5592564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ounded Rectangle 22"/>
          <p:cNvSpPr/>
          <p:nvPr/>
        </p:nvSpPr>
        <p:spPr>
          <a:xfrm>
            <a:off x="8845448" y="836083"/>
            <a:ext cx="158750" cy="1727200"/>
          </a:xfrm>
          <a:prstGeom prst="roundRect">
            <a:avLst/>
          </a:prstGeom>
          <a:solidFill>
            <a:schemeClr val="tx1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/>
          <p:cNvSpPr/>
          <p:nvPr/>
        </p:nvSpPr>
        <p:spPr>
          <a:xfrm>
            <a:off x="2298861" y="2193454"/>
            <a:ext cx="1680807" cy="1633367"/>
          </a:xfrm>
          <a:prstGeom prst="ellipse">
            <a:avLst/>
          </a:prstGeom>
          <a:noFill/>
          <a:ln w="28575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0" name="Picture 39" descr="Untitled-1.png"/>
          <p:cNvPicPr>
            <a:picLocks noChangeAspect="1"/>
          </p:cNvPicPr>
          <p:nvPr/>
        </p:nvPicPr>
        <p:blipFill>
          <a:blip r:embed="rId2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5653" y="2312829"/>
            <a:ext cx="1314560" cy="1314560"/>
          </a:xfrm>
          <a:prstGeom prst="rect">
            <a:avLst/>
          </a:prstGeom>
        </p:spPr>
      </p:pic>
      <p:sp>
        <p:nvSpPr>
          <p:cNvPr id="94" name="TextBox 93"/>
          <p:cNvSpPr txBox="1"/>
          <p:nvPr/>
        </p:nvSpPr>
        <p:spPr>
          <a:xfrm>
            <a:off x="3635893" y="496565"/>
            <a:ext cx="274151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/>
              <a:t>HanDIYcraft | Edit Profile</a:t>
            </a:r>
            <a:endParaRPr lang="en-US" sz="1600" dirty="0"/>
          </a:p>
        </p:txBody>
      </p:sp>
      <p:sp>
        <p:nvSpPr>
          <p:cNvPr id="37" name="Rounded Rectangle 36"/>
          <p:cNvSpPr/>
          <p:nvPr/>
        </p:nvSpPr>
        <p:spPr>
          <a:xfrm>
            <a:off x="1907720" y="3966927"/>
            <a:ext cx="2463089" cy="456833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spc="300" dirty="0" smtClean="0">
                <a:solidFill>
                  <a:srgbClr val="000000"/>
                </a:solidFill>
                <a:latin typeface="+mj-lt"/>
                <a:cs typeface="MAW "/>
              </a:rPr>
              <a:t>Browse Picture</a:t>
            </a:r>
            <a:endParaRPr lang="en-US" sz="2000" spc="300" dirty="0">
              <a:solidFill>
                <a:srgbClr val="000000"/>
              </a:solidFill>
              <a:latin typeface="+mj-lt"/>
              <a:cs typeface="MAW "/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4989082" y="2852556"/>
            <a:ext cx="2463089" cy="55711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i="1" dirty="0" smtClean="0">
                <a:solidFill>
                  <a:schemeClr val="tx1"/>
                </a:solidFill>
              </a:rPr>
              <a:t>Username</a:t>
            </a:r>
            <a:endParaRPr lang="en-US" i="1" dirty="0">
              <a:solidFill>
                <a:schemeClr val="tx1"/>
              </a:solidFill>
            </a:endParaRPr>
          </a:p>
        </p:txBody>
      </p:sp>
      <p:sp>
        <p:nvSpPr>
          <p:cNvPr id="44" name="Rectangle 43"/>
          <p:cNvSpPr/>
          <p:nvPr/>
        </p:nvSpPr>
        <p:spPr>
          <a:xfrm>
            <a:off x="4989082" y="3409673"/>
            <a:ext cx="2463089" cy="55711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i="1" dirty="0" smtClean="0">
                <a:solidFill>
                  <a:schemeClr val="tx1"/>
                </a:solidFill>
              </a:rPr>
              <a:t>E-mail</a:t>
            </a:r>
            <a:endParaRPr lang="en-US" i="1" dirty="0">
              <a:solidFill>
                <a:schemeClr val="tx1"/>
              </a:solidFill>
            </a:endParaRPr>
          </a:p>
        </p:txBody>
      </p:sp>
      <p:cxnSp>
        <p:nvCxnSpPr>
          <p:cNvPr id="46" name="Straight Connector 45"/>
          <p:cNvCxnSpPr/>
          <p:nvPr/>
        </p:nvCxnSpPr>
        <p:spPr>
          <a:xfrm flipV="1">
            <a:off x="4612770" y="2193454"/>
            <a:ext cx="0" cy="2402641"/>
          </a:xfrm>
          <a:prstGeom prst="line">
            <a:avLst/>
          </a:prstGeom>
          <a:ln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Rounded Rectangle 48"/>
          <p:cNvSpPr/>
          <p:nvPr/>
        </p:nvSpPr>
        <p:spPr>
          <a:xfrm>
            <a:off x="6814458" y="1683353"/>
            <a:ext cx="1029220" cy="430174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00000"/>
                </a:solidFill>
                <a:latin typeface="+mj-lt"/>
                <a:cs typeface="MAW "/>
              </a:rPr>
              <a:t>Save</a:t>
            </a:r>
            <a:endParaRPr lang="en-US" dirty="0">
              <a:solidFill>
                <a:srgbClr val="000000"/>
              </a:solidFill>
              <a:latin typeface="+mj-lt"/>
              <a:cs typeface="MAW "/>
            </a:endParaRPr>
          </a:p>
        </p:txBody>
      </p:sp>
      <p:cxnSp>
        <p:nvCxnSpPr>
          <p:cNvPr id="50" name="Straight Connector 49"/>
          <p:cNvCxnSpPr/>
          <p:nvPr/>
        </p:nvCxnSpPr>
        <p:spPr>
          <a:xfrm>
            <a:off x="1583696" y="4919413"/>
            <a:ext cx="6058147" cy="0"/>
          </a:xfrm>
          <a:prstGeom prst="line">
            <a:avLst/>
          </a:prstGeom>
          <a:ln w="1270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Rounded Rectangle 51"/>
          <p:cNvSpPr/>
          <p:nvPr/>
        </p:nvSpPr>
        <p:spPr>
          <a:xfrm>
            <a:off x="3128649" y="5143752"/>
            <a:ext cx="3009508" cy="456833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smtClean="0">
                <a:solidFill>
                  <a:srgbClr val="000000"/>
                </a:solidFill>
                <a:latin typeface="+mj-lt"/>
                <a:cs typeface="MAW "/>
              </a:rPr>
              <a:t>Change Password</a:t>
            </a:r>
            <a:endParaRPr lang="en-US" sz="2000" dirty="0">
              <a:solidFill>
                <a:srgbClr val="000000"/>
              </a:solidFill>
              <a:latin typeface="+mj-lt"/>
              <a:cs typeface="MAW "/>
            </a:endParaRPr>
          </a:p>
        </p:txBody>
      </p:sp>
      <p:sp>
        <p:nvSpPr>
          <p:cNvPr id="53" name="Rounded Rectangle 52"/>
          <p:cNvSpPr/>
          <p:nvPr/>
        </p:nvSpPr>
        <p:spPr>
          <a:xfrm>
            <a:off x="3128649" y="5747336"/>
            <a:ext cx="3009508" cy="456833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smtClean="0">
                <a:solidFill>
                  <a:srgbClr val="000000"/>
                </a:solidFill>
                <a:latin typeface="+mj-lt"/>
                <a:cs typeface="MAW "/>
              </a:rPr>
              <a:t>Delete Account</a:t>
            </a:r>
            <a:endParaRPr lang="en-US" sz="2000" dirty="0">
              <a:solidFill>
                <a:srgbClr val="000000"/>
              </a:solidFill>
              <a:latin typeface="+mj-lt"/>
              <a:cs typeface="MAW "/>
            </a:endParaRPr>
          </a:p>
        </p:txBody>
      </p:sp>
      <p:sp>
        <p:nvSpPr>
          <p:cNvPr id="65" name="Rectangle 64"/>
          <p:cNvSpPr/>
          <p:nvPr/>
        </p:nvSpPr>
        <p:spPr>
          <a:xfrm>
            <a:off x="1187585" y="897670"/>
            <a:ext cx="1951680" cy="5944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 smtClean="0">
                <a:solidFill>
                  <a:srgbClr val="000000"/>
                </a:solidFill>
              </a:rPr>
              <a:t>LOGO</a:t>
            </a:r>
            <a:endParaRPr lang="en-US" sz="2800" dirty="0">
              <a:solidFill>
                <a:srgbClr val="000000"/>
              </a:solidFill>
            </a:endParaRPr>
          </a:p>
        </p:txBody>
      </p:sp>
      <p:pic>
        <p:nvPicPr>
          <p:cNvPr id="66" name="Picture 65" descr="home1.png"/>
          <p:cNvPicPr>
            <a:picLocks noChangeAspect="1"/>
          </p:cNvPicPr>
          <p:nvPr/>
        </p:nvPicPr>
        <p:blipFill>
          <a:blip r:embed="rId3">
            <a:biLevel thresh="75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73381" y="934195"/>
            <a:ext cx="541269" cy="541269"/>
          </a:xfrm>
          <a:prstGeom prst="rect">
            <a:avLst/>
          </a:prstGeom>
          <a:noFill/>
        </p:spPr>
      </p:pic>
      <p:sp>
        <p:nvSpPr>
          <p:cNvPr id="67" name="Heart 66"/>
          <p:cNvSpPr/>
          <p:nvPr/>
        </p:nvSpPr>
        <p:spPr>
          <a:xfrm>
            <a:off x="4182953" y="1100154"/>
            <a:ext cx="277739" cy="243182"/>
          </a:xfrm>
          <a:prstGeom prst="hear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8" name="Picture 67" descr="create1.png"/>
          <p:cNvPicPr>
            <a:picLocks noChangeAspect="1"/>
          </p:cNvPicPr>
          <p:nvPr/>
        </p:nvPicPr>
        <p:blipFill>
          <a:blip r:embed="rId5">
            <a:biLevel thresh="75000"/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-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900000">
            <a:off x="4637804" y="1042717"/>
            <a:ext cx="339599" cy="339599"/>
          </a:xfrm>
          <a:prstGeom prst="rect">
            <a:avLst/>
          </a:prstGeom>
        </p:spPr>
      </p:pic>
      <p:pic>
        <p:nvPicPr>
          <p:cNvPr id="69" name="Picture 68" descr="Untitled-1.png"/>
          <p:cNvPicPr>
            <a:picLocks noChangeAspect="1"/>
          </p:cNvPicPr>
          <p:nvPr/>
        </p:nvPicPr>
        <p:blipFill>
          <a:blip r:embed="rId2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63190" y="1004555"/>
            <a:ext cx="380550" cy="380550"/>
          </a:xfrm>
          <a:prstGeom prst="rect">
            <a:avLst/>
          </a:prstGeom>
        </p:spPr>
      </p:pic>
      <p:pic>
        <p:nvPicPr>
          <p:cNvPr id="70" name="Picture 69" descr="power icon.jpg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05130" y="1083658"/>
            <a:ext cx="243224" cy="268459"/>
          </a:xfrm>
          <a:prstGeom prst="rect">
            <a:avLst/>
          </a:prstGeom>
        </p:spPr>
      </p:pic>
      <p:sp>
        <p:nvSpPr>
          <p:cNvPr id="71" name="Rounded Rectangle 70"/>
          <p:cNvSpPr/>
          <p:nvPr/>
        </p:nvSpPr>
        <p:spPr>
          <a:xfrm>
            <a:off x="7212503" y="1085664"/>
            <a:ext cx="728750" cy="257672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 smtClean="0">
                <a:solidFill>
                  <a:srgbClr val="000000"/>
                </a:solidFill>
                <a:latin typeface="+mj-lt"/>
                <a:cs typeface="MAW "/>
              </a:rPr>
              <a:t>Log out</a:t>
            </a:r>
            <a:endParaRPr lang="en-US" sz="1100" dirty="0">
              <a:solidFill>
                <a:srgbClr val="000000"/>
              </a:solidFill>
              <a:latin typeface="+mj-lt"/>
              <a:cs typeface="MAW "/>
            </a:endParaRPr>
          </a:p>
        </p:txBody>
      </p:sp>
      <p:sp>
        <p:nvSpPr>
          <p:cNvPr id="72" name="Rounded Rectangular Callout 71"/>
          <p:cNvSpPr/>
          <p:nvPr/>
        </p:nvSpPr>
        <p:spPr>
          <a:xfrm>
            <a:off x="5602547" y="1083718"/>
            <a:ext cx="292335" cy="227940"/>
          </a:xfrm>
          <a:prstGeom prst="wedgeRoundRectCallout">
            <a:avLst>
              <a:gd name="adj1" fmla="val 35167"/>
              <a:gd name="adj2" fmla="val 73720"/>
              <a:gd name="adj3" fmla="val 16667"/>
            </a:avLst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Isosceles Triangle 72"/>
          <p:cNvSpPr/>
          <p:nvPr/>
        </p:nvSpPr>
        <p:spPr>
          <a:xfrm>
            <a:off x="5083630" y="1344222"/>
            <a:ext cx="338529" cy="206357"/>
          </a:xfrm>
          <a:prstGeom prst="triangl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Rectangle 73"/>
          <p:cNvSpPr/>
          <p:nvPr/>
        </p:nvSpPr>
        <p:spPr>
          <a:xfrm>
            <a:off x="5117171" y="1520253"/>
            <a:ext cx="288880" cy="7244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574316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/>
          <p:nvPr/>
        </p:nvSpPr>
        <p:spPr>
          <a:xfrm>
            <a:off x="170605" y="492904"/>
            <a:ext cx="8833593" cy="398115"/>
          </a:xfrm>
          <a:prstGeom prst="roundRect">
            <a:avLst/>
          </a:prstGeom>
          <a:solidFill>
            <a:srgbClr val="D9D9D9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170605" y="834147"/>
            <a:ext cx="8833593" cy="559256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262955" y="598659"/>
            <a:ext cx="173439" cy="167848"/>
          </a:xfrm>
          <a:prstGeom prst="ellipse">
            <a:avLst/>
          </a:prstGeom>
          <a:solidFill>
            <a:srgbClr val="A6A6A6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502074" y="598659"/>
            <a:ext cx="173439" cy="167848"/>
          </a:xfrm>
          <a:prstGeom prst="ellipse">
            <a:avLst/>
          </a:prstGeom>
          <a:solidFill>
            <a:srgbClr val="A6A6A6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739853" y="598659"/>
            <a:ext cx="173439" cy="167848"/>
          </a:xfrm>
          <a:prstGeom prst="ellipse">
            <a:avLst/>
          </a:prstGeom>
          <a:solidFill>
            <a:srgbClr val="A6A6A6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1187585" y="1550579"/>
            <a:ext cx="6779137" cy="487613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8845448" y="834147"/>
            <a:ext cx="158750" cy="5592564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ounded Rectangle 22"/>
          <p:cNvSpPr/>
          <p:nvPr/>
        </p:nvSpPr>
        <p:spPr>
          <a:xfrm>
            <a:off x="8845448" y="836083"/>
            <a:ext cx="158750" cy="1727200"/>
          </a:xfrm>
          <a:prstGeom prst="roundRect">
            <a:avLst/>
          </a:prstGeom>
          <a:solidFill>
            <a:schemeClr val="tx1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" name="TextBox 93"/>
          <p:cNvSpPr txBox="1"/>
          <p:nvPr/>
        </p:nvSpPr>
        <p:spPr>
          <a:xfrm>
            <a:off x="3635893" y="496565"/>
            <a:ext cx="332468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/>
              <a:t>HanDIYcraft | Change Password</a:t>
            </a:r>
            <a:endParaRPr lang="en-US" sz="1600" dirty="0"/>
          </a:p>
        </p:txBody>
      </p:sp>
      <p:sp>
        <p:nvSpPr>
          <p:cNvPr id="49" name="Rounded Rectangle 48"/>
          <p:cNvSpPr/>
          <p:nvPr/>
        </p:nvSpPr>
        <p:spPr>
          <a:xfrm>
            <a:off x="3407595" y="4651896"/>
            <a:ext cx="2463089" cy="430174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00000"/>
                </a:solidFill>
                <a:latin typeface="+mj-lt"/>
                <a:cs typeface="MAW "/>
              </a:rPr>
              <a:t>Save</a:t>
            </a:r>
            <a:endParaRPr lang="en-US" dirty="0">
              <a:solidFill>
                <a:srgbClr val="000000"/>
              </a:solidFill>
              <a:latin typeface="+mj-lt"/>
              <a:cs typeface="MAW 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3407596" y="2712510"/>
            <a:ext cx="2463089" cy="55711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i="1" dirty="0" smtClean="0">
                <a:solidFill>
                  <a:schemeClr val="tx1"/>
                </a:solidFill>
              </a:rPr>
              <a:t>Current Password</a:t>
            </a:r>
            <a:endParaRPr lang="en-US" i="1" dirty="0">
              <a:solidFill>
                <a:schemeClr val="tx1"/>
              </a:solidFill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3407596" y="3265610"/>
            <a:ext cx="2463089" cy="55711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i="1" dirty="0" smtClean="0">
                <a:solidFill>
                  <a:schemeClr val="tx1"/>
                </a:solidFill>
              </a:rPr>
              <a:t>New Password</a:t>
            </a:r>
            <a:endParaRPr lang="en-US" i="1" dirty="0">
              <a:solidFill>
                <a:schemeClr val="tx1"/>
              </a:solidFill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3407596" y="3822727"/>
            <a:ext cx="2463089" cy="55711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i="1" dirty="0" smtClean="0">
                <a:solidFill>
                  <a:schemeClr val="tx1"/>
                </a:solidFill>
              </a:rPr>
              <a:t>Re-New Password</a:t>
            </a:r>
            <a:endParaRPr lang="en-US" i="1" dirty="0">
              <a:solidFill>
                <a:schemeClr val="tx1"/>
              </a:solidFill>
            </a:endParaRPr>
          </a:p>
        </p:txBody>
      </p:sp>
      <p:sp>
        <p:nvSpPr>
          <p:cNvPr id="44" name="Rectangle 43"/>
          <p:cNvSpPr/>
          <p:nvPr/>
        </p:nvSpPr>
        <p:spPr>
          <a:xfrm>
            <a:off x="1187585" y="897670"/>
            <a:ext cx="1951680" cy="5944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 smtClean="0">
                <a:solidFill>
                  <a:srgbClr val="000000"/>
                </a:solidFill>
              </a:rPr>
              <a:t>LOGO</a:t>
            </a:r>
            <a:endParaRPr lang="en-US" sz="2800" dirty="0">
              <a:solidFill>
                <a:srgbClr val="000000"/>
              </a:solidFill>
            </a:endParaRPr>
          </a:p>
        </p:txBody>
      </p:sp>
      <p:pic>
        <p:nvPicPr>
          <p:cNvPr id="45" name="Picture 44" descr="home1.png"/>
          <p:cNvPicPr>
            <a:picLocks noChangeAspect="1"/>
          </p:cNvPicPr>
          <p:nvPr/>
        </p:nvPicPr>
        <p:blipFill>
          <a:blip r:embed="rId2">
            <a:biLevel thresh="7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73381" y="934195"/>
            <a:ext cx="541269" cy="541269"/>
          </a:xfrm>
          <a:prstGeom prst="rect">
            <a:avLst/>
          </a:prstGeom>
          <a:noFill/>
        </p:spPr>
      </p:pic>
      <p:sp>
        <p:nvSpPr>
          <p:cNvPr id="46" name="Heart 45"/>
          <p:cNvSpPr/>
          <p:nvPr/>
        </p:nvSpPr>
        <p:spPr>
          <a:xfrm>
            <a:off x="4182953" y="1100154"/>
            <a:ext cx="277739" cy="243182"/>
          </a:xfrm>
          <a:prstGeom prst="hear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0" name="Picture 49" descr="create1.png"/>
          <p:cNvPicPr>
            <a:picLocks noChangeAspect="1"/>
          </p:cNvPicPr>
          <p:nvPr/>
        </p:nvPicPr>
        <p:blipFill>
          <a:blip r:embed="rId4">
            <a:biLevel thresh="75000"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900000">
            <a:off x="4637804" y="1042717"/>
            <a:ext cx="339599" cy="339599"/>
          </a:xfrm>
          <a:prstGeom prst="rect">
            <a:avLst/>
          </a:prstGeom>
        </p:spPr>
      </p:pic>
      <p:pic>
        <p:nvPicPr>
          <p:cNvPr id="52" name="Picture 51" descr="Untitled-1.png"/>
          <p:cNvPicPr>
            <a:picLocks noChangeAspect="1"/>
          </p:cNvPicPr>
          <p:nvPr/>
        </p:nvPicPr>
        <p:blipFill>
          <a:blip r:embed="rId6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63190" y="1004555"/>
            <a:ext cx="380550" cy="380550"/>
          </a:xfrm>
          <a:prstGeom prst="rect">
            <a:avLst/>
          </a:prstGeom>
        </p:spPr>
      </p:pic>
      <p:pic>
        <p:nvPicPr>
          <p:cNvPr id="53" name="Picture 52" descr="power icon.jpg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05130" y="1083658"/>
            <a:ext cx="243224" cy="268459"/>
          </a:xfrm>
          <a:prstGeom prst="rect">
            <a:avLst/>
          </a:prstGeom>
        </p:spPr>
      </p:pic>
      <p:sp>
        <p:nvSpPr>
          <p:cNvPr id="54" name="Rounded Rectangle 53"/>
          <p:cNvSpPr/>
          <p:nvPr/>
        </p:nvSpPr>
        <p:spPr>
          <a:xfrm>
            <a:off x="7212503" y="1085664"/>
            <a:ext cx="728750" cy="257672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 smtClean="0">
                <a:solidFill>
                  <a:srgbClr val="000000"/>
                </a:solidFill>
                <a:latin typeface="+mj-lt"/>
                <a:cs typeface="MAW "/>
              </a:rPr>
              <a:t>Log out</a:t>
            </a:r>
            <a:endParaRPr lang="en-US" sz="1100" dirty="0">
              <a:solidFill>
                <a:srgbClr val="000000"/>
              </a:solidFill>
              <a:latin typeface="+mj-lt"/>
              <a:cs typeface="MAW "/>
            </a:endParaRPr>
          </a:p>
        </p:txBody>
      </p:sp>
      <p:sp>
        <p:nvSpPr>
          <p:cNvPr id="55" name="Rounded Rectangular Callout 54"/>
          <p:cNvSpPr/>
          <p:nvPr/>
        </p:nvSpPr>
        <p:spPr>
          <a:xfrm>
            <a:off x="5602547" y="1083718"/>
            <a:ext cx="292335" cy="227940"/>
          </a:xfrm>
          <a:prstGeom prst="wedgeRoundRectCallout">
            <a:avLst>
              <a:gd name="adj1" fmla="val 35167"/>
              <a:gd name="adj2" fmla="val 73720"/>
              <a:gd name="adj3" fmla="val 16667"/>
            </a:avLst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Isosceles Triangle 55"/>
          <p:cNvSpPr/>
          <p:nvPr/>
        </p:nvSpPr>
        <p:spPr>
          <a:xfrm>
            <a:off x="5083630" y="1344222"/>
            <a:ext cx="338529" cy="206357"/>
          </a:xfrm>
          <a:prstGeom prst="triangl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ectangle 56"/>
          <p:cNvSpPr/>
          <p:nvPr/>
        </p:nvSpPr>
        <p:spPr>
          <a:xfrm>
            <a:off x="5117171" y="1520253"/>
            <a:ext cx="288880" cy="7244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343893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/>
          <p:nvPr/>
        </p:nvSpPr>
        <p:spPr>
          <a:xfrm>
            <a:off x="170605" y="492904"/>
            <a:ext cx="8833593" cy="398115"/>
          </a:xfrm>
          <a:prstGeom prst="roundRect">
            <a:avLst/>
          </a:prstGeom>
          <a:solidFill>
            <a:srgbClr val="D9D9D9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170605" y="834147"/>
            <a:ext cx="8833593" cy="559256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262955" y="598659"/>
            <a:ext cx="173439" cy="167848"/>
          </a:xfrm>
          <a:prstGeom prst="ellipse">
            <a:avLst/>
          </a:prstGeom>
          <a:solidFill>
            <a:srgbClr val="A6A6A6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502074" y="598659"/>
            <a:ext cx="173439" cy="167848"/>
          </a:xfrm>
          <a:prstGeom prst="ellipse">
            <a:avLst/>
          </a:prstGeom>
          <a:solidFill>
            <a:srgbClr val="A6A6A6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739853" y="598659"/>
            <a:ext cx="173439" cy="167848"/>
          </a:xfrm>
          <a:prstGeom prst="ellipse">
            <a:avLst/>
          </a:prstGeom>
          <a:solidFill>
            <a:srgbClr val="A6A6A6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1187585" y="1550579"/>
            <a:ext cx="6779137" cy="487613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8845448" y="834147"/>
            <a:ext cx="158750" cy="5592564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ounded Rectangle 22"/>
          <p:cNvSpPr/>
          <p:nvPr/>
        </p:nvSpPr>
        <p:spPr>
          <a:xfrm>
            <a:off x="8845448" y="836083"/>
            <a:ext cx="158750" cy="1727200"/>
          </a:xfrm>
          <a:prstGeom prst="roundRect">
            <a:avLst/>
          </a:prstGeom>
          <a:solidFill>
            <a:schemeClr val="tx1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/>
          <p:cNvSpPr/>
          <p:nvPr/>
        </p:nvSpPr>
        <p:spPr>
          <a:xfrm>
            <a:off x="2298861" y="2193454"/>
            <a:ext cx="1680807" cy="1633367"/>
          </a:xfrm>
          <a:prstGeom prst="ellipse">
            <a:avLst/>
          </a:prstGeom>
          <a:noFill/>
          <a:ln w="28575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0" name="Picture 39" descr="Untitled-1.png"/>
          <p:cNvPicPr>
            <a:picLocks noChangeAspect="1"/>
          </p:cNvPicPr>
          <p:nvPr/>
        </p:nvPicPr>
        <p:blipFill>
          <a:blip r:embed="rId2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5653" y="2312829"/>
            <a:ext cx="1314560" cy="1314560"/>
          </a:xfrm>
          <a:prstGeom prst="rect">
            <a:avLst/>
          </a:prstGeom>
        </p:spPr>
      </p:pic>
      <p:sp>
        <p:nvSpPr>
          <p:cNvPr id="94" name="TextBox 93"/>
          <p:cNvSpPr txBox="1"/>
          <p:nvPr/>
        </p:nvSpPr>
        <p:spPr>
          <a:xfrm>
            <a:off x="3635893" y="496565"/>
            <a:ext cx="274151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/>
              <a:t>HanDIYcraft | Edit Profile</a:t>
            </a:r>
            <a:endParaRPr lang="en-US" sz="1600" dirty="0"/>
          </a:p>
        </p:txBody>
      </p:sp>
      <p:sp>
        <p:nvSpPr>
          <p:cNvPr id="37" name="Rounded Rectangle 36"/>
          <p:cNvSpPr/>
          <p:nvPr/>
        </p:nvSpPr>
        <p:spPr>
          <a:xfrm>
            <a:off x="2405108" y="4106337"/>
            <a:ext cx="2463089" cy="456833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spc="300" dirty="0" smtClean="0">
                <a:solidFill>
                  <a:srgbClr val="000000"/>
                </a:solidFill>
                <a:latin typeface="+mj-lt"/>
                <a:cs typeface="MAW "/>
              </a:rPr>
              <a:t>Browse Picture</a:t>
            </a:r>
            <a:endParaRPr lang="en-US" sz="2000" spc="300" dirty="0">
              <a:solidFill>
                <a:srgbClr val="000000"/>
              </a:solidFill>
              <a:latin typeface="+mj-lt"/>
              <a:cs typeface="MAW "/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4989082" y="2852556"/>
            <a:ext cx="2463089" cy="55711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i="1" dirty="0" smtClean="0">
                <a:solidFill>
                  <a:schemeClr val="tx1"/>
                </a:solidFill>
              </a:rPr>
              <a:t>Username</a:t>
            </a:r>
            <a:endParaRPr lang="en-US" i="1" dirty="0">
              <a:solidFill>
                <a:schemeClr val="tx1"/>
              </a:solidFill>
            </a:endParaRPr>
          </a:p>
        </p:txBody>
      </p:sp>
      <p:sp>
        <p:nvSpPr>
          <p:cNvPr id="44" name="Rectangle 43"/>
          <p:cNvSpPr/>
          <p:nvPr/>
        </p:nvSpPr>
        <p:spPr>
          <a:xfrm>
            <a:off x="4989082" y="3409673"/>
            <a:ext cx="2463089" cy="55711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i="1" dirty="0" smtClean="0">
                <a:solidFill>
                  <a:schemeClr val="tx1"/>
                </a:solidFill>
              </a:rPr>
              <a:t>E-mail</a:t>
            </a:r>
            <a:endParaRPr lang="en-US" i="1" dirty="0">
              <a:solidFill>
                <a:schemeClr val="tx1"/>
              </a:solidFill>
            </a:endParaRPr>
          </a:p>
        </p:txBody>
      </p:sp>
      <p:cxnSp>
        <p:nvCxnSpPr>
          <p:cNvPr id="46" name="Straight Connector 45"/>
          <p:cNvCxnSpPr/>
          <p:nvPr/>
        </p:nvCxnSpPr>
        <p:spPr>
          <a:xfrm flipV="1">
            <a:off x="4908814" y="2193454"/>
            <a:ext cx="0" cy="2402641"/>
          </a:xfrm>
          <a:prstGeom prst="line">
            <a:avLst/>
          </a:prstGeom>
          <a:ln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Rounded Rectangle 48"/>
          <p:cNvSpPr/>
          <p:nvPr/>
        </p:nvSpPr>
        <p:spPr>
          <a:xfrm>
            <a:off x="6814458" y="1683353"/>
            <a:ext cx="1029220" cy="430174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00000"/>
                </a:solidFill>
                <a:latin typeface="+mj-lt"/>
                <a:cs typeface="MAW "/>
              </a:rPr>
              <a:t>Save</a:t>
            </a:r>
            <a:endParaRPr lang="en-US" dirty="0">
              <a:solidFill>
                <a:srgbClr val="000000"/>
              </a:solidFill>
              <a:latin typeface="+mj-lt"/>
              <a:cs typeface="MAW "/>
            </a:endParaRPr>
          </a:p>
        </p:txBody>
      </p:sp>
      <p:cxnSp>
        <p:nvCxnSpPr>
          <p:cNvPr id="50" name="Straight Connector 49"/>
          <p:cNvCxnSpPr/>
          <p:nvPr/>
        </p:nvCxnSpPr>
        <p:spPr>
          <a:xfrm>
            <a:off x="1583696" y="4919413"/>
            <a:ext cx="6058147" cy="0"/>
          </a:xfrm>
          <a:prstGeom prst="line">
            <a:avLst/>
          </a:prstGeom>
          <a:ln w="1270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Rounded Rectangle 51"/>
          <p:cNvSpPr/>
          <p:nvPr/>
        </p:nvSpPr>
        <p:spPr>
          <a:xfrm>
            <a:off x="3128649" y="5143752"/>
            <a:ext cx="3009508" cy="456833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smtClean="0">
                <a:solidFill>
                  <a:srgbClr val="000000"/>
                </a:solidFill>
                <a:latin typeface="+mj-lt"/>
                <a:cs typeface="MAW "/>
              </a:rPr>
              <a:t>Change Password</a:t>
            </a:r>
            <a:endParaRPr lang="en-US" sz="2000" dirty="0">
              <a:solidFill>
                <a:srgbClr val="000000"/>
              </a:solidFill>
              <a:latin typeface="+mj-lt"/>
              <a:cs typeface="MAW "/>
            </a:endParaRPr>
          </a:p>
        </p:txBody>
      </p:sp>
      <p:sp>
        <p:nvSpPr>
          <p:cNvPr id="53" name="Rounded Rectangle 52"/>
          <p:cNvSpPr/>
          <p:nvPr/>
        </p:nvSpPr>
        <p:spPr>
          <a:xfrm>
            <a:off x="3128649" y="5747336"/>
            <a:ext cx="3009508" cy="456833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smtClean="0">
                <a:solidFill>
                  <a:srgbClr val="000000"/>
                </a:solidFill>
                <a:latin typeface="+mj-lt"/>
                <a:cs typeface="MAW "/>
              </a:rPr>
              <a:t>Delete Account</a:t>
            </a:r>
            <a:endParaRPr lang="en-US" sz="2000" dirty="0">
              <a:solidFill>
                <a:srgbClr val="000000"/>
              </a:solidFill>
              <a:latin typeface="+mj-lt"/>
              <a:cs typeface="MAW 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3011301" y="2621491"/>
            <a:ext cx="40269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smtClean="0">
                <a:solidFill>
                  <a:srgbClr val="000000"/>
                </a:solidFill>
              </a:rPr>
              <a:t>Materials: </a:t>
            </a:r>
            <a:r>
              <a:rPr lang="en-US" sz="2000" dirty="0" err="1" smtClean="0">
                <a:solidFill>
                  <a:srgbClr val="000000"/>
                </a:solidFill>
              </a:rPr>
              <a:t>xxxxx</a:t>
            </a:r>
            <a:r>
              <a:rPr lang="en-US" sz="2000" dirty="0" smtClean="0">
                <a:solidFill>
                  <a:srgbClr val="000000"/>
                </a:solidFill>
              </a:rPr>
              <a:t>, </a:t>
            </a:r>
            <a:r>
              <a:rPr lang="en-US" sz="2400" dirty="0" err="1" smtClean="0">
                <a:solidFill>
                  <a:srgbClr val="000000"/>
                </a:solidFill>
              </a:rPr>
              <a:t>xxxxx</a:t>
            </a:r>
            <a:r>
              <a:rPr lang="en-US" sz="2000" dirty="0" smtClean="0">
                <a:solidFill>
                  <a:srgbClr val="000000"/>
                </a:solidFill>
              </a:rPr>
              <a:t>, </a:t>
            </a:r>
            <a:r>
              <a:rPr lang="en-US" sz="2000" dirty="0" err="1" smtClean="0">
                <a:solidFill>
                  <a:srgbClr val="000000"/>
                </a:solidFill>
              </a:rPr>
              <a:t>xxxxx</a:t>
            </a:r>
            <a:r>
              <a:rPr lang="en-US" sz="2000" dirty="0" smtClean="0">
                <a:solidFill>
                  <a:srgbClr val="000000"/>
                </a:solidFill>
              </a:rPr>
              <a:t>, </a:t>
            </a:r>
            <a:r>
              <a:rPr lang="en-US" sz="2000" dirty="0" err="1" smtClean="0">
                <a:solidFill>
                  <a:srgbClr val="000000"/>
                </a:solidFill>
              </a:rPr>
              <a:t>xxxxx</a:t>
            </a:r>
            <a:endParaRPr lang="en-US" sz="2000" dirty="0">
              <a:solidFill>
                <a:srgbClr val="000000"/>
              </a:solidFill>
            </a:endParaRPr>
          </a:p>
        </p:txBody>
      </p:sp>
      <p:sp>
        <p:nvSpPr>
          <p:cNvPr id="34" name="Isosceles Triangle 33"/>
          <p:cNvSpPr/>
          <p:nvPr/>
        </p:nvSpPr>
        <p:spPr>
          <a:xfrm rot="5400000">
            <a:off x="4735264" y="3643186"/>
            <a:ext cx="1098433" cy="627161"/>
          </a:xfrm>
          <a:prstGeom prst="triangle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ounded Rectangle 34"/>
          <p:cNvSpPr/>
          <p:nvPr/>
        </p:nvSpPr>
        <p:spPr>
          <a:xfrm>
            <a:off x="2201077" y="2543491"/>
            <a:ext cx="4837213" cy="2400549"/>
          </a:xfrm>
          <a:prstGeom prst="roundRect">
            <a:avLst>
              <a:gd name="adj" fmla="val 6442"/>
            </a:avLst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40000" dist="76200" dir="336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/>
          <p:cNvSpPr/>
          <p:nvPr/>
        </p:nvSpPr>
        <p:spPr>
          <a:xfrm>
            <a:off x="2599606" y="3035373"/>
            <a:ext cx="1442573" cy="140463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3" name="Straight Connector 42"/>
          <p:cNvCxnSpPr/>
          <p:nvPr/>
        </p:nvCxnSpPr>
        <p:spPr>
          <a:xfrm>
            <a:off x="2599607" y="3035373"/>
            <a:ext cx="1405091" cy="1404630"/>
          </a:xfrm>
          <a:prstGeom prst="line">
            <a:avLst/>
          </a:prstGeom>
          <a:ln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/>
          <p:cNvCxnSpPr/>
          <p:nvPr/>
        </p:nvCxnSpPr>
        <p:spPr>
          <a:xfrm flipV="1">
            <a:off x="2599607" y="3035373"/>
            <a:ext cx="1442572" cy="1404630"/>
          </a:xfrm>
          <a:prstGeom prst="line">
            <a:avLst/>
          </a:prstGeom>
          <a:ln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4176290" y="3053607"/>
            <a:ext cx="260471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 smtClean="0">
                <a:solidFill>
                  <a:srgbClr val="000000"/>
                </a:solidFill>
              </a:rPr>
              <a:t>Are you sure to delete your account?</a:t>
            </a:r>
            <a:endParaRPr lang="en-US" sz="2000" dirty="0">
              <a:solidFill>
                <a:srgbClr val="000000"/>
              </a:solidFill>
            </a:endParaRPr>
          </a:p>
        </p:txBody>
      </p:sp>
      <p:cxnSp>
        <p:nvCxnSpPr>
          <p:cNvPr id="58" name="Straight Connector 57"/>
          <p:cNvCxnSpPr/>
          <p:nvPr/>
        </p:nvCxnSpPr>
        <p:spPr>
          <a:xfrm>
            <a:off x="4263197" y="3826821"/>
            <a:ext cx="2374866" cy="0"/>
          </a:xfrm>
          <a:prstGeom prst="line">
            <a:avLst/>
          </a:prstGeom>
          <a:ln w="1270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Rounded Rectangle 58"/>
          <p:cNvSpPr/>
          <p:nvPr/>
        </p:nvSpPr>
        <p:spPr>
          <a:xfrm>
            <a:off x="4285170" y="3966789"/>
            <a:ext cx="1073836" cy="473213"/>
          </a:xfrm>
          <a:prstGeom prst="roundRect">
            <a:avLst/>
          </a:prstGeom>
          <a:solidFill>
            <a:schemeClr val="bg1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00000"/>
                </a:solidFill>
              </a:rPr>
              <a:t>No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60" name="Rounded Rectangle 59"/>
          <p:cNvSpPr/>
          <p:nvPr/>
        </p:nvSpPr>
        <p:spPr>
          <a:xfrm>
            <a:off x="5564227" y="3966790"/>
            <a:ext cx="1073836" cy="473213"/>
          </a:xfrm>
          <a:prstGeom prst="roundRect">
            <a:avLst/>
          </a:prstGeom>
          <a:solidFill>
            <a:schemeClr val="bg1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00000"/>
                </a:solidFill>
              </a:rPr>
              <a:t>Yes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69" name="Rectangle 68"/>
          <p:cNvSpPr/>
          <p:nvPr/>
        </p:nvSpPr>
        <p:spPr>
          <a:xfrm>
            <a:off x="1187585" y="897670"/>
            <a:ext cx="1951680" cy="5944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 smtClean="0">
                <a:solidFill>
                  <a:srgbClr val="000000"/>
                </a:solidFill>
              </a:rPr>
              <a:t>LOGO</a:t>
            </a:r>
            <a:endParaRPr lang="en-US" sz="2800" dirty="0">
              <a:solidFill>
                <a:srgbClr val="000000"/>
              </a:solidFill>
            </a:endParaRPr>
          </a:p>
        </p:txBody>
      </p:sp>
      <p:pic>
        <p:nvPicPr>
          <p:cNvPr id="70" name="Picture 69" descr="home1.png"/>
          <p:cNvPicPr>
            <a:picLocks noChangeAspect="1"/>
          </p:cNvPicPr>
          <p:nvPr/>
        </p:nvPicPr>
        <p:blipFill>
          <a:blip r:embed="rId3">
            <a:biLevel thresh="75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73381" y="934195"/>
            <a:ext cx="541269" cy="541269"/>
          </a:xfrm>
          <a:prstGeom prst="rect">
            <a:avLst/>
          </a:prstGeom>
          <a:noFill/>
        </p:spPr>
      </p:pic>
      <p:sp>
        <p:nvSpPr>
          <p:cNvPr id="71" name="Heart 70"/>
          <p:cNvSpPr/>
          <p:nvPr/>
        </p:nvSpPr>
        <p:spPr>
          <a:xfrm>
            <a:off x="4182953" y="1100154"/>
            <a:ext cx="277739" cy="243182"/>
          </a:xfrm>
          <a:prstGeom prst="hear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2" name="Picture 71" descr="create1.png"/>
          <p:cNvPicPr>
            <a:picLocks noChangeAspect="1"/>
          </p:cNvPicPr>
          <p:nvPr/>
        </p:nvPicPr>
        <p:blipFill>
          <a:blip r:embed="rId5">
            <a:biLevel thresh="75000"/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-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900000">
            <a:off x="4637804" y="1042717"/>
            <a:ext cx="339599" cy="339599"/>
          </a:xfrm>
          <a:prstGeom prst="rect">
            <a:avLst/>
          </a:prstGeom>
        </p:spPr>
      </p:pic>
      <p:pic>
        <p:nvPicPr>
          <p:cNvPr id="73" name="Picture 72" descr="Untitled-1.png"/>
          <p:cNvPicPr>
            <a:picLocks noChangeAspect="1"/>
          </p:cNvPicPr>
          <p:nvPr/>
        </p:nvPicPr>
        <p:blipFill>
          <a:blip r:embed="rId2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63190" y="1004555"/>
            <a:ext cx="380550" cy="380550"/>
          </a:xfrm>
          <a:prstGeom prst="rect">
            <a:avLst/>
          </a:prstGeom>
        </p:spPr>
      </p:pic>
      <p:pic>
        <p:nvPicPr>
          <p:cNvPr id="74" name="Picture 73" descr="power icon.jpg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05130" y="1083658"/>
            <a:ext cx="243224" cy="268459"/>
          </a:xfrm>
          <a:prstGeom prst="rect">
            <a:avLst/>
          </a:prstGeom>
        </p:spPr>
      </p:pic>
      <p:sp>
        <p:nvSpPr>
          <p:cNvPr id="77" name="Rounded Rectangle 76"/>
          <p:cNvSpPr/>
          <p:nvPr/>
        </p:nvSpPr>
        <p:spPr>
          <a:xfrm>
            <a:off x="7212503" y="1085664"/>
            <a:ext cx="728750" cy="257672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 smtClean="0">
                <a:solidFill>
                  <a:srgbClr val="000000"/>
                </a:solidFill>
                <a:latin typeface="+mj-lt"/>
                <a:cs typeface="MAW "/>
              </a:rPr>
              <a:t>Log out</a:t>
            </a:r>
            <a:endParaRPr lang="en-US" sz="1100" dirty="0">
              <a:solidFill>
                <a:srgbClr val="000000"/>
              </a:solidFill>
              <a:latin typeface="+mj-lt"/>
              <a:cs typeface="MAW "/>
            </a:endParaRPr>
          </a:p>
        </p:txBody>
      </p:sp>
      <p:sp>
        <p:nvSpPr>
          <p:cNvPr id="78" name="Rounded Rectangular Callout 77"/>
          <p:cNvSpPr/>
          <p:nvPr/>
        </p:nvSpPr>
        <p:spPr>
          <a:xfrm>
            <a:off x="5602547" y="1083718"/>
            <a:ext cx="292335" cy="227940"/>
          </a:xfrm>
          <a:prstGeom prst="wedgeRoundRectCallout">
            <a:avLst>
              <a:gd name="adj1" fmla="val 35167"/>
              <a:gd name="adj2" fmla="val 73720"/>
              <a:gd name="adj3" fmla="val 16667"/>
            </a:avLst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Isosceles Triangle 78"/>
          <p:cNvSpPr/>
          <p:nvPr/>
        </p:nvSpPr>
        <p:spPr>
          <a:xfrm>
            <a:off x="5083630" y="1344222"/>
            <a:ext cx="338529" cy="206357"/>
          </a:xfrm>
          <a:prstGeom prst="triangl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Rectangle 79"/>
          <p:cNvSpPr/>
          <p:nvPr/>
        </p:nvSpPr>
        <p:spPr>
          <a:xfrm>
            <a:off x="5117171" y="1520253"/>
            <a:ext cx="288880" cy="7244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147744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/>
          <p:nvPr/>
        </p:nvSpPr>
        <p:spPr>
          <a:xfrm>
            <a:off x="170605" y="492904"/>
            <a:ext cx="8833593" cy="398115"/>
          </a:xfrm>
          <a:prstGeom prst="roundRect">
            <a:avLst/>
          </a:prstGeom>
          <a:solidFill>
            <a:srgbClr val="D9D9D9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170605" y="834147"/>
            <a:ext cx="8833593" cy="559256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262955" y="598659"/>
            <a:ext cx="173439" cy="167848"/>
          </a:xfrm>
          <a:prstGeom prst="ellipse">
            <a:avLst/>
          </a:prstGeom>
          <a:solidFill>
            <a:srgbClr val="A6A6A6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502074" y="598659"/>
            <a:ext cx="173439" cy="167848"/>
          </a:xfrm>
          <a:prstGeom prst="ellipse">
            <a:avLst/>
          </a:prstGeom>
          <a:solidFill>
            <a:srgbClr val="A6A6A6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739853" y="598659"/>
            <a:ext cx="173439" cy="167848"/>
          </a:xfrm>
          <a:prstGeom prst="ellipse">
            <a:avLst/>
          </a:prstGeom>
          <a:solidFill>
            <a:srgbClr val="A6A6A6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1187585" y="1550579"/>
            <a:ext cx="6779137" cy="487613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8845448" y="834147"/>
            <a:ext cx="158750" cy="5592564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ounded Rectangle 22"/>
          <p:cNvSpPr/>
          <p:nvPr/>
        </p:nvSpPr>
        <p:spPr>
          <a:xfrm>
            <a:off x="8845448" y="836083"/>
            <a:ext cx="158750" cy="1727200"/>
          </a:xfrm>
          <a:prstGeom prst="roundRect">
            <a:avLst/>
          </a:prstGeom>
          <a:solidFill>
            <a:schemeClr val="tx1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/>
          <p:cNvSpPr/>
          <p:nvPr/>
        </p:nvSpPr>
        <p:spPr>
          <a:xfrm>
            <a:off x="1635864" y="1672434"/>
            <a:ext cx="2104849" cy="2045441"/>
          </a:xfrm>
          <a:prstGeom prst="ellipse">
            <a:avLst/>
          </a:prstGeom>
          <a:noFill/>
          <a:ln w="28575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0" name="Picture 39" descr="Untitled-1.png"/>
          <p:cNvPicPr>
            <a:picLocks noChangeAspect="1"/>
          </p:cNvPicPr>
          <p:nvPr/>
        </p:nvPicPr>
        <p:blipFill>
          <a:blip r:embed="rId2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0621" y="1804394"/>
            <a:ext cx="1646204" cy="1646204"/>
          </a:xfrm>
          <a:prstGeom prst="rect">
            <a:avLst/>
          </a:prstGeom>
        </p:spPr>
      </p:pic>
      <p:sp>
        <p:nvSpPr>
          <p:cNvPr id="72" name="TextBox 71"/>
          <p:cNvSpPr txBox="1"/>
          <p:nvPr/>
        </p:nvSpPr>
        <p:spPr>
          <a:xfrm>
            <a:off x="4131916" y="2616983"/>
            <a:ext cx="12160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000000"/>
                </a:solidFill>
              </a:rPr>
              <a:t>Follower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73" name="TextBox 72"/>
          <p:cNvSpPr txBox="1"/>
          <p:nvPr/>
        </p:nvSpPr>
        <p:spPr>
          <a:xfrm>
            <a:off x="5336598" y="2616983"/>
            <a:ext cx="11598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000000"/>
                </a:solidFill>
              </a:rPr>
              <a:t>Following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74" name="TextBox 73"/>
          <p:cNvSpPr txBox="1"/>
          <p:nvPr/>
        </p:nvSpPr>
        <p:spPr>
          <a:xfrm>
            <a:off x="4177522" y="2848119"/>
            <a:ext cx="9861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000000"/>
                </a:solidFill>
              </a:rPr>
              <a:t>number</a:t>
            </a:r>
            <a:endParaRPr lang="en-US" dirty="0">
              <a:solidFill>
                <a:srgbClr val="000000"/>
              </a:solidFill>
            </a:endParaRPr>
          </a:p>
        </p:txBody>
      </p:sp>
      <p:cxnSp>
        <p:nvCxnSpPr>
          <p:cNvPr id="75" name="Straight Connector 74"/>
          <p:cNvCxnSpPr/>
          <p:nvPr/>
        </p:nvCxnSpPr>
        <p:spPr>
          <a:xfrm flipV="1">
            <a:off x="5239554" y="2659128"/>
            <a:ext cx="0" cy="514968"/>
          </a:xfrm>
          <a:prstGeom prst="line">
            <a:avLst/>
          </a:prstGeom>
          <a:ln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TextBox 75"/>
          <p:cNvSpPr txBox="1"/>
          <p:nvPr/>
        </p:nvSpPr>
        <p:spPr>
          <a:xfrm>
            <a:off x="3844147" y="3091656"/>
            <a:ext cx="34797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000000"/>
                </a:solidFill>
              </a:rPr>
              <a:t>Email: </a:t>
            </a:r>
            <a:r>
              <a:rPr lang="en-US" dirty="0" err="1" smtClean="0">
                <a:solidFill>
                  <a:srgbClr val="000000"/>
                </a:solidFill>
              </a:rPr>
              <a:t>xxxxxxxx@xxxxx.com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77" name="TextBox 76"/>
          <p:cNvSpPr txBox="1"/>
          <p:nvPr/>
        </p:nvSpPr>
        <p:spPr>
          <a:xfrm>
            <a:off x="4068416" y="2018277"/>
            <a:ext cx="24587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spc="300" dirty="0" smtClean="0">
                <a:solidFill>
                  <a:srgbClr val="000000"/>
                </a:solidFill>
              </a:rPr>
              <a:t>Username</a:t>
            </a:r>
            <a:endParaRPr lang="en-US" sz="3600" b="1" spc="300" dirty="0">
              <a:solidFill>
                <a:srgbClr val="000000"/>
              </a:solidFill>
            </a:endParaRPr>
          </a:p>
        </p:txBody>
      </p:sp>
      <p:sp>
        <p:nvSpPr>
          <p:cNvPr id="80" name="TextBox 79"/>
          <p:cNvSpPr txBox="1"/>
          <p:nvPr/>
        </p:nvSpPr>
        <p:spPr>
          <a:xfrm>
            <a:off x="5398958" y="2834776"/>
            <a:ext cx="9861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000000"/>
                </a:solidFill>
              </a:rPr>
              <a:t>number</a:t>
            </a:r>
            <a:endParaRPr lang="en-US" dirty="0">
              <a:solidFill>
                <a:srgbClr val="000000"/>
              </a:solidFill>
            </a:endParaRPr>
          </a:p>
        </p:txBody>
      </p:sp>
      <p:cxnSp>
        <p:nvCxnSpPr>
          <p:cNvPr id="81" name="Straight Connector 80"/>
          <p:cNvCxnSpPr/>
          <p:nvPr/>
        </p:nvCxnSpPr>
        <p:spPr>
          <a:xfrm>
            <a:off x="1187585" y="3820583"/>
            <a:ext cx="6779138" cy="0"/>
          </a:xfrm>
          <a:prstGeom prst="line">
            <a:avLst/>
          </a:prstGeom>
          <a:ln w="1270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Rectangle 81"/>
          <p:cNvSpPr/>
          <p:nvPr/>
        </p:nvSpPr>
        <p:spPr>
          <a:xfrm>
            <a:off x="1674991" y="4026303"/>
            <a:ext cx="2603500" cy="240040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Rectangle 83"/>
          <p:cNvSpPr/>
          <p:nvPr/>
        </p:nvSpPr>
        <p:spPr>
          <a:xfrm>
            <a:off x="4878792" y="4026303"/>
            <a:ext cx="2603500" cy="240040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6" name="Straight Connector 85"/>
          <p:cNvCxnSpPr/>
          <p:nvPr/>
        </p:nvCxnSpPr>
        <p:spPr>
          <a:xfrm>
            <a:off x="1674991" y="4026303"/>
            <a:ext cx="2063235" cy="2400407"/>
          </a:xfrm>
          <a:prstGeom prst="line">
            <a:avLst/>
          </a:prstGeom>
          <a:ln w="1270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Straight Connector 86"/>
          <p:cNvCxnSpPr/>
          <p:nvPr/>
        </p:nvCxnSpPr>
        <p:spPr>
          <a:xfrm flipV="1">
            <a:off x="2238375" y="4026303"/>
            <a:ext cx="2040116" cy="2400408"/>
          </a:xfrm>
          <a:prstGeom prst="line">
            <a:avLst/>
          </a:prstGeom>
          <a:ln w="1270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Straight Connector 87"/>
          <p:cNvCxnSpPr/>
          <p:nvPr/>
        </p:nvCxnSpPr>
        <p:spPr>
          <a:xfrm>
            <a:off x="4878792" y="4024585"/>
            <a:ext cx="2058583" cy="2402125"/>
          </a:xfrm>
          <a:prstGeom prst="line">
            <a:avLst/>
          </a:prstGeom>
          <a:ln w="1270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Straight Connector 88"/>
          <p:cNvCxnSpPr/>
          <p:nvPr/>
        </p:nvCxnSpPr>
        <p:spPr>
          <a:xfrm flipV="1">
            <a:off x="5398958" y="4024585"/>
            <a:ext cx="2083334" cy="2402125"/>
          </a:xfrm>
          <a:prstGeom prst="line">
            <a:avLst/>
          </a:prstGeom>
          <a:ln w="1270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4" name="TextBox 93"/>
          <p:cNvSpPr txBox="1"/>
          <p:nvPr/>
        </p:nvSpPr>
        <p:spPr>
          <a:xfrm>
            <a:off x="3635893" y="496565"/>
            <a:ext cx="368800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/>
              <a:t>HanDIYcraft | Other Blogger Profile</a:t>
            </a:r>
            <a:endParaRPr lang="en-US" sz="1600" dirty="0"/>
          </a:p>
        </p:txBody>
      </p:sp>
      <p:sp>
        <p:nvSpPr>
          <p:cNvPr id="37" name="Rounded Rectangle 36"/>
          <p:cNvSpPr/>
          <p:nvPr/>
        </p:nvSpPr>
        <p:spPr>
          <a:xfrm>
            <a:off x="6696666" y="1683353"/>
            <a:ext cx="1147012" cy="430174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00000"/>
                </a:solidFill>
                <a:latin typeface="+mj-lt"/>
                <a:cs typeface="MAW "/>
              </a:rPr>
              <a:t>Follow</a:t>
            </a:r>
            <a:endParaRPr lang="en-US" dirty="0">
              <a:solidFill>
                <a:srgbClr val="000000"/>
              </a:solidFill>
              <a:latin typeface="+mj-lt"/>
              <a:cs typeface="MAW "/>
            </a:endParaRPr>
          </a:p>
        </p:txBody>
      </p:sp>
      <p:sp>
        <p:nvSpPr>
          <p:cNvPr id="57" name="Rectangle 56"/>
          <p:cNvSpPr/>
          <p:nvPr/>
        </p:nvSpPr>
        <p:spPr>
          <a:xfrm>
            <a:off x="1187585" y="897670"/>
            <a:ext cx="1951680" cy="5944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 smtClean="0">
                <a:solidFill>
                  <a:srgbClr val="000000"/>
                </a:solidFill>
              </a:rPr>
              <a:t>LOGO</a:t>
            </a:r>
            <a:endParaRPr lang="en-US" sz="2800" dirty="0">
              <a:solidFill>
                <a:srgbClr val="000000"/>
              </a:solidFill>
            </a:endParaRPr>
          </a:p>
        </p:txBody>
      </p:sp>
      <p:pic>
        <p:nvPicPr>
          <p:cNvPr id="58" name="Picture 57" descr="home1.png"/>
          <p:cNvPicPr>
            <a:picLocks noChangeAspect="1"/>
          </p:cNvPicPr>
          <p:nvPr/>
        </p:nvPicPr>
        <p:blipFill>
          <a:blip r:embed="rId3">
            <a:biLevel thresh="75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73381" y="934195"/>
            <a:ext cx="541269" cy="541269"/>
          </a:xfrm>
          <a:prstGeom prst="rect">
            <a:avLst/>
          </a:prstGeom>
          <a:noFill/>
        </p:spPr>
      </p:pic>
      <p:sp>
        <p:nvSpPr>
          <p:cNvPr id="59" name="Heart 58"/>
          <p:cNvSpPr/>
          <p:nvPr/>
        </p:nvSpPr>
        <p:spPr>
          <a:xfrm>
            <a:off x="4182953" y="1100154"/>
            <a:ext cx="277739" cy="243182"/>
          </a:xfrm>
          <a:prstGeom prst="hear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0" name="Picture 59" descr="create1.png"/>
          <p:cNvPicPr>
            <a:picLocks noChangeAspect="1"/>
          </p:cNvPicPr>
          <p:nvPr/>
        </p:nvPicPr>
        <p:blipFill>
          <a:blip r:embed="rId5">
            <a:biLevel thresh="75000"/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-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900000">
            <a:off x="4637804" y="1042717"/>
            <a:ext cx="339599" cy="339599"/>
          </a:xfrm>
          <a:prstGeom prst="rect">
            <a:avLst/>
          </a:prstGeom>
        </p:spPr>
      </p:pic>
      <p:pic>
        <p:nvPicPr>
          <p:cNvPr id="61" name="Picture 60" descr="Untitled-1.png"/>
          <p:cNvPicPr>
            <a:picLocks noChangeAspect="1"/>
          </p:cNvPicPr>
          <p:nvPr/>
        </p:nvPicPr>
        <p:blipFill>
          <a:blip r:embed="rId2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63190" y="1004555"/>
            <a:ext cx="380550" cy="380550"/>
          </a:xfrm>
          <a:prstGeom prst="rect">
            <a:avLst/>
          </a:prstGeom>
        </p:spPr>
      </p:pic>
      <p:pic>
        <p:nvPicPr>
          <p:cNvPr id="62" name="Picture 61" descr="power icon.jpg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05130" y="1083658"/>
            <a:ext cx="243224" cy="268459"/>
          </a:xfrm>
          <a:prstGeom prst="rect">
            <a:avLst/>
          </a:prstGeom>
        </p:spPr>
      </p:pic>
      <p:sp>
        <p:nvSpPr>
          <p:cNvPr id="63" name="Isosceles Triangle 62"/>
          <p:cNvSpPr/>
          <p:nvPr/>
        </p:nvSpPr>
        <p:spPr>
          <a:xfrm>
            <a:off x="3676602" y="1344222"/>
            <a:ext cx="338529" cy="206357"/>
          </a:xfrm>
          <a:prstGeom prst="triangl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Rectangle 63"/>
          <p:cNvSpPr/>
          <p:nvPr/>
        </p:nvSpPr>
        <p:spPr>
          <a:xfrm>
            <a:off x="3697422" y="1525937"/>
            <a:ext cx="288880" cy="7244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Rounded Rectangle 64"/>
          <p:cNvSpPr/>
          <p:nvPr/>
        </p:nvSpPr>
        <p:spPr>
          <a:xfrm>
            <a:off x="7212503" y="1085664"/>
            <a:ext cx="728750" cy="257672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 smtClean="0">
                <a:solidFill>
                  <a:srgbClr val="000000"/>
                </a:solidFill>
                <a:latin typeface="+mj-lt"/>
                <a:cs typeface="MAW "/>
              </a:rPr>
              <a:t>Log out</a:t>
            </a:r>
            <a:endParaRPr lang="en-US" sz="1100" dirty="0">
              <a:solidFill>
                <a:srgbClr val="000000"/>
              </a:solidFill>
              <a:latin typeface="+mj-lt"/>
              <a:cs typeface="MAW "/>
            </a:endParaRPr>
          </a:p>
        </p:txBody>
      </p:sp>
      <p:sp>
        <p:nvSpPr>
          <p:cNvPr id="66" name="Rounded Rectangular Callout 65"/>
          <p:cNvSpPr/>
          <p:nvPr/>
        </p:nvSpPr>
        <p:spPr>
          <a:xfrm>
            <a:off x="5602547" y="1083718"/>
            <a:ext cx="292335" cy="227940"/>
          </a:xfrm>
          <a:prstGeom prst="wedgeRoundRectCallout">
            <a:avLst>
              <a:gd name="adj1" fmla="val 35167"/>
              <a:gd name="adj2" fmla="val 73720"/>
              <a:gd name="adj3" fmla="val 16667"/>
            </a:avLst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211850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/>
          <p:nvPr/>
        </p:nvSpPr>
        <p:spPr>
          <a:xfrm>
            <a:off x="170605" y="492904"/>
            <a:ext cx="8833593" cy="398115"/>
          </a:xfrm>
          <a:prstGeom prst="roundRect">
            <a:avLst/>
          </a:prstGeom>
          <a:solidFill>
            <a:srgbClr val="D9D9D9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170605" y="834147"/>
            <a:ext cx="8833593" cy="559256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262955" y="598659"/>
            <a:ext cx="173439" cy="167848"/>
          </a:xfrm>
          <a:prstGeom prst="ellipse">
            <a:avLst/>
          </a:prstGeom>
          <a:solidFill>
            <a:srgbClr val="A6A6A6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502074" y="598659"/>
            <a:ext cx="173439" cy="167848"/>
          </a:xfrm>
          <a:prstGeom prst="ellipse">
            <a:avLst/>
          </a:prstGeom>
          <a:solidFill>
            <a:srgbClr val="A6A6A6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739853" y="598659"/>
            <a:ext cx="173439" cy="167848"/>
          </a:xfrm>
          <a:prstGeom prst="ellipse">
            <a:avLst/>
          </a:prstGeom>
          <a:solidFill>
            <a:srgbClr val="A6A6A6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1187585" y="1550579"/>
            <a:ext cx="6779137" cy="487613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8845448" y="834147"/>
            <a:ext cx="158750" cy="5592564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ounded Rectangle 22"/>
          <p:cNvSpPr/>
          <p:nvPr/>
        </p:nvSpPr>
        <p:spPr>
          <a:xfrm>
            <a:off x="8845448" y="836083"/>
            <a:ext cx="158750" cy="1727200"/>
          </a:xfrm>
          <a:prstGeom prst="roundRect">
            <a:avLst/>
          </a:prstGeom>
          <a:solidFill>
            <a:schemeClr val="tx1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ounded Rectangle 37"/>
          <p:cNvSpPr/>
          <p:nvPr/>
        </p:nvSpPr>
        <p:spPr>
          <a:xfrm>
            <a:off x="6696666" y="1683353"/>
            <a:ext cx="1147012" cy="430174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00000"/>
                </a:solidFill>
                <a:latin typeface="+mj-lt"/>
                <a:cs typeface="MAW "/>
              </a:rPr>
              <a:t>Followed</a:t>
            </a:r>
            <a:endParaRPr lang="en-US" dirty="0">
              <a:solidFill>
                <a:srgbClr val="000000"/>
              </a:solidFill>
              <a:latin typeface="+mj-lt"/>
              <a:cs typeface="MAW "/>
            </a:endParaRPr>
          </a:p>
        </p:txBody>
      </p:sp>
      <p:sp>
        <p:nvSpPr>
          <p:cNvPr id="39" name="Oval 38"/>
          <p:cNvSpPr/>
          <p:nvPr/>
        </p:nvSpPr>
        <p:spPr>
          <a:xfrm>
            <a:off x="1635864" y="1672434"/>
            <a:ext cx="2104849" cy="2045441"/>
          </a:xfrm>
          <a:prstGeom prst="ellipse">
            <a:avLst/>
          </a:prstGeom>
          <a:noFill/>
          <a:ln w="28575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0" name="Picture 39" descr="Untitled-1.png"/>
          <p:cNvPicPr>
            <a:picLocks noChangeAspect="1"/>
          </p:cNvPicPr>
          <p:nvPr/>
        </p:nvPicPr>
        <p:blipFill>
          <a:blip r:embed="rId2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0621" y="1804394"/>
            <a:ext cx="1646204" cy="1646204"/>
          </a:xfrm>
          <a:prstGeom prst="rect">
            <a:avLst/>
          </a:prstGeom>
        </p:spPr>
      </p:pic>
      <p:sp>
        <p:nvSpPr>
          <p:cNvPr id="72" name="TextBox 71"/>
          <p:cNvSpPr txBox="1"/>
          <p:nvPr/>
        </p:nvSpPr>
        <p:spPr>
          <a:xfrm>
            <a:off x="4131916" y="2616983"/>
            <a:ext cx="12160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000000"/>
                </a:solidFill>
              </a:rPr>
              <a:t>Follower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73" name="TextBox 72"/>
          <p:cNvSpPr txBox="1"/>
          <p:nvPr/>
        </p:nvSpPr>
        <p:spPr>
          <a:xfrm>
            <a:off x="5336598" y="2616983"/>
            <a:ext cx="11598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000000"/>
                </a:solidFill>
              </a:rPr>
              <a:t>Following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74" name="TextBox 73"/>
          <p:cNvSpPr txBox="1"/>
          <p:nvPr/>
        </p:nvSpPr>
        <p:spPr>
          <a:xfrm>
            <a:off x="4177522" y="2848119"/>
            <a:ext cx="9861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000000"/>
                </a:solidFill>
              </a:rPr>
              <a:t>number</a:t>
            </a:r>
            <a:endParaRPr lang="en-US" dirty="0">
              <a:solidFill>
                <a:srgbClr val="000000"/>
              </a:solidFill>
            </a:endParaRPr>
          </a:p>
        </p:txBody>
      </p:sp>
      <p:cxnSp>
        <p:nvCxnSpPr>
          <p:cNvPr id="75" name="Straight Connector 74"/>
          <p:cNvCxnSpPr/>
          <p:nvPr/>
        </p:nvCxnSpPr>
        <p:spPr>
          <a:xfrm flipV="1">
            <a:off x="5239554" y="2659128"/>
            <a:ext cx="0" cy="514968"/>
          </a:xfrm>
          <a:prstGeom prst="line">
            <a:avLst/>
          </a:prstGeom>
          <a:ln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TextBox 75"/>
          <p:cNvSpPr txBox="1"/>
          <p:nvPr/>
        </p:nvSpPr>
        <p:spPr>
          <a:xfrm>
            <a:off x="3844147" y="3091656"/>
            <a:ext cx="34797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000000"/>
                </a:solidFill>
              </a:rPr>
              <a:t>Email: </a:t>
            </a:r>
            <a:r>
              <a:rPr lang="en-US" dirty="0" err="1" smtClean="0">
                <a:solidFill>
                  <a:srgbClr val="000000"/>
                </a:solidFill>
              </a:rPr>
              <a:t>xxxxxxxx@xxxxx.com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77" name="TextBox 76"/>
          <p:cNvSpPr txBox="1"/>
          <p:nvPr/>
        </p:nvSpPr>
        <p:spPr>
          <a:xfrm>
            <a:off x="4068416" y="2018277"/>
            <a:ext cx="24587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spc="300" dirty="0" smtClean="0">
                <a:solidFill>
                  <a:srgbClr val="000000"/>
                </a:solidFill>
              </a:rPr>
              <a:t>Username</a:t>
            </a:r>
            <a:endParaRPr lang="en-US" sz="3600" b="1" spc="300" dirty="0">
              <a:solidFill>
                <a:srgbClr val="000000"/>
              </a:solidFill>
            </a:endParaRPr>
          </a:p>
        </p:txBody>
      </p:sp>
      <p:sp>
        <p:nvSpPr>
          <p:cNvPr id="80" name="TextBox 79"/>
          <p:cNvSpPr txBox="1"/>
          <p:nvPr/>
        </p:nvSpPr>
        <p:spPr>
          <a:xfrm>
            <a:off x="5398958" y="2834776"/>
            <a:ext cx="9861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000000"/>
                </a:solidFill>
              </a:rPr>
              <a:t>number</a:t>
            </a:r>
            <a:endParaRPr lang="en-US" dirty="0">
              <a:solidFill>
                <a:srgbClr val="000000"/>
              </a:solidFill>
            </a:endParaRPr>
          </a:p>
        </p:txBody>
      </p:sp>
      <p:cxnSp>
        <p:nvCxnSpPr>
          <p:cNvPr id="81" name="Straight Connector 80"/>
          <p:cNvCxnSpPr/>
          <p:nvPr/>
        </p:nvCxnSpPr>
        <p:spPr>
          <a:xfrm>
            <a:off x="1187585" y="3820583"/>
            <a:ext cx="6779138" cy="0"/>
          </a:xfrm>
          <a:prstGeom prst="line">
            <a:avLst/>
          </a:prstGeom>
          <a:ln w="1270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Rectangle 81"/>
          <p:cNvSpPr/>
          <p:nvPr/>
        </p:nvSpPr>
        <p:spPr>
          <a:xfrm>
            <a:off x="1674991" y="4026303"/>
            <a:ext cx="2603500" cy="240040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Rectangle 83"/>
          <p:cNvSpPr/>
          <p:nvPr/>
        </p:nvSpPr>
        <p:spPr>
          <a:xfrm>
            <a:off x="4878792" y="4026303"/>
            <a:ext cx="2603500" cy="240040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6" name="Straight Connector 85"/>
          <p:cNvCxnSpPr/>
          <p:nvPr/>
        </p:nvCxnSpPr>
        <p:spPr>
          <a:xfrm>
            <a:off x="1674991" y="4026303"/>
            <a:ext cx="2063235" cy="2400407"/>
          </a:xfrm>
          <a:prstGeom prst="line">
            <a:avLst/>
          </a:prstGeom>
          <a:ln w="1270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Straight Connector 86"/>
          <p:cNvCxnSpPr/>
          <p:nvPr/>
        </p:nvCxnSpPr>
        <p:spPr>
          <a:xfrm flipV="1">
            <a:off x="2238375" y="4026303"/>
            <a:ext cx="2040116" cy="2400408"/>
          </a:xfrm>
          <a:prstGeom prst="line">
            <a:avLst/>
          </a:prstGeom>
          <a:ln w="1270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Straight Connector 87"/>
          <p:cNvCxnSpPr/>
          <p:nvPr/>
        </p:nvCxnSpPr>
        <p:spPr>
          <a:xfrm>
            <a:off x="4878792" y="4024585"/>
            <a:ext cx="2058583" cy="2402125"/>
          </a:xfrm>
          <a:prstGeom prst="line">
            <a:avLst/>
          </a:prstGeom>
          <a:ln w="1270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Straight Connector 88"/>
          <p:cNvCxnSpPr/>
          <p:nvPr/>
        </p:nvCxnSpPr>
        <p:spPr>
          <a:xfrm flipV="1">
            <a:off x="5398958" y="4024585"/>
            <a:ext cx="2083334" cy="2402125"/>
          </a:xfrm>
          <a:prstGeom prst="line">
            <a:avLst/>
          </a:prstGeom>
          <a:ln w="1270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4" name="TextBox 93"/>
          <p:cNvSpPr txBox="1"/>
          <p:nvPr/>
        </p:nvSpPr>
        <p:spPr>
          <a:xfrm>
            <a:off x="3635892" y="496565"/>
            <a:ext cx="384639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/>
              <a:t>HanDIYcraft | Following Blogger Profile</a:t>
            </a:r>
            <a:endParaRPr lang="en-US" sz="1600" dirty="0"/>
          </a:p>
        </p:txBody>
      </p:sp>
      <p:sp>
        <p:nvSpPr>
          <p:cNvPr id="55" name="Rectangle 54"/>
          <p:cNvSpPr/>
          <p:nvPr/>
        </p:nvSpPr>
        <p:spPr>
          <a:xfrm>
            <a:off x="1187585" y="897670"/>
            <a:ext cx="1951680" cy="5944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 smtClean="0">
                <a:solidFill>
                  <a:srgbClr val="000000"/>
                </a:solidFill>
              </a:rPr>
              <a:t>LOGO</a:t>
            </a:r>
            <a:endParaRPr lang="en-US" sz="2800" dirty="0">
              <a:solidFill>
                <a:srgbClr val="000000"/>
              </a:solidFill>
            </a:endParaRPr>
          </a:p>
        </p:txBody>
      </p:sp>
      <p:pic>
        <p:nvPicPr>
          <p:cNvPr id="56" name="Picture 55" descr="home1.png"/>
          <p:cNvPicPr>
            <a:picLocks noChangeAspect="1"/>
          </p:cNvPicPr>
          <p:nvPr/>
        </p:nvPicPr>
        <p:blipFill>
          <a:blip r:embed="rId3">
            <a:biLevel thresh="75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73381" y="934195"/>
            <a:ext cx="541269" cy="541269"/>
          </a:xfrm>
          <a:prstGeom prst="rect">
            <a:avLst/>
          </a:prstGeom>
          <a:noFill/>
        </p:spPr>
      </p:pic>
      <p:sp>
        <p:nvSpPr>
          <p:cNvPr id="57" name="Heart 56"/>
          <p:cNvSpPr/>
          <p:nvPr/>
        </p:nvSpPr>
        <p:spPr>
          <a:xfrm>
            <a:off x="4182953" y="1100154"/>
            <a:ext cx="277739" cy="243182"/>
          </a:xfrm>
          <a:prstGeom prst="hear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8" name="Picture 57" descr="create1.png"/>
          <p:cNvPicPr>
            <a:picLocks noChangeAspect="1"/>
          </p:cNvPicPr>
          <p:nvPr/>
        </p:nvPicPr>
        <p:blipFill>
          <a:blip r:embed="rId5">
            <a:biLevel thresh="75000"/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-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900000">
            <a:off x="4637804" y="1042717"/>
            <a:ext cx="339599" cy="339599"/>
          </a:xfrm>
          <a:prstGeom prst="rect">
            <a:avLst/>
          </a:prstGeom>
        </p:spPr>
      </p:pic>
      <p:pic>
        <p:nvPicPr>
          <p:cNvPr id="59" name="Picture 58" descr="Untitled-1.png"/>
          <p:cNvPicPr>
            <a:picLocks noChangeAspect="1"/>
          </p:cNvPicPr>
          <p:nvPr/>
        </p:nvPicPr>
        <p:blipFill>
          <a:blip r:embed="rId2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63190" y="1004555"/>
            <a:ext cx="380550" cy="380550"/>
          </a:xfrm>
          <a:prstGeom prst="rect">
            <a:avLst/>
          </a:prstGeom>
        </p:spPr>
      </p:pic>
      <p:pic>
        <p:nvPicPr>
          <p:cNvPr id="60" name="Picture 59" descr="power icon.jpg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05130" y="1083658"/>
            <a:ext cx="243224" cy="268459"/>
          </a:xfrm>
          <a:prstGeom prst="rect">
            <a:avLst/>
          </a:prstGeom>
        </p:spPr>
      </p:pic>
      <p:sp>
        <p:nvSpPr>
          <p:cNvPr id="61" name="Isosceles Triangle 60"/>
          <p:cNvSpPr/>
          <p:nvPr/>
        </p:nvSpPr>
        <p:spPr>
          <a:xfrm>
            <a:off x="3676602" y="1344222"/>
            <a:ext cx="338529" cy="206357"/>
          </a:xfrm>
          <a:prstGeom prst="triangl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Rectangle 61"/>
          <p:cNvSpPr/>
          <p:nvPr/>
        </p:nvSpPr>
        <p:spPr>
          <a:xfrm>
            <a:off x="3697422" y="1525937"/>
            <a:ext cx="288880" cy="7244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Rounded Rectangle 62"/>
          <p:cNvSpPr/>
          <p:nvPr/>
        </p:nvSpPr>
        <p:spPr>
          <a:xfrm>
            <a:off x="7212503" y="1085664"/>
            <a:ext cx="728750" cy="257672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 smtClean="0">
                <a:solidFill>
                  <a:srgbClr val="000000"/>
                </a:solidFill>
                <a:latin typeface="+mj-lt"/>
                <a:cs typeface="MAW "/>
              </a:rPr>
              <a:t>Log out</a:t>
            </a:r>
            <a:endParaRPr lang="en-US" sz="1100" dirty="0">
              <a:solidFill>
                <a:srgbClr val="000000"/>
              </a:solidFill>
              <a:latin typeface="+mj-lt"/>
              <a:cs typeface="MAW "/>
            </a:endParaRPr>
          </a:p>
        </p:txBody>
      </p:sp>
      <p:sp>
        <p:nvSpPr>
          <p:cNvPr id="64" name="Rounded Rectangular Callout 63"/>
          <p:cNvSpPr/>
          <p:nvPr/>
        </p:nvSpPr>
        <p:spPr>
          <a:xfrm>
            <a:off x="5602547" y="1083718"/>
            <a:ext cx="292335" cy="227940"/>
          </a:xfrm>
          <a:prstGeom prst="wedgeRoundRectCallout">
            <a:avLst>
              <a:gd name="adj1" fmla="val 35167"/>
              <a:gd name="adj2" fmla="val 73720"/>
              <a:gd name="adj3" fmla="val 16667"/>
            </a:avLst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842396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/>
          <p:nvPr/>
        </p:nvSpPr>
        <p:spPr>
          <a:xfrm>
            <a:off x="170605" y="492904"/>
            <a:ext cx="8833593" cy="398115"/>
          </a:xfrm>
          <a:prstGeom prst="roundRect">
            <a:avLst/>
          </a:prstGeom>
          <a:solidFill>
            <a:srgbClr val="D9D9D9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170605" y="834147"/>
            <a:ext cx="8833593" cy="559256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262955" y="598659"/>
            <a:ext cx="173439" cy="167848"/>
          </a:xfrm>
          <a:prstGeom prst="ellipse">
            <a:avLst/>
          </a:prstGeom>
          <a:solidFill>
            <a:srgbClr val="A6A6A6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502074" y="598659"/>
            <a:ext cx="173439" cy="167848"/>
          </a:xfrm>
          <a:prstGeom prst="ellipse">
            <a:avLst/>
          </a:prstGeom>
          <a:solidFill>
            <a:srgbClr val="A6A6A6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739853" y="598659"/>
            <a:ext cx="173439" cy="167848"/>
          </a:xfrm>
          <a:prstGeom prst="ellipse">
            <a:avLst/>
          </a:prstGeom>
          <a:solidFill>
            <a:srgbClr val="A6A6A6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1187585" y="1550579"/>
            <a:ext cx="6779137" cy="487613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8845448" y="834147"/>
            <a:ext cx="158750" cy="5592564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ounded Rectangle 22"/>
          <p:cNvSpPr/>
          <p:nvPr/>
        </p:nvSpPr>
        <p:spPr>
          <a:xfrm>
            <a:off x="8845448" y="836083"/>
            <a:ext cx="158750" cy="1727200"/>
          </a:xfrm>
          <a:prstGeom prst="roundRect">
            <a:avLst/>
          </a:prstGeom>
          <a:solidFill>
            <a:schemeClr val="tx1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/>
          <p:cNvSpPr/>
          <p:nvPr/>
        </p:nvSpPr>
        <p:spPr>
          <a:xfrm>
            <a:off x="2088031" y="2329947"/>
            <a:ext cx="2071948" cy="2013468"/>
          </a:xfrm>
          <a:prstGeom prst="ellipse">
            <a:avLst/>
          </a:prstGeom>
          <a:noFill/>
          <a:ln w="28575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" name="TextBox 93"/>
          <p:cNvSpPr txBox="1"/>
          <p:nvPr/>
        </p:nvSpPr>
        <p:spPr>
          <a:xfrm>
            <a:off x="3635893" y="496565"/>
            <a:ext cx="274151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/>
              <a:t>HanDIYcraft | Create Tutorial</a:t>
            </a:r>
            <a:endParaRPr lang="en-US" sz="1600" dirty="0"/>
          </a:p>
        </p:txBody>
      </p:sp>
      <p:sp>
        <p:nvSpPr>
          <p:cNvPr id="37" name="Rounded Rectangle 36"/>
          <p:cNvSpPr/>
          <p:nvPr/>
        </p:nvSpPr>
        <p:spPr>
          <a:xfrm>
            <a:off x="1907720" y="4483520"/>
            <a:ext cx="2463089" cy="456833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spc="300" dirty="0" smtClean="0">
                <a:solidFill>
                  <a:srgbClr val="000000"/>
                </a:solidFill>
                <a:latin typeface="+mj-lt"/>
                <a:cs typeface="MAW "/>
              </a:rPr>
              <a:t>Browse Picture</a:t>
            </a:r>
            <a:endParaRPr lang="en-US" sz="2000" spc="300" dirty="0">
              <a:solidFill>
                <a:srgbClr val="000000"/>
              </a:solidFill>
              <a:latin typeface="+mj-lt"/>
              <a:cs typeface="MAW "/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4989082" y="2291726"/>
            <a:ext cx="2463089" cy="55711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i="1" dirty="0" smtClean="0">
                <a:solidFill>
                  <a:schemeClr val="tx1"/>
                </a:solidFill>
              </a:rPr>
              <a:t>Title</a:t>
            </a:r>
            <a:endParaRPr lang="en-US" i="1" dirty="0">
              <a:solidFill>
                <a:schemeClr val="tx1"/>
              </a:solidFill>
            </a:endParaRPr>
          </a:p>
        </p:txBody>
      </p:sp>
      <p:cxnSp>
        <p:nvCxnSpPr>
          <p:cNvPr id="46" name="Straight Connector 45"/>
          <p:cNvCxnSpPr/>
          <p:nvPr/>
        </p:nvCxnSpPr>
        <p:spPr>
          <a:xfrm flipV="1">
            <a:off x="4612770" y="1847060"/>
            <a:ext cx="0" cy="3851034"/>
          </a:xfrm>
          <a:prstGeom prst="line">
            <a:avLst/>
          </a:prstGeom>
          <a:ln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/>
          <p:cNvCxnSpPr/>
          <p:nvPr/>
        </p:nvCxnSpPr>
        <p:spPr>
          <a:xfrm>
            <a:off x="1583696" y="5902982"/>
            <a:ext cx="6058147" cy="0"/>
          </a:xfrm>
          <a:prstGeom prst="line">
            <a:avLst/>
          </a:prstGeom>
          <a:ln w="1270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ectangle 32"/>
          <p:cNvSpPr/>
          <p:nvPr/>
        </p:nvSpPr>
        <p:spPr>
          <a:xfrm>
            <a:off x="4989082" y="3033569"/>
            <a:ext cx="2463089" cy="35275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i="1" spc="300" dirty="0" smtClean="0">
                <a:solidFill>
                  <a:srgbClr val="000000"/>
                </a:solidFill>
              </a:rPr>
              <a:t>Category</a:t>
            </a:r>
            <a:endParaRPr lang="en-US" sz="1400" i="1" spc="300" dirty="0">
              <a:solidFill>
                <a:srgbClr val="000000"/>
              </a:solidFill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7086858" y="3033569"/>
            <a:ext cx="365314" cy="352760"/>
          </a:xfrm>
          <a:prstGeom prst="roundRect">
            <a:avLst/>
          </a:prstGeom>
          <a:solidFill>
            <a:srgbClr val="FFFFFF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Isosceles Triangle 34"/>
          <p:cNvSpPr/>
          <p:nvPr/>
        </p:nvSpPr>
        <p:spPr>
          <a:xfrm rot="10800000">
            <a:off x="7156784" y="3157615"/>
            <a:ext cx="221747" cy="150771"/>
          </a:xfrm>
          <a:prstGeom prst="triangle">
            <a:avLst/>
          </a:prstGeom>
          <a:solidFill>
            <a:schemeClr val="tx1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/>
          <p:cNvSpPr/>
          <p:nvPr/>
        </p:nvSpPr>
        <p:spPr>
          <a:xfrm>
            <a:off x="4946560" y="3998159"/>
            <a:ext cx="2463089" cy="55711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i="1" dirty="0" smtClean="0">
                <a:solidFill>
                  <a:schemeClr val="tx1"/>
                </a:solidFill>
              </a:rPr>
              <a:t>Materials</a:t>
            </a:r>
            <a:endParaRPr lang="en-US" i="1" dirty="0">
              <a:solidFill>
                <a:schemeClr val="tx1"/>
              </a:solidFill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4922223" y="4785641"/>
            <a:ext cx="2508687" cy="456833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spc="300" dirty="0" smtClean="0">
                <a:solidFill>
                  <a:srgbClr val="000000"/>
                </a:solidFill>
                <a:latin typeface="+mj-lt"/>
                <a:cs typeface="MAW "/>
              </a:rPr>
              <a:t>Browse Picture</a:t>
            </a:r>
            <a:endParaRPr lang="en-US" sz="2000" spc="300" dirty="0">
              <a:solidFill>
                <a:srgbClr val="000000"/>
              </a:solidFill>
              <a:latin typeface="+mj-lt"/>
              <a:cs typeface="MAW 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4901457" y="3525619"/>
            <a:ext cx="119956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smtClean="0">
                <a:solidFill>
                  <a:srgbClr val="000000"/>
                </a:solidFill>
              </a:rPr>
              <a:t>Materials</a:t>
            </a:r>
            <a:endParaRPr lang="en-US" sz="2000" b="1" dirty="0">
              <a:solidFill>
                <a:srgbClr val="000000"/>
              </a:solidFill>
            </a:endParaRPr>
          </a:p>
        </p:txBody>
      </p:sp>
      <p:pic>
        <p:nvPicPr>
          <p:cNvPr id="36" name="Picture 35" descr="fotocamera_foto_camera_icon_coloring_book_colouring-1969px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6085" y="2827897"/>
            <a:ext cx="1328605" cy="1022938"/>
          </a:xfrm>
          <a:prstGeom prst="rect">
            <a:avLst/>
          </a:prstGeom>
        </p:spPr>
      </p:pic>
      <p:sp>
        <p:nvSpPr>
          <p:cNvPr id="57" name="Rectangle 56"/>
          <p:cNvSpPr/>
          <p:nvPr/>
        </p:nvSpPr>
        <p:spPr>
          <a:xfrm>
            <a:off x="1187585" y="897670"/>
            <a:ext cx="1951680" cy="5944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 smtClean="0">
                <a:solidFill>
                  <a:srgbClr val="000000"/>
                </a:solidFill>
              </a:rPr>
              <a:t>LOGO</a:t>
            </a:r>
            <a:endParaRPr lang="en-US" sz="2800" dirty="0">
              <a:solidFill>
                <a:srgbClr val="000000"/>
              </a:solidFill>
            </a:endParaRPr>
          </a:p>
        </p:txBody>
      </p:sp>
      <p:pic>
        <p:nvPicPr>
          <p:cNvPr id="58" name="Picture 57" descr="home1.png"/>
          <p:cNvPicPr>
            <a:picLocks noChangeAspect="1"/>
          </p:cNvPicPr>
          <p:nvPr/>
        </p:nvPicPr>
        <p:blipFill>
          <a:blip r:embed="rId3">
            <a:biLevel thresh="75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73381" y="934195"/>
            <a:ext cx="541269" cy="541269"/>
          </a:xfrm>
          <a:prstGeom prst="rect">
            <a:avLst/>
          </a:prstGeom>
          <a:noFill/>
        </p:spPr>
      </p:pic>
      <p:sp>
        <p:nvSpPr>
          <p:cNvPr id="59" name="Heart 58"/>
          <p:cNvSpPr/>
          <p:nvPr/>
        </p:nvSpPr>
        <p:spPr>
          <a:xfrm>
            <a:off x="4182953" y="1100154"/>
            <a:ext cx="277739" cy="243182"/>
          </a:xfrm>
          <a:prstGeom prst="hear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0" name="Picture 59" descr="create1.png"/>
          <p:cNvPicPr>
            <a:picLocks noChangeAspect="1"/>
          </p:cNvPicPr>
          <p:nvPr/>
        </p:nvPicPr>
        <p:blipFill>
          <a:blip r:embed="rId5">
            <a:biLevel thresh="75000"/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-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900000">
            <a:off x="4637804" y="1042717"/>
            <a:ext cx="339599" cy="339599"/>
          </a:xfrm>
          <a:prstGeom prst="rect">
            <a:avLst/>
          </a:prstGeom>
        </p:spPr>
      </p:pic>
      <p:pic>
        <p:nvPicPr>
          <p:cNvPr id="61" name="Picture 60" descr="Untitled-1.png"/>
          <p:cNvPicPr>
            <a:picLocks noChangeAspect="1"/>
          </p:cNvPicPr>
          <p:nvPr/>
        </p:nvPicPr>
        <p:blipFill>
          <a:blip r:embed="rId7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63190" y="1004555"/>
            <a:ext cx="380550" cy="380550"/>
          </a:xfrm>
          <a:prstGeom prst="rect">
            <a:avLst/>
          </a:prstGeom>
        </p:spPr>
      </p:pic>
      <p:pic>
        <p:nvPicPr>
          <p:cNvPr id="62" name="Picture 61" descr="power icon.jpg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05130" y="1083658"/>
            <a:ext cx="243224" cy="268459"/>
          </a:xfrm>
          <a:prstGeom prst="rect">
            <a:avLst/>
          </a:prstGeom>
        </p:spPr>
      </p:pic>
      <p:sp>
        <p:nvSpPr>
          <p:cNvPr id="65" name="Rounded Rectangle 64"/>
          <p:cNvSpPr/>
          <p:nvPr/>
        </p:nvSpPr>
        <p:spPr>
          <a:xfrm>
            <a:off x="7212503" y="1085664"/>
            <a:ext cx="728750" cy="257672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 smtClean="0">
                <a:solidFill>
                  <a:srgbClr val="000000"/>
                </a:solidFill>
                <a:latin typeface="+mj-lt"/>
                <a:cs typeface="MAW "/>
              </a:rPr>
              <a:t>Log out</a:t>
            </a:r>
            <a:endParaRPr lang="en-US" sz="1100" dirty="0">
              <a:solidFill>
                <a:srgbClr val="000000"/>
              </a:solidFill>
              <a:latin typeface="+mj-lt"/>
              <a:cs typeface="MAW "/>
            </a:endParaRPr>
          </a:p>
        </p:txBody>
      </p:sp>
      <p:sp>
        <p:nvSpPr>
          <p:cNvPr id="66" name="Rounded Rectangular Callout 65"/>
          <p:cNvSpPr/>
          <p:nvPr/>
        </p:nvSpPr>
        <p:spPr>
          <a:xfrm>
            <a:off x="5602547" y="1083718"/>
            <a:ext cx="292335" cy="227940"/>
          </a:xfrm>
          <a:prstGeom prst="wedgeRoundRectCallout">
            <a:avLst>
              <a:gd name="adj1" fmla="val 35167"/>
              <a:gd name="adj2" fmla="val 73720"/>
              <a:gd name="adj3" fmla="val 16667"/>
            </a:avLst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Isosceles Triangle 66"/>
          <p:cNvSpPr/>
          <p:nvPr/>
        </p:nvSpPr>
        <p:spPr>
          <a:xfrm>
            <a:off x="4608031" y="1338538"/>
            <a:ext cx="338529" cy="206357"/>
          </a:xfrm>
          <a:prstGeom prst="triangl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Rectangle 67"/>
          <p:cNvSpPr/>
          <p:nvPr/>
        </p:nvSpPr>
        <p:spPr>
          <a:xfrm>
            <a:off x="4628851" y="1520253"/>
            <a:ext cx="288880" cy="7244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845361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/>
          <p:nvPr/>
        </p:nvSpPr>
        <p:spPr>
          <a:xfrm>
            <a:off x="170605" y="492904"/>
            <a:ext cx="8833593" cy="398115"/>
          </a:xfrm>
          <a:prstGeom prst="roundRect">
            <a:avLst/>
          </a:prstGeom>
          <a:solidFill>
            <a:srgbClr val="D9D9D9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170605" y="834147"/>
            <a:ext cx="8833593" cy="559256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262955" y="598659"/>
            <a:ext cx="173439" cy="167848"/>
          </a:xfrm>
          <a:prstGeom prst="ellipse">
            <a:avLst/>
          </a:prstGeom>
          <a:solidFill>
            <a:srgbClr val="A6A6A6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502074" y="598659"/>
            <a:ext cx="173439" cy="167848"/>
          </a:xfrm>
          <a:prstGeom prst="ellipse">
            <a:avLst/>
          </a:prstGeom>
          <a:solidFill>
            <a:srgbClr val="A6A6A6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739853" y="598659"/>
            <a:ext cx="173439" cy="167848"/>
          </a:xfrm>
          <a:prstGeom prst="ellipse">
            <a:avLst/>
          </a:prstGeom>
          <a:solidFill>
            <a:srgbClr val="A6A6A6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1187585" y="1550579"/>
            <a:ext cx="6779137" cy="487613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8845448" y="834147"/>
            <a:ext cx="158750" cy="5592564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ounded Rectangle 22"/>
          <p:cNvSpPr/>
          <p:nvPr/>
        </p:nvSpPr>
        <p:spPr>
          <a:xfrm>
            <a:off x="8845448" y="836083"/>
            <a:ext cx="158750" cy="1727200"/>
          </a:xfrm>
          <a:prstGeom prst="roundRect">
            <a:avLst/>
          </a:prstGeom>
          <a:solidFill>
            <a:schemeClr val="tx1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/>
          <p:cNvSpPr/>
          <p:nvPr/>
        </p:nvSpPr>
        <p:spPr>
          <a:xfrm>
            <a:off x="2088031" y="2329947"/>
            <a:ext cx="2071948" cy="2013468"/>
          </a:xfrm>
          <a:prstGeom prst="ellipse">
            <a:avLst/>
          </a:prstGeom>
          <a:noFill/>
          <a:ln w="28575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" name="TextBox 93"/>
          <p:cNvSpPr txBox="1"/>
          <p:nvPr/>
        </p:nvSpPr>
        <p:spPr>
          <a:xfrm>
            <a:off x="3635893" y="496565"/>
            <a:ext cx="274151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/>
              <a:t>HanDIYcraft | Create Tutorial</a:t>
            </a:r>
            <a:endParaRPr lang="en-US" sz="1600" dirty="0"/>
          </a:p>
        </p:txBody>
      </p:sp>
      <p:sp>
        <p:nvSpPr>
          <p:cNvPr id="37" name="Rounded Rectangle 36"/>
          <p:cNvSpPr/>
          <p:nvPr/>
        </p:nvSpPr>
        <p:spPr>
          <a:xfrm>
            <a:off x="1907720" y="4483520"/>
            <a:ext cx="2463089" cy="456833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spc="300" dirty="0" smtClean="0">
                <a:solidFill>
                  <a:srgbClr val="000000"/>
                </a:solidFill>
                <a:latin typeface="+mj-lt"/>
                <a:cs typeface="MAW "/>
              </a:rPr>
              <a:t>Browse Picture</a:t>
            </a:r>
            <a:endParaRPr lang="en-US" sz="2000" spc="300" dirty="0">
              <a:solidFill>
                <a:srgbClr val="000000"/>
              </a:solidFill>
              <a:latin typeface="+mj-lt"/>
              <a:cs typeface="MAW "/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4989082" y="2291726"/>
            <a:ext cx="2463089" cy="55711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i="1" dirty="0" smtClean="0">
                <a:solidFill>
                  <a:schemeClr val="tx1"/>
                </a:solidFill>
              </a:rPr>
              <a:t>Title</a:t>
            </a:r>
            <a:endParaRPr lang="en-US" i="1" dirty="0">
              <a:solidFill>
                <a:schemeClr val="tx1"/>
              </a:solidFill>
            </a:endParaRPr>
          </a:p>
        </p:txBody>
      </p:sp>
      <p:cxnSp>
        <p:nvCxnSpPr>
          <p:cNvPr id="46" name="Straight Connector 45"/>
          <p:cNvCxnSpPr/>
          <p:nvPr/>
        </p:nvCxnSpPr>
        <p:spPr>
          <a:xfrm flipV="1">
            <a:off x="4612770" y="1847060"/>
            <a:ext cx="0" cy="3851034"/>
          </a:xfrm>
          <a:prstGeom prst="line">
            <a:avLst/>
          </a:prstGeom>
          <a:ln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/>
          <p:cNvCxnSpPr/>
          <p:nvPr/>
        </p:nvCxnSpPr>
        <p:spPr>
          <a:xfrm>
            <a:off x="1583696" y="5902982"/>
            <a:ext cx="6058147" cy="0"/>
          </a:xfrm>
          <a:prstGeom prst="line">
            <a:avLst/>
          </a:prstGeom>
          <a:ln w="1270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ectangle 32"/>
          <p:cNvSpPr/>
          <p:nvPr/>
        </p:nvSpPr>
        <p:spPr>
          <a:xfrm>
            <a:off x="4989082" y="3033569"/>
            <a:ext cx="2463089" cy="35275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i="1" spc="300" dirty="0" smtClean="0">
                <a:solidFill>
                  <a:srgbClr val="000000"/>
                </a:solidFill>
              </a:rPr>
              <a:t>Category</a:t>
            </a:r>
            <a:endParaRPr lang="en-US" sz="1400" i="1" spc="300" dirty="0">
              <a:solidFill>
                <a:srgbClr val="000000"/>
              </a:solidFill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7086858" y="3033569"/>
            <a:ext cx="365314" cy="352760"/>
          </a:xfrm>
          <a:prstGeom prst="roundRect">
            <a:avLst/>
          </a:prstGeom>
          <a:solidFill>
            <a:srgbClr val="FFFFFF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Isosceles Triangle 34"/>
          <p:cNvSpPr/>
          <p:nvPr/>
        </p:nvSpPr>
        <p:spPr>
          <a:xfrm rot="10800000">
            <a:off x="7156784" y="3157615"/>
            <a:ext cx="221747" cy="150771"/>
          </a:xfrm>
          <a:prstGeom prst="triangle">
            <a:avLst/>
          </a:prstGeom>
          <a:solidFill>
            <a:schemeClr val="tx1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/>
          <p:cNvSpPr/>
          <p:nvPr/>
        </p:nvSpPr>
        <p:spPr>
          <a:xfrm>
            <a:off x="4946560" y="3998159"/>
            <a:ext cx="2463089" cy="55711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i="1" dirty="0" smtClean="0">
                <a:solidFill>
                  <a:schemeClr val="tx1"/>
                </a:solidFill>
              </a:rPr>
              <a:t>Materials</a:t>
            </a:r>
            <a:endParaRPr lang="en-US" i="1" dirty="0">
              <a:solidFill>
                <a:schemeClr val="tx1"/>
              </a:solidFill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4922223" y="4785641"/>
            <a:ext cx="2508687" cy="456833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spc="300" dirty="0" smtClean="0">
                <a:solidFill>
                  <a:srgbClr val="000000"/>
                </a:solidFill>
                <a:latin typeface="+mj-lt"/>
                <a:cs typeface="MAW "/>
              </a:rPr>
              <a:t>Browse Picture</a:t>
            </a:r>
            <a:endParaRPr lang="en-US" sz="2000" spc="300" dirty="0">
              <a:solidFill>
                <a:srgbClr val="000000"/>
              </a:solidFill>
              <a:latin typeface="+mj-lt"/>
              <a:cs typeface="MAW 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4901457" y="3525619"/>
            <a:ext cx="119956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smtClean="0">
                <a:solidFill>
                  <a:srgbClr val="000000"/>
                </a:solidFill>
              </a:rPr>
              <a:t>Materials</a:t>
            </a:r>
            <a:endParaRPr lang="en-US" sz="2000" b="1" dirty="0">
              <a:solidFill>
                <a:srgbClr val="000000"/>
              </a:solidFill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4989083" y="3386327"/>
            <a:ext cx="2463089" cy="242770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8" name="Straight Connector 37"/>
          <p:cNvCxnSpPr/>
          <p:nvPr/>
        </p:nvCxnSpPr>
        <p:spPr>
          <a:xfrm>
            <a:off x="4989084" y="3636838"/>
            <a:ext cx="2463088" cy="0"/>
          </a:xfrm>
          <a:prstGeom prst="line">
            <a:avLst/>
          </a:prstGeom>
          <a:ln w="1270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/>
          <p:cNvCxnSpPr/>
          <p:nvPr/>
        </p:nvCxnSpPr>
        <p:spPr>
          <a:xfrm>
            <a:off x="4989086" y="3910084"/>
            <a:ext cx="2463085" cy="0"/>
          </a:xfrm>
          <a:prstGeom prst="line">
            <a:avLst/>
          </a:prstGeom>
          <a:ln w="1270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4989086" y="4180811"/>
            <a:ext cx="2463085" cy="0"/>
          </a:xfrm>
          <a:prstGeom prst="line">
            <a:avLst/>
          </a:prstGeom>
          <a:ln w="1270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/>
          <p:cNvCxnSpPr/>
          <p:nvPr/>
        </p:nvCxnSpPr>
        <p:spPr>
          <a:xfrm flipV="1">
            <a:off x="4989083" y="4449166"/>
            <a:ext cx="2463088" cy="10260"/>
          </a:xfrm>
          <a:prstGeom prst="line">
            <a:avLst/>
          </a:prstGeom>
          <a:ln w="1270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/>
          <p:cNvCxnSpPr/>
          <p:nvPr/>
        </p:nvCxnSpPr>
        <p:spPr>
          <a:xfrm>
            <a:off x="4989083" y="4730151"/>
            <a:ext cx="2463088" cy="0"/>
          </a:xfrm>
          <a:prstGeom prst="line">
            <a:avLst/>
          </a:prstGeom>
          <a:ln w="1270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5959925" y="3618690"/>
            <a:ext cx="7554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Outfit</a:t>
            </a:r>
            <a:endParaRPr lang="en-US" sz="1400" dirty="0"/>
          </a:p>
        </p:txBody>
      </p:sp>
      <p:sp>
        <p:nvSpPr>
          <p:cNvPr id="53" name="TextBox 52"/>
          <p:cNvSpPr txBox="1"/>
          <p:nvPr/>
        </p:nvSpPr>
        <p:spPr>
          <a:xfrm>
            <a:off x="5838242" y="3891481"/>
            <a:ext cx="105499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Accessory</a:t>
            </a:r>
            <a:endParaRPr lang="en-US" sz="1400" dirty="0"/>
          </a:p>
        </p:txBody>
      </p:sp>
      <p:sp>
        <p:nvSpPr>
          <p:cNvPr id="54" name="TextBox 53"/>
          <p:cNvSpPr txBox="1"/>
          <p:nvPr/>
        </p:nvSpPr>
        <p:spPr>
          <a:xfrm>
            <a:off x="6062467" y="4165054"/>
            <a:ext cx="4793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Gift</a:t>
            </a:r>
            <a:endParaRPr lang="en-US" sz="1400" dirty="0"/>
          </a:p>
        </p:txBody>
      </p:sp>
      <p:sp>
        <p:nvSpPr>
          <p:cNvPr id="55" name="TextBox 54"/>
          <p:cNvSpPr txBox="1"/>
          <p:nvPr/>
        </p:nvSpPr>
        <p:spPr>
          <a:xfrm>
            <a:off x="6080773" y="4449166"/>
            <a:ext cx="4793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Kid</a:t>
            </a:r>
            <a:endParaRPr lang="en-US" sz="1400" dirty="0"/>
          </a:p>
        </p:txBody>
      </p:sp>
      <p:sp>
        <p:nvSpPr>
          <p:cNvPr id="56" name="TextBox 55"/>
          <p:cNvSpPr txBox="1"/>
          <p:nvPr/>
        </p:nvSpPr>
        <p:spPr>
          <a:xfrm>
            <a:off x="5944149" y="4719891"/>
            <a:ext cx="78385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Garden</a:t>
            </a:r>
            <a:endParaRPr lang="en-US" sz="1400" dirty="0"/>
          </a:p>
        </p:txBody>
      </p:sp>
      <p:sp>
        <p:nvSpPr>
          <p:cNvPr id="57" name="TextBox 56"/>
          <p:cNvSpPr txBox="1"/>
          <p:nvPr/>
        </p:nvSpPr>
        <p:spPr>
          <a:xfrm>
            <a:off x="5809067" y="4975502"/>
            <a:ext cx="10944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Home Decor</a:t>
            </a:r>
            <a:endParaRPr lang="en-US" sz="1400" dirty="0"/>
          </a:p>
        </p:txBody>
      </p:sp>
      <p:cxnSp>
        <p:nvCxnSpPr>
          <p:cNvPr id="58" name="Straight Connector 57"/>
          <p:cNvCxnSpPr/>
          <p:nvPr/>
        </p:nvCxnSpPr>
        <p:spPr>
          <a:xfrm>
            <a:off x="4989086" y="4998361"/>
            <a:ext cx="2463085" cy="0"/>
          </a:xfrm>
          <a:prstGeom prst="line">
            <a:avLst/>
          </a:prstGeom>
          <a:ln w="1270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/>
          <p:cNvCxnSpPr/>
          <p:nvPr/>
        </p:nvCxnSpPr>
        <p:spPr>
          <a:xfrm>
            <a:off x="4989086" y="5261198"/>
            <a:ext cx="2463085" cy="19"/>
          </a:xfrm>
          <a:prstGeom prst="line">
            <a:avLst/>
          </a:prstGeom>
          <a:ln w="1270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TextBox 59"/>
          <p:cNvSpPr txBox="1"/>
          <p:nvPr/>
        </p:nvSpPr>
        <p:spPr>
          <a:xfrm>
            <a:off x="6020548" y="5519804"/>
            <a:ext cx="68690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Other</a:t>
            </a:r>
            <a:endParaRPr lang="en-US" sz="1400" dirty="0"/>
          </a:p>
        </p:txBody>
      </p:sp>
      <p:sp>
        <p:nvSpPr>
          <p:cNvPr id="61" name="TextBox 60"/>
          <p:cNvSpPr txBox="1"/>
          <p:nvPr/>
        </p:nvSpPr>
        <p:spPr>
          <a:xfrm>
            <a:off x="6085138" y="5261217"/>
            <a:ext cx="68690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Pet</a:t>
            </a:r>
            <a:endParaRPr lang="en-US" sz="1400" dirty="0"/>
          </a:p>
        </p:txBody>
      </p:sp>
      <p:cxnSp>
        <p:nvCxnSpPr>
          <p:cNvPr id="62" name="Straight Connector 61"/>
          <p:cNvCxnSpPr/>
          <p:nvPr/>
        </p:nvCxnSpPr>
        <p:spPr>
          <a:xfrm>
            <a:off x="4989083" y="5547702"/>
            <a:ext cx="2463088" cy="0"/>
          </a:xfrm>
          <a:prstGeom prst="line">
            <a:avLst/>
          </a:prstGeom>
          <a:ln w="1270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TextBox 62"/>
          <p:cNvSpPr txBox="1"/>
          <p:nvPr/>
        </p:nvSpPr>
        <p:spPr>
          <a:xfrm>
            <a:off x="6116690" y="3360291"/>
            <a:ext cx="68690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All</a:t>
            </a:r>
            <a:endParaRPr lang="en-US" sz="1400" dirty="0"/>
          </a:p>
        </p:txBody>
      </p:sp>
      <p:pic>
        <p:nvPicPr>
          <p:cNvPr id="2" name="Picture 1" descr="fotocamera_foto_camera_icon_coloring_book_colouring-1969px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6085" y="2827897"/>
            <a:ext cx="1328605" cy="1022938"/>
          </a:xfrm>
          <a:prstGeom prst="rect">
            <a:avLst/>
          </a:prstGeom>
        </p:spPr>
      </p:pic>
      <p:sp>
        <p:nvSpPr>
          <p:cNvPr id="75" name="Rectangle 74"/>
          <p:cNvSpPr/>
          <p:nvPr/>
        </p:nvSpPr>
        <p:spPr>
          <a:xfrm>
            <a:off x="1187585" y="897670"/>
            <a:ext cx="1951680" cy="5944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 smtClean="0">
                <a:solidFill>
                  <a:srgbClr val="000000"/>
                </a:solidFill>
              </a:rPr>
              <a:t>LOGO</a:t>
            </a:r>
            <a:endParaRPr lang="en-US" sz="2800" dirty="0">
              <a:solidFill>
                <a:srgbClr val="000000"/>
              </a:solidFill>
            </a:endParaRPr>
          </a:p>
        </p:txBody>
      </p:sp>
      <p:pic>
        <p:nvPicPr>
          <p:cNvPr id="76" name="Picture 75" descr="home1.png"/>
          <p:cNvPicPr>
            <a:picLocks noChangeAspect="1"/>
          </p:cNvPicPr>
          <p:nvPr/>
        </p:nvPicPr>
        <p:blipFill>
          <a:blip r:embed="rId3">
            <a:biLevel thresh="75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73381" y="934195"/>
            <a:ext cx="541269" cy="541269"/>
          </a:xfrm>
          <a:prstGeom prst="rect">
            <a:avLst/>
          </a:prstGeom>
          <a:noFill/>
        </p:spPr>
      </p:pic>
      <p:sp>
        <p:nvSpPr>
          <p:cNvPr id="77" name="Heart 76"/>
          <p:cNvSpPr/>
          <p:nvPr/>
        </p:nvSpPr>
        <p:spPr>
          <a:xfrm>
            <a:off x="4182953" y="1100154"/>
            <a:ext cx="277739" cy="243182"/>
          </a:xfrm>
          <a:prstGeom prst="hear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8" name="Picture 77" descr="create1.png"/>
          <p:cNvPicPr>
            <a:picLocks noChangeAspect="1"/>
          </p:cNvPicPr>
          <p:nvPr/>
        </p:nvPicPr>
        <p:blipFill>
          <a:blip r:embed="rId5">
            <a:biLevel thresh="75000"/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-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900000">
            <a:off x="4637804" y="1042717"/>
            <a:ext cx="339599" cy="339599"/>
          </a:xfrm>
          <a:prstGeom prst="rect">
            <a:avLst/>
          </a:prstGeom>
        </p:spPr>
      </p:pic>
      <p:pic>
        <p:nvPicPr>
          <p:cNvPr id="79" name="Picture 78" descr="Untitled-1.png"/>
          <p:cNvPicPr>
            <a:picLocks noChangeAspect="1"/>
          </p:cNvPicPr>
          <p:nvPr/>
        </p:nvPicPr>
        <p:blipFill>
          <a:blip r:embed="rId7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63190" y="1004555"/>
            <a:ext cx="380550" cy="380550"/>
          </a:xfrm>
          <a:prstGeom prst="rect">
            <a:avLst/>
          </a:prstGeom>
        </p:spPr>
      </p:pic>
      <p:pic>
        <p:nvPicPr>
          <p:cNvPr id="80" name="Picture 79" descr="power icon.jpg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05130" y="1083658"/>
            <a:ext cx="243224" cy="268459"/>
          </a:xfrm>
          <a:prstGeom prst="rect">
            <a:avLst/>
          </a:prstGeom>
        </p:spPr>
      </p:pic>
      <p:sp>
        <p:nvSpPr>
          <p:cNvPr id="83" name="Rounded Rectangle 82"/>
          <p:cNvSpPr/>
          <p:nvPr/>
        </p:nvSpPr>
        <p:spPr>
          <a:xfrm>
            <a:off x="7212503" y="1085664"/>
            <a:ext cx="728750" cy="257672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 smtClean="0">
                <a:solidFill>
                  <a:srgbClr val="000000"/>
                </a:solidFill>
                <a:latin typeface="+mj-lt"/>
                <a:cs typeface="MAW "/>
              </a:rPr>
              <a:t>Log out</a:t>
            </a:r>
            <a:endParaRPr lang="en-US" sz="1100" dirty="0">
              <a:solidFill>
                <a:srgbClr val="000000"/>
              </a:solidFill>
              <a:latin typeface="+mj-lt"/>
              <a:cs typeface="MAW "/>
            </a:endParaRPr>
          </a:p>
        </p:txBody>
      </p:sp>
      <p:sp>
        <p:nvSpPr>
          <p:cNvPr id="84" name="Rounded Rectangular Callout 83"/>
          <p:cNvSpPr/>
          <p:nvPr/>
        </p:nvSpPr>
        <p:spPr>
          <a:xfrm>
            <a:off x="5602547" y="1083718"/>
            <a:ext cx="292335" cy="227940"/>
          </a:xfrm>
          <a:prstGeom prst="wedgeRoundRectCallout">
            <a:avLst>
              <a:gd name="adj1" fmla="val 35167"/>
              <a:gd name="adj2" fmla="val 73720"/>
              <a:gd name="adj3" fmla="val 16667"/>
            </a:avLst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Isosceles Triangle 84"/>
          <p:cNvSpPr/>
          <p:nvPr/>
        </p:nvSpPr>
        <p:spPr>
          <a:xfrm>
            <a:off x="4608031" y="1338538"/>
            <a:ext cx="338529" cy="206357"/>
          </a:xfrm>
          <a:prstGeom prst="triangl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Rectangle 85"/>
          <p:cNvSpPr/>
          <p:nvPr/>
        </p:nvSpPr>
        <p:spPr>
          <a:xfrm>
            <a:off x="4628851" y="1520253"/>
            <a:ext cx="288880" cy="7244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199739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/>
          <p:nvPr/>
        </p:nvSpPr>
        <p:spPr>
          <a:xfrm>
            <a:off x="170605" y="492904"/>
            <a:ext cx="8833593" cy="398115"/>
          </a:xfrm>
          <a:prstGeom prst="roundRect">
            <a:avLst/>
          </a:prstGeom>
          <a:solidFill>
            <a:srgbClr val="D9D9D9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170605" y="834147"/>
            <a:ext cx="8833593" cy="559256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262955" y="598659"/>
            <a:ext cx="173439" cy="167848"/>
          </a:xfrm>
          <a:prstGeom prst="ellipse">
            <a:avLst/>
          </a:prstGeom>
          <a:solidFill>
            <a:srgbClr val="A6A6A6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502074" y="598659"/>
            <a:ext cx="173439" cy="167848"/>
          </a:xfrm>
          <a:prstGeom prst="ellipse">
            <a:avLst/>
          </a:prstGeom>
          <a:solidFill>
            <a:srgbClr val="A6A6A6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739853" y="598659"/>
            <a:ext cx="173439" cy="167848"/>
          </a:xfrm>
          <a:prstGeom prst="ellipse">
            <a:avLst/>
          </a:prstGeom>
          <a:solidFill>
            <a:srgbClr val="A6A6A6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1187585" y="835119"/>
            <a:ext cx="6779137" cy="559159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8845448" y="834147"/>
            <a:ext cx="158750" cy="5592564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ounded Rectangle 22"/>
          <p:cNvSpPr/>
          <p:nvPr/>
        </p:nvSpPr>
        <p:spPr>
          <a:xfrm>
            <a:off x="8845448" y="2848843"/>
            <a:ext cx="158750" cy="1727200"/>
          </a:xfrm>
          <a:prstGeom prst="roundRect">
            <a:avLst/>
          </a:prstGeom>
          <a:solidFill>
            <a:schemeClr val="tx1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" name="TextBox 93"/>
          <p:cNvSpPr txBox="1"/>
          <p:nvPr/>
        </p:nvSpPr>
        <p:spPr>
          <a:xfrm>
            <a:off x="3635893" y="496565"/>
            <a:ext cx="274151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/>
              <a:t>HanDIYcraft | Create Tutorial</a:t>
            </a:r>
            <a:endParaRPr lang="en-US" sz="1600" dirty="0"/>
          </a:p>
        </p:txBody>
      </p:sp>
      <p:sp>
        <p:nvSpPr>
          <p:cNvPr id="37" name="Rounded Rectangle 36"/>
          <p:cNvSpPr/>
          <p:nvPr/>
        </p:nvSpPr>
        <p:spPr>
          <a:xfrm>
            <a:off x="1834079" y="828817"/>
            <a:ext cx="2463089" cy="456833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spc="300" dirty="0" smtClean="0">
                <a:solidFill>
                  <a:srgbClr val="000000"/>
                </a:solidFill>
                <a:latin typeface="+mj-lt"/>
                <a:cs typeface="MAW "/>
              </a:rPr>
              <a:t>Browse Picture</a:t>
            </a:r>
            <a:endParaRPr lang="en-US" sz="2000" spc="300" dirty="0">
              <a:solidFill>
                <a:srgbClr val="000000"/>
              </a:solidFill>
              <a:latin typeface="+mj-lt"/>
              <a:cs typeface="MAW "/>
            </a:endParaRPr>
          </a:p>
        </p:txBody>
      </p:sp>
      <p:cxnSp>
        <p:nvCxnSpPr>
          <p:cNvPr id="46" name="Straight Connector 45"/>
          <p:cNvCxnSpPr/>
          <p:nvPr/>
        </p:nvCxnSpPr>
        <p:spPr>
          <a:xfrm flipV="1">
            <a:off x="4612770" y="853439"/>
            <a:ext cx="0" cy="1351706"/>
          </a:xfrm>
          <a:prstGeom prst="line">
            <a:avLst/>
          </a:prstGeom>
          <a:ln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/>
          <p:cNvCxnSpPr/>
          <p:nvPr/>
        </p:nvCxnSpPr>
        <p:spPr>
          <a:xfrm>
            <a:off x="1510055" y="2441998"/>
            <a:ext cx="6097922" cy="0"/>
          </a:xfrm>
          <a:prstGeom prst="line">
            <a:avLst/>
          </a:prstGeom>
          <a:ln w="1270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1549830" y="2816458"/>
            <a:ext cx="6058147" cy="2930167"/>
          </a:xfrm>
          <a:prstGeom prst="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9515320"/>
              </p:ext>
            </p:extLst>
          </p:nvPr>
        </p:nvGraphicFramePr>
        <p:xfrm>
          <a:off x="1821689" y="3378833"/>
          <a:ext cx="5483201" cy="206867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77191"/>
                <a:gridCol w="2778276"/>
                <a:gridCol w="1827734"/>
              </a:tblGrid>
              <a:tr h="413734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Step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Description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Picture</a:t>
                      </a:r>
                      <a:endParaRPr lang="en-US" dirty="0"/>
                    </a:p>
                  </a:txBody>
                  <a:tcPr anchor="ctr"/>
                </a:tc>
              </a:tr>
              <a:tr h="413734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</a:tr>
              <a:tr h="413734"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</a:tr>
              <a:tr h="413734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</a:tr>
              <a:tr h="413734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21" name="Rectangle 20"/>
          <p:cNvSpPr/>
          <p:nvPr/>
        </p:nvSpPr>
        <p:spPr>
          <a:xfrm>
            <a:off x="2524923" y="3002414"/>
            <a:ext cx="892692" cy="27481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pc="300" dirty="0" smtClean="0">
                <a:solidFill>
                  <a:srgbClr val="000000"/>
                </a:solidFill>
              </a:rPr>
              <a:t>  4</a:t>
            </a:r>
            <a:endParaRPr lang="en-US" spc="300" dirty="0">
              <a:solidFill>
                <a:srgbClr val="000000"/>
              </a:solidFill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3133018" y="3002413"/>
            <a:ext cx="284598" cy="274818"/>
          </a:xfrm>
          <a:prstGeom prst="roundRect">
            <a:avLst/>
          </a:prstGeom>
          <a:solidFill>
            <a:srgbClr val="FFFFFF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Isosceles Triangle 24"/>
          <p:cNvSpPr/>
          <p:nvPr/>
        </p:nvSpPr>
        <p:spPr>
          <a:xfrm rot="10800000">
            <a:off x="3202189" y="3115167"/>
            <a:ext cx="151408" cy="102946"/>
          </a:xfrm>
          <a:prstGeom prst="triangle">
            <a:avLst/>
          </a:prstGeom>
          <a:solidFill>
            <a:schemeClr val="tx1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/>
          <p:cNvSpPr txBox="1"/>
          <p:nvPr/>
        </p:nvSpPr>
        <p:spPr>
          <a:xfrm>
            <a:off x="1747408" y="2936578"/>
            <a:ext cx="7745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000000"/>
                </a:solidFill>
              </a:rPr>
              <a:t>I want 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3422997" y="2925120"/>
            <a:ext cx="20914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0000"/>
                </a:solidFill>
              </a:rPr>
              <a:t>s</a:t>
            </a:r>
            <a:r>
              <a:rPr lang="en-US" dirty="0" smtClean="0">
                <a:solidFill>
                  <a:srgbClr val="000000"/>
                </a:solidFill>
              </a:rPr>
              <a:t>teps for my tutorial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5783009" y="3849816"/>
            <a:ext cx="1224070" cy="313712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>
                <a:solidFill>
                  <a:srgbClr val="000000"/>
                </a:solidFill>
                <a:latin typeface="+mj-lt"/>
                <a:cs typeface="MAW "/>
              </a:rPr>
              <a:t>Browse Picture</a:t>
            </a:r>
            <a:endParaRPr lang="en-US" sz="1200" dirty="0">
              <a:solidFill>
                <a:srgbClr val="000000"/>
              </a:solidFill>
              <a:latin typeface="+mj-lt"/>
              <a:cs typeface="MAW 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5783009" y="4253650"/>
            <a:ext cx="1224070" cy="313712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>
                <a:solidFill>
                  <a:srgbClr val="000000"/>
                </a:solidFill>
                <a:latin typeface="+mj-lt"/>
                <a:cs typeface="MAW "/>
              </a:rPr>
              <a:t>Browse Picture</a:t>
            </a:r>
            <a:endParaRPr lang="en-US" sz="1200" dirty="0">
              <a:solidFill>
                <a:srgbClr val="000000"/>
              </a:solidFill>
              <a:latin typeface="+mj-lt"/>
              <a:cs typeface="MAW 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5780753" y="4680189"/>
            <a:ext cx="1224070" cy="313712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>
                <a:solidFill>
                  <a:srgbClr val="000000"/>
                </a:solidFill>
                <a:latin typeface="+mj-lt"/>
                <a:cs typeface="MAW "/>
              </a:rPr>
              <a:t>Browse Picture</a:t>
            </a:r>
            <a:endParaRPr lang="en-US" sz="1200" dirty="0">
              <a:solidFill>
                <a:srgbClr val="000000"/>
              </a:solidFill>
              <a:latin typeface="+mj-lt"/>
              <a:cs typeface="MAW "/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5778497" y="5091801"/>
            <a:ext cx="1224070" cy="313712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>
                <a:solidFill>
                  <a:srgbClr val="000000"/>
                </a:solidFill>
                <a:latin typeface="+mj-lt"/>
                <a:cs typeface="MAW "/>
              </a:rPr>
              <a:t>Browse Picture</a:t>
            </a:r>
            <a:endParaRPr lang="en-US" sz="1200" dirty="0">
              <a:solidFill>
                <a:srgbClr val="000000"/>
              </a:solidFill>
              <a:latin typeface="+mj-lt"/>
              <a:cs typeface="MAW "/>
            </a:endParaRPr>
          </a:p>
        </p:txBody>
      </p:sp>
      <p:sp>
        <p:nvSpPr>
          <p:cNvPr id="36" name="Rounded Rectangle 35"/>
          <p:cNvSpPr/>
          <p:nvPr/>
        </p:nvSpPr>
        <p:spPr>
          <a:xfrm>
            <a:off x="4922223" y="1338573"/>
            <a:ext cx="2508687" cy="456833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spc="300" dirty="0" smtClean="0">
                <a:solidFill>
                  <a:srgbClr val="000000"/>
                </a:solidFill>
                <a:latin typeface="+mj-lt"/>
                <a:cs typeface="MAW "/>
              </a:rPr>
              <a:t>Browse Picture</a:t>
            </a:r>
            <a:endParaRPr lang="en-US" sz="2000" spc="300" dirty="0">
              <a:solidFill>
                <a:srgbClr val="000000"/>
              </a:solidFill>
              <a:latin typeface="+mj-lt"/>
              <a:cs typeface="MAW "/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4922223" y="828817"/>
            <a:ext cx="2508687" cy="29813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259310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/>
          <p:nvPr/>
        </p:nvSpPr>
        <p:spPr>
          <a:xfrm>
            <a:off x="170605" y="492904"/>
            <a:ext cx="8833593" cy="398115"/>
          </a:xfrm>
          <a:prstGeom prst="roundRect">
            <a:avLst/>
          </a:prstGeom>
          <a:solidFill>
            <a:srgbClr val="D9D9D9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170605" y="834147"/>
            <a:ext cx="8833593" cy="559256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262955" y="598659"/>
            <a:ext cx="173439" cy="167848"/>
          </a:xfrm>
          <a:prstGeom prst="ellipse">
            <a:avLst/>
          </a:prstGeom>
          <a:solidFill>
            <a:srgbClr val="A6A6A6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502074" y="598659"/>
            <a:ext cx="173439" cy="167848"/>
          </a:xfrm>
          <a:prstGeom prst="ellipse">
            <a:avLst/>
          </a:prstGeom>
          <a:solidFill>
            <a:srgbClr val="A6A6A6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739853" y="598659"/>
            <a:ext cx="173439" cy="167848"/>
          </a:xfrm>
          <a:prstGeom prst="ellipse">
            <a:avLst/>
          </a:prstGeom>
          <a:solidFill>
            <a:srgbClr val="A6A6A6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1187585" y="835119"/>
            <a:ext cx="6779137" cy="559159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8845448" y="834147"/>
            <a:ext cx="158750" cy="5592564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ounded Rectangle 22"/>
          <p:cNvSpPr/>
          <p:nvPr/>
        </p:nvSpPr>
        <p:spPr>
          <a:xfrm>
            <a:off x="8845448" y="4648409"/>
            <a:ext cx="158750" cy="1727200"/>
          </a:xfrm>
          <a:prstGeom prst="roundRect">
            <a:avLst/>
          </a:prstGeom>
          <a:solidFill>
            <a:schemeClr val="tx1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" name="TextBox 93"/>
          <p:cNvSpPr txBox="1"/>
          <p:nvPr/>
        </p:nvSpPr>
        <p:spPr>
          <a:xfrm>
            <a:off x="3635893" y="496565"/>
            <a:ext cx="274151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/>
              <a:t>HanDIYcraft | Create Tutorial</a:t>
            </a:r>
            <a:endParaRPr lang="en-US" sz="1600" dirty="0"/>
          </a:p>
        </p:txBody>
      </p:sp>
      <p:sp>
        <p:nvSpPr>
          <p:cNvPr id="17" name="Rectangle 16"/>
          <p:cNvSpPr/>
          <p:nvPr/>
        </p:nvSpPr>
        <p:spPr>
          <a:xfrm>
            <a:off x="1577143" y="927118"/>
            <a:ext cx="6058147" cy="2930167"/>
          </a:xfrm>
          <a:prstGeom prst="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8538203"/>
              </p:ext>
            </p:extLst>
          </p:nvPr>
        </p:nvGraphicFramePr>
        <p:xfrm>
          <a:off x="1849002" y="1489493"/>
          <a:ext cx="5483201" cy="206867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77191"/>
                <a:gridCol w="2778276"/>
                <a:gridCol w="1827734"/>
              </a:tblGrid>
              <a:tr h="413734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Step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Description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Picture</a:t>
                      </a:r>
                      <a:endParaRPr lang="en-US" dirty="0"/>
                    </a:p>
                  </a:txBody>
                  <a:tcPr anchor="ctr"/>
                </a:tc>
              </a:tr>
              <a:tr h="413734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</a:tr>
              <a:tr h="413734"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</a:tr>
              <a:tr h="413734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</a:tr>
              <a:tr h="413734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21" name="Rectangle 20"/>
          <p:cNvSpPr/>
          <p:nvPr/>
        </p:nvSpPr>
        <p:spPr>
          <a:xfrm>
            <a:off x="2552236" y="1113074"/>
            <a:ext cx="892692" cy="27481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pc="300" dirty="0" smtClean="0">
                <a:solidFill>
                  <a:srgbClr val="000000"/>
                </a:solidFill>
              </a:rPr>
              <a:t>  4</a:t>
            </a:r>
            <a:endParaRPr lang="en-US" spc="300" dirty="0">
              <a:solidFill>
                <a:srgbClr val="000000"/>
              </a:solidFill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3160331" y="1113073"/>
            <a:ext cx="284598" cy="274818"/>
          </a:xfrm>
          <a:prstGeom prst="roundRect">
            <a:avLst/>
          </a:prstGeom>
          <a:solidFill>
            <a:srgbClr val="FFFFFF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Isosceles Triangle 24"/>
          <p:cNvSpPr/>
          <p:nvPr/>
        </p:nvSpPr>
        <p:spPr>
          <a:xfrm rot="10800000">
            <a:off x="3229502" y="1225827"/>
            <a:ext cx="151408" cy="102946"/>
          </a:xfrm>
          <a:prstGeom prst="triangle">
            <a:avLst/>
          </a:prstGeom>
          <a:solidFill>
            <a:schemeClr val="tx1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/>
          <p:cNvSpPr txBox="1"/>
          <p:nvPr/>
        </p:nvSpPr>
        <p:spPr>
          <a:xfrm>
            <a:off x="1774721" y="1047238"/>
            <a:ext cx="7745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000000"/>
                </a:solidFill>
              </a:rPr>
              <a:t>I want 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3450310" y="1035780"/>
            <a:ext cx="20914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0000"/>
                </a:solidFill>
              </a:rPr>
              <a:t>s</a:t>
            </a:r>
            <a:r>
              <a:rPr lang="en-US" dirty="0" smtClean="0">
                <a:solidFill>
                  <a:srgbClr val="000000"/>
                </a:solidFill>
              </a:rPr>
              <a:t>teps for my tutorial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5810322" y="1960476"/>
            <a:ext cx="1224070" cy="313712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>
                <a:solidFill>
                  <a:srgbClr val="000000"/>
                </a:solidFill>
                <a:latin typeface="+mj-lt"/>
                <a:cs typeface="MAW "/>
              </a:rPr>
              <a:t>Browse Picture</a:t>
            </a:r>
            <a:endParaRPr lang="en-US" sz="1200" dirty="0">
              <a:solidFill>
                <a:srgbClr val="000000"/>
              </a:solidFill>
              <a:latin typeface="+mj-lt"/>
              <a:cs typeface="MAW 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5810322" y="2364310"/>
            <a:ext cx="1224070" cy="313712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>
                <a:solidFill>
                  <a:srgbClr val="000000"/>
                </a:solidFill>
                <a:latin typeface="+mj-lt"/>
                <a:cs typeface="MAW "/>
              </a:rPr>
              <a:t>Browse Picture</a:t>
            </a:r>
            <a:endParaRPr lang="en-US" sz="1200" dirty="0">
              <a:solidFill>
                <a:srgbClr val="000000"/>
              </a:solidFill>
              <a:latin typeface="+mj-lt"/>
              <a:cs typeface="MAW 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5808066" y="2790849"/>
            <a:ext cx="1224070" cy="313712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>
                <a:solidFill>
                  <a:srgbClr val="000000"/>
                </a:solidFill>
                <a:latin typeface="+mj-lt"/>
                <a:cs typeface="MAW "/>
              </a:rPr>
              <a:t>Browse Picture</a:t>
            </a:r>
            <a:endParaRPr lang="en-US" sz="1200" dirty="0">
              <a:solidFill>
                <a:srgbClr val="000000"/>
              </a:solidFill>
              <a:latin typeface="+mj-lt"/>
              <a:cs typeface="MAW "/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5805810" y="3202461"/>
            <a:ext cx="1224070" cy="313712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>
                <a:solidFill>
                  <a:srgbClr val="000000"/>
                </a:solidFill>
                <a:latin typeface="+mj-lt"/>
                <a:cs typeface="MAW "/>
              </a:rPr>
              <a:t>Browse Picture</a:t>
            </a:r>
            <a:endParaRPr lang="en-US" sz="1200" dirty="0">
              <a:solidFill>
                <a:srgbClr val="000000"/>
              </a:solidFill>
              <a:latin typeface="+mj-lt"/>
              <a:cs typeface="MAW "/>
            </a:endParaRPr>
          </a:p>
        </p:txBody>
      </p:sp>
      <p:sp>
        <p:nvSpPr>
          <p:cNvPr id="33" name="Rounded Rectangle 32"/>
          <p:cNvSpPr/>
          <p:nvPr/>
        </p:nvSpPr>
        <p:spPr>
          <a:xfrm>
            <a:off x="6639667" y="5984520"/>
            <a:ext cx="1002323" cy="313712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spc="300" dirty="0" smtClean="0">
                <a:solidFill>
                  <a:srgbClr val="000000"/>
                </a:solidFill>
                <a:latin typeface="+mj-lt"/>
                <a:cs typeface="MAW "/>
              </a:rPr>
              <a:t>Done</a:t>
            </a:r>
            <a:endParaRPr lang="en-US" sz="1600" spc="300" dirty="0">
              <a:solidFill>
                <a:srgbClr val="000000"/>
              </a:solidFill>
              <a:latin typeface="+mj-lt"/>
              <a:cs typeface="MAW "/>
            </a:endParaRPr>
          </a:p>
        </p:txBody>
      </p:sp>
      <p:cxnSp>
        <p:nvCxnSpPr>
          <p:cNvPr id="32" name="Straight Connector 31"/>
          <p:cNvCxnSpPr/>
          <p:nvPr/>
        </p:nvCxnSpPr>
        <p:spPr>
          <a:xfrm>
            <a:off x="1537368" y="4117072"/>
            <a:ext cx="6097922" cy="0"/>
          </a:xfrm>
          <a:prstGeom prst="line">
            <a:avLst/>
          </a:prstGeom>
          <a:ln w="1270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1736953" y="4344956"/>
            <a:ext cx="1748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000000"/>
                </a:solidFill>
              </a:rPr>
              <a:t>Video (optional)</a:t>
            </a:r>
            <a:endParaRPr lang="en-US" dirty="0">
              <a:solidFill>
                <a:srgbClr val="000000"/>
              </a:solidFill>
            </a:endParaRPr>
          </a:p>
        </p:txBody>
      </p:sp>
      <p:graphicFrame>
        <p:nvGraphicFramePr>
          <p:cNvPr id="36" name="Table 3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01629219"/>
              </p:ext>
            </p:extLst>
          </p:nvPr>
        </p:nvGraphicFramePr>
        <p:xfrm>
          <a:off x="1849001" y="4714288"/>
          <a:ext cx="5483201" cy="82746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548499"/>
                <a:gridCol w="1934702"/>
              </a:tblGrid>
              <a:tr h="413734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Description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Video</a:t>
                      </a:r>
                      <a:endParaRPr lang="en-US" dirty="0"/>
                    </a:p>
                  </a:txBody>
                  <a:tcPr anchor="ctr"/>
                </a:tc>
              </a:tr>
              <a:tr h="413734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37" name="Rectangle 36"/>
          <p:cNvSpPr/>
          <p:nvPr/>
        </p:nvSpPr>
        <p:spPr>
          <a:xfrm>
            <a:off x="1583843" y="4297331"/>
            <a:ext cx="6058147" cy="1528794"/>
          </a:xfrm>
          <a:prstGeom prst="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ounded Rectangle 37"/>
          <p:cNvSpPr/>
          <p:nvPr/>
        </p:nvSpPr>
        <p:spPr>
          <a:xfrm>
            <a:off x="5810322" y="5184482"/>
            <a:ext cx="1224070" cy="313712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>
                <a:solidFill>
                  <a:srgbClr val="000000"/>
                </a:solidFill>
                <a:latin typeface="+mj-lt"/>
                <a:cs typeface="MAW "/>
              </a:rPr>
              <a:t>Browse Video</a:t>
            </a:r>
            <a:endParaRPr lang="en-US" sz="1200" dirty="0">
              <a:solidFill>
                <a:srgbClr val="000000"/>
              </a:solidFill>
              <a:latin typeface="+mj-lt"/>
              <a:cs typeface="MAW "/>
            </a:endParaRPr>
          </a:p>
        </p:txBody>
      </p:sp>
    </p:spTree>
    <p:extLst>
      <p:ext uri="{BB962C8B-B14F-4D97-AF65-F5344CB8AC3E}">
        <p14:creationId xmlns:p14="http://schemas.microsoft.com/office/powerpoint/2010/main" val="156314049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/>
          <p:nvPr/>
        </p:nvSpPr>
        <p:spPr>
          <a:xfrm>
            <a:off x="170605" y="492904"/>
            <a:ext cx="8833593" cy="398115"/>
          </a:xfrm>
          <a:prstGeom prst="roundRect">
            <a:avLst/>
          </a:prstGeom>
          <a:solidFill>
            <a:srgbClr val="D9D9D9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170605" y="834147"/>
            <a:ext cx="8833593" cy="559256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262955" y="598659"/>
            <a:ext cx="173439" cy="167848"/>
          </a:xfrm>
          <a:prstGeom prst="ellipse">
            <a:avLst/>
          </a:prstGeom>
          <a:solidFill>
            <a:srgbClr val="A6A6A6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502074" y="598659"/>
            <a:ext cx="173439" cy="167848"/>
          </a:xfrm>
          <a:prstGeom prst="ellipse">
            <a:avLst/>
          </a:prstGeom>
          <a:solidFill>
            <a:srgbClr val="A6A6A6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739853" y="598659"/>
            <a:ext cx="173439" cy="167848"/>
          </a:xfrm>
          <a:prstGeom prst="ellipse">
            <a:avLst/>
          </a:prstGeom>
          <a:solidFill>
            <a:srgbClr val="A6A6A6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1187585" y="1550579"/>
            <a:ext cx="6779137" cy="487613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8845448" y="834147"/>
            <a:ext cx="158750" cy="5592564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ounded Rectangle 22"/>
          <p:cNvSpPr/>
          <p:nvPr/>
        </p:nvSpPr>
        <p:spPr>
          <a:xfrm>
            <a:off x="8845448" y="836083"/>
            <a:ext cx="158750" cy="1727200"/>
          </a:xfrm>
          <a:prstGeom prst="roundRect">
            <a:avLst/>
          </a:prstGeom>
          <a:solidFill>
            <a:schemeClr val="tx1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TextBox 73"/>
          <p:cNvSpPr txBox="1"/>
          <p:nvPr/>
        </p:nvSpPr>
        <p:spPr>
          <a:xfrm>
            <a:off x="3635893" y="496565"/>
            <a:ext cx="29909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/>
              <a:t>HanDIYcraft | Own Tutorial Detail</a:t>
            </a:r>
            <a:endParaRPr lang="en-US" sz="1600" dirty="0"/>
          </a:p>
        </p:txBody>
      </p:sp>
      <p:sp>
        <p:nvSpPr>
          <p:cNvPr id="38" name="TextBox 37"/>
          <p:cNvSpPr txBox="1"/>
          <p:nvPr/>
        </p:nvSpPr>
        <p:spPr>
          <a:xfrm>
            <a:off x="2772377" y="1487660"/>
            <a:ext cx="380353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spc="300" dirty="0" smtClean="0">
                <a:solidFill>
                  <a:srgbClr val="000000"/>
                </a:solidFill>
                <a:latin typeface="+mj-lt"/>
                <a:cs typeface="MAW "/>
              </a:rPr>
              <a:t>Tutorial Name</a:t>
            </a:r>
            <a:endParaRPr lang="en-US" sz="4000" b="1" spc="300" dirty="0">
              <a:solidFill>
                <a:srgbClr val="000000"/>
              </a:solidFill>
              <a:latin typeface="+mj-lt"/>
              <a:cs typeface="MAW 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3044734" y="2061651"/>
            <a:ext cx="157026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>
                <a:solidFill>
                  <a:srgbClr val="000000"/>
                </a:solidFill>
              </a:rPr>
              <a:t>By </a:t>
            </a:r>
            <a:r>
              <a:rPr lang="en-US" sz="2000" u="sng" dirty="0" smtClean="0">
                <a:solidFill>
                  <a:srgbClr val="000000"/>
                </a:solidFill>
              </a:rPr>
              <a:t>Username</a:t>
            </a:r>
            <a:endParaRPr lang="en-US" sz="2000" u="sng" dirty="0">
              <a:solidFill>
                <a:srgbClr val="000000"/>
              </a:solidFill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5063594" y="2052048"/>
            <a:ext cx="134195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>
                <a:solidFill>
                  <a:srgbClr val="000000"/>
                </a:solidFill>
              </a:rPr>
              <a:t>No. of likes</a:t>
            </a:r>
            <a:endParaRPr lang="en-US" sz="2000" dirty="0">
              <a:solidFill>
                <a:srgbClr val="000000"/>
              </a:solidFill>
            </a:endParaRPr>
          </a:p>
        </p:txBody>
      </p:sp>
      <p:cxnSp>
        <p:nvCxnSpPr>
          <p:cNvPr id="41" name="Straight Connector 40"/>
          <p:cNvCxnSpPr/>
          <p:nvPr/>
        </p:nvCxnSpPr>
        <p:spPr>
          <a:xfrm>
            <a:off x="1187585" y="2573866"/>
            <a:ext cx="6779138" cy="0"/>
          </a:xfrm>
          <a:prstGeom prst="line">
            <a:avLst/>
          </a:prstGeom>
          <a:ln w="1270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ectangle 41"/>
          <p:cNvSpPr/>
          <p:nvPr/>
        </p:nvSpPr>
        <p:spPr>
          <a:xfrm>
            <a:off x="2890750" y="3226585"/>
            <a:ext cx="3496781" cy="3200125"/>
          </a:xfrm>
          <a:prstGeom prst="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3" name="Straight Connector 42"/>
          <p:cNvCxnSpPr/>
          <p:nvPr/>
        </p:nvCxnSpPr>
        <p:spPr>
          <a:xfrm>
            <a:off x="2890750" y="3226585"/>
            <a:ext cx="3496781" cy="3200125"/>
          </a:xfrm>
          <a:prstGeom prst="line">
            <a:avLst/>
          </a:prstGeom>
          <a:ln w="3810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 flipV="1">
            <a:off x="2890750" y="3226585"/>
            <a:ext cx="3496781" cy="3192914"/>
          </a:xfrm>
          <a:prstGeom prst="line">
            <a:avLst/>
          </a:prstGeom>
          <a:ln w="3810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2653305" y="2621491"/>
            <a:ext cx="40269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smtClean="0">
                <a:solidFill>
                  <a:srgbClr val="000000"/>
                </a:solidFill>
              </a:rPr>
              <a:t>Materials: </a:t>
            </a:r>
            <a:r>
              <a:rPr lang="en-US" sz="2000" dirty="0" err="1" smtClean="0">
                <a:solidFill>
                  <a:srgbClr val="000000"/>
                </a:solidFill>
              </a:rPr>
              <a:t>xxxxx</a:t>
            </a:r>
            <a:r>
              <a:rPr lang="en-US" sz="2000" dirty="0" smtClean="0">
                <a:solidFill>
                  <a:srgbClr val="000000"/>
                </a:solidFill>
              </a:rPr>
              <a:t>, </a:t>
            </a:r>
            <a:r>
              <a:rPr lang="en-US" sz="2400" dirty="0" err="1" smtClean="0">
                <a:solidFill>
                  <a:srgbClr val="000000"/>
                </a:solidFill>
              </a:rPr>
              <a:t>xxxxx</a:t>
            </a:r>
            <a:r>
              <a:rPr lang="en-US" sz="2000" dirty="0" smtClean="0">
                <a:solidFill>
                  <a:srgbClr val="000000"/>
                </a:solidFill>
              </a:rPr>
              <a:t>, </a:t>
            </a:r>
            <a:r>
              <a:rPr lang="en-US" sz="2000" dirty="0" err="1" smtClean="0">
                <a:solidFill>
                  <a:srgbClr val="000000"/>
                </a:solidFill>
              </a:rPr>
              <a:t>xxxxx</a:t>
            </a:r>
            <a:r>
              <a:rPr lang="en-US" sz="2000" dirty="0" smtClean="0">
                <a:solidFill>
                  <a:srgbClr val="000000"/>
                </a:solidFill>
              </a:rPr>
              <a:t>, </a:t>
            </a:r>
            <a:r>
              <a:rPr lang="en-US" sz="2000" dirty="0" err="1" smtClean="0">
                <a:solidFill>
                  <a:srgbClr val="000000"/>
                </a:solidFill>
              </a:rPr>
              <a:t>xxxxx</a:t>
            </a:r>
            <a:endParaRPr lang="en-US" sz="2000" dirty="0">
              <a:solidFill>
                <a:srgbClr val="000000"/>
              </a:solidFill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7116082" y="1683353"/>
            <a:ext cx="727596" cy="430174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00000"/>
                </a:solidFill>
                <a:latin typeface="+mj-lt"/>
                <a:cs typeface="MAW "/>
              </a:rPr>
              <a:t>Edit</a:t>
            </a:r>
            <a:endParaRPr lang="en-US" dirty="0">
              <a:solidFill>
                <a:srgbClr val="000000"/>
              </a:solidFill>
              <a:latin typeface="+mj-lt"/>
              <a:cs typeface="MAW "/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1187585" y="897670"/>
            <a:ext cx="1951680" cy="5944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 smtClean="0">
                <a:solidFill>
                  <a:srgbClr val="000000"/>
                </a:solidFill>
              </a:rPr>
              <a:t>LOGO</a:t>
            </a:r>
            <a:endParaRPr lang="en-US" sz="2800" dirty="0">
              <a:solidFill>
                <a:srgbClr val="000000"/>
              </a:solidFill>
            </a:endParaRPr>
          </a:p>
        </p:txBody>
      </p:sp>
      <p:pic>
        <p:nvPicPr>
          <p:cNvPr id="53" name="Picture 52" descr="home1.png"/>
          <p:cNvPicPr>
            <a:picLocks noChangeAspect="1"/>
          </p:cNvPicPr>
          <p:nvPr/>
        </p:nvPicPr>
        <p:blipFill>
          <a:blip r:embed="rId2">
            <a:biLevel thresh="7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73381" y="934195"/>
            <a:ext cx="541269" cy="541269"/>
          </a:xfrm>
          <a:prstGeom prst="rect">
            <a:avLst/>
          </a:prstGeom>
          <a:noFill/>
        </p:spPr>
      </p:pic>
      <p:sp>
        <p:nvSpPr>
          <p:cNvPr id="54" name="Heart 53"/>
          <p:cNvSpPr/>
          <p:nvPr/>
        </p:nvSpPr>
        <p:spPr>
          <a:xfrm>
            <a:off x="4182953" y="1100154"/>
            <a:ext cx="277739" cy="243182"/>
          </a:xfrm>
          <a:prstGeom prst="hear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5" name="Picture 54" descr="create1.png"/>
          <p:cNvPicPr>
            <a:picLocks noChangeAspect="1"/>
          </p:cNvPicPr>
          <p:nvPr/>
        </p:nvPicPr>
        <p:blipFill>
          <a:blip r:embed="rId4">
            <a:biLevel thresh="75000"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900000">
            <a:off x="4637804" y="1042717"/>
            <a:ext cx="339599" cy="339599"/>
          </a:xfrm>
          <a:prstGeom prst="rect">
            <a:avLst/>
          </a:prstGeom>
        </p:spPr>
      </p:pic>
      <p:pic>
        <p:nvPicPr>
          <p:cNvPr id="56" name="Picture 55" descr="Untitled-1.png"/>
          <p:cNvPicPr>
            <a:picLocks noChangeAspect="1"/>
          </p:cNvPicPr>
          <p:nvPr/>
        </p:nvPicPr>
        <p:blipFill>
          <a:blip r:embed="rId6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63190" y="1004555"/>
            <a:ext cx="380550" cy="380550"/>
          </a:xfrm>
          <a:prstGeom prst="rect">
            <a:avLst/>
          </a:prstGeom>
        </p:spPr>
      </p:pic>
      <p:pic>
        <p:nvPicPr>
          <p:cNvPr id="57" name="Picture 56" descr="power icon.jpg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05130" y="1083658"/>
            <a:ext cx="243224" cy="268459"/>
          </a:xfrm>
          <a:prstGeom prst="rect">
            <a:avLst/>
          </a:prstGeom>
        </p:spPr>
      </p:pic>
      <p:sp>
        <p:nvSpPr>
          <p:cNvPr id="60" name="Rounded Rectangle 59"/>
          <p:cNvSpPr/>
          <p:nvPr/>
        </p:nvSpPr>
        <p:spPr>
          <a:xfrm>
            <a:off x="7212503" y="1085664"/>
            <a:ext cx="728750" cy="257672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 smtClean="0">
                <a:solidFill>
                  <a:srgbClr val="000000"/>
                </a:solidFill>
                <a:latin typeface="+mj-lt"/>
                <a:cs typeface="MAW "/>
              </a:rPr>
              <a:t>Log out</a:t>
            </a:r>
            <a:endParaRPr lang="en-US" sz="1100" dirty="0">
              <a:solidFill>
                <a:srgbClr val="000000"/>
              </a:solidFill>
              <a:latin typeface="+mj-lt"/>
              <a:cs typeface="MAW "/>
            </a:endParaRPr>
          </a:p>
        </p:txBody>
      </p:sp>
      <p:sp>
        <p:nvSpPr>
          <p:cNvPr id="61" name="Rounded Rectangular Callout 60"/>
          <p:cNvSpPr/>
          <p:nvPr/>
        </p:nvSpPr>
        <p:spPr>
          <a:xfrm>
            <a:off x="5602547" y="1083718"/>
            <a:ext cx="292335" cy="227940"/>
          </a:xfrm>
          <a:prstGeom prst="wedgeRoundRectCallout">
            <a:avLst>
              <a:gd name="adj1" fmla="val 35167"/>
              <a:gd name="adj2" fmla="val 73720"/>
              <a:gd name="adj3" fmla="val 16667"/>
            </a:avLst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Isosceles Triangle 61"/>
          <p:cNvSpPr/>
          <p:nvPr/>
        </p:nvSpPr>
        <p:spPr>
          <a:xfrm>
            <a:off x="5085410" y="1344222"/>
            <a:ext cx="338529" cy="206357"/>
          </a:xfrm>
          <a:prstGeom prst="triangl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Rectangle 62"/>
          <p:cNvSpPr/>
          <p:nvPr/>
        </p:nvSpPr>
        <p:spPr>
          <a:xfrm>
            <a:off x="5106230" y="1525937"/>
            <a:ext cx="288880" cy="7244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301128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/>
          <p:nvPr/>
        </p:nvSpPr>
        <p:spPr>
          <a:xfrm>
            <a:off x="170605" y="492904"/>
            <a:ext cx="8833593" cy="398115"/>
          </a:xfrm>
          <a:prstGeom prst="roundRect">
            <a:avLst/>
          </a:prstGeom>
          <a:solidFill>
            <a:srgbClr val="D9D9D9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170605" y="834147"/>
            <a:ext cx="8833593" cy="559256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262955" y="598659"/>
            <a:ext cx="173439" cy="167848"/>
          </a:xfrm>
          <a:prstGeom prst="ellipse">
            <a:avLst/>
          </a:prstGeom>
          <a:solidFill>
            <a:srgbClr val="A6A6A6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502074" y="598659"/>
            <a:ext cx="173439" cy="167848"/>
          </a:xfrm>
          <a:prstGeom prst="ellipse">
            <a:avLst/>
          </a:prstGeom>
          <a:solidFill>
            <a:srgbClr val="A6A6A6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739853" y="598659"/>
            <a:ext cx="173439" cy="167848"/>
          </a:xfrm>
          <a:prstGeom prst="ellipse">
            <a:avLst/>
          </a:prstGeom>
          <a:solidFill>
            <a:srgbClr val="A6A6A6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1187585" y="834147"/>
            <a:ext cx="6779137" cy="559256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8845448" y="834147"/>
            <a:ext cx="158750" cy="5592564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ounded Rectangle 22"/>
          <p:cNvSpPr/>
          <p:nvPr/>
        </p:nvSpPr>
        <p:spPr>
          <a:xfrm>
            <a:off x="8845448" y="3933517"/>
            <a:ext cx="158750" cy="1727200"/>
          </a:xfrm>
          <a:prstGeom prst="roundRect">
            <a:avLst/>
          </a:prstGeom>
          <a:solidFill>
            <a:schemeClr val="tx1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TextBox 73"/>
          <p:cNvSpPr txBox="1"/>
          <p:nvPr/>
        </p:nvSpPr>
        <p:spPr>
          <a:xfrm>
            <a:off x="3635893" y="496565"/>
            <a:ext cx="29909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/>
              <a:t>HanDIYcraft | Tutorial Detail</a:t>
            </a:r>
            <a:endParaRPr lang="en-US" sz="1600" dirty="0"/>
          </a:p>
        </p:txBody>
      </p:sp>
      <p:sp>
        <p:nvSpPr>
          <p:cNvPr id="31" name="TextBox 30"/>
          <p:cNvSpPr txBox="1"/>
          <p:nvPr/>
        </p:nvSpPr>
        <p:spPr>
          <a:xfrm>
            <a:off x="2623848" y="2821451"/>
            <a:ext cx="300003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000000"/>
                </a:solidFill>
              </a:rPr>
              <a:t>Username :  </a:t>
            </a:r>
            <a:endParaRPr lang="en-US" sz="2000" b="1" dirty="0" smtClean="0">
              <a:solidFill>
                <a:srgbClr val="000000"/>
              </a:solidFill>
            </a:endParaRPr>
          </a:p>
          <a:p>
            <a:r>
              <a:rPr lang="en-US" sz="2000" dirty="0" smtClean="0">
                <a:solidFill>
                  <a:srgbClr val="000000"/>
                </a:solidFill>
              </a:rPr>
              <a:t>Comment </a:t>
            </a:r>
            <a:r>
              <a:rPr lang="en-US" sz="2000" dirty="0">
                <a:solidFill>
                  <a:srgbClr val="000000"/>
                </a:solidFill>
              </a:rPr>
              <a:t>message</a:t>
            </a:r>
            <a:endParaRPr lang="en-US" sz="2000" b="1" dirty="0">
              <a:solidFill>
                <a:srgbClr val="000000"/>
              </a:solidFill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2623848" y="3766869"/>
            <a:ext cx="310283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000000"/>
                </a:solidFill>
              </a:rPr>
              <a:t>Username :  </a:t>
            </a:r>
          </a:p>
          <a:p>
            <a:r>
              <a:rPr lang="en-US" sz="2000" dirty="0">
                <a:solidFill>
                  <a:srgbClr val="000000"/>
                </a:solidFill>
              </a:rPr>
              <a:t>Comment message</a:t>
            </a:r>
            <a:endParaRPr lang="en-US" sz="2000" b="1" dirty="0">
              <a:solidFill>
                <a:srgbClr val="000000"/>
              </a:solidFill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2623848" y="4724348"/>
            <a:ext cx="310283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000000"/>
                </a:solidFill>
              </a:rPr>
              <a:t>Username :  </a:t>
            </a:r>
          </a:p>
          <a:p>
            <a:r>
              <a:rPr lang="en-US" sz="2000" dirty="0">
                <a:solidFill>
                  <a:srgbClr val="000000"/>
                </a:solidFill>
              </a:rPr>
              <a:t>Comment message</a:t>
            </a:r>
            <a:endParaRPr lang="en-US" sz="2000" b="1" dirty="0">
              <a:solidFill>
                <a:srgbClr val="000000"/>
              </a:solidFill>
            </a:endParaRPr>
          </a:p>
        </p:txBody>
      </p:sp>
      <p:cxnSp>
        <p:nvCxnSpPr>
          <p:cNvPr id="35" name="Straight Connector 34"/>
          <p:cNvCxnSpPr/>
          <p:nvPr/>
        </p:nvCxnSpPr>
        <p:spPr>
          <a:xfrm>
            <a:off x="1933960" y="3631098"/>
            <a:ext cx="5241039" cy="0"/>
          </a:xfrm>
          <a:prstGeom prst="line">
            <a:avLst/>
          </a:prstGeom>
          <a:ln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/>
          <p:cNvCxnSpPr/>
          <p:nvPr/>
        </p:nvCxnSpPr>
        <p:spPr>
          <a:xfrm>
            <a:off x="1933960" y="4567841"/>
            <a:ext cx="5241039" cy="0"/>
          </a:xfrm>
          <a:prstGeom prst="line">
            <a:avLst/>
          </a:prstGeom>
          <a:ln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Oval 48"/>
          <p:cNvSpPr/>
          <p:nvPr/>
        </p:nvSpPr>
        <p:spPr>
          <a:xfrm>
            <a:off x="1933960" y="2916913"/>
            <a:ext cx="554389" cy="538742"/>
          </a:xfrm>
          <a:prstGeom prst="ellipse">
            <a:avLst/>
          </a:prstGeom>
          <a:noFill/>
          <a:ln w="28575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0" name="Picture 49" descr="Untitled-1.png"/>
          <p:cNvPicPr>
            <a:picLocks noChangeAspect="1"/>
          </p:cNvPicPr>
          <p:nvPr/>
        </p:nvPicPr>
        <p:blipFill>
          <a:blip r:embed="rId2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873" y="2949903"/>
            <a:ext cx="433588" cy="433588"/>
          </a:xfrm>
          <a:prstGeom prst="rect">
            <a:avLst/>
          </a:prstGeom>
        </p:spPr>
      </p:pic>
      <p:sp>
        <p:nvSpPr>
          <p:cNvPr id="52" name="Oval 51"/>
          <p:cNvSpPr/>
          <p:nvPr/>
        </p:nvSpPr>
        <p:spPr>
          <a:xfrm>
            <a:off x="1942931" y="3837870"/>
            <a:ext cx="554389" cy="538742"/>
          </a:xfrm>
          <a:prstGeom prst="ellipse">
            <a:avLst/>
          </a:prstGeom>
          <a:noFill/>
          <a:ln w="28575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3" name="Picture 52" descr="Untitled-1.png"/>
          <p:cNvPicPr>
            <a:picLocks noChangeAspect="1"/>
          </p:cNvPicPr>
          <p:nvPr/>
        </p:nvPicPr>
        <p:blipFill>
          <a:blip r:embed="rId2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7844" y="3870860"/>
            <a:ext cx="433588" cy="433588"/>
          </a:xfrm>
          <a:prstGeom prst="rect">
            <a:avLst/>
          </a:prstGeom>
        </p:spPr>
      </p:pic>
      <p:sp>
        <p:nvSpPr>
          <p:cNvPr id="54" name="Oval 53"/>
          <p:cNvSpPr/>
          <p:nvPr/>
        </p:nvSpPr>
        <p:spPr>
          <a:xfrm>
            <a:off x="1954001" y="4796375"/>
            <a:ext cx="554389" cy="538742"/>
          </a:xfrm>
          <a:prstGeom prst="ellipse">
            <a:avLst/>
          </a:prstGeom>
          <a:noFill/>
          <a:ln w="28575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5" name="Picture 54" descr="Untitled-1.png"/>
          <p:cNvPicPr>
            <a:picLocks noChangeAspect="1"/>
          </p:cNvPicPr>
          <p:nvPr/>
        </p:nvPicPr>
        <p:blipFill>
          <a:blip r:embed="rId2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18914" y="4829365"/>
            <a:ext cx="433588" cy="433588"/>
          </a:xfrm>
          <a:prstGeom prst="rect">
            <a:avLst/>
          </a:prstGeom>
        </p:spPr>
      </p:pic>
      <p:sp>
        <p:nvSpPr>
          <p:cNvPr id="28" name="Rounded Rectangle 27"/>
          <p:cNvSpPr/>
          <p:nvPr/>
        </p:nvSpPr>
        <p:spPr>
          <a:xfrm>
            <a:off x="6626884" y="5768134"/>
            <a:ext cx="1155701" cy="456833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smtClean="0">
                <a:solidFill>
                  <a:srgbClr val="000000"/>
                </a:solidFill>
                <a:latin typeface="+mj-lt"/>
                <a:cs typeface="MAW "/>
              </a:rPr>
              <a:t>Delete</a:t>
            </a:r>
            <a:endParaRPr lang="en-US" sz="2000" dirty="0">
              <a:solidFill>
                <a:srgbClr val="000000"/>
              </a:solidFill>
              <a:latin typeface="+mj-lt"/>
              <a:cs typeface="MAW "/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2896531" y="831386"/>
            <a:ext cx="3496781" cy="1609948"/>
          </a:xfrm>
          <a:prstGeom prst="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9" name="Straight Connector 38"/>
          <p:cNvCxnSpPr/>
          <p:nvPr/>
        </p:nvCxnSpPr>
        <p:spPr>
          <a:xfrm>
            <a:off x="3925632" y="831385"/>
            <a:ext cx="2358405" cy="1609949"/>
          </a:xfrm>
          <a:prstGeom prst="line">
            <a:avLst/>
          </a:prstGeom>
          <a:ln w="3810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/>
          <p:cNvCxnSpPr/>
          <p:nvPr/>
        </p:nvCxnSpPr>
        <p:spPr>
          <a:xfrm flipV="1">
            <a:off x="2896531" y="831385"/>
            <a:ext cx="2381629" cy="1609950"/>
          </a:xfrm>
          <a:prstGeom prst="line">
            <a:avLst/>
          </a:prstGeom>
          <a:ln w="3810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2405108" y="4106337"/>
            <a:ext cx="2463089" cy="456833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spc="300" dirty="0" smtClean="0">
                <a:solidFill>
                  <a:srgbClr val="000000"/>
                </a:solidFill>
                <a:latin typeface="+mj-lt"/>
                <a:cs typeface="MAW "/>
              </a:rPr>
              <a:t>Browse Picture</a:t>
            </a:r>
            <a:endParaRPr lang="en-US" sz="2000" spc="300" dirty="0">
              <a:solidFill>
                <a:srgbClr val="000000"/>
              </a:solidFill>
              <a:latin typeface="+mj-lt"/>
              <a:cs typeface="MAW 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3011301" y="2621491"/>
            <a:ext cx="40269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smtClean="0">
                <a:solidFill>
                  <a:srgbClr val="000000"/>
                </a:solidFill>
              </a:rPr>
              <a:t>Materials: </a:t>
            </a:r>
            <a:r>
              <a:rPr lang="en-US" sz="2000" dirty="0" err="1" smtClean="0">
                <a:solidFill>
                  <a:srgbClr val="000000"/>
                </a:solidFill>
              </a:rPr>
              <a:t>xxxxx</a:t>
            </a:r>
            <a:r>
              <a:rPr lang="en-US" sz="2000" dirty="0" smtClean="0">
                <a:solidFill>
                  <a:srgbClr val="000000"/>
                </a:solidFill>
              </a:rPr>
              <a:t>, </a:t>
            </a:r>
            <a:r>
              <a:rPr lang="en-US" sz="2400" dirty="0" err="1" smtClean="0">
                <a:solidFill>
                  <a:srgbClr val="000000"/>
                </a:solidFill>
              </a:rPr>
              <a:t>xxxxx</a:t>
            </a:r>
            <a:r>
              <a:rPr lang="en-US" sz="2000" dirty="0" smtClean="0">
                <a:solidFill>
                  <a:srgbClr val="000000"/>
                </a:solidFill>
              </a:rPr>
              <a:t>, </a:t>
            </a:r>
            <a:r>
              <a:rPr lang="en-US" sz="2000" dirty="0" err="1" smtClean="0">
                <a:solidFill>
                  <a:srgbClr val="000000"/>
                </a:solidFill>
              </a:rPr>
              <a:t>xxxxx</a:t>
            </a:r>
            <a:r>
              <a:rPr lang="en-US" sz="2000" dirty="0" smtClean="0">
                <a:solidFill>
                  <a:srgbClr val="000000"/>
                </a:solidFill>
              </a:rPr>
              <a:t>, </a:t>
            </a:r>
            <a:r>
              <a:rPr lang="en-US" sz="2000" dirty="0" err="1" smtClean="0">
                <a:solidFill>
                  <a:srgbClr val="000000"/>
                </a:solidFill>
              </a:rPr>
              <a:t>xxxxx</a:t>
            </a:r>
            <a:endParaRPr lang="en-US" sz="2000" dirty="0">
              <a:solidFill>
                <a:srgbClr val="000000"/>
              </a:solidFill>
            </a:endParaRPr>
          </a:p>
        </p:txBody>
      </p:sp>
      <p:sp>
        <p:nvSpPr>
          <p:cNvPr id="37" name="Isosceles Triangle 36"/>
          <p:cNvSpPr/>
          <p:nvPr/>
        </p:nvSpPr>
        <p:spPr>
          <a:xfrm rot="5400000">
            <a:off x="4735264" y="3643186"/>
            <a:ext cx="1098433" cy="627161"/>
          </a:xfrm>
          <a:prstGeom prst="triangle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ounded Rectangle 40"/>
          <p:cNvSpPr/>
          <p:nvPr/>
        </p:nvSpPr>
        <p:spPr>
          <a:xfrm>
            <a:off x="2201077" y="2543491"/>
            <a:ext cx="4837213" cy="2400549"/>
          </a:xfrm>
          <a:prstGeom prst="roundRect">
            <a:avLst>
              <a:gd name="adj" fmla="val 6442"/>
            </a:avLst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40000" dist="76200" dir="336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/>
          <p:cNvSpPr/>
          <p:nvPr/>
        </p:nvSpPr>
        <p:spPr>
          <a:xfrm>
            <a:off x="2599606" y="3035373"/>
            <a:ext cx="1442573" cy="140463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3" name="Straight Connector 42"/>
          <p:cNvCxnSpPr/>
          <p:nvPr/>
        </p:nvCxnSpPr>
        <p:spPr>
          <a:xfrm>
            <a:off x="2599607" y="3035373"/>
            <a:ext cx="1405091" cy="1404630"/>
          </a:xfrm>
          <a:prstGeom prst="line">
            <a:avLst/>
          </a:prstGeom>
          <a:ln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 flipV="1">
            <a:off x="2599607" y="3035373"/>
            <a:ext cx="1442572" cy="1404630"/>
          </a:xfrm>
          <a:prstGeom prst="line">
            <a:avLst/>
          </a:prstGeom>
          <a:ln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4176290" y="3053607"/>
            <a:ext cx="260471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 smtClean="0">
                <a:solidFill>
                  <a:srgbClr val="000000"/>
                </a:solidFill>
              </a:rPr>
              <a:t>Are you sure to delete your tutorial?</a:t>
            </a:r>
            <a:endParaRPr lang="en-US" sz="2000" dirty="0">
              <a:solidFill>
                <a:srgbClr val="000000"/>
              </a:solidFill>
            </a:endParaRPr>
          </a:p>
        </p:txBody>
      </p:sp>
      <p:cxnSp>
        <p:nvCxnSpPr>
          <p:cNvPr id="46" name="Straight Connector 45"/>
          <p:cNvCxnSpPr/>
          <p:nvPr/>
        </p:nvCxnSpPr>
        <p:spPr>
          <a:xfrm>
            <a:off x="4263197" y="3826821"/>
            <a:ext cx="2374866" cy="0"/>
          </a:xfrm>
          <a:prstGeom prst="line">
            <a:avLst/>
          </a:prstGeom>
          <a:ln w="1270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Rounded Rectangle 46"/>
          <p:cNvSpPr/>
          <p:nvPr/>
        </p:nvSpPr>
        <p:spPr>
          <a:xfrm>
            <a:off x="4285170" y="3966789"/>
            <a:ext cx="1073836" cy="473213"/>
          </a:xfrm>
          <a:prstGeom prst="roundRect">
            <a:avLst/>
          </a:prstGeom>
          <a:solidFill>
            <a:schemeClr val="bg1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00000"/>
                </a:solidFill>
              </a:rPr>
              <a:t>No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48" name="Rounded Rectangle 47"/>
          <p:cNvSpPr/>
          <p:nvPr/>
        </p:nvSpPr>
        <p:spPr>
          <a:xfrm>
            <a:off x="5564227" y="3966790"/>
            <a:ext cx="1073836" cy="473213"/>
          </a:xfrm>
          <a:prstGeom prst="roundRect">
            <a:avLst/>
          </a:prstGeom>
          <a:solidFill>
            <a:schemeClr val="bg1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00000"/>
                </a:solidFill>
              </a:rPr>
              <a:t>Yes</a:t>
            </a:r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4297279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/>
          <p:nvPr/>
        </p:nvSpPr>
        <p:spPr>
          <a:xfrm>
            <a:off x="170605" y="492904"/>
            <a:ext cx="8833593" cy="398115"/>
          </a:xfrm>
          <a:prstGeom prst="roundRect">
            <a:avLst/>
          </a:prstGeom>
          <a:solidFill>
            <a:srgbClr val="D9D9D9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170605" y="834147"/>
            <a:ext cx="8833593" cy="559256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262955" y="598659"/>
            <a:ext cx="173439" cy="167848"/>
          </a:xfrm>
          <a:prstGeom prst="ellipse">
            <a:avLst/>
          </a:prstGeom>
          <a:solidFill>
            <a:srgbClr val="A6A6A6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502074" y="598659"/>
            <a:ext cx="173439" cy="167848"/>
          </a:xfrm>
          <a:prstGeom prst="ellipse">
            <a:avLst/>
          </a:prstGeom>
          <a:solidFill>
            <a:srgbClr val="A6A6A6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739853" y="598659"/>
            <a:ext cx="173439" cy="167848"/>
          </a:xfrm>
          <a:prstGeom prst="ellipse">
            <a:avLst/>
          </a:prstGeom>
          <a:solidFill>
            <a:srgbClr val="A6A6A6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1187585" y="1550579"/>
            <a:ext cx="6779137" cy="487613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8845448" y="834147"/>
            <a:ext cx="158750" cy="5592564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ounded Rectangle 22"/>
          <p:cNvSpPr/>
          <p:nvPr/>
        </p:nvSpPr>
        <p:spPr>
          <a:xfrm>
            <a:off x="8845448" y="836083"/>
            <a:ext cx="158750" cy="1727200"/>
          </a:xfrm>
          <a:prstGeom prst="roundRect">
            <a:avLst/>
          </a:prstGeom>
          <a:solidFill>
            <a:schemeClr val="tx1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/>
          <p:cNvSpPr/>
          <p:nvPr/>
        </p:nvSpPr>
        <p:spPr>
          <a:xfrm>
            <a:off x="2088031" y="2329947"/>
            <a:ext cx="2071948" cy="2013468"/>
          </a:xfrm>
          <a:prstGeom prst="ellipse">
            <a:avLst/>
          </a:prstGeom>
          <a:noFill/>
          <a:ln w="28575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" name="TextBox 93"/>
          <p:cNvSpPr txBox="1"/>
          <p:nvPr/>
        </p:nvSpPr>
        <p:spPr>
          <a:xfrm>
            <a:off x="3635893" y="496565"/>
            <a:ext cx="274151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/>
              <a:t>HanDIYcraft | Edit Tutorial</a:t>
            </a:r>
            <a:endParaRPr lang="en-US" sz="1600" dirty="0"/>
          </a:p>
        </p:txBody>
      </p:sp>
      <p:sp>
        <p:nvSpPr>
          <p:cNvPr id="37" name="Rounded Rectangle 36"/>
          <p:cNvSpPr/>
          <p:nvPr/>
        </p:nvSpPr>
        <p:spPr>
          <a:xfrm>
            <a:off x="1907720" y="4483520"/>
            <a:ext cx="2463089" cy="456833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spc="300" dirty="0" smtClean="0">
                <a:solidFill>
                  <a:srgbClr val="000000"/>
                </a:solidFill>
                <a:latin typeface="+mj-lt"/>
                <a:cs typeface="MAW "/>
              </a:rPr>
              <a:t>Browse Picture</a:t>
            </a:r>
            <a:endParaRPr lang="en-US" sz="2000" spc="300" dirty="0">
              <a:solidFill>
                <a:srgbClr val="000000"/>
              </a:solidFill>
              <a:latin typeface="+mj-lt"/>
              <a:cs typeface="MAW "/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4989082" y="2291726"/>
            <a:ext cx="2463089" cy="55711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i="1" dirty="0" err="1" smtClean="0">
                <a:solidFill>
                  <a:schemeClr val="tx1"/>
                </a:solidFill>
              </a:rPr>
              <a:t>xxxxxxxxx</a:t>
            </a:r>
            <a:endParaRPr lang="en-US" i="1" dirty="0">
              <a:solidFill>
                <a:schemeClr val="tx1"/>
              </a:solidFill>
            </a:endParaRPr>
          </a:p>
        </p:txBody>
      </p:sp>
      <p:cxnSp>
        <p:nvCxnSpPr>
          <p:cNvPr id="46" name="Straight Connector 45"/>
          <p:cNvCxnSpPr/>
          <p:nvPr/>
        </p:nvCxnSpPr>
        <p:spPr>
          <a:xfrm flipV="1">
            <a:off x="4612770" y="1847060"/>
            <a:ext cx="0" cy="3851034"/>
          </a:xfrm>
          <a:prstGeom prst="line">
            <a:avLst/>
          </a:prstGeom>
          <a:ln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/>
          <p:cNvCxnSpPr/>
          <p:nvPr/>
        </p:nvCxnSpPr>
        <p:spPr>
          <a:xfrm>
            <a:off x="1583696" y="5902982"/>
            <a:ext cx="6058147" cy="0"/>
          </a:xfrm>
          <a:prstGeom prst="line">
            <a:avLst/>
          </a:prstGeom>
          <a:ln w="1270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ectangle 32"/>
          <p:cNvSpPr/>
          <p:nvPr/>
        </p:nvSpPr>
        <p:spPr>
          <a:xfrm>
            <a:off x="4989082" y="3033569"/>
            <a:ext cx="2463089" cy="35275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i="1" spc="300" dirty="0" smtClean="0">
                <a:solidFill>
                  <a:srgbClr val="000000"/>
                </a:solidFill>
              </a:rPr>
              <a:t>Category</a:t>
            </a:r>
            <a:endParaRPr lang="en-US" sz="1400" i="1" spc="300" dirty="0">
              <a:solidFill>
                <a:srgbClr val="000000"/>
              </a:solidFill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7086858" y="3033569"/>
            <a:ext cx="365314" cy="352760"/>
          </a:xfrm>
          <a:prstGeom prst="roundRect">
            <a:avLst/>
          </a:prstGeom>
          <a:solidFill>
            <a:srgbClr val="FFFFFF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Isosceles Triangle 34"/>
          <p:cNvSpPr/>
          <p:nvPr/>
        </p:nvSpPr>
        <p:spPr>
          <a:xfrm rot="10800000">
            <a:off x="7156784" y="3157615"/>
            <a:ext cx="221747" cy="150771"/>
          </a:xfrm>
          <a:prstGeom prst="triangle">
            <a:avLst/>
          </a:prstGeom>
          <a:solidFill>
            <a:schemeClr val="tx1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/>
          <p:cNvSpPr/>
          <p:nvPr/>
        </p:nvSpPr>
        <p:spPr>
          <a:xfrm>
            <a:off x="4946560" y="3998159"/>
            <a:ext cx="2463089" cy="55711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i="1" dirty="0" err="1" smtClean="0">
                <a:solidFill>
                  <a:schemeClr val="tx1"/>
                </a:solidFill>
              </a:rPr>
              <a:t>xxxxxxxxxxxxxxxxxxx</a:t>
            </a:r>
            <a:endParaRPr lang="en-US" i="1" dirty="0">
              <a:solidFill>
                <a:schemeClr val="tx1"/>
              </a:solidFill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4922223" y="4785641"/>
            <a:ext cx="2508687" cy="456833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spc="300" dirty="0" smtClean="0">
                <a:solidFill>
                  <a:srgbClr val="000000"/>
                </a:solidFill>
                <a:latin typeface="+mj-lt"/>
                <a:cs typeface="MAW "/>
              </a:rPr>
              <a:t>Browse Picture</a:t>
            </a:r>
            <a:endParaRPr lang="en-US" sz="2000" spc="300" dirty="0">
              <a:solidFill>
                <a:srgbClr val="000000"/>
              </a:solidFill>
              <a:latin typeface="+mj-lt"/>
              <a:cs typeface="MAW 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4901457" y="3525619"/>
            <a:ext cx="119956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smtClean="0">
                <a:solidFill>
                  <a:srgbClr val="000000"/>
                </a:solidFill>
              </a:rPr>
              <a:t>Materials</a:t>
            </a:r>
            <a:endParaRPr lang="en-US" sz="2000" b="1" dirty="0">
              <a:solidFill>
                <a:srgbClr val="000000"/>
              </a:solidFill>
            </a:endParaRPr>
          </a:p>
        </p:txBody>
      </p:sp>
      <p:cxnSp>
        <p:nvCxnSpPr>
          <p:cNvPr id="36" name="Straight Connector 35"/>
          <p:cNvCxnSpPr>
            <a:stCxn id="39" idx="1"/>
            <a:endCxn id="39" idx="5"/>
          </p:cNvCxnSpPr>
          <p:nvPr/>
        </p:nvCxnSpPr>
        <p:spPr>
          <a:xfrm>
            <a:off x="2391461" y="2624813"/>
            <a:ext cx="1465088" cy="1423736"/>
          </a:xfrm>
          <a:prstGeom prst="line">
            <a:avLst/>
          </a:prstGeom>
          <a:ln w="1270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/>
          <p:cNvCxnSpPr>
            <a:stCxn id="39" idx="3"/>
            <a:endCxn id="39" idx="7"/>
          </p:cNvCxnSpPr>
          <p:nvPr/>
        </p:nvCxnSpPr>
        <p:spPr>
          <a:xfrm flipV="1">
            <a:off x="2391461" y="2624813"/>
            <a:ext cx="1465088" cy="1423736"/>
          </a:xfrm>
          <a:prstGeom prst="line">
            <a:avLst/>
          </a:prstGeom>
          <a:ln w="1270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Rectangle 57"/>
          <p:cNvSpPr/>
          <p:nvPr/>
        </p:nvSpPr>
        <p:spPr>
          <a:xfrm>
            <a:off x="1187585" y="897670"/>
            <a:ext cx="1951680" cy="5944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 smtClean="0">
                <a:solidFill>
                  <a:srgbClr val="000000"/>
                </a:solidFill>
              </a:rPr>
              <a:t>LOGO</a:t>
            </a:r>
            <a:endParaRPr lang="en-US" sz="2800" dirty="0">
              <a:solidFill>
                <a:srgbClr val="000000"/>
              </a:solidFill>
            </a:endParaRPr>
          </a:p>
        </p:txBody>
      </p:sp>
      <p:pic>
        <p:nvPicPr>
          <p:cNvPr id="59" name="Picture 58" descr="home1.png"/>
          <p:cNvPicPr>
            <a:picLocks noChangeAspect="1"/>
          </p:cNvPicPr>
          <p:nvPr/>
        </p:nvPicPr>
        <p:blipFill>
          <a:blip r:embed="rId2">
            <a:biLevel thresh="7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73381" y="934195"/>
            <a:ext cx="541269" cy="541269"/>
          </a:xfrm>
          <a:prstGeom prst="rect">
            <a:avLst/>
          </a:prstGeom>
          <a:noFill/>
        </p:spPr>
      </p:pic>
      <p:sp>
        <p:nvSpPr>
          <p:cNvPr id="60" name="Heart 59"/>
          <p:cNvSpPr/>
          <p:nvPr/>
        </p:nvSpPr>
        <p:spPr>
          <a:xfrm>
            <a:off x="4182953" y="1100154"/>
            <a:ext cx="277739" cy="243182"/>
          </a:xfrm>
          <a:prstGeom prst="hear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1" name="Picture 60" descr="create1.png"/>
          <p:cNvPicPr>
            <a:picLocks noChangeAspect="1"/>
          </p:cNvPicPr>
          <p:nvPr/>
        </p:nvPicPr>
        <p:blipFill>
          <a:blip r:embed="rId4">
            <a:biLevel thresh="75000"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900000">
            <a:off x="4637804" y="1042717"/>
            <a:ext cx="339599" cy="339599"/>
          </a:xfrm>
          <a:prstGeom prst="rect">
            <a:avLst/>
          </a:prstGeom>
        </p:spPr>
      </p:pic>
      <p:pic>
        <p:nvPicPr>
          <p:cNvPr id="62" name="Picture 61" descr="Untitled-1.png"/>
          <p:cNvPicPr>
            <a:picLocks noChangeAspect="1"/>
          </p:cNvPicPr>
          <p:nvPr/>
        </p:nvPicPr>
        <p:blipFill>
          <a:blip r:embed="rId6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63190" y="1004555"/>
            <a:ext cx="380550" cy="380550"/>
          </a:xfrm>
          <a:prstGeom prst="rect">
            <a:avLst/>
          </a:prstGeom>
        </p:spPr>
      </p:pic>
      <p:pic>
        <p:nvPicPr>
          <p:cNvPr id="63" name="Picture 62" descr="power icon.jpg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05130" y="1083658"/>
            <a:ext cx="243224" cy="268459"/>
          </a:xfrm>
          <a:prstGeom prst="rect">
            <a:avLst/>
          </a:prstGeom>
        </p:spPr>
      </p:pic>
      <p:sp>
        <p:nvSpPr>
          <p:cNvPr id="64" name="Isosceles Triangle 63"/>
          <p:cNvSpPr/>
          <p:nvPr/>
        </p:nvSpPr>
        <p:spPr>
          <a:xfrm>
            <a:off x="5085410" y="1344222"/>
            <a:ext cx="338529" cy="206357"/>
          </a:xfrm>
          <a:prstGeom prst="triangl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Rectangle 64"/>
          <p:cNvSpPr/>
          <p:nvPr/>
        </p:nvSpPr>
        <p:spPr>
          <a:xfrm>
            <a:off x="5106230" y="1525937"/>
            <a:ext cx="288880" cy="7244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Rounded Rectangle 65"/>
          <p:cNvSpPr/>
          <p:nvPr/>
        </p:nvSpPr>
        <p:spPr>
          <a:xfrm>
            <a:off x="7212503" y="1085664"/>
            <a:ext cx="728750" cy="257672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 smtClean="0">
                <a:solidFill>
                  <a:srgbClr val="000000"/>
                </a:solidFill>
                <a:latin typeface="+mj-lt"/>
                <a:cs typeface="MAW "/>
              </a:rPr>
              <a:t>Log out</a:t>
            </a:r>
            <a:endParaRPr lang="en-US" sz="1100" dirty="0">
              <a:solidFill>
                <a:srgbClr val="000000"/>
              </a:solidFill>
              <a:latin typeface="+mj-lt"/>
              <a:cs typeface="MAW "/>
            </a:endParaRPr>
          </a:p>
        </p:txBody>
      </p:sp>
      <p:sp>
        <p:nvSpPr>
          <p:cNvPr id="67" name="Rounded Rectangular Callout 66"/>
          <p:cNvSpPr/>
          <p:nvPr/>
        </p:nvSpPr>
        <p:spPr>
          <a:xfrm>
            <a:off x="5602547" y="1083718"/>
            <a:ext cx="292335" cy="227940"/>
          </a:xfrm>
          <a:prstGeom prst="wedgeRoundRectCallout">
            <a:avLst>
              <a:gd name="adj1" fmla="val 35167"/>
              <a:gd name="adj2" fmla="val 73720"/>
              <a:gd name="adj3" fmla="val 16667"/>
            </a:avLst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307273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/>
          <p:nvPr/>
        </p:nvSpPr>
        <p:spPr>
          <a:xfrm>
            <a:off x="170605" y="492904"/>
            <a:ext cx="8833593" cy="398115"/>
          </a:xfrm>
          <a:prstGeom prst="roundRect">
            <a:avLst/>
          </a:prstGeom>
          <a:solidFill>
            <a:srgbClr val="D9D9D9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170605" y="834147"/>
            <a:ext cx="8833593" cy="559256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262955" y="598659"/>
            <a:ext cx="173439" cy="167848"/>
          </a:xfrm>
          <a:prstGeom prst="ellipse">
            <a:avLst/>
          </a:prstGeom>
          <a:solidFill>
            <a:srgbClr val="A6A6A6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502074" y="598659"/>
            <a:ext cx="173439" cy="167848"/>
          </a:xfrm>
          <a:prstGeom prst="ellipse">
            <a:avLst/>
          </a:prstGeom>
          <a:solidFill>
            <a:srgbClr val="A6A6A6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739853" y="598659"/>
            <a:ext cx="173439" cy="167848"/>
          </a:xfrm>
          <a:prstGeom prst="ellipse">
            <a:avLst/>
          </a:prstGeom>
          <a:solidFill>
            <a:srgbClr val="A6A6A6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1187585" y="835119"/>
            <a:ext cx="6779137" cy="559159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8845448" y="834147"/>
            <a:ext cx="158750" cy="5592564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ounded Rectangle 22"/>
          <p:cNvSpPr/>
          <p:nvPr/>
        </p:nvSpPr>
        <p:spPr>
          <a:xfrm>
            <a:off x="8845448" y="2848843"/>
            <a:ext cx="158750" cy="1727200"/>
          </a:xfrm>
          <a:prstGeom prst="roundRect">
            <a:avLst/>
          </a:prstGeom>
          <a:solidFill>
            <a:schemeClr val="tx1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" name="TextBox 93"/>
          <p:cNvSpPr txBox="1"/>
          <p:nvPr/>
        </p:nvSpPr>
        <p:spPr>
          <a:xfrm>
            <a:off x="3635893" y="496565"/>
            <a:ext cx="274151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/>
              <a:t>HanDIYcraft | Edit Tutorial</a:t>
            </a:r>
            <a:endParaRPr lang="en-US" sz="1600" dirty="0"/>
          </a:p>
        </p:txBody>
      </p:sp>
      <p:sp>
        <p:nvSpPr>
          <p:cNvPr id="37" name="Rounded Rectangle 36"/>
          <p:cNvSpPr/>
          <p:nvPr/>
        </p:nvSpPr>
        <p:spPr>
          <a:xfrm>
            <a:off x="1834079" y="828817"/>
            <a:ext cx="2463089" cy="456833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spc="300" dirty="0" smtClean="0">
                <a:solidFill>
                  <a:srgbClr val="000000"/>
                </a:solidFill>
                <a:latin typeface="+mj-lt"/>
                <a:cs typeface="MAW "/>
              </a:rPr>
              <a:t>Browse Picture</a:t>
            </a:r>
            <a:endParaRPr lang="en-US" sz="2000" spc="300" dirty="0">
              <a:solidFill>
                <a:srgbClr val="000000"/>
              </a:solidFill>
              <a:latin typeface="+mj-lt"/>
              <a:cs typeface="MAW "/>
            </a:endParaRPr>
          </a:p>
        </p:txBody>
      </p:sp>
      <p:cxnSp>
        <p:nvCxnSpPr>
          <p:cNvPr id="46" name="Straight Connector 45"/>
          <p:cNvCxnSpPr/>
          <p:nvPr/>
        </p:nvCxnSpPr>
        <p:spPr>
          <a:xfrm flipV="1">
            <a:off x="4612770" y="853439"/>
            <a:ext cx="0" cy="1351706"/>
          </a:xfrm>
          <a:prstGeom prst="line">
            <a:avLst/>
          </a:prstGeom>
          <a:ln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/>
          <p:cNvCxnSpPr/>
          <p:nvPr/>
        </p:nvCxnSpPr>
        <p:spPr>
          <a:xfrm>
            <a:off x="1510055" y="2441998"/>
            <a:ext cx="6097922" cy="0"/>
          </a:xfrm>
          <a:prstGeom prst="line">
            <a:avLst/>
          </a:prstGeom>
          <a:ln w="1270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1549830" y="2816459"/>
            <a:ext cx="6058147" cy="2883698"/>
          </a:xfrm>
          <a:prstGeom prst="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4875455"/>
              </p:ext>
            </p:extLst>
          </p:nvPr>
        </p:nvGraphicFramePr>
        <p:xfrm>
          <a:off x="1821689" y="3378833"/>
          <a:ext cx="5483201" cy="206867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77191"/>
                <a:gridCol w="2778276"/>
                <a:gridCol w="1827734"/>
              </a:tblGrid>
              <a:tr h="413734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Step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Description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Picture</a:t>
                      </a:r>
                      <a:endParaRPr lang="en-US" dirty="0"/>
                    </a:p>
                  </a:txBody>
                  <a:tcPr anchor="ctr"/>
                </a:tc>
              </a:tr>
              <a:tr h="413734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 smtClean="0"/>
                        <a:t>xxxxxxxxxxxxxxxxxxxxx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</a:tr>
              <a:tr h="413734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 smtClean="0"/>
                        <a:t>xxxxxxxxxxxxxxxxxxxxx</a:t>
                      </a:r>
                      <a:endParaRPr lang="en-US" dirty="0" smtClean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</a:tr>
              <a:tr h="413734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 smtClean="0"/>
                        <a:t>xxxxxxxxxxxxxxxxxxxxx</a:t>
                      </a:r>
                      <a:endParaRPr lang="en-US" dirty="0" smtClean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</a:tr>
              <a:tr h="413734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4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 smtClean="0"/>
                        <a:t>xxxxxxxxxxxxxxxxxxxxx</a:t>
                      </a:r>
                      <a:endParaRPr lang="en-US" dirty="0" smtClean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21" name="Rectangle 20"/>
          <p:cNvSpPr/>
          <p:nvPr/>
        </p:nvSpPr>
        <p:spPr>
          <a:xfrm>
            <a:off x="2524923" y="3002414"/>
            <a:ext cx="892692" cy="27481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pc="300" dirty="0" smtClean="0">
                <a:solidFill>
                  <a:srgbClr val="000000"/>
                </a:solidFill>
              </a:rPr>
              <a:t>  4</a:t>
            </a:r>
            <a:endParaRPr lang="en-US" spc="300" dirty="0">
              <a:solidFill>
                <a:srgbClr val="000000"/>
              </a:solidFill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3133018" y="3002413"/>
            <a:ext cx="284598" cy="274818"/>
          </a:xfrm>
          <a:prstGeom prst="roundRect">
            <a:avLst/>
          </a:prstGeom>
          <a:solidFill>
            <a:srgbClr val="FFFFFF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Isosceles Triangle 24"/>
          <p:cNvSpPr/>
          <p:nvPr/>
        </p:nvSpPr>
        <p:spPr>
          <a:xfrm rot="10800000">
            <a:off x="3202189" y="3115167"/>
            <a:ext cx="151408" cy="102946"/>
          </a:xfrm>
          <a:prstGeom prst="triangle">
            <a:avLst/>
          </a:prstGeom>
          <a:solidFill>
            <a:schemeClr val="tx1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/>
          <p:cNvSpPr txBox="1"/>
          <p:nvPr/>
        </p:nvSpPr>
        <p:spPr>
          <a:xfrm>
            <a:off x="1747408" y="2936578"/>
            <a:ext cx="7745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000000"/>
                </a:solidFill>
              </a:rPr>
              <a:t>I want 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3422997" y="2925120"/>
            <a:ext cx="20914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0000"/>
                </a:solidFill>
              </a:rPr>
              <a:t>s</a:t>
            </a:r>
            <a:r>
              <a:rPr lang="en-US" dirty="0" smtClean="0">
                <a:solidFill>
                  <a:srgbClr val="000000"/>
                </a:solidFill>
              </a:rPr>
              <a:t>teps for my tutorial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5783009" y="3849816"/>
            <a:ext cx="1224070" cy="313712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>
                <a:solidFill>
                  <a:srgbClr val="000000"/>
                </a:solidFill>
                <a:latin typeface="+mj-lt"/>
                <a:cs typeface="MAW "/>
              </a:rPr>
              <a:t>Browse Picture</a:t>
            </a:r>
            <a:endParaRPr lang="en-US" sz="1200" dirty="0">
              <a:solidFill>
                <a:srgbClr val="000000"/>
              </a:solidFill>
              <a:latin typeface="+mj-lt"/>
              <a:cs typeface="MAW 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5783009" y="4253650"/>
            <a:ext cx="1224070" cy="313712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>
                <a:solidFill>
                  <a:srgbClr val="000000"/>
                </a:solidFill>
                <a:latin typeface="+mj-lt"/>
                <a:cs typeface="MAW "/>
              </a:rPr>
              <a:t>Browse Picture</a:t>
            </a:r>
            <a:endParaRPr lang="en-US" sz="1200" dirty="0">
              <a:solidFill>
                <a:srgbClr val="000000"/>
              </a:solidFill>
              <a:latin typeface="+mj-lt"/>
              <a:cs typeface="MAW 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5780753" y="4680189"/>
            <a:ext cx="1224070" cy="313712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>
                <a:solidFill>
                  <a:srgbClr val="000000"/>
                </a:solidFill>
                <a:latin typeface="+mj-lt"/>
                <a:cs typeface="MAW "/>
              </a:rPr>
              <a:t>Browse Picture</a:t>
            </a:r>
            <a:endParaRPr lang="en-US" sz="1200" dirty="0">
              <a:solidFill>
                <a:srgbClr val="000000"/>
              </a:solidFill>
              <a:latin typeface="+mj-lt"/>
              <a:cs typeface="MAW "/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5778497" y="5091801"/>
            <a:ext cx="1224070" cy="313712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>
                <a:solidFill>
                  <a:srgbClr val="000000"/>
                </a:solidFill>
                <a:latin typeface="+mj-lt"/>
                <a:cs typeface="MAW "/>
              </a:rPr>
              <a:t>Browse Picture</a:t>
            </a:r>
            <a:endParaRPr lang="en-US" sz="1200" dirty="0">
              <a:solidFill>
                <a:srgbClr val="000000"/>
              </a:solidFill>
              <a:latin typeface="+mj-lt"/>
              <a:cs typeface="MAW "/>
            </a:endParaRPr>
          </a:p>
        </p:txBody>
      </p:sp>
      <p:sp>
        <p:nvSpPr>
          <p:cNvPr id="36" name="Rounded Rectangle 35"/>
          <p:cNvSpPr/>
          <p:nvPr/>
        </p:nvSpPr>
        <p:spPr>
          <a:xfrm>
            <a:off x="4922223" y="1338573"/>
            <a:ext cx="2508687" cy="456833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spc="300" dirty="0" smtClean="0">
                <a:solidFill>
                  <a:srgbClr val="000000"/>
                </a:solidFill>
                <a:latin typeface="+mj-lt"/>
                <a:cs typeface="MAW "/>
              </a:rPr>
              <a:t>Browse Picture</a:t>
            </a:r>
            <a:endParaRPr lang="en-US" sz="2000" spc="300" dirty="0">
              <a:solidFill>
                <a:srgbClr val="000000"/>
              </a:solidFill>
              <a:latin typeface="+mj-lt"/>
              <a:cs typeface="MAW "/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4922223" y="828817"/>
            <a:ext cx="2508687" cy="29813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107026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/>
          <p:nvPr/>
        </p:nvSpPr>
        <p:spPr>
          <a:xfrm>
            <a:off x="170605" y="492904"/>
            <a:ext cx="8833593" cy="398115"/>
          </a:xfrm>
          <a:prstGeom prst="roundRect">
            <a:avLst/>
          </a:prstGeom>
          <a:solidFill>
            <a:srgbClr val="D9D9D9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170605" y="834147"/>
            <a:ext cx="8833593" cy="559256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262955" y="598659"/>
            <a:ext cx="173439" cy="167848"/>
          </a:xfrm>
          <a:prstGeom prst="ellipse">
            <a:avLst/>
          </a:prstGeom>
          <a:solidFill>
            <a:srgbClr val="A6A6A6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502074" y="598659"/>
            <a:ext cx="173439" cy="167848"/>
          </a:xfrm>
          <a:prstGeom prst="ellipse">
            <a:avLst/>
          </a:prstGeom>
          <a:solidFill>
            <a:srgbClr val="A6A6A6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739853" y="598659"/>
            <a:ext cx="173439" cy="167848"/>
          </a:xfrm>
          <a:prstGeom prst="ellipse">
            <a:avLst/>
          </a:prstGeom>
          <a:solidFill>
            <a:srgbClr val="A6A6A6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1187585" y="835119"/>
            <a:ext cx="6779137" cy="559159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8845448" y="834147"/>
            <a:ext cx="158750" cy="5592564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ounded Rectangle 22"/>
          <p:cNvSpPr/>
          <p:nvPr/>
        </p:nvSpPr>
        <p:spPr>
          <a:xfrm>
            <a:off x="8845448" y="4648409"/>
            <a:ext cx="158750" cy="1727200"/>
          </a:xfrm>
          <a:prstGeom prst="roundRect">
            <a:avLst/>
          </a:prstGeom>
          <a:solidFill>
            <a:schemeClr val="tx1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" name="TextBox 93"/>
          <p:cNvSpPr txBox="1"/>
          <p:nvPr/>
        </p:nvSpPr>
        <p:spPr>
          <a:xfrm>
            <a:off x="3635893" y="496565"/>
            <a:ext cx="274151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/>
              <a:t>HanDIYcraft | Edit Tutorial</a:t>
            </a:r>
            <a:endParaRPr lang="en-US" sz="1600" dirty="0"/>
          </a:p>
        </p:txBody>
      </p:sp>
      <p:cxnSp>
        <p:nvCxnSpPr>
          <p:cNvPr id="50" name="Straight Connector 49"/>
          <p:cNvCxnSpPr/>
          <p:nvPr/>
        </p:nvCxnSpPr>
        <p:spPr>
          <a:xfrm>
            <a:off x="1537368" y="965408"/>
            <a:ext cx="6097922" cy="0"/>
          </a:xfrm>
          <a:prstGeom prst="line">
            <a:avLst/>
          </a:prstGeom>
          <a:ln w="1270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1577143" y="1339868"/>
            <a:ext cx="6058147" cy="2930167"/>
          </a:xfrm>
          <a:prstGeom prst="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6201974"/>
              </p:ext>
            </p:extLst>
          </p:nvPr>
        </p:nvGraphicFramePr>
        <p:xfrm>
          <a:off x="1849002" y="1902243"/>
          <a:ext cx="5483201" cy="206867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77191"/>
                <a:gridCol w="2778276"/>
                <a:gridCol w="1827734"/>
              </a:tblGrid>
              <a:tr h="413734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Step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Description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Picture</a:t>
                      </a:r>
                      <a:endParaRPr lang="en-US" dirty="0"/>
                    </a:p>
                  </a:txBody>
                  <a:tcPr anchor="ctr"/>
                </a:tc>
              </a:tr>
              <a:tr h="413734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 smtClean="0"/>
                        <a:t>xxxxxxxxxxxxxxxxxxxxx</a:t>
                      </a:r>
                      <a:endParaRPr lang="en-US" dirty="0" smtClean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</a:tr>
              <a:tr h="413734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 smtClean="0"/>
                        <a:t>xxxxxxxxxxxxxxxxxxxxx</a:t>
                      </a:r>
                      <a:endParaRPr lang="en-US" dirty="0" smtClean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</a:tr>
              <a:tr h="413734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 smtClean="0"/>
                        <a:t>xxxxxxxxxxxxxxxxxxxxx</a:t>
                      </a:r>
                      <a:endParaRPr lang="en-US" dirty="0" smtClean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</a:tr>
              <a:tr h="413734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4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 smtClean="0"/>
                        <a:t>xxxxxxxxxxxxxxxxxxxxx</a:t>
                      </a:r>
                      <a:endParaRPr lang="en-US" dirty="0" smtClean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21" name="Rectangle 20"/>
          <p:cNvSpPr/>
          <p:nvPr/>
        </p:nvSpPr>
        <p:spPr>
          <a:xfrm>
            <a:off x="2552236" y="1525824"/>
            <a:ext cx="892692" cy="27481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pc="300" dirty="0" smtClean="0">
                <a:solidFill>
                  <a:srgbClr val="000000"/>
                </a:solidFill>
              </a:rPr>
              <a:t>  4</a:t>
            </a:r>
            <a:endParaRPr lang="en-US" spc="300" dirty="0">
              <a:solidFill>
                <a:srgbClr val="000000"/>
              </a:solidFill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3160331" y="1525823"/>
            <a:ext cx="284598" cy="274818"/>
          </a:xfrm>
          <a:prstGeom prst="roundRect">
            <a:avLst/>
          </a:prstGeom>
          <a:solidFill>
            <a:srgbClr val="FFFFFF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Isosceles Triangle 24"/>
          <p:cNvSpPr/>
          <p:nvPr/>
        </p:nvSpPr>
        <p:spPr>
          <a:xfrm rot="10800000">
            <a:off x="3229502" y="1638577"/>
            <a:ext cx="151408" cy="102946"/>
          </a:xfrm>
          <a:prstGeom prst="triangle">
            <a:avLst/>
          </a:prstGeom>
          <a:solidFill>
            <a:schemeClr val="tx1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/>
          <p:cNvSpPr txBox="1"/>
          <p:nvPr/>
        </p:nvSpPr>
        <p:spPr>
          <a:xfrm>
            <a:off x="1774721" y="1459988"/>
            <a:ext cx="7745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000000"/>
                </a:solidFill>
              </a:rPr>
              <a:t>I want 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3450310" y="1448530"/>
            <a:ext cx="20914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0000"/>
                </a:solidFill>
              </a:rPr>
              <a:t>s</a:t>
            </a:r>
            <a:r>
              <a:rPr lang="en-US" dirty="0" smtClean="0">
                <a:solidFill>
                  <a:srgbClr val="000000"/>
                </a:solidFill>
              </a:rPr>
              <a:t>teps for my tutorial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5810322" y="2373226"/>
            <a:ext cx="1224070" cy="313712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>
                <a:solidFill>
                  <a:srgbClr val="000000"/>
                </a:solidFill>
                <a:latin typeface="+mj-lt"/>
                <a:cs typeface="MAW "/>
              </a:rPr>
              <a:t>Browse Picture</a:t>
            </a:r>
            <a:endParaRPr lang="en-US" sz="1200" dirty="0">
              <a:solidFill>
                <a:srgbClr val="000000"/>
              </a:solidFill>
              <a:latin typeface="+mj-lt"/>
              <a:cs typeface="MAW 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5810322" y="2777060"/>
            <a:ext cx="1224070" cy="313712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>
                <a:solidFill>
                  <a:srgbClr val="000000"/>
                </a:solidFill>
                <a:latin typeface="+mj-lt"/>
                <a:cs typeface="MAW "/>
              </a:rPr>
              <a:t>Browse Picture</a:t>
            </a:r>
            <a:endParaRPr lang="en-US" sz="1200" dirty="0">
              <a:solidFill>
                <a:srgbClr val="000000"/>
              </a:solidFill>
              <a:latin typeface="+mj-lt"/>
              <a:cs typeface="MAW 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5808066" y="3203599"/>
            <a:ext cx="1224070" cy="313712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>
                <a:solidFill>
                  <a:srgbClr val="000000"/>
                </a:solidFill>
                <a:latin typeface="+mj-lt"/>
                <a:cs typeface="MAW "/>
              </a:rPr>
              <a:t>Browse Picture</a:t>
            </a:r>
            <a:endParaRPr lang="en-US" sz="1200" dirty="0">
              <a:solidFill>
                <a:srgbClr val="000000"/>
              </a:solidFill>
              <a:latin typeface="+mj-lt"/>
              <a:cs typeface="MAW "/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5805810" y="3615211"/>
            <a:ext cx="1224070" cy="313712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>
                <a:solidFill>
                  <a:srgbClr val="000000"/>
                </a:solidFill>
                <a:latin typeface="+mj-lt"/>
                <a:cs typeface="MAW "/>
              </a:rPr>
              <a:t>Browse Picture</a:t>
            </a:r>
            <a:endParaRPr lang="en-US" sz="1200" dirty="0">
              <a:solidFill>
                <a:srgbClr val="000000"/>
              </a:solidFill>
              <a:latin typeface="+mj-lt"/>
              <a:cs typeface="MAW "/>
            </a:endParaRPr>
          </a:p>
        </p:txBody>
      </p:sp>
      <p:sp>
        <p:nvSpPr>
          <p:cNvPr id="33" name="Rounded Rectangle 32"/>
          <p:cNvSpPr/>
          <p:nvPr/>
        </p:nvSpPr>
        <p:spPr>
          <a:xfrm>
            <a:off x="6632967" y="5863202"/>
            <a:ext cx="1002323" cy="313712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spc="300" dirty="0" smtClean="0">
                <a:solidFill>
                  <a:srgbClr val="000000"/>
                </a:solidFill>
                <a:latin typeface="+mj-lt"/>
                <a:cs typeface="MAW "/>
              </a:rPr>
              <a:t>Save</a:t>
            </a:r>
            <a:endParaRPr lang="en-US" sz="1600" spc="300" dirty="0">
              <a:solidFill>
                <a:srgbClr val="000000"/>
              </a:solidFill>
              <a:latin typeface="+mj-lt"/>
              <a:cs typeface="MAW "/>
            </a:endParaRPr>
          </a:p>
        </p:txBody>
      </p:sp>
      <p:cxnSp>
        <p:nvCxnSpPr>
          <p:cNvPr id="32" name="Straight Connector 31"/>
          <p:cNvCxnSpPr/>
          <p:nvPr/>
        </p:nvCxnSpPr>
        <p:spPr>
          <a:xfrm>
            <a:off x="1537368" y="4625072"/>
            <a:ext cx="6097922" cy="0"/>
          </a:xfrm>
          <a:prstGeom prst="line">
            <a:avLst/>
          </a:prstGeom>
          <a:ln w="1270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ectangle 33"/>
          <p:cNvSpPr/>
          <p:nvPr/>
        </p:nvSpPr>
        <p:spPr>
          <a:xfrm>
            <a:off x="1577143" y="5127038"/>
            <a:ext cx="6058147" cy="512643"/>
          </a:xfrm>
          <a:prstGeom prst="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i="1" dirty="0" err="1" smtClean="0">
                <a:solidFill>
                  <a:srgbClr val="000000"/>
                </a:solidFill>
              </a:rPr>
              <a:t>xxxxxxxxxxxxxxxxxxxxxxxxxxxxxxxxx</a:t>
            </a:r>
            <a:endParaRPr lang="en-US" i="1" dirty="0">
              <a:solidFill>
                <a:srgbClr val="000000"/>
              </a:solidFill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1583843" y="4757706"/>
            <a:ext cx="1748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000000"/>
                </a:solidFill>
              </a:rPr>
              <a:t>Video (optional)</a:t>
            </a:r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0774944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/>
          <p:nvPr/>
        </p:nvSpPr>
        <p:spPr>
          <a:xfrm>
            <a:off x="170605" y="492904"/>
            <a:ext cx="8833593" cy="398115"/>
          </a:xfrm>
          <a:prstGeom prst="roundRect">
            <a:avLst/>
          </a:prstGeom>
          <a:solidFill>
            <a:srgbClr val="D9D9D9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170605" y="834147"/>
            <a:ext cx="8833593" cy="559256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262955" y="598659"/>
            <a:ext cx="173439" cy="167848"/>
          </a:xfrm>
          <a:prstGeom prst="ellipse">
            <a:avLst/>
          </a:prstGeom>
          <a:solidFill>
            <a:srgbClr val="A6A6A6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502074" y="598659"/>
            <a:ext cx="173439" cy="167848"/>
          </a:xfrm>
          <a:prstGeom prst="ellipse">
            <a:avLst/>
          </a:prstGeom>
          <a:solidFill>
            <a:srgbClr val="A6A6A6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739853" y="598659"/>
            <a:ext cx="173439" cy="167848"/>
          </a:xfrm>
          <a:prstGeom prst="ellipse">
            <a:avLst/>
          </a:prstGeom>
          <a:solidFill>
            <a:srgbClr val="A6A6A6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1187585" y="1550579"/>
            <a:ext cx="6779137" cy="487613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8845448" y="834147"/>
            <a:ext cx="158750" cy="5592564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ounded Rectangle 22"/>
          <p:cNvSpPr/>
          <p:nvPr/>
        </p:nvSpPr>
        <p:spPr>
          <a:xfrm>
            <a:off x="8845448" y="836083"/>
            <a:ext cx="158750" cy="1727200"/>
          </a:xfrm>
          <a:prstGeom prst="roundRect">
            <a:avLst/>
          </a:prstGeom>
          <a:solidFill>
            <a:schemeClr val="tx1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0" name="Straight Connector 39"/>
          <p:cNvCxnSpPr/>
          <p:nvPr/>
        </p:nvCxnSpPr>
        <p:spPr>
          <a:xfrm>
            <a:off x="1187585" y="1919911"/>
            <a:ext cx="6762643" cy="0"/>
          </a:xfrm>
          <a:prstGeom prst="line">
            <a:avLst/>
          </a:prstGeom>
          <a:ln w="1270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>
            <a:off x="1187585" y="2563283"/>
            <a:ext cx="6779138" cy="0"/>
          </a:xfrm>
          <a:prstGeom prst="line">
            <a:avLst/>
          </a:prstGeom>
          <a:ln w="1270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3801726" y="1550579"/>
            <a:ext cx="18497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pc="300" dirty="0" smtClean="0"/>
              <a:t>Messages</a:t>
            </a:r>
            <a:endParaRPr lang="en-US" spc="300" dirty="0"/>
          </a:p>
        </p:txBody>
      </p:sp>
      <p:cxnSp>
        <p:nvCxnSpPr>
          <p:cNvPr id="46" name="Straight Connector 45"/>
          <p:cNvCxnSpPr/>
          <p:nvPr/>
        </p:nvCxnSpPr>
        <p:spPr>
          <a:xfrm>
            <a:off x="1171090" y="3207808"/>
            <a:ext cx="6779138" cy="0"/>
          </a:xfrm>
          <a:prstGeom prst="line">
            <a:avLst/>
          </a:prstGeom>
          <a:ln w="1270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/>
          <p:cNvCxnSpPr/>
          <p:nvPr/>
        </p:nvCxnSpPr>
        <p:spPr>
          <a:xfrm>
            <a:off x="1187585" y="3836458"/>
            <a:ext cx="6779138" cy="0"/>
          </a:xfrm>
          <a:prstGeom prst="line">
            <a:avLst/>
          </a:prstGeom>
          <a:ln w="1270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/>
          <p:cNvCxnSpPr/>
          <p:nvPr/>
        </p:nvCxnSpPr>
        <p:spPr>
          <a:xfrm>
            <a:off x="1187584" y="4480983"/>
            <a:ext cx="6779138" cy="0"/>
          </a:xfrm>
          <a:prstGeom prst="line">
            <a:avLst/>
          </a:prstGeom>
          <a:ln w="1270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/>
          <p:cNvCxnSpPr/>
          <p:nvPr/>
        </p:nvCxnSpPr>
        <p:spPr>
          <a:xfrm>
            <a:off x="1187586" y="5115983"/>
            <a:ext cx="6779138" cy="0"/>
          </a:xfrm>
          <a:prstGeom prst="line">
            <a:avLst/>
          </a:prstGeom>
          <a:ln w="1270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/>
          <p:cNvCxnSpPr/>
          <p:nvPr/>
        </p:nvCxnSpPr>
        <p:spPr>
          <a:xfrm>
            <a:off x="1187585" y="5760508"/>
            <a:ext cx="6779138" cy="0"/>
          </a:xfrm>
          <a:prstGeom prst="line">
            <a:avLst/>
          </a:prstGeom>
          <a:ln w="1270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TextBox 69"/>
          <p:cNvSpPr txBox="1"/>
          <p:nvPr/>
        </p:nvSpPr>
        <p:spPr>
          <a:xfrm>
            <a:off x="2484263" y="2062820"/>
            <a:ext cx="27530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000000"/>
                </a:solidFill>
              </a:rPr>
              <a:t>Shopkeeper: </a:t>
            </a:r>
            <a:r>
              <a:rPr lang="en-US" dirty="0" smtClean="0">
                <a:solidFill>
                  <a:srgbClr val="000000"/>
                </a:solidFill>
              </a:rPr>
              <a:t>Message</a:t>
            </a:r>
            <a:endParaRPr lang="en-US" b="1" dirty="0">
              <a:solidFill>
                <a:srgbClr val="000000"/>
              </a:solidFill>
            </a:endParaRPr>
          </a:p>
        </p:txBody>
      </p:sp>
      <p:sp>
        <p:nvSpPr>
          <p:cNvPr id="73" name="Oval 72"/>
          <p:cNvSpPr/>
          <p:nvPr/>
        </p:nvSpPr>
        <p:spPr>
          <a:xfrm>
            <a:off x="1899820" y="1992943"/>
            <a:ext cx="523278" cy="508509"/>
          </a:xfrm>
          <a:prstGeom prst="ellipse">
            <a:avLst/>
          </a:prstGeom>
          <a:noFill/>
          <a:ln w="28575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4" name="Straight Connector 73"/>
          <p:cNvCxnSpPr>
            <a:stCxn id="73" idx="1"/>
            <a:endCxn id="73" idx="5"/>
          </p:cNvCxnSpPr>
          <p:nvPr/>
        </p:nvCxnSpPr>
        <p:spPr>
          <a:xfrm>
            <a:off x="1976452" y="2067412"/>
            <a:ext cx="370014" cy="359571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/>
          <p:cNvCxnSpPr>
            <a:stCxn id="73" idx="3"/>
            <a:endCxn id="73" idx="7"/>
          </p:cNvCxnSpPr>
          <p:nvPr/>
        </p:nvCxnSpPr>
        <p:spPr>
          <a:xfrm flipV="1">
            <a:off x="1976452" y="2067412"/>
            <a:ext cx="370014" cy="359571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Oval 81"/>
          <p:cNvSpPr/>
          <p:nvPr/>
        </p:nvSpPr>
        <p:spPr>
          <a:xfrm>
            <a:off x="7434562" y="2173472"/>
            <a:ext cx="139614" cy="139614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Oval 82"/>
          <p:cNvSpPr/>
          <p:nvPr/>
        </p:nvSpPr>
        <p:spPr>
          <a:xfrm>
            <a:off x="7434562" y="2831873"/>
            <a:ext cx="139614" cy="139614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Oval 84"/>
          <p:cNvSpPr/>
          <p:nvPr/>
        </p:nvSpPr>
        <p:spPr>
          <a:xfrm>
            <a:off x="1907637" y="2645881"/>
            <a:ext cx="523278" cy="508509"/>
          </a:xfrm>
          <a:prstGeom prst="ellipse">
            <a:avLst/>
          </a:prstGeom>
          <a:noFill/>
          <a:ln w="28575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6" name="Straight Connector 85"/>
          <p:cNvCxnSpPr>
            <a:stCxn id="85" idx="1"/>
            <a:endCxn id="85" idx="5"/>
          </p:cNvCxnSpPr>
          <p:nvPr/>
        </p:nvCxnSpPr>
        <p:spPr>
          <a:xfrm>
            <a:off x="1984269" y="2720350"/>
            <a:ext cx="370014" cy="359571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Straight Connector 86"/>
          <p:cNvCxnSpPr>
            <a:stCxn id="85" idx="3"/>
            <a:endCxn id="85" idx="7"/>
          </p:cNvCxnSpPr>
          <p:nvPr/>
        </p:nvCxnSpPr>
        <p:spPr>
          <a:xfrm flipV="1">
            <a:off x="1984269" y="2720350"/>
            <a:ext cx="370014" cy="359571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" name="Oval 88"/>
          <p:cNvSpPr/>
          <p:nvPr/>
        </p:nvSpPr>
        <p:spPr>
          <a:xfrm>
            <a:off x="1907637" y="3281784"/>
            <a:ext cx="523278" cy="508509"/>
          </a:xfrm>
          <a:prstGeom prst="ellipse">
            <a:avLst/>
          </a:prstGeom>
          <a:noFill/>
          <a:ln w="28575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0" name="Straight Connector 89"/>
          <p:cNvCxnSpPr>
            <a:stCxn id="89" idx="1"/>
            <a:endCxn id="89" idx="5"/>
          </p:cNvCxnSpPr>
          <p:nvPr/>
        </p:nvCxnSpPr>
        <p:spPr>
          <a:xfrm>
            <a:off x="1984269" y="3356253"/>
            <a:ext cx="370014" cy="359571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Straight Connector 90"/>
          <p:cNvCxnSpPr>
            <a:stCxn id="89" idx="3"/>
            <a:endCxn id="89" idx="7"/>
          </p:cNvCxnSpPr>
          <p:nvPr/>
        </p:nvCxnSpPr>
        <p:spPr>
          <a:xfrm flipV="1">
            <a:off x="1984269" y="3356253"/>
            <a:ext cx="370014" cy="359571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" name="Oval 92"/>
          <p:cNvSpPr/>
          <p:nvPr/>
        </p:nvSpPr>
        <p:spPr>
          <a:xfrm>
            <a:off x="1899820" y="3913400"/>
            <a:ext cx="523278" cy="508509"/>
          </a:xfrm>
          <a:prstGeom prst="ellipse">
            <a:avLst/>
          </a:prstGeom>
          <a:noFill/>
          <a:ln w="28575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4" name="Straight Connector 93"/>
          <p:cNvCxnSpPr>
            <a:stCxn id="93" idx="1"/>
            <a:endCxn id="93" idx="5"/>
          </p:cNvCxnSpPr>
          <p:nvPr/>
        </p:nvCxnSpPr>
        <p:spPr>
          <a:xfrm>
            <a:off x="1976452" y="3987869"/>
            <a:ext cx="370014" cy="359571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Straight Connector 94"/>
          <p:cNvCxnSpPr>
            <a:stCxn id="93" idx="3"/>
            <a:endCxn id="93" idx="7"/>
          </p:cNvCxnSpPr>
          <p:nvPr/>
        </p:nvCxnSpPr>
        <p:spPr>
          <a:xfrm flipV="1">
            <a:off x="1976452" y="3987869"/>
            <a:ext cx="370014" cy="359571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7" name="Oval 96"/>
          <p:cNvSpPr/>
          <p:nvPr/>
        </p:nvSpPr>
        <p:spPr>
          <a:xfrm>
            <a:off x="1899820" y="4541220"/>
            <a:ext cx="523278" cy="508509"/>
          </a:xfrm>
          <a:prstGeom prst="ellipse">
            <a:avLst/>
          </a:prstGeom>
          <a:noFill/>
          <a:ln w="28575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8" name="Straight Connector 97"/>
          <p:cNvCxnSpPr>
            <a:stCxn id="97" idx="1"/>
            <a:endCxn id="97" idx="5"/>
          </p:cNvCxnSpPr>
          <p:nvPr/>
        </p:nvCxnSpPr>
        <p:spPr>
          <a:xfrm>
            <a:off x="1976452" y="4615689"/>
            <a:ext cx="370014" cy="359571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Straight Connector 98"/>
          <p:cNvCxnSpPr>
            <a:stCxn id="97" idx="3"/>
            <a:endCxn id="97" idx="7"/>
          </p:cNvCxnSpPr>
          <p:nvPr/>
        </p:nvCxnSpPr>
        <p:spPr>
          <a:xfrm flipV="1">
            <a:off x="1976452" y="4615689"/>
            <a:ext cx="370014" cy="359571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1" name="Oval 100"/>
          <p:cNvSpPr/>
          <p:nvPr/>
        </p:nvSpPr>
        <p:spPr>
          <a:xfrm>
            <a:off x="1912448" y="5181935"/>
            <a:ext cx="523278" cy="508509"/>
          </a:xfrm>
          <a:prstGeom prst="ellipse">
            <a:avLst/>
          </a:prstGeom>
          <a:noFill/>
          <a:ln w="28575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2" name="Straight Connector 101"/>
          <p:cNvCxnSpPr>
            <a:stCxn id="101" idx="1"/>
            <a:endCxn id="101" idx="5"/>
          </p:cNvCxnSpPr>
          <p:nvPr/>
        </p:nvCxnSpPr>
        <p:spPr>
          <a:xfrm>
            <a:off x="1989080" y="5256404"/>
            <a:ext cx="370014" cy="359571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Connector 102"/>
          <p:cNvCxnSpPr>
            <a:stCxn id="101" idx="3"/>
            <a:endCxn id="101" idx="7"/>
          </p:cNvCxnSpPr>
          <p:nvPr/>
        </p:nvCxnSpPr>
        <p:spPr>
          <a:xfrm flipV="1">
            <a:off x="1989080" y="5256404"/>
            <a:ext cx="370014" cy="359571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5" name="Oval 104"/>
          <p:cNvSpPr/>
          <p:nvPr/>
        </p:nvSpPr>
        <p:spPr>
          <a:xfrm>
            <a:off x="1912448" y="5857622"/>
            <a:ext cx="523278" cy="508509"/>
          </a:xfrm>
          <a:prstGeom prst="ellipse">
            <a:avLst/>
          </a:prstGeom>
          <a:noFill/>
          <a:ln w="28575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6" name="Straight Connector 105"/>
          <p:cNvCxnSpPr>
            <a:stCxn id="105" idx="1"/>
            <a:endCxn id="105" idx="5"/>
          </p:cNvCxnSpPr>
          <p:nvPr/>
        </p:nvCxnSpPr>
        <p:spPr>
          <a:xfrm>
            <a:off x="1989080" y="5932091"/>
            <a:ext cx="370014" cy="359571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Connector 106"/>
          <p:cNvCxnSpPr>
            <a:stCxn id="105" idx="3"/>
            <a:endCxn id="105" idx="7"/>
          </p:cNvCxnSpPr>
          <p:nvPr/>
        </p:nvCxnSpPr>
        <p:spPr>
          <a:xfrm flipV="1">
            <a:off x="1989080" y="5932091"/>
            <a:ext cx="370014" cy="359571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9" name="TextBox 108"/>
          <p:cNvSpPr txBox="1"/>
          <p:nvPr/>
        </p:nvSpPr>
        <p:spPr>
          <a:xfrm>
            <a:off x="3635893" y="496565"/>
            <a:ext cx="274151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/>
              <a:t>HanDIYcraft | Message</a:t>
            </a:r>
            <a:endParaRPr lang="en-US" sz="1600" dirty="0"/>
          </a:p>
        </p:txBody>
      </p:sp>
      <p:sp>
        <p:nvSpPr>
          <p:cNvPr id="58" name="TextBox 57"/>
          <p:cNvSpPr txBox="1"/>
          <p:nvPr/>
        </p:nvSpPr>
        <p:spPr>
          <a:xfrm>
            <a:off x="2482615" y="2692948"/>
            <a:ext cx="27530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0000"/>
                </a:solidFill>
              </a:rPr>
              <a:t>Shopkeeper: </a:t>
            </a:r>
            <a:r>
              <a:rPr lang="en-US" dirty="0">
                <a:solidFill>
                  <a:srgbClr val="000000"/>
                </a:solidFill>
              </a:rPr>
              <a:t>Message</a:t>
            </a:r>
            <a:endParaRPr lang="en-US" b="1" dirty="0">
              <a:solidFill>
                <a:srgbClr val="000000"/>
              </a:solidFill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2463327" y="3328851"/>
            <a:ext cx="27530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0000"/>
                </a:solidFill>
              </a:rPr>
              <a:t>Shopkeeper: </a:t>
            </a:r>
            <a:r>
              <a:rPr lang="en-US" dirty="0">
                <a:solidFill>
                  <a:srgbClr val="000000"/>
                </a:solidFill>
              </a:rPr>
              <a:t>Message</a:t>
            </a:r>
            <a:endParaRPr lang="en-US" b="1" dirty="0">
              <a:solidFill>
                <a:srgbClr val="000000"/>
              </a:solidFill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2461679" y="3958979"/>
            <a:ext cx="27530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0000"/>
                </a:solidFill>
              </a:rPr>
              <a:t>Shopkeeper: </a:t>
            </a:r>
            <a:r>
              <a:rPr lang="en-US" dirty="0">
                <a:solidFill>
                  <a:srgbClr val="000000"/>
                </a:solidFill>
              </a:rPr>
              <a:t>Message</a:t>
            </a:r>
            <a:endParaRPr lang="en-US" b="1" dirty="0">
              <a:solidFill>
                <a:srgbClr val="000000"/>
              </a:solidFill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2485676" y="4616678"/>
            <a:ext cx="27530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0000"/>
                </a:solidFill>
              </a:rPr>
              <a:t>Shopkeeper: </a:t>
            </a:r>
            <a:r>
              <a:rPr lang="en-US" dirty="0">
                <a:solidFill>
                  <a:srgbClr val="000000"/>
                </a:solidFill>
              </a:rPr>
              <a:t>Message</a:t>
            </a:r>
            <a:endParaRPr lang="en-US" b="1" dirty="0">
              <a:solidFill>
                <a:srgbClr val="000000"/>
              </a:solidFill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2466388" y="5252581"/>
            <a:ext cx="27530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0000"/>
                </a:solidFill>
              </a:rPr>
              <a:t>Shopkeeper: </a:t>
            </a:r>
            <a:r>
              <a:rPr lang="en-US" dirty="0">
                <a:solidFill>
                  <a:srgbClr val="000000"/>
                </a:solidFill>
              </a:rPr>
              <a:t>Message</a:t>
            </a:r>
            <a:endParaRPr lang="en-US" b="1" dirty="0">
              <a:solidFill>
                <a:srgbClr val="000000"/>
              </a:solidFill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2464740" y="5882709"/>
            <a:ext cx="27530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0000"/>
                </a:solidFill>
              </a:rPr>
              <a:t>Shopkeeper: </a:t>
            </a:r>
            <a:r>
              <a:rPr lang="en-US" dirty="0">
                <a:solidFill>
                  <a:srgbClr val="000000"/>
                </a:solidFill>
              </a:rPr>
              <a:t>Message</a:t>
            </a:r>
            <a:endParaRPr lang="en-US" b="1" dirty="0">
              <a:solidFill>
                <a:srgbClr val="000000"/>
              </a:solidFill>
            </a:endParaRPr>
          </a:p>
        </p:txBody>
      </p:sp>
      <p:sp>
        <p:nvSpPr>
          <p:cNvPr id="112" name="Rectangle 111"/>
          <p:cNvSpPr/>
          <p:nvPr/>
        </p:nvSpPr>
        <p:spPr>
          <a:xfrm>
            <a:off x="1187585" y="897670"/>
            <a:ext cx="1951680" cy="5944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 smtClean="0">
                <a:solidFill>
                  <a:srgbClr val="000000"/>
                </a:solidFill>
              </a:rPr>
              <a:t>LOGO</a:t>
            </a:r>
            <a:endParaRPr lang="en-US" sz="2800" dirty="0">
              <a:solidFill>
                <a:srgbClr val="000000"/>
              </a:solidFill>
            </a:endParaRPr>
          </a:p>
        </p:txBody>
      </p:sp>
      <p:pic>
        <p:nvPicPr>
          <p:cNvPr id="113" name="Picture 112" descr="home1.png"/>
          <p:cNvPicPr>
            <a:picLocks noChangeAspect="1"/>
          </p:cNvPicPr>
          <p:nvPr/>
        </p:nvPicPr>
        <p:blipFill>
          <a:blip r:embed="rId2">
            <a:biLevel thresh="7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73381" y="934195"/>
            <a:ext cx="541269" cy="541269"/>
          </a:xfrm>
          <a:prstGeom prst="rect">
            <a:avLst/>
          </a:prstGeom>
          <a:noFill/>
        </p:spPr>
      </p:pic>
      <p:sp>
        <p:nvSpPr>
          <p:cNvPr id="114" name="Heart 113"/>
          <p:cNvSpPr/>
          <p:nvPr/>
        </p:nvSpPr>
        <p:spPr>
          <a:xfrm>
            <a:off x="4182953" y="1100154"/>
            <a:ext cx="277739" cy="243182"/>
          </a:xfrm>
          <a:prstGeom prst="hear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5" name="Picture 114" descr="create1.png"/>
          <p:cNvPicPr>
            <a:picLocks noChangeAspect="1"/>
          </p:cNvPicPr>
          <p:nvPr/>
        </p:nvPicPr>
        <p:blipFill>
          <a:blip r:embed="rId4">
            <a:biLevel thresh="75000"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900000">
            <a:off x="4637804" y="1042717"/>
            <a:ext cx="339599" cy="339599"/>
          </a:xfrm>
          <a:prstGeom prst="rect">
            <a:avLst/>
          </a:prstGeom>
        </p:spPr>
      </p:pic>
      <p:pic>
        <p:nvPicPr>
          <p:cNvPr id="116" name="Picture 115" descr="Untitled-1.png"/>
          <p:cNvPicPr>
            <a:picLocks noChangeAspect="1"/>
          </p:cNvPicPr>
          <p:nvPr/>
        </p:nvPicPr>
        <p:blipFill>
          <a:blip r:embed="rId6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63190" y="1004555"/>
            <a:ext cx="380550" cy="380550"/>
          </a:xfrm>
          <a:prstGeom prst="rect">
            <a:avLst/>
          </a:prstGeom>
        </p:spPr>
      </p:pic>
      <p:pic>
        <p:nvPicPr>
          <p:cNvPr id="117" name="Picture 116" descr="power icon.jpg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05130" y="1083658"/>
            <a:ext cx="243224" cy="268459"/>
          </a:xfrm>
          <a:prstGeom prst="rect">
            <a:avLst/>
          </a:prstGeom>
        </p:spPr>
      </p:pic>
      <p:sp>
        <p:nvSpPr>
          <p:cNvPr id="118" name="Isosceles Triangle 117"/>
          <p:cNvSpPr/>
          <p:nvPr/>
        </p:nvSpPr>
        <p:spPr>
          <a:xfrm>
            <a:off x="5584273" y="1352117"/>
            <a:ext cx="338529" cy="206357"/>
          </a:xfrm>
          <a:prstGeom prst="triangl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9" name="Rectangle 118"/>
          <p:cNvSpPr/>
          <p:nvPr/>
        </p:nvSpPr>
        <p:spPr>
          <a:xfrm>
            <a:off x="5605093" y="1533832"/>
            <a:ext cx="288880" cy="7244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0" name="Rounded Rectangle 119"/>
          <p:cNvSpPr/>
          <p:nvPr/>
        </p:nvSpPr>
        <p:spPr>
          <a:xfrm>
            <a:off x="7212503" y="1085664"/>
            <a:ext cx="728750" cy="257672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 smtClean="0">
                <a:solidFill>
                  <a:srgbClr val="000000"/>
                </a:solidFill>
                <a:latin typeface="+mj-lt"/>
                <a:cs typeface="MAW "/>
              </a:rPr>
              <a:t>Log out</a:t>
            </a:r>
            <a:endParaRPr lang="en-US" sz="1100" dirty="0">
              <a:solidFill>
                <a:srgbClr val="000000"/>
              </a:solidFill>
              <a:latin typeface="+mj-lt"/>
              <a:cs typeface="MAW "/>
            </a:endParaRPr>
          </a:p>
        </p:txBody>
      </p:sp>
      <p:sp>
        <p:nvSpPr>
          <p:cNvPr id="121" name="Rounded Rectangular Callout 120"/>
          <p:cNvSpPr/>
          <p:nvPr/>
        </p:nvSpPr>
        <p:spPr>
          <a:xfrm>
            <a:off x="5602547" y="1083718"/>
            <a:ext cx="292335" cy="227940"/>
          </a:xfrm>
          <a:prstGeom prst="wedgeRoundRectCallout">
            <a:avLst>
              <a:gd name="adj1" fmla="val 35167"/>
              <a:gd name="adj2" fmla="val 73720"/>
              <a:gd name="adj3" fmla="val 16667"/>
            </a:avLst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861646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/>
          <p:nvPr/>
        </p:nvSpPr>
        <p:spPr>
          <a:xfrm>
            <a:off x="170605" y="492904"/>
            <a:ext cx="8833593" cy="398115"/>
          </a:xfrm>
          <a:prstGeom prst="roundRect">
            <a:avLst/>
          </a:prstGeom>
          <a:solidFill>
            <a:srgbClr val="D9D9D9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170605" y="834147"/>
            <a:ext cx="8833593" cy="559256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262955" y="598659"/>
            <a:ext cx="173439" cy="167848"/>
          </a:xfrm>
          <a:prstGeom prst="ellipse">
            <a:avLst/>
          </a:prstGeom>
          <a:solidFill>
            <a:srgbClr val="A6A6A6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502074" y="598659"/>
            <a:ext cx="173439" cy="167848"/>
          </a:xfrm>
          <a:prstGeom prst="ellipse">
            <a:avLst/>
          </a:prstGeom>
          <a:solidFill>
            <a:srgbClr val="A6A6A6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739853" y="598659"/>
            <a:ext cx="173439" cy="167848"/>
          </a:xfrm>
          <a:prstGeom prst="ellipse">
            <a:avLst/>
          </a:prstGeom>
          <a:solidFill>
            <a:srgbClr val="A6A6A6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1187585" y="1550579"/>
            <a:ext cx="6779137" cy="487613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8845448" y="834147"/>
            <a:ext cx="158750" cy="5592564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ounded Rectangle 22"/>
          <p:cNvSpPr/>
          <p:nvPr/>
        </p:nvSpPr>
        <p:spPr>
          <a:xfrm>
            <a:off x="8845448" y="836083"/>
            <a:ext cx="158750" cy="1727200"/>
          </a:xfrm>
          <a:prstGeom prst="roundRect">
            <a:avLst/>
          </a:prstGeom>
          <a:solidFill>
            <a:schemeClr val="tx1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TextBox 73"/>
          <p:cNvSpPr txBox="1"/>
          <p:nvPr/>
        </p:nvSpPr>
        <p:spPr>
          <a:xfrm>
            <a:off x="3635893" y="496565"/>
            <a:ext cx="29909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/>
              <a:t>HanDIYcraft | Message Detail</a:t>
            </a:r>
            <a:endParaRPr lang="en-US" sz="1600" dirty="0"/>
          </a:p>
        </p:txBody>
      </p:sp>
      <p:sp>
        <p:nvSpPr>
          <p:cNvPr id="38" name="TextBox 37"/>
          <p:cNvSpPr txBox="1"/>
          <p:nvPr/>
        </p:nvSpPr>
        <p:spPr>
          <a:xfrm>
            <a:off x="3198889" y="1487660"/>
            <a:ext cx="387507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spc="300" dirty="0" smtClean="0">
                <a:solidFill>
                  <a:srgbClr val="000000"/>
                </a:solidFill>
                <a:latin typeface="+mj-lt"/>
                <a:cs typeface="MAW "/>
              </a:rPr>
              <a:t>Shopkeeper</a:t>
            </a:r>
            <a:endParaRPr lang="en-US" sz="4000" b="1" spc="300" dirty="0">
              <a:solidFill>
                <a:srgbClr val="000000"/>
              </a:solidFill>
              <a:latin typeface="+mj-lt"/>
              <a:cs typeface="MAW "/>
            </a:endParaRPr>
          </a:p>
        </p:txBody>
      </p:sp>
      <p:cxnSp>
        <p:nvCxnSpPr>
          <p:cNvPr id="41" name="Straight Connector 40"/>
          <p:cNvCxnSpPr/>
          <p:nvPr/>
        </p:nvCxnSpPr>
        <p:spPr>
          <a:xfrm>
            <a:off x="1187585" y="2221046"/>
            <a:ext cx="6779138" cy="0"/>
          </a:xfrm>
          <a:prstGeom prst="line">
            <a:avLst/>
          </a:prstGeom>
          <a:ln w="1270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ectangle 33"/>
          <p:cNvSpPr/>
          <p:nvPr/>
        </p:nvSpPr>
        <p:spPr>
          <a:xfrm>
            <a:off x="1187586" y="5662812"/>
            <a:ext cx="6779138" cy="76389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ounded Rectangle 36"/>
          <p:cNvSpPr/>
          <p:nvPr/>
        </p:nvSpPr>
        <p:spPr>
          <a:xfrm>
            <a:off x="1413158" y="5844130"/>
            <a:ext cx="5342861" cy="449197"/>
          </a:xfrm>
          <a:prstGeom prst="roundRect">
            <a:avLst/>
          </a:prstGeom>
          <a:solidFill>
            <a:srgbClr val="FFFFFF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0000"/>
              </a:solidFill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1520339" y="5879719"/>
            <a:ext cx="31717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spc="300" dirty="0" smtClean="0"/>
              <a:t>Type Message Here ...</a:t>
            </a:r>
            <a:endParaRPr lang="en-US" i="1" spc="300" dirty="0"/>
          </a:p>
        </p:txBody>
      </p:sp>
      <p:sp>
        <p:nvSpPr>
          <p:cNvPr id="45" name="Rounded Rectangle 44"/>
          <p:cNvSpPr/>
          <p:nvPr/>
        </p:nvSpPr>
        <p:spPr>
          <a:xfrm>
            <a:off x="6937550" y="5860439"/>
            <a:ext cx="900470" cy="406253"/>
          </a:xfrm>
          <a:prstGeom prst="roundRect">
            <a:avLst/>
          </a:prstGeom>
          <a:solidFill>
            <a:srgbClr val="FFFFFF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00000"/>
                </a:solidFill>
              </a:rPr>
              <a:t>Send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54" name="Rectangle 53"/>
          <p:cNvSpPr/>
          <p:nvPr/>
        </p:nvSpPr>
        <p:spPr>
          <a:xfrm>
            <a:off x="1187585" y="897670"/>
            <a:ext cx="1951680" cy="5944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 smtClean="0">
                <a:solidFill>
                  <a:srgbClr val="000000"/>
                </a:solidFill>
              </a:rPr>
              <a:t>LOGO</a:t>
            </a:r>
            <a:endParaRPr lang="en-US" sz="2800" dirty="0">
              <a:solidFill>
                <a:srgbClr val="000000"/>
              </a:solidFill>
            </a:endParaRPr>
          </a:p>
        </p:txBody>
      </p:sp>
      <p:pic>
        <p:nvPicPr>
          <p:cNvPr id="55" name="Picture 54" descr="home1.png"/>
          <p:cNvPicPr>
            <a:picLocks noChangeAspect="1"/>
          </p:cNvPicPr>
          <p:nvPr/>
        </p:nvPicPr>
        <p:blipFill>
          <a:blip r:embed="rId2">
            <a:biLevel thresh="7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73381" y="934195"/>
            <a:ext cx="541269" cy="541269"/>
          </a:xfrm>
          <a:prstGeom prst="rect">
            <a:avLst/>
          </a:prstGeom>
          <a:noFill/>
        </p:spPr>
      </p:pic>
      <p:sp>
        <p:nvSpPr>
          <p:cNvPr id="56" name="Heart 55"/>
          <p:cNvSpPr/>
          <p:nvPr/>
        </p:nvSpPr>
        <p:spPr>
          <a:xfrm>
            <a:off x="4182953" y="1100154"/>
            <a:ext cx="277739" cy="243182"/>
          </a:xfrm>
          <a:prstGeom prst="hear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7" name="Picture 56" descr="create1.png"/>
          <p:cNvPicPr>
            <a:picLocks noChangeAspect="1"/>
          </p:cNvPicPr>
          <p:nvPr/>
        </p:nvPicPr>
        <p:blipFill>
          <a:blip r:embed="rId4">
            <a:biLevel thresh="75000"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900000">
            <a:off x="4637804" y="1042717"/>
            <a:ext cx="339599" cy="339599"/>
          </a:xfrm>
          <a:prstGeom prst="rect">
            <a:avLst/>
          </a:prstGeom>
        </p:spPr>
      </p:pic>
      <p:pic>
        <p:nvPicPr>
          <p:cNvPr id="58" name="Picture 57" descr="Untitled-1.png"/>
          <p:cNvPicPr>
            <a:picLocks noChangeAspect="1"/>
          </p:cNvPicPr>
          <p:nvPr/>
        </p:nvPicPr>
        <p:blipFill>
          <a:blip r:embed="rId6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63190" y="1004555"/>
            <a:ext cx="380550" cy="380550"/>
          </a:xfrm>
          <a:prstGeom prst="rect">
            <a:avLst/>
          </a:prstGeom>
        </p:spPr>
      </p:pic>
      <p:pic>
        <p:nvPicPr>
          <p:cNvPr id="59" name="Picture 58" descr="power icon.jpg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05130" y="1083658"/>
            <a:ext cx="243224" cy="268459"/>
          </a:xfrm>
          <a:prstGeom prst="rect">
            <a:avLst/>
          </a:prstGeom>
        </p:spPr>
      </p:pic>
      <p:sp>
        <p:nvSpPr>
          <p:cNvPr id="62" name="Rounded Rectangle 61"/>
          <p:cNvSpPr/>
          <p:nvPr/>
        </p:nvSpPr>
        <p:spPr>
          <a:xfrm>
            <a:off x="7212503" y="1085664"/>
            <a:ext cx="728750" cy="257672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 smtClean="0">
                <a:solidFill>
                  <a:srgbClr val="000000"/>
                </a:solidFill>
                <a:latin typeface="+mj-lt"/>
                <a:cs typeface="MAW "/>
              </a:rPr>
              <a:t>Log out</a:t>
            </a:r>
            <a:endParaRPr lang="en-US" sz="1100" dirty="0">
              <a:solidFill>
                <a:srgbClr val="000000"/>
              </a:solidFill>
              <a:latin typeface="+mj-lt"/>
              <a:cs typeface="MAW "/>
            </a:endParaRPr>
          </a:p>
        </p:txBody>
      </p:sp>
      <p:sp>
        <p:nvSpPr>
          <p:cNvPr id="63" name="Rounded Rectangular Callout 62"/>
          <p:cNvSpPr/>
          <p:nvPr/>
        </p:nvSpPr>
        <p:spPr>
          <a:xfrm>
            <a:off x="5602547" y="1083718"/>
            <a:ext cx="292335" cy="227940"/>
          </a:xfrm>
          <a:prstGeom prst="wedgeRoundRectCallout">
            <a:avLst>
              <a:gd name="adj1" fmla="val 35167"/>
              <a:gd name="adj2" fmla="val 73720"/>
              <a:gd name="adj3" fmla="val 16667"/>
            </a:avLst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Isosceles Triangle 63"/>
          <p:cNvSpPr/>
          <p:nvPr/>
        </p:nvSpPr>
        <p:spPr>
          <a:xfrm>
            <a:off x="5584273" y="1352117"/>
            <a:ext cx="338529" cy="206357"/>
          </a:xfrm>
          <a:prstGeom prst="triangl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Rectangle 64"/>
          <p:cNvSpPr/>
          <p:nvPr/>
        </p:nvSpPr>
        <p:spPr>
          <a:xfrm>
            <a:off x="5605093" y="1533832"/>
            <a:ext cx="288880" cy="7244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6" name="Straight Connector 85"/>
          <p:cNvCxnSpPr/>
          <p:nvPr/>
        </p:nvCxnSpPr>
        <p:spPr>
          <a:xfrm>
            <a:off x="1171090" y="3049039"/>
            <a:ext cx="6779138" cy="0"/>
          </a:xfrm>
          <a:prstGeom prst="line">
            <a:avLst/>
          </a:prstGeom>
          <a:ln w="1270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" name="Oval 90"/>
          <p:cNvSpPr/>
          <p:nvPr/>
        </p:nvSpPr>
        <p:spPr>
          <a:xfrm>
            <a:off x="1431357" y="2398907"/>
            <a:ext cx="523278" cy="508509"/>
          </a:xfrm>
          <a:prstGeom prst="ellipse">
            <a:avLst/>
          </a:prstGeom>
          <a:noFill/>
          <a:ln w="28575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2" name="Straight Connector 91"/>
          <p:cNvCxnSpPr>
            <a:stCxn id="91" idx="1"/>
            <a:endCxn id="91" idx="5"/>
          </p:cNvCxnSpPr>
          <p:nvPr/>
        </p:nvCxnSpPr>
        <p:spPr>
          <a:xfrm>
            <a:off x="1507989" y="2473376"/>
            <a:ext cx="370014" cy="359571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Straight Connector 92"/>
          <p:cNvCxnSpPr>
            <a:stCxn id="91" idx="3"/>
            <a:endCxn id="91" idx="7"/>
          </p:cNvCxnSpPr>
          <p:nvPr/>
        </p:nvCxnSpPr>
        <p:spPr>
          <a:xfrm flipV="1">
            <a:off x="1507989" y="2473376"/>
            <a:ext cx="370014" cy="359571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3" name="TextBox 102"/>
          <p:cNvSpPr txBox="1"/>
          <p:nvPr/>
        </p:nvSpPr>
        <p:spPr>
          <a:xfrm>
            <a:off x="2310160" y="2291610"/>
            <a:ext cx="27530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000000"/>
                </a:solidFill>
              </a:rPr>
              <a:t>Blogger</a:t>
            </a:r>
          </a:p>
          <a:p>
            <a:r>
              <a:rPr lang="en-US" dirty="0" smtClean="0">
                <a:solidFill>
                  <a:srgbClr val="000000"/>
                </a:solidFill>
              </a:rPr>
              <a:t>Hi :-)</a:t>
            </a:r>
            <a:endParaRPr lang="en-US" b="1" dirty="0">
              <a:solidFill>
                <a:srgbClr val="000000"/>
              </a:solidFill>
            </a:endParaRPr>
          </a:p>
        </p:txBody>
      </p:sp>
      <p:sp>
        <p:nvSpPr>
          <p:cNvPr id="107" name="TextBox 106"/>
          <p:cNvSpPr txBox="1"/>
          <p:nvPr/>
        </p:nvSpPr>
        <p:spPr>
          <a:xfrm>
            <a:off x="7073965" y="2442587"/>
            <a:ext cx="10436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000000"/>
                </a:solidFill>
              </a:rPr>
              <a:t>Time</a:t>
            </a:r>
            <a:endParaRPr lang="en-US" dirty="0">
              <a:solidFill>
                <a:srgbClr val="000000"/>
              </a:solidFill>
            </a:endParaRPr>
          </a:p>
        </p:txBody>
      </p:sp>
      <p:cxnSp>
        <p:nvCxnSpPr>
          <p:cNvPr id="108" name="Straight Connector 107"/>
          <p:cNvCxnSpPr/>
          <p:nvPr/>
        </p:nvCxnSpPr>
        <p:spPr>
          <a:xfrm>
            <a:off x="1162115" y="3896693"/>
            <a:ext cx="6779138" cy="0"/>
          </a:xfrm>
          <a:prstGeom prst="line">
            <a:avLst/>
          </a:prstGeom>
          <a:ln w="1270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9" name="Oval 108"/>
          <p:cNvSpPr/>
          <p:nvPr/>
        </p:nvSpPr>
        <p:spPr>
          <a:xfrm>
            <a:off x="1422382" y="3228920"/>
            <a:ext cx="523278" cy="508509"/>
          </a:xfrm>
          <a:prstGeom prst="ellipse">
            <a:avLst/>
          </a:prstGeom>
          <a:noFill/>
          <a:ln w="28575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0" name="Straight Connector 109"/>
          <p:cNvCxnSpPr>
            <a:stCxn id="109" idx="1"/>
            <a:endCxn id="109" idx="5"/>
          </p:cNvCxnSpPr>
          <p:nvPr/>
        </p:nvCxnSpPr>
        <p:spPr>
          <a:xfrm>
            <a:off x="1499014" y="3303389"/>
            <a:ext cx="370014" cy="359571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Straight Connector 110"/>
          <p:cNvCxnSpPr>
            <a:stCxn id="109" idx="3"/>
            <a:endCxn id="109" idx="7"/>
          </p:cNvCxnSpPr>
          <p:nvPr/>
        </p:nvCxnSpPr>
        <p:spPr>
          <a:xfrm flipV="1">
            <a:off x="1499014" y="3303389"/>
            <a:ext cx="370014" cy="359571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2" name="TextBox 111"/>
          <p:cNvSpPr txBox="1"/>
          <p:nvPr/>
        </p:nvSpPr>
        <p:spPr>
          <a:xfrm>
            <a:off x="2301185" y="3121623"/>
            <a:ext cx="27530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000000"/>
                </a:solidFill>
              </a:rPr>
              <a:t>Shopkeeper</a:t>
            </a:r>
          </a:p>
          <a:p>
            <a:r>
              <a:rPr lang="en-US" dirty="0" smtClean="0">
                <a:solidFill>
                  <a:srgbClr val="000000"/>
                </a:solidFill>
              </a:rPr>
              <a:t>Hello, may I help you?</a:t>
            </a:r>
            <a:endParaRPr lang="en-US" b="1" dirty="0">
              <a:solidFill>
                <a:srgbClr val="000000"/>
              </a:solidFill>
            </a:endParaRPr>
          </a:p>
        </p:txBody>
      </p:sp>
      <p:sp>
        <p:nvSpPr>
          <p:cNvPr id="113" name="TextBox 112"/>
          <p:cNvSpPr txBox="1"/>
          <p:nvPr/>
        </p:nvSpPr>
        <p:spPr>
          <a:xfrm>
            <a:off x="7064990" y="3272600"/>
            <a:ext cx="10436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000000"/>
                </a:solidFill>
              </a:rPr>
              <a:t>Time</a:t>
            </a:r>
            <a:endParaRPr lang="en-US" dirty="0">
              <a:solidFill>
                <a:srgbClr val="000000"/>
              </a:solidFill>
            </a:endParaRPr>
          </a:p>
        </p:txBody>
      </p:sp>
      <p:cxnSp>
        <p:nvCxnSpPr>
          <p:cNvPr id="114" name="Straight Connector 113"/>
          <p:cNvCxnSpPr/>
          <p:nvPr/>
        </p:nvCxnSpPr>
        <p:spPr>
          <a:xfrm>
            <a:off x="1162115" y="4930271"/>
            <a:ext cx="6779138" cy="0"/>
          </a:xfrm>
          <a:prstGeom prst="line">
            <a:avLst/>
          </a:prstGeom>
          <a:ln w="1270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5" name="Oval 114"/>
          <p:cNvSpPr/>
          <p:nvPr/>
        </p:nvSpPr>
        <p:spPr>
          <a:xfrm>
            <a:off x="1422382" y="4174293"/>
            <a:ext cx="523278" cy="508509"/>
          </a:xfrm>
          <a:prstGeom prst="ellipse">
            <a:avLst/>
          </a:prstGeom>
          <a:noFill/>
          <a:ln w="28575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6" name="Straight Connector 115"/>
          <p:cNvCxnSpPr>
            <a:stCxn id="115" idx="1"/>
            <a:endCxn id="115" idx="5"/>
          </p:cNvCxnSpPr>
          <p:nvPr/>
        </p:nvCxnSpPr>
        <p:spPr>
          <a:xfrm>
            <a:off x="1499014" y="4248762"/>
            <a:ext cx="370014" cy="359571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Straight Connector 116"/>
          <p:cNvCxnSpPr>
            <a:stCxn id="115" idx="3"/>
            <a:endCxn id="115" idx="7"/>
          </p:cNvCxnSpPr>
          <p:nvPr/>
        </p:nvCxnSpPr>
        <p:spPr>
          <a:xfrm flipV="1">
            <a:off x="1499014" y="4248762"/>
            <a:ext cx="370014" cy="359571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8" name="TextBox 117"/>
          <p:cNvSpPr txBox="1"/>
          <p:nvPr/>
        </p:nvSpPr>
        <p:spPr>
          <a:xfrm>
            <a:off x="2301184" y="3925868"/>
            <a:ext cx="432569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000000"/>
                </a:solidFill>
              </a:rPr>
              <a:t>Blogger </a:t>
            </a:r>
          </a:p>
          <a:p>
            <a:r>
              <a:rPr lang="en-US" dirty="0">
                <a:solidFill>
                  <a:srgbClr val="000000"/>
                </a:solidFill>
              </a:rPr>
              <a:t>I want to ask you about the knitting wools. Is it available in your shop?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7064990" y="4217973"/>
            <a:ext cx="10436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000000"/>
                </a:solidFill>
              </a:rPr>
              <a:t>Time</a:t>
            </a:r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5828788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/>
          <p:nvPr/>
        </p:nvSpPr>
        <p:spPr>
          <a:xfrm>
            <a:off x="170605" y="492904"/>
            <a:ext cx="8833593" cy="398115"/>
          </a:xfrm>
          <a:prstGeom prst="roundRect">
            <a:avLst/>
          </a:prstGeom>
          <a:solidFill>
            <a:srgbClr val="D9D9D9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170605" y="834147"/>
            <a:ext cx="8833593" cy="559256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262955" y="598659"/>
            <a:ext cx="173439" cy="167848"/>
          </a:xfrm>
          <a:prstGeom prst="ellipse">
            <a:avLst/>
          </a:prstGeom>
          <a:solidFill>
            <a:srgbClr val="A6A6A6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502074" y="598659"/>
            <a:ext cx="173439" cy="167848"/>
          </a:xfrm>
          <a:prstGeom prst="ellipse">
            <a:avLst/>
          </a:prstGeom>
          <a:solidFill>
            <a:srgbClr val="A6A6A6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739853" y="598659"/>
            <a:ext cx="173439" cy="167848"/>
          </a:xfrm>
          <a:prstGeom prst="ellipse">
            <a:avLst/>
          </a:prstGeom>
          <a:solidFill>
            <a:srgbClr val="A6A6A6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1187585" y="1550579"/>
            <a:ext cx="6779137" cy="487613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8845448" y="834147"/>
            <a:ext cx="158750" cy="5592564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ounded Rectangle 22"/>
          <p:cNvSpPr/>
          <p:nvPr/>
        </p:nvSpPr>
        <p:spPr>
          <a:xfrm>
            <a:off x="8845448" y="836083"/>
            <a:ext cx="158750" cy="1727200"/>
          </a:xfrm>
          <a:prstGeom prst="roundRect">
            <a:avLst/>
          </a:prstGeom>
          <a:solidFill>
            <a:schemeClr val="tx1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TextBox 73"/>
          <p:cNvSpPr txBox="1"/>
          <p:nvPr/>
        </p:nvSpPr>
        <p:spPr>
          <a:xfrm>
            <a:off x="3635893" y="496565"/>
            <a:ext cx="29909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/>
              <a:t>HanDIYcraft | Tutorial Detail</a:t>
            </a:r>
            <a:endParaRPr lang="en-US" sz="1600" dirty="0"/>
          </a:p>
        </p:txBody>
      </p:sp>
      <p:sp>
        <p:nvSpPr>
          <p:cNvPr id="38" name="TextBox 37"/>
          <p:cNvSpPr txBox="1"/>
          <p:nvPr/>
        </p:nvSpPr>
        <p:spPr>
          <a:xfrm>
            <a:off x="2772377" y="1552780"/>
            <a:ext cx="380353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spc="300" dirty="0" smtClean="0">
                <a:solidFill>
                  <a:srgbClr val="000000"/>
                </a:solidFill>
                <a:latin typeface="+mj-lt"/>
                <a:cs typeface="MAW "/>
              </a:rPr>
              <a:t>Shop </a:t>
            </a:r>
            <a:r>
              <a:rPr lang="en-US" sz="4000" b="1" spc="300" dirty="0" smtClean="0">
                <a:solidFill>
                  <a:srgbClr val="000000"/>
                </a:solidFill>
                <a:latin typeface="+mj-lt"/>
                <a:cs typeface="MAW "/>
              </a:rPr>
              <a:t>Name</a:t>
            </a:r>
            <a:endParaRPr lang="en-US" sz="4000" b="1" spc="300" dirty="0">
              <a:solidFill>
                <a:srgbClr val="000000"/>
              </a:solidFill>
              <a:latin typeface="+mj-lt"/>
              <a:cs typeface="MAW 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3905649" y="2060611"/>
            <a:ext cx="157026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>
                <a:solidFill>
                  <a:srgbClr val="000000"/>
                </a:solidFill>
              </a:rPr>
              <a:t>By </a:t>
            </a:r>
            <a:r>
              <a:rPr lang="en-US" sz="2000" u="sng" dirty="0" smtClean="0">
                <a:solidFill>
                  <a:srgbClr val="000000"/>
                </a:solidFill>
              </a:rPr>
              <a:t>Username</a:t>
            </a:r>
            <a:endParaRPr lang="en-US" sz="2000" u="sng" dirty="0">
              <a:solidFill>
                <a:srgbClr val="000000"/>
              </a:solidFill>
            </a:endParaRPr>
          </a:p>
        </p:txBody>
      </p:sp>
      <p:cxnSp>
        <p:nvCxnSpPr>
          <p:cNvPr id="41" name="Straight Connector 40"/>
          <p:cNvCxnSpPr/>
          <p:nvPr/>
        </p:nvCxnSpPr>
        <p:spPr>
          <a:xfrm>
            <a:off x="1187585" y="2573866"/>
            <a:ext cx="6779138" cy="0"/>
          </a:xfrm>
          <a:prstGeom prst="line">
            <a:avLst/>
          </a:prstGeom>
          <a:ln w="1270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2785090" y="2638182"/>
            <a:ext cx="3723545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smtClean="0">
                <a:solidFill>
                  <a:srgbClr val="000000"/>
                </a:solidFill>
              </a:rPr>
              <a:t>Branch: </a:t>
            </a:r>
            <a:r>
              <a:rPr lang="en-US" sz="2000" dirty="0" err="1" smtClean="0">
                <a:solidFill>
                  <a:srgbClr val="000000"/>
                </a:solidFill>
              </a:rPr>
              <a:t>xxxxxxxxxxxxxxxxxxxxxxxx</a:t>
            </a:r>
            <a:endParaRPr lang="en-US" sz="2000" dirty="0" smtClean="0">
              <a:solidFill>
                <a:srgbClr val="000000"/>
              </a:solidFill>
            </a:endParaRPr>
          </a:p>
          <a:p>
            <a:r>
              <a:rPr lang="en-US" sz="2000" b="1" dirty="0" smtClean="0">
                <a:solidFill>
                  <a:srgbClr val="000000"/>
                </a:solidFill>
              </a:rPr>
              <a:t>Telephone Number: </a:t>
            </a:r>
            <a:r>
              <a:rPr lang="en-US" sz="2000" dirty="0" err="1">
                <a:solidFill>
                  <a:srgbClr val="000000"/>
                </a:solidFill>
              </a:rPr>
              <a:t>xxxxxxxxxxxx</a:t>
            </a:r>
            <a:endParaRPr lang="en-US" sz="2000" dirty="0">
              <a:solidFill>
                <a:srgbClr val="000000"/>
              </a:solidFill>
            </a:endParaRPr>
          </a:p>
          <a:p>
            <a:r>
              <a:rPr lang="en-US" sz="2000" b="1" dirty="0" smtClean="0">
                <a:solidFill>
                  <a:srgbClr val="000000"/>
                </a:solidFill>
              </a:rPr>
              <a:t>Information: </a:t>
            </a:r>
            <a:r>
              <a:rPr lang="en-US" sz="2000" dirty="0" err="1" smtClean="0">
                <a:solidFill>
                  <a:srgbClr val="000000"/>
                </a:solidFill>
              </a:rPr>
              <a:t>xxxxxxxxxxxxxxxxxxx</a:t>
            </a:r>
            <a:endParaRPr lang="en-US" sz="2000" dirty="0" smtClean="0">
              <a:solidFill>
                <a:srgbClr val="000000"/>
              </a:solidFill>
            </a:endParaRPr>
          </a:p>
          <a:p>
            <a:r>
              <a:rPr lang="en-US" sz="2000" dirty="0" err="1" smtClean="0">
                <a:solidFill>
                  <a:srgbClr val="000000"/>
                </a:solidFill>
              </a:rPr>
              <a:t>xxxxxxxxxxxxxxxxxxxxxxxxxxxxxxxx</a:t>
            </a:r>
            <a:endParaRPr lang="en-US" sz="2000" dirty="0">
              <a:solidFill>
                <a:srgbClr val="000000"/>
              </a:solidFill>
            </a:endParaRPr>
          </a:p>
        </p:txBody>
      </p:sp>
      <p:sp>
        <p:nvSpPr>
          <p:cNvPr id="54" name="Rectangle 53"/>
          <p:cNvSpPr/>
          <p:nvPr/>
        </p:nvSpPr>
        <p:spPr>
          <a:xfrm>
            <a:off x="1187585" y="897670"/>
            <a:ext cx="1951680" cy="5944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 smtClean="0">
                <a:solidFill>
                  <a:srgbClr val="000000"/>
                </a:solidFill>
              </a:rPr>
              <a:t>LOGO</a:t>
            </a:r>
            <a:endParaRPr lang="en-US" sz="2800" dirty="0">
              <a:solidFill>
                <a:srgbClr val="000000"/>
              </a:solidFill>
            </a:endParaRPr>
          </a:p>
        </p:txBody>
      </p:sp>
      <p:pic>
        <p:nvPicPr>
          <p:cNvPr id="55" name="Picture 54" descr="home1.png"/>
          <p:cNvPicPr>
            <a:picLocks noChangeAspect="1"/>
          </p:cNvPicPr>
          <p:nvPr/>
        </p:nvPicPr>
        <p:blipFill>
          <a:blip r:embed="rId2">
            <a:biLevel thresh="7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73381" y="934195"/>
            <a:ext cx="541269" cy="541269"/>
          </a:xfrm>
          <a:prstGeom prst="rect">
            <a:avLst/>
          </a:prstGeom>
          <a:noFill/>
        </p:spPr>
      </p:pic>
      <p:sp>
        <p:nvSpPr>
          <p:cNvPr id="56" name="Heart 55"/>
          <p:cNvSpPr/>
          <p:nvPr/>
        </p:nvSpPr>
        <p:spPr>
          <a:xfrm>
            <a:off x="4182953" y="1100154"/>
            <a:ext cx="277739" cy="243182"/>
          </a:xfrm>
          <a:prstGeom prst="hear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7" name="Picture 56" descr="create1.png"/>
          <p:cNvPicPr>
            <a:picLocks noChangeAspect="1"/>
          </p:cNvPicPr>
          <p:nvPr/>
        </p:nvPicPr>
        <p:blipFill>
          <a:blip r:embed="rId4">
            <a:biLevel thresh="75000"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900000">
            <a:off x="4637804" y="1042717"/>
            <a:ext cx="339599" cy="339599"/>
          </a:xfrm>
          <a:prstGeom prst="rect">
            <a:avLst/>
          </a:prstGeom>
        </p:spPr>
      </p:pic>
      <p:pic>
        <p:nvPicPr>
          <p:cNvPr id="58" name="Picture 57" descr="Untitled-1.png"/>
          <p:cNvPicPr>
            <a:picLocks noChangeAspect="1"/>
          </p:cNvPicPr>
          <p:nvPr/>
        </p:nvPicPr>
        <p:blipFill>
          <a:blip r:embed="rId6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63190" y="1004555"/>
            <a:ext cx="380550" cy="380550"/>
          </a:xfrm>
          <a:prstGeom prst="rect">
            <a:avLst/>
          </a:prstGeom>
        </p:spPr>
      </p:pic>
      <p:pic>
        <p:nvPicPr>
          <p:cNvPr id="59" name="Picture 58" descr="power icon.jpg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05130" y="1083658"/>
            <a:ext cx="243224" cy="268459"/>
          </a:xfrm>
          <a:prstGeom prst="rect">
            <a:avLst/>
          </a:prstGeom>
        </p:spPr>
      </p:pic>
      <p:sp>
        <p:nvSpPr>
          <p:cNvPr id="60" name="Isosceles Triangle 59"/>
          <p:cNvSpPr/>
          <p:nvPr/>
        </p:nvSpPr>
        <p:spPr>
          <a:xfrm>
            <a:off x="3676602" y="1344222"/>
            <a:ext cx="338529" cy="206357"/>
          </a:xfrm>
          <a:prstGeom prst="triangl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Rectangle 60"/>
          <p:cNvSpPr/>
          <p:nvPr/>
        </p:nvSpPr>
        <p:spPr>
          <a:xfrm>
            <a:off x="3697422" y="1525937"/>
            <a:ext cx="288880" cy="7244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Rounded Rectangle 61"/>
          <p:cNvSpPr/>
          <p:nvPr/>
        </p:nvSpPr>
        <p:spPr>
          <a:xfrm>
            <a:off x="7212503" y="1085664"/>
            <a:ext cx="728750" cy="257672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 smtClean="0">
                <a:solidFill>
                  <a:srgbClr val="000000"/>
                </a:solidFill>
                <a:latin typeface="+mj-lt"/>
                <a:cs typeface="MAW "/>
              </a:rPr>
              <a:t>Log out</a:t>
            </a:r>
            <a:endParaRPr lang="en-US" sz="1100" dirty="0">
              <a:solidFill>
                <a:srgbClr val="000000"/>
              </a:solidFill>
              <a:latin typeface="+mj-lt"/>
              <a:cs typeface="MAW "/>
            </a:endParaRPr>
          </a:p>
        </p:txBody>
      </p:sp>
      <p:sp>
        <p:nvSpPr>
          <p:cNvPr id="63" name="Rounded Rectangular Callout 62"/>
          <p:cNvSpPr/>
          <p:nvPr/>
        </p:nvSpPr>
        <p:spPr>
          <a:xfrm>
            <a:off x="5602547" y="1083718"/>
            <a:ext cx="292335" cy="227940"/>
          </a:xfrm>
          <a:prstGeom prst="wedgeRoundRectCallout">
            <a:avLst>
              <a:gd name="adj1" fmla="val 35167"/>
              <a:gd name="adj2" fmla="val 73720"/>
              <a:gd name="adj3" fmla="val 16667"/>
            </a:avLst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/>
          <p:cNvSpPr/>
          <p:nvPr/>
        </p:nvSpPr>
        <p:spPr>
          <a:xfrm>
            <a:off x="2890750" y="4297951"/>
            <a:ext cx="3496781" cy="2128759"/>
          </a:xfrm>
          <a:prstGeom prst="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4" name="Straight Connector 33"/>
          <p:cNvCxnSpPr/>
          <p:nvPr/>
        </p:nvCxnSpPr>
        <p:spPr>
          <a:xfrm>
            <a:off x="2890750" y="4297951"/>
            <a:ext cx="3496781" cy="2128759"/>
          </a:xfrm>
          <a:prstGeom prst="line">
            <a:avLst/>
          </a:prstGeom>
          <a:ln w="3810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/>
          <p:cNvCxnSpPr/>
          <p:nvPr/>
        </p:nvCxnSpPr>
        <p:spPr>
          <a:xfrm flipV="1">
            <a:off x="2890750" y="4297951"/>
            <a:ext cx="3496781" cy="2121548"/>
          </a:xfrm>
          <a:prstGeom prst="line">
            <a:avLst/>
          </a:prstGeom>
          <a:ln w="3810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Rounded Rectangle 46"/>
          <p:cNvSpPr/>
          <p:nvPr/>
        </p:nvSpPr>
        <p:spPr>
          <a:xfrm>
            <a:off x="6680294" y="1655766"/>
            <a:ext cx="1166467" cy="375271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bg1"/>
                </a:solidFill>
              </a:rPr>
              <a:t>Location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16172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/>
          <p:nvPr/>
        </p:nvSpPr>
        <p:spPr>
          <a:xfrm>
            <a:off x="170605" y="492904"/>
            <a:ext cx="8833593" cy="398115"/>
          </a:xfrm>
          <a:prstGeom prst="roundRect">
            <a:avLst/>
          </a:prstGeom>
          <a:solidFill>
            <a:srgbClr val="D9D9D9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170605" y="834147"/>
            <a:ext cx="8833593" cy="559256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262955" y="598659"/>
            <a:ext cx="173439" cy="167848"/>
          </a:xfrm>
          <a:prstGeom prst="ellipse">
            <a:avLst/>
          </a:prstGeom>
          <a:solidFill>
            <a:srgbClr val="A6A6A6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502074" y="598659"/>
            <a:ext cx="173439" cy="167848"/>
          </a:xfrm>
          <a:prstGeom prst="ellipse">
            <a:avLst/>
          </a:prstGeom>
          <a:solidFill>
            <a:srgbClr val="A6A6A6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739853" y="598659"/>
            <a:ext cx="173439" cy="167848"/>
          </a:xfrm>
          <a:prstGeom prst="ellipse">
            <a:avLst/>
          </a:prstGeom>
          <a:solidFill>
            <a:srgbClr val="A6A6A6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1187585" y="1550579"/>
            <a:ext cx="6779137" cy="487613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8845448" y="834147"/>
            <a:ext cx="158750" cy="5592564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ounded Rectangle 22"/>
          <p:cNvSpPr/>
          <p:nvPr/>
        </p:nvSpPr>
        <p:spPr>
          <a:xfrm>
            <a:off x="8845448" y="836083"/>
            <a:ext cx="158750" cy="1727200"/>
          </a:xfrm>
          <a:prstGeom prst="roundRect">
            <a:avLst/>
          </a:prstGeom>
          <a:solidFill>
            <a:schemeClr val="tx1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 descr="delhi-city-maps.jpg"/>
          <p:cNvPicPr>
            <a:picLocks noChangeAspect="1"/>
          </p:cNvPicPr>
          <p:nvPr/>
        </p:nvPicPr>
        <p:blipFill>
          <a:blip r:embed="rId2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0129" y="2563283"/>
            <a:ext cx="6751123" cy="3863427"/>
          </a:xfrm>
          <a:prstGeom prst="rect">
            <a:avLst/>
          </a:prstGeom>
        </p:spPr>
      </p:pic>
      <p:sp>
        <p:nvSpPr>
          <p:cNvPr id="74" name="TextBox 73"/>
          <p:cNvSpPr txBox="1"/>
          <p:nvPr/>
        </p:nvSpPr>
        <p:spPr>
          <a:xfrm>
            <a:off x="3635893" y="496565"/>
            <a:ext cx="29909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/>
              <a:t>HanDIYcraft | Tutorial Detail</a:t>
            </a:r>
            <a:endParaRPr lang="en-US" sz="1600" dirty="0"/>
          </a:p>
        </p:txBody>
      </p:sp>
      <p:sp>
        <p:nvSpPr>
          <p:cNvPr id="38" name="TextBox 37"/>
          <p:cNvSpPr txBox="1"/>
          <p:nvPr/>
        </p:nvSpPr>
        <p:spPr>
          <a:xfrm>
            <a:off x="2772377" y="1552780"/>
            <a:ext cx="380353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spc="300" dirty="0" smtClean="0">
                <a:solidFill>
                  <a:srgbClr val="000000"/>
                </a:solidFill>
                <a:latin typeface="+mj-lt"/>
                <a:cs typeface="MAW "/>
              </a:rPr>
              <a:t>Shop </a:t>
            </a:r>
            <a:r>
              <a:rPr lang="en-US" sz="4000" b="1" spc="300" dirty="0" smtClean="0">
                <a:solidFill>
                  <a:srgbClr val="000000"/>
                </a:solidFill>
                <a:latin typeface="+mj-lt"/>
                <a:cs typeface="MAW "/>
              </a:rPr>
              <a:t>Name</a:t>
            </a:r>
            <a:endParaRPr lang="en-US" sz="4000" b="1" spc="300" dirty="0">
              <a:solidFill>
                <a:srgbClr val="000000"/>
              </a:solidFill>
              <a:latin typeface="+mj-lt"/>
              <a:cs typeface="MAW 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3905649" y="2060611"/>
            <a:ext cx="157026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>
                <a:solidFill>
                  <a:srgbClr val="000000"/>
                </a:solidFill>
              </a:rPr>
              <a:t>By </a:t>
            </a:r>
            <a:r>
              <a:rPr lang="en-US" sz="2000" u="sng" dirty="0" smtClean="0">
                <a:solidFill>
                  <a:srgbClr val="000000"/>
                </a:solidFill>
              </a:rPr>
              <a:t>Username</a:t>
            </a:r>
            <a:endParaRPr lang="en-US" sz="2000" u="sng" dirty="0">
              <a:solidFill>
                <a:srgbClr val="000000"/>
              </a:solidFill>
            </a:endParaRPr>
          </a:p>
        </p:txBody>
      </p:sp>
      <p:cxnSp>
        <p:nvCxnSpPr>
          <p:cNvPr id="41" name="Straight Connector 40"/>
          <p:cNvCxnSpPr/>
          <p:nvPr/>
        </p:nvCxnSpPr>
        <p:spPr>
          <a:xfrm>
            <a:off x="1187585" y="2573866"/>
            <a:ext cx="6779138" cy="0"/>
          </a:xfrm>
          <a:prstGeom prst="line">
            <a:avLst/>
          </a:prstGeom>
          <a:ln w="1270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Rectangle 53"/>
          <p:cNvSpPr/>
          <p:nvPr/>
        </p:nvSpPr>
        <p:spPr>
          <a:xfrm>
            <a:off x="1187585" y="897670"/>
            <a:ext cx="1951680" cy="5944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 smtClean="0">
                <a:solidFill>
                  <a:srgbClr val="000000"/>
                </a:solidFill>
              </a:rPr>
              <a:t>LOGO</a:t>
            </a:r>
            <a:endParaRPr lang="en-US" sz="2800" dirty="0">
              <a:solidFill>
                <a:srgbClr val="000000"/>
              </a:solidFill>
            </a:endParaRPr>
          </a:p>
        </p:txBody>
      </p:sp>
      <p:pic>
        <p:nvPicPr>
          <p:cNvPr id="55" name="Picture 54" descr="home1.png"/>
          <p:cNvPicPr>
            <a:picLocks noChangeAspect="1"/>
          </p:cNvPicPr>
          <p:nvPr/>
        </p:nvPicPr>
        <p:blipFill>
          <a:blip r:embed="rId3">
            <a:biLevel thresh="75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73381" y="934195"/>
            <a:ext cx="541269" cy="541269"/>
          </a:xfrm>
          <a:prstGeom prst="rect">
            <a:avLst/>
          </a:prstGeom>
          <a:noFill/>
        </p:spPr>
      </p:pic>
      <p:sp>
        <p:nvSpPr>
          <p:cNvPr id="56" name="Heart 55"/>
          <p:cNvSpPr/>
          <p:nvPr/>
        </p:nvSpPr>
        <p:spPr>
          <a:xfrm>
            <a:off x="4182953" y="1100154"/>
            <a:ext cx="277739" cy="243182"/>
          </a:xfrm>
          <a:prstGeom prst="hear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7" name="Picture 56" descr="create1.png"/>
          <p:cNvPicPr>
            <a:picLocks noChangeAspect="1"/>
          </p:cNvPicPr>
          <p:nvPr/>
        </p:nvPicPr>
        <p:blipFill>
          <a:blip r:embed="rId5">
            <a:biLevel thresh="75000"/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-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900000">
            <a:off x="4637804" y="1042717"/>
            <a:ext cx="339599" cy="339599"/>
          </a:xfrm>
          <a:prstGeom prst="rect">
            <a:avLst/>
          </a:prstGeom>
        </p:spPr>
      </p:pic>
      <p:pic>
        <p:nvPicPr>
          <p:cNvPr id="58" name="Picture 57" descr="Untitled-1.png"/>
          <p:cNvPicPr>
            <a:picLocks noChangeAspect="1"/>
          </p:cNvPicPr>
          <p:nvPr/>
        </p:nvPicPr>
        <p:blipFill>
          <a:blip r:embed="rId7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63190" y="1004555"/>
            <a:ext cx="380550" cy="380550"/>
          </a:xfrm>
          <a:prstGeom prst="rect">
            <a:avLst/>
          </a:prstGeom>
        </p:spPr>
      </p:pic>
      <p:pic>
        <p:nvPicPr>
          <p:cNvPr id="59" name="Picture 58" descr="power icon.jpg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05130" y="1083658"/>
            <a:ext cx="243224" cy="268459"/>
          </a:xfrm>
          <a:prstGeom prst="rect">
            <a:avLst/>
          </a:prstGeom>
        </p:spPr>
      </p:pic>
      <p:sp>
        <p:nvSpPr>
          <p:cNvPr id="60" name="Isosceles Triangle 59"/>
          <p:cNvSpPr/>
          <p:nvPr/>
        </p:nvSpPr>
        <p:spPr>
          <a:xfrm>
            <a:off x="3676602" y="1344222"/>
            <a:ext cx="338529" cy="206357"/>
          </a:xfrm>
          <a:prstGeom prst="triangl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Rectangle 60"/>
          <p:cNvSpPr/>
          <p:nvPr/>
        </p:nvSpPr>
        <p:spPr>
          <a:xfrm>
            <a:off x="3697422" y="1525937"/>
            <a:ext cx="288880" cy="7244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Rounded Rectangle 61"/>
          <p:cNvSpPr/>
          <p:nvPr/>
        </p:nvSpPr>
        <p:spPr>
          <a:xfrm>
            <a:off x="7212503" y="1085664"/>
            <a:ext cx="728750" cy="257672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 smtClean="0">
                <a:solidFill>
                  <a:srgbClr val="000000"/>
                </a:solidFill>
                <a:latin typeface="+mj-lt"/>
                <a:cs typeface="MAW "/>
              </a:rPr>
              <a:t>Log out</a:t>
            </a:r>
            <a:endParaRPr lang="en-US" sz="1100" dirty="0">
              <a:solidFill>
                <a:srgbClr val="000000"/>
              </a:solidFill>
              <a:latin typeface="+mj-lt"/>
              <a:cs typeface="MAW "/>
            </a:endParaRPr>
          </a:p>
        </p:txBody>
      </p:sp>
      <p:sp>
        <p:nvSpPr>
          <p:cNvPr id="63" name="Rounded Rectangular Callout 62"/>
          <p:cNvSpPr/>
          <p:nvPr/>
        </p:nvSpPr>
        <p:spPr>
          <a:xfrm>
            <a:off x="5602547" y="1083718"/>
            <a:ext cx="292335" cy="227940"/>
          </a:xfrm>
          <a:prstGeom prst="wedgeRoundRectCallout">
            <a:avLst>
              <a:gd name="adj1" fmla="val 35167"/>
              <a:gd name="adj2" fmla="val 73720"/>
              <a:gd name="adj3" fmla="val 16667"/>
            </a:avLst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ounded Rectangle 46"/>
          <p:cNvSpPr/>
          <p:nvPr/>
        </p:nvSpPr>
        <p:spPr>
          <a:xfrm>
            <a:off x="1300716" y="1662763"/>
            <a:ext cx="783294" cy="375271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bg1"/>
                </a:solidFill>
              </a:rPr>
              <a:t>Back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929479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3755</TotalTime>
  <Words>896</Words>
  <Application>Microsoft Macintosh PowerPoint</Application>
  <PresentationFormat>On-screen Show (4:3)</PresentationFormat>
  <Paragraphs>383</Paragraphs>
  <Slides>34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5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pimchanok sripraphan</dc:creator>
  <cp:lastModifiedBy>pimchanok sripraphan</cp:lastModifiedBy>
  <cp:revision>154</cp:revision>
  <dcterms:created xsi:type="dcterms:W3CDTF">2014-05-25T15:52:57Z</dcterms:created>
  <dcterms:modified xsi:type="dcterms:W3CDTF">2014-10-14T16:30:18Z</dcterms:modified>
</cp:coreProperties>
</file>