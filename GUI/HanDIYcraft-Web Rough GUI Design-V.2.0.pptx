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jpeg" ContentType="image/jpeg"/>
  <Default Extension="rels" ContentType="application/vnd.openxmlformats-package.relationships+xml"/>
  <Default Extension="gif" ContentType="image/gif"/>
  <Default Extension="wdp" ContentType="image/vnd.ms-photo"/>
  <Default Extension="bin" ContentType="application/vnd.openxmlformats-officedocument.presentationml.printerSettings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  <p:sldId id="266" r:id="rId3"/>
    <p:sldId id="278" r:id="rId4"/>
    <p:sldId id="269" r:id="rId5"/>
    <p:sldId id="257" r:id="rId6"/>
    <p:sldId id="274" r:id="rId7"/>
    <p:sldId id="259" r:id="rId8"/>
    <p:sldId id="260" r:id="rId9"/>
    <p:sldId id="265" r:id="rId10"/>
    <p:sldId id="297" r:id="rId11"/>
    <p:sldId id="298" r:id="rId12"/>
    <p:sldId id="267" r:id="rId13"/>
    <p:sldId id="268" r:id="rId14"/>
    <p:sldId id="261" r:id="rId15"/>
    <p:sldId id="262" r:id="rId16"/>
    <p:sldId id="263" r:id="rId17"/>
    <p:sldId id="270" r:id="rId18"/>
    <p:sldId id="273" r:id="rId19"/>
    <p:sldId id="291" r:id="rId20"/>
    <p:sldId id="271" r:id="rId21"/>
    <p:sldId id="272" r:id="rId22"/>
    <p:sldId id="279" r:id="rId23"/>
    <p:sldId id="287" r:id="rId24"/>
    <p:sldId id="276" r:id="rId25"/>
    <p:sldId id="295" r:id="rId26"/>
    <p:sldId id="280" r:id="rId27"/>
    <p:sldId id="292" r:id="rId28"/>
    <p:sldId id="293" r:id="rId29"/>
    <p:sldId id="294" r:id="rId30"/>
    <p:sldId id="296" r:id="rId31"/>
    <p:sldId id="288" r:id="rId32"/>
    <p:sldId id="289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-1888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9" Type="http://schemas.openxmlformats.org/officeDocument/2006/relationships/slide" Target="slides/slide8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33" Type="http://schemas.openxmlformats.org/officeDocument/2006/relationships/slide" Target="slides/slide32.xml"/><Relationship Id="rId34" Type="http://schemas.openxmlformats.org/officeDocument/2006/relationships/printerSettings" Target="printerSettings/printerSettings1.bin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th-TH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10/12/14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0225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10/12/14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0971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h-TH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10/12/14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1139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10/12/14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73042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h-TH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h-TH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10/12/14 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71434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10/12/14 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9821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10/12/14 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215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h-TH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10/12/14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69373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h-TH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10/12/14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4355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10/12/14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2912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10/12/14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4857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E49484-7B62-5B4F-8329-106176ECF3B8}" type="datetimeFigureOut">
              <a:rPr lang="en-US" smtClean="0"/>
              <a:t>10/12/14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887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Relationship Id="rId3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4" Type="http://schemas.openxmlformats.org/officeDocument/2006/relationships/image" Target="../media/image5.png"/><Relationship Id="rId5" Type="http://schemas.microsoft.com/office/2007/relationships/hdphoto" Target="../media/hdphoto2.wdp"/><Relationship Id="rId6" Type="http://schemas.openxmlformats.org/officeDocument/2006/relationships/image" Target="../media/image3.png"/><Relationship Id="rId7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microsoft.com/office/2007/relationships/hdphoto" Target="../media/hdphoto1.wdp"/><Relationship Id="rId5" Type="http://schemas.openxmlformats.org/officeDocument/2006/relationships/image" Target="../media/image5.png"/><Relationship Id="rId6" Type="http://schemas.microsoft.com/office/2007/relationships/hdphoto" Target="../media/hdphoto2.wdp"/><Relationship Id="rId7" Type="http://schemas.openxmlformats.org/officeDocument/2006/relationships/image" Target="../media/image3.png"/><Relationship Id="rId8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microsoft.com/office/2007/relationships/hdphoto" Target="../media/hdphoto1.wdp"/><Relationship Id="rId5" Type="http://schemas.openxmlformats.org/officeDocument/2006/relationships/image" Target="../media/image5.png"/><Relationship Id="rId6" Type="http://schemas.microsoft.com/office/2007/relationships/hdphoto" Target="../media/hdphoto2.wdp"/><Relationship Id="rId7" Type="http://schemas.openxmlformats.org/officeDocument/2006/relationships/image" Target="../media/image3.png"/><Relationship Id="rId8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microsoft.com/office/2007/relationships/hdphoto" Target="../media/hdphoto1.wdp"/><Relationship Id="rId6" Type="http://schemas.openxmlformats.org/officeDocument/2006/relationships/image" Target="../media/image5.png"/><Relationship Id="rId7" Type="http://schemas.microsoft.com/office/2007/relationships/hdphoto" Target="../media/hdphoto2.wdp"/><Relationship Id="rId8" Type="http://schemas.openxmlformats.org/officeDocument/2006/relationships/image" Target="../media/image3.png"/><Relationship Id="rId9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4" Type="http://schemas.openxmlformats.org/officeDocument/2006/relationships/image" Target="../media/image5.png"/><Relationship Id="rId5" Type="http://schemas.microsoft.com/office/2007/relationships/hdphoto" Target="../media/hdphoto2.wdp"/><Relationship Id="rId6" Type="http://schemas.openxmlformats.org/officeDocument/2006/relationships/image" Target="../media/image3.png"/><Relationship Id="rId7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microsoft.com/office/2007/relationships/hdphoto" Target="../media/hdphoto1.wdp"/><Relationship Id="rId5" Type="http://schemas.openxmlformats.org/officeDocument/2006/relationships/image" Target="../media/image5.png"/><Relationship Id="rId6" Type="http://schemas.microsoft.com/office/2007/relationships/hdphoto" Target="../media/hdphoto2.wdp"/><Relationship Id="rId7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microsoft.com/office/2007/relationships/hdphoto" Target="../media/hdphoto1.wdp"/><Relationship Id="rId5" Type="http://schemas.openxmlformats.org/officeDocument/2006/relationships/image" Target="../media/image5.png"/><Relationship Id="rId6" Type="http://schemas.microsoft.com/office/2007/relationships/hdphoto" Target="../media/hdphoto2.wdp"/><Relationship Id="rId7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4" Type="http://schemas.openxmlformats.org/officeDocument/2006/relationships/image" Target="../media/image5.png"/><Relationship Id="rId5" Type="http://schemas.microsoft.com/office/2007/relationships/hdphoto" Target="../media/hdphoto2.wdp"/><Relationship Id="rId6" Type="http://schemas.openxmlformats.org/officeDocument/2006/relationships/image" Target="../media/image3.png"/><Relationship Id="rId7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microsoft.com/office/2007/relationships/hdphoto" Target="../media/hdphoto1.wdp"/><Relationship Id="rId5" Type="http://schemas.openxmlformats.org/officeDocument/2006/relationships/image" Target="../media/image5.png"/><Relationship Id="rId6" Type="http://schemas.microsoft.com/office/2007/relationships/hdphoto" Target="../media/hdphoto2.wdp"/><Relationship Id="rId7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microsoft.com/office/2007/relationships/hdphoto" Target="../media/hdphoto1.wdp"/><Relationship Id="rId5" Type="http://schemas.openxmlformats.org/officeDocument/2006/relationships/image" Target="../media/image5.png"/><Relationship Id="rId6" Type="http://schemas.microsoft.com/office/2007/relationships/hdphoto" Target="../media/hdphoto2.wdp"/><Relationship Id="rId7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microsoft.com/office/2007/relationships/hdphoto" Target="../media/hdphoto1.wdp"/><Relationship Id="rId5" Type="http://schemas.openxmlformats.org/officeDocument/2006/relationships/image" Target="../media/image5.png"/><Relationship Id="rId6" Type="http://schemas.microsoft.com/office/2007/relationships/hdphoto" Target="../media/hdphoto2.wdp"/><Relationship Id="rId7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microsoft.com/office/2007/relationships/hdphoto" Target="../media/hdphoto1.wdp"/><Relationship Id="rId5" Type="http://schemas.openxmlformats.org/officeDocument/2006/relationships/image" Target="../media/image5.png"/><Relationship Id="rId6" Type="http://schemas.microsoft.com/office/2007/relationships/hdphoto" Target="../media/hdphoto2.wdp"/><Relationship Id="rId7" Type="http://schemas.openxmlformats.org/officeDocument/2006/relationships/image" Target="../media/image3.png"/><Relationship Id="rId8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microsoft.com/office/2007/relationships/hdphoto" Target="../media/hdphoto1.wdp"/><Relationship Id="rId5" Type="http://schemas.openxmlformats.org/officeDocument/2006/relationships/image" Target="../media/image5.png"/><Relationship Id="rId6" Type="http://schemas.microsoft.com/office/2007/relationships/hdphoto" Target="../media/hdphoto2.wdp"/><Relationship Id="rId7" Type="http://schemas.openxmlformats.org/officeDocument/2006/relationships/image" Target="../media/image3.png"/><Relationship Id="rId8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4" Type="http://schemas.openxmlformats.org/officeDocument/2006/relationships/image" Target="../media/image5.png"/><Relationship Id="rId5" Type="http://schemas.microsoft.com/office/2007/relationships/hdphoto" Target="../media/hdphoto2.wdp"/><Relationship Id="rId6" Type="http://schemas.openxmlformats.org/officeDocument/2006/relationships/image" Target="../media/image3.png"/><Relationship Id="rId7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4" Type="http://schemas.openxmlformats.org/officeDocument/2006/relationships/image" Target="../media/image5.png"/><Relationship Id="rId5" Type="http://schemas.microsoft.com/office/2007/relationships/hdphoto" Target="../media/hdphoto2.wdp"/><Relationship Id="rId6" Type="http://schemas.openxmlformats.org/officeDocument/2006/relationships/image" Target="../media/image3.png"/><Relationship Id="rId7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4" Type="http://schemas.openxmlformats.org/officeDocument/2006/relationships/image" Target="../media/image5.png"/><Relationship Id="rId5" Type="http://schemas.microsoft.com/office/2007/relationships/hdphoto" Target="../media/hdphoto2.wdp"/><Relationship Id="rId6" Type="http://schemas.openxmlformats.org/officeDocument/2006/relationships/image" Target="../media/image3.png"/><Relationship Id="rId7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4" Type="http://schemas.openxmlformats.org/officeDocument/2006/relationships/image" Target="../media/image5.png"/><Relationship Id="rId5" Type="http://schemas.microsoft.com/office/2007/relationships/hdphoto" Target="../media/hdphoto2.wdp"/><Relationship Id="rId6" Type="http://schemas.openxmlformats.org/officeDocument/2006/relationships/image" Target="../media/image3.png"/><Relationship Id="rId7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chemeClr val="bg1">
              <a:lumMod val="65000"/>
            </a:schemeClr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chemeClr val="bg1">
              <a:lumMod val="65000"/>
            </a:schemeClr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chemeClr val="bg1">
              <a:lumMod val="65000"/>
            </a:schemeClr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4976103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>
            <a:off x="1698625" y="2978649"/>
            <a:ext cx="2603500" cy="34551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4902426" y="2978649"/>
            <a:ext cx="2603500" cy="34551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Connector 38"/>
          <p:cNvCxnSpPr/>
          <p:nvPr/>
        </p:nvCxnSpPr>
        <p:spPr>
          <a:xfrm>
            <a:off x="1698625" y="2978649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 flipV="1">
            <a:off x="1698625" y="2978649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4902426" y="2976931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V="1">
            <a:off x="4902426" y="2976931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Home Page</a:t>
            </a:r>
            <a:endParaRPr lang="en-US" sz="1600" dirty="0"/>
          </a:p>
        </p:txBody>
      </p:sp>
      <p:sp>
        <p:nvSpPr>
          <p:cNvPr id="57" name="Rectangle 56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6201344" y="1729188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/>
          <p:cNvSpPr txBox="1"/>
          <p:nvPr/>
        </p:nvSpPr>
        <p:spPr>
          <a:xfrm>
            <a:off x="6216599" y="1709106"/>
            <a:ext cx="1572824" cy="276999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i="1" spc="300" dirty="0" smtClean="0">
                <a:solidFill>
                  <a:srgbClr val="000000"/>
                </a:solidFill>
              </a:rPr>
              <a:t>...Search...</a:t>
            </a:r>
            <a:endParaRPr lang="en-US" sz="1200" i="1" spc="300" dirty="0">
              <a:solidFill>
                <a:srgbClr val="000000"/>
              </a:solidFill>
            </a:endParaRPr>
          </a:p>
        </p:txBody>
      </p:sp>
      <p:sp>
        <p:nvSpPr>
          <p:cNvPr id="59" name="Donut 58"/>
          <p:cNvSpPr/>
          <p:nvPr/>
        </p:nvSpPr>
        <p:spPr>
          <a:xfrm>
            <a:off x="5878388" y="1687770"/>
            <a:ext cx="261979" cy="264991"/>
          </a:xfrm>
          <a:prstGeom prst="donu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0" name="Rounded Rectangle 59"/>
          <p:cNvSpPr/>
          <p:nvPr/>
        </p:nvSpPr>
        <p:spPr>
          <a:xfrm rot="2586247">
            <a:off x="6037833" y="1904644"/>
            <a:ext cx="144143" cy="54798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ounded Rectangle 60"/>
          <p:cNvSpPr/>
          <p:nvPr/>
        </p:nvSpPr>
        <p:spPr>
          <a:xfrm>
            <a:off x="1651000" y="1745423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Random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2511519" y="1744443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Popular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4" name="Oval 63"/>
          <p:cNvSpPr/>
          <p:nvPr/>
        </p:nvSpPr>
        <p:spPr>
          <a:xfrm>
            <a:off x="2438478" y="2205782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5" name="Straight Connector 64"/>
          <p:cNvCxnSpPr>
            <a:stCxn id="64" idx="1"/>
            <a:endCxn id="64" idx="5"/>
          </p:cNvCxnSpPr>
          <p:nvPr/>
        </p:nvCxnSpPr>
        <p:spPr>
          <a:xfrm>
            <a:off x="2494309" y="2260037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>
            <a:stCxn id="64" idx="3"/>
            <a:endCxn id="64" idx="7"/>
          </p:cNvCxnSpPr>
          <p:nvPr/>
        </p:nvCxnSpPr>
        <p:spPr>
          <a:xfrm flipV="1">
            <a:off x="2494309" y="2260037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3047419" y="2195577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Straight Connector 67"/>
          <p:cNvCxnSpPr>
            <a:stCxn id="67" idx="1"/>
            <a:endCxn id="67" idx="5"/>
          </p:cNvCxnSpPr>
          <p:nvPr/>
        </p:nvCxnSpPr>
        <p:spPr>
          <a:xfrm>
            <a:off x="3103250" y="224983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>
            <a:stCxn id="67" idx="3"/>
            <a:endCxn id="67" idx="7"/>
          </p:cNvCxnSpPr>
          <p:nvPr/>
        </p:nvCxnSpPr>
        <p:spPr>
          <a:xfrm flipV="1">
            <a:off x="3103250" y="224983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3661827" y="2197579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1" name="Straight Connector 70"/>
          <p:cNvCxnSpPr>
            <a:stCxn id="70" idx="1"/>
            <a:endCxn id="70" idx="5"/>
          </p:cNvCxnSpPr>
          <p:nvPr/>
        </p:nvCxnSpPr>
        <p:spPr>
          <a:xfrm>
            <a:off x="3717658" y="2251834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>
            <a:stCxn id="70" idx="3"/>
            <a:endCxn id="70" idx="7"/>
          </p:cNvCxnSpPr>
          <p:nvPr/>
        </p:nvCxnSpPr>
        <p:spPr>
          <a:xfrm flipV="1">
            <a:off x="3717658" y="2251834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4264271" y="2192843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4" name="Straight Connector 73"/>
          <p:cNvCxnSpPr>
            <a:stCxn id="73" idx="1"/>
            <a:endCxn id="73" idx="5"/>
          </p:cNvCxnSpPr>
          <p:nvPr/>
        </p:nvCxnSpPr>
        <p:spPr>
          <a:xfrm>
            <a:off x="4320102" y="2247098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/>
          <p:cNvCxnSpPr>
            <a:stCxn id="73" idx="3"/>
            <a:endCxn id="73" idx="7"/>
          </p:cNvCxnSpPr>
          <p:nvPr/>
        </p:nvCxnSpPr>
        <p:spPr>
          <a:xfrm flipV="1">
            <a:off x="4320102" y="2247098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4871650" y="2190840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7" name="Straight Connector 76"/>
          <p:cNvCxnSpPr>
            <a:stCxn id="76" idx="1"/>
            <a:endCxn id="76" idx="5"/>
          </p:cNvCxnSpPr>
          <p:nvPr/>
        </p:nvCxnSpPr>
        <p:spPr>
          <a:xfrm>
            <a:off x="4927481" y="2245095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/>
          <p:cNvCxnSpPr>
            <a:stCxn id="76" idx="3"/>
            <a:endCxn id="76" idx="7"/>
          </p:cNvCxnSpPr>
          <p:nvPr/>
        </p:nvCxnSpPr>
        <p:spPr>
          <a:xfrm flipV="1">
            <a:off x="4927481" y="2245095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/>
          <p:cNvSpPr/>
          <p:nvPr/>
        </p:nvSpPr>
        <p:spPr>
          <a:xfrm>
            <a:off x="5471268" y="2180635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Straight Connector 79"/>
          <p:cNvCxnSpPr>
            <a:stCxn id="79" idx="1"/>
            <a:endCxn id="79" idx="5"/>
          </p:cNvCxnSpPr>
          <p:nvPr/>
        </p:nvCxnSpPr>
        <p:spPr>
          <a:xfrm>
            <a:off x="5527099" y="2234890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/>
          <p:cNvCxnSpPr>
            <a:stCxn id="79" idx="3"/>
            <a:endCxn id="79" idx="7"/>
          </p:cNvCxnSpPr>
          <p:nvPr/>
        </p:nvCxnSpPr>
        <p:spPr>
          <a:xfrm flipV="1">
            <a:off x="5527099" y="2234890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6070734" y="2182637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3" name="Straight Connector 82"/>
          <p:cNvCxnSpPr>
            <a:stCxn id="82" idx="1"/>
            <a:endCxn id="82" idx="5"/>
          </p:cNvCxnSpPr>
          <p:nvPr/>
        </p:nvCxnSpPr>
        <p:spPr>
          <a:xfrm>
            <a:off x="6126565" y="223689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/>
          <p:cNvCxnSpPr>
            <a:stCxn id="82" idx="3"/>
            <a:endCxn id="82" idx="7"/>
          </p:cNvCxnSpPr>
          <p:nvPr/>
        </p:nvCxnSpPr>
        <p:spPr>
          <a:xfrm flipV="1">
            <a:off x="6126565" y="223689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6658236" y="2177901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6" name="Straight Connector 85"/>
          <p:cNvCxnSpPr>
            <a:stCxn id="85" idx="1"/>
            <a:endCxn id="85" idx="5"/>
          </p:cNvCxnSpPr>
          <p:nvPr/>
        </p:nvCxnSpPr>
        <p:spPr>
          <a:xfrm>
            <a:off x="6714067" y="2232156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>
            <a:stCxn id="85" idx="3"/>
            <a:endCxn id="85" idx="7"/>
          </p:cNvCxnSpPr>
          <p:nvPr/>
        </p:nvCxnSpPr>
        <p:spPr>
          <a:xfrm flipV="1">
            <a:off x="6714067" y="2232156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2350620" y="2537146"/>
            <a:ext cx="5484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Outfit 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2848651" y="2536945"/>
            <a:ext cx="8130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Accessory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6585764" y="2530874"/>
            <a:ext cx="5491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Other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6063996" y="2521363"/>
            <a:ext cx="3922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Pet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5401824" y="2493189"/>
            <a:ext cx="561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 smtClean="0">
                <a:solidFill>
                  <a:srgbClr val="000000"/>
                </a:solidFill>
              </a:rPr>
              <a:t>Home </a:t>
            </a:r>
          </a:p>
          <a:p>
            <a:pPr algn="ctr"/>
            <a:r>
              <a:rPr lang="en-US" sz="1200" dirty="0" smtClean="0">
                <a:solidFill>
                  <a:srgbClr val="000000"/>
                </a:solidFill>
              </a:rPr>
              <a:t>Decor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4264724" y="2524939"/>
            <a:ext cx="3807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Kid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3655199" y="2540575"/>
            <a:ext cx="4118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Gift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4740771" y="2532035"/>
            <a:ext cx="6473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Garden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170605" y="5810250"/>
            <a:ext cx="8833593" cy="6164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/>
          <p:cNvSpPr txBox="1"/>
          <p:nvPr/>
        </p:nvSpPr>
        <p:spPr>
          <a:xfrm>
            <a:off x="3159125" y="5937605"/>
            <a:ext cx="31249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Create your own tutorial !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98" name="Rounded Rectangle 97"/>
          <p:cNvSpPr/>
          <p:nvPr/>
        </p:nvSpPr>
        <p:spPr>
          <a:xfrm>
            <a:off x="6109411" y="589678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99" name="Rounded Rectangle 98"/>
          <p:cNvSpPr/>
          <p:nvPr/>
        </p:nvSpPr>
        <p:spPr>
          <a:xfrm>
            <a:off x="7568092" y="589678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Log in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7615639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6362149" y="1075553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6377404" y="1055471"/>
            <a:ext cx="1572824" cy="276999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i="1" spc="300" dirty="0" smtClean="0">
                <a:solidFill>
                  <a:srgbClr val="000000"/>
                </a:solidFill>
              </a:rPr>
              <a:t>...Search...</a:t>
            </a:r>
            <a:endParaRPr lang="en-US" sz="1200" i="1" spc="300" dirty="0">
              <a:solidFill>
                <a:srgbClr val="000000"/>
              </a:solidFill>
            </a:endParaRPr>
          </a:p>
        </p:txBody>
      </p:sp>
      <p:sp>
        <p:nvSpPr>
          <p:cNvPr id="28" name="Donut 27"/>
          <p:cNvSpPr/>
          <p:nvPr/>
        </p:nvSpPr>
        <p:spPr>
          <a:xfrm>
            <a:off x="6039193" y="1034135"/>
            <a:ext cx="261979" cy="264991"/>
          </a:xfrm>
          <a:prstGeom prst="donu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Rounded Rectangle 28"/>
          <p:cNvSpPr/>
          <p:nvPr/>
        </p:nvSpPr>
        <p:spPr>
          <a:xfrm rot="2586247">
            <a:off x="6198638" y="1251009"/>
            <a:ext cx="144143" cy="54798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2772377" y="1487660"/>
            <a:ext cx="38035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Tutorial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2854234" y="2061651"/>
            <a:ext cx="15702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By </a:t>
            </a:r>
            <a:r>
              <a:rPr lang="en-US" sz="2000" u="sng" dirty="0" smtClean="0">
                <a:solidFill>
                  <a:srgbClr val="000000"/>
                </a:solidFill>
              </a:rPr>
              <a:t>Username</a:t>
            </a:r>
            <a:endParaRPr lang="en-US" sz="2000" u="sng" dirty="0">
              <a:solidFill>
                <a:srgbClr val="000000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063594" y="2052048"/>
            <a:ext cx="13419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No. of likes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>
            <a:off x="1187585" y="2573866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2890750" y="3226585"/>
            <a:ext cx="3496781" cy="3200125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890750" y="3226585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890750" y="3226585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653305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170605" y="5810250"/>
            <a:ext cx="8833593" cy="6164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3159125" y="5937605"/>
            <a:ext cx="31249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Create your own tutorial !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6109411" y="589678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7568092" y="589678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Log in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6680294" y="1655766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35" name="Picture 34" descr="flaticon_facebook.gif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0574" y="1662283"/>
            <a:ext cx="368754" cy="368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45759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6362149" y="1075553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6377404" y="1055471"/>
            <a:ext cx="1572824" cy="276999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i="1" spc="300" dirty="0" smtClean="0">
                <a:solidFill>
                  <a:srgbClr val="000000"/>
                </a:solidFill>
              </a:rPr>
              <a:t>...Search...</a:t>
            </a:r>
            <a:endParaRPr lang="en-US" sz="1200" i="1" spc="300" dirty="0">
              <a:solidFill>
                <a:srgbClr val="000000"/>
              </a:solidFill>
            </a:endParaRPr>
          </a:p>
        </p:txBody>
      </p:sp>
      <p:sp>
        <p:nvSpPr>
          <p:cNvPr id="28" name="Donut 27"/>
          <p:cNvSpPr/>
          <p:nvPr/>
        </p:nvSpPr>
        <p:spPr>
          <a:xfrm>
            <a:off x="6039193" y="1034135"/>
            <a:ext cx="261979" cy="264991"/>
          </a:xfrm>
          <a:prstGeom prst="donu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Rounded Rectangle 28"/>
          <p:cNvSpPr/>
          <p:nvPr/>
        </p:nvSpPr>
        <p:spPr>
          <a:xfrm rot="2586247">
            <a:off x="6198638" y="1251009"/>
            <a:ext cx="144143" cy="54798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2772377" y="1487660"/>
            <a:ext cx="38035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Tutorial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044734" y="2061651"/>
            <a:ext cx="15702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By </a:t>
            </a:r>
            <a:r>
              <a:rPr lang="en-US" sz="2000" u="sng" dirty="0" smtClean="0">
                <a:solidFill>
                  <a:srgbClr val="000000"/>
                </a:solidFill>
              </a:rPr>
              <a:t>Username</a:t>
            </a:r>
            <a:endParaRPr lang="en-US" sz="2000" u="sng" dirty="0">
              <a:solidFill>
                <a:srgbClr val="000000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063594" y="2052048"/>
            <a:ext cx="13419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No. of likes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>
            <a:off x="1187585" y="2573866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2890750" y="3226585"/>
            <a:ext cx="3496781" cy="3200125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890750" y="3226585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890750" y="3226585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653305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170605" y="5810250"/>
            <a:ext cx="8833593" cy="6164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3159125" y="5937605"/>
            <a:ext cx="31249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Create your own tutorial !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6109411" y="589678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7568092" y="589678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Log in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6680294" y="1655766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35" name="Picture 34" descr="flaticon_facebook.gif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0574" y="1662283"/>
            <a:ext cx="368754" cy="36875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653305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37" name="Isosceles Triangle 36"/>
          <p:cNvSpPr/>
          <p:nvPr/>
        </p:nvSpPr>
        <p:spPr>
          <a:xfrm rot="5400000">
            <a:off x="4237876" y="2486785"/>
            <a:ext cx="1098433" cy="627161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Isosceles Triangle 45"/>
          <p:cNvSpPr/>
          <p:nvPr/>
        </p:nvSpPr>
        <p:spPr>
          <a:xfrm rot="5400000">
            <a:off x="4237876" y="3503776"/>
            <a:ext cx="1098433" cy="627161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ounded Rectangle 46"/>
          <p:cNvSpPr/>
          <p:nvPr/>
        </p:nvSpPr>
        <p:spPr>
          <a:xfrm>
            <a:off x="1533702" y="2195546"/>
            <a:ext cx="6162588" cy="2670624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40000" dist="76200" dir="336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/>
          <p:cNvSpPr/>
          <p:nvPr/>
        </p:nvSpPr>
        <p:spPr>
          <a:xfrm>
            <a:off x="2019699" y="2796513"/>
            <a:ext cx="5204782" cy="160305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2102218" y="2895963"/>
            <a:ext cx="1442573" cy="140463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/>
          <p:cNvCxnSpPr/>
          <p:nvPr/>
        </p:nvCxnSpPr>
        <p:spPr>
          <a:xfrm>
            <a:off x="2102219" y="2895963"/>
            <a:ext cx="1405091" cy="140463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2102219" y="2895963"/>
            <a:ext cx="1442572" cy="140463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653305" y="2322466"/>
            <a:ext cx="31316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spc="300" dirty="0" smtClean="0"/>
              <a:t>Write a message ...</a:t>
            </a:r>
            <a:endParaRPr lang="en-US" sz="2000" i="1" spc="300" dirty="0"/>
          </a:p>
        </p:txBody>
      </p:sp>
      <p:pic>
        <p:nvPicPr>
          <p:cNvPr id="53" name="Picture 52" descr="facebook (1)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2737" y="2270836"/>
            <a:ext cx="459697" cy="459697"/>
          </a:xfrm>
          <a:prstGeom prst="rect">
            <a:avLst/>
          </a:prstGeom>
        </p:spPr>
      </p:pic>
      <p:sp>
        <p:nvSpPr>
          <p:cNvPr id="54" name="Rounded Rectangle 53"/>
          <p:cNvSpPr/>
          <p:nvPr/>
        </p:nvSpPr>
        <p:spPr>
          <a:xfrm>
            <a:off x="6405554" y="4464738"/>
            <a:ext cx="818740" cy="318526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Post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4223218" y="3226585"/>
            <a:ext cx="222844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smtClean="0">
                <a:solidFill>
                  <a:srgbClr val="000000"/>
                </a:solidFill>
              </a:rPr>
              <a:t>Tutorial Name</a:t>
            </a:r>
          </a:p>
          <a:p>
            <a:pPr algn="ctr"/>
            <a:r>
              <a:rPr lang="en-US" sz="2000" dirty="0" smtClean="0">
                <a:solidFill>
                  <a:srgbClr val="000000"/>
                </a:solidFill>
              </a:rPr>
              <a:t>Detail</a:t>
            </a:r>
            <a:endParaRPr lang="en-US" sz="20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57022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4147"/>
            <a:ext cx="6779137" cy="55925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3933517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31" name="TextBox 30"/>
          <p:cNvSpPr txBox="1"/>
          <p:nvPr/>
        </p:nvSpPr>
        <p:spPr>
          <a:xfrm>
            <a:off x="2623848" y="2821451"/>
            <a:ext cx="300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  <a:endParaRPr lang="en-US" sz="2000" b="1" dirty="0" smtClean="0">
              <a:solidFill>
                <a:srgbClr val="000000"/>
              </a:solidFill>
            </a:endParaRPr>
          </a:p>
          <a:p>
            <a:r>
              <a:rPr lang="en-US" sz="2000" dirty="0" smtClean="0">
                <a:solidFill>
                  <a:srgbClr val="000000"/>
                </a:solidFill>
              </a:rPr>
              <a:t>Comment </a:t>
            </a:r>
            <a:r>
              <a:rPr lang="en-US" sz="2000" dirty="0">
                <a:solidFill>
                  <a:srgbClr val="000000"/>
                </a:solidFill>
              </a:rPr>
              <a:t>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623848" y="3766869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</a:p>
          <a:p>
            <a:r>
              <a:rPr lang="en-US" sz="2000" dirty="0">
                <a:solidFill>
                  <a:srgbClr val="000000"/>
                </a:solidFill>
              </a:rPr>
              <a:t>Comment 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623848" y="4724348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</a:p>
          <a:p>
            <a:r>
              <a:rPr lang="en-US" sz="2000" dirty="0">
                <a:solidFill>
                  <a:srgbClr val="000000"/>
                </a:solidFill>
              </a:rPr>
              <a:t>Comment 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cxnSp>
        <p:nvCxnSpPr>
          <p:cNvPr id="35" name="Straight Connector 34"/>
          <p:cNvCxnSpPr/>
          <p:nvPr/>
        </p:nvCxnSpPr>
        <p:spPr>
          <a:xfrm>
            <a:off x="1933960" y="3631098"/>
            <a:ext cx="5241039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>
            <a:off x="1933960" y="4567841"/>
            <a:ext cx="5241039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1933960" y="2916913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0" name="Picture 4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873" y="2949903"/>
            <a:ext cx="433588" cy="433588"/>
          </a:xfrm>
          <a:prstGeom prst="rect">
            <a:avLst/>
          </a:prstGeom>
        </p:spPr>
      </p:pic>
      <p:sp>
        <p:nvSpPr>
          <p:cNvPr id="52" name="Oval 51"/>
          <p:cNvSpPr/>
          <p:nvPr/>
        </p:nvSpPr>
        <p:spPr>
          <a:xfrm>
            <a:off x="1942931" y="3837870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3" name="Picture 52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7844" y="3870860"/>
            <a:ext cx="433588" cy="433588"/>
          </a:xfrm>
          <a:prstGeom prst="rect">
            <a:avLst/>
          </a:prstGeom>
        </p:spPr>
      </p:pic>
      <p:sp>
        <p:nvSpPr>
          <p:cNvPr id="54" name="Oval 53"/>
          <p:cNvSpPr/>
          <p:nvPr/>
        </p:nvSpPr>
        <p:spPr>
          <a:xfrm>
            <a:off x="1954001" y="4796375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5" name="Picture 54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8914" y="4829365"/>
            <a:ext cx="433588" cy="433588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170605" y="5810250"/>
            <a:ext cx="8833593" cy="6164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3159125" y="5937605"/>
            <a:ext cx="31249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Create your own tutorial !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6109411" y="589678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7568092" y="589678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Log in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2896531" y="831386"/>
            <a:ext cx="3496781" cy="1609948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Connector 38"/>
          <p:cNvCxnSpPr/>
          <p:nvPr/>
        </p:nvCxnSpPr>
        <p:spPr>
          <a:xfrm>
            <a:off x="3925632" y="831385"/>
            <a:ext cx="2358405" cy="1609949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 flipV="1">
            <a:off x="2896531" y="831385"/>
            <a:ext cx="2381629" cy="1609950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1671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3505911" y="2402957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Username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505911" y="2956057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Password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505911" y="3696583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Log in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178299" y="4303673"/>
            <a:ext cx="2076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 smtClean="0">
                <a:solidFill>
                  <a:srgbClr val="000000"/>
                </a:solidFill>
              </a:rPr>
              <a:t>Forgot Password ?</a:t>
            </a:r>
            <a:endParaRPr lang="en-US" u="sng" dirty="0">
              <a:solidFill>
                <a:srgbClr val="000000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170605" y="5810250"/>
            <a:ext cx="8833593" cy="6164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5497582" y="5937635"/>
            <a:ext cx="22271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Have no account?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7550150" y="589681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Log in</a:t>
            </a:r>
            <a:endParaRPr lang="en-US" sz="1600" dirty="0"/>
          </a:p>
        </p:txBody>
      </p:sp>
      <p:sp>
        <p:nvSpPr>
          <p:cNvPr id="32" name="Rectangle 31"/>
          <p:cNvSpPr/>
          <p:nvPr/>
        </p:nvSpPr>
        <p:spPr>
          <a:xfrm>
            <a:off x="3777182" y="1527714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52912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3505911" y="2762639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Email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505911" y="3511917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Submit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170605" y="5810250"/>
            <a:ext cx="8833593" cy="6164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5497582" y="5937635"/>
            <a:ext cx="22271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Have no account?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7550150" y="589681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Forgot Password</a:t>
            </a:r>
            <a:endParaRPr lang="en-US" sz="1600" dirty="0"/>
          </a:p>
        </p:txBody>
      </p:sp>
      <p:sp>
        <p:nvSpPr>
          <p:cNvPr id="15" name="Rectangle 14"/>
          <p:cNvSpPr/>
          <p:nvPr/>
        </p:nvSpPr>
        <p:spPr>
          <a:xfrm>
            <a:off x="3760688" y="1903895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91628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3436444" y="2485270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Username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436444" y="3022495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Password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436444" y="4893292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Done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436444" y="4113012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E-mail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436444" y="3566528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Re-Password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Register</a:t>
            </a:r>
            <a:endParaRPr lang="en-US" sz="1600" dirty="0"/>
          </a:p>
        </p:txBody>
      </p:sp>
      <p:sp>
        <p:nvSpPr>
          <p:cNvPr id="34" name="Rectangle 33"/>
          <p:cNvSpPr/>
          <p:nvPr/>
        </p:nvSpPr>
        <p:spPr>
          <a:xfrm>
            <a:off x="3678218" y="1744511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29675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6201344" y="1729188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6216599" y="1709106"/>
            <a:ext cx="1572824" cy="276999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i="1" spc="300" dirty="0" smtClean="0">
                <a:solidFill>
                  <a:srgbClr val="000000"/>
                </a:solidFill>
              </a:rPr>
              <a:t>...Search...</a:t>
            </a:r>
            <a:endParaRPr lang="en-US" sz="1200" i="1" spc="300" dirty="0">
              <a:solidFill>
                <a:srgbClr val="000000"/>
              </a:solidFill>
            </a:endParaRPr>
          </a:p>
        </p:txBody>
      </p:sp>
      <p:sp>
        <p:nvSpPr>
          <p:cNvPr id="28" name="Donut 27"/>
          <p:cNvSpPr/>
          <p:nvPr/>
        </p:nvSpPr>
        <p:spPr>
          <a:xfrm>
            <a:off x="5878388" y="1687770"/>
            <a:ext cx="261979" cy="264991"/>
          </a:xfrm>
          <a:prstGeom prst="donu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Rounded Rectangle 28"/>
          <p:cNvSpPr/>
          <p:nvPr/>
        </p:nvSpPr>
        <p:spPr>
          <a:xfrm rot="2586247">
            <a:off x="6037833" y="1904644"/>
            <a:ext cx="144143" cy="54798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Picture 46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48" name="Heart 47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" name="Picture 50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sp>
        <p:nvSpPr>
          <p:cNvPr id="54" name="Rounded Rectangle 53"/>
          <p:cNvSpPr/>
          <p:nvPr/>
        </p:nvSpPr>
        <p:spPr>
          <a:xfrm>
            <a:off x="1651000" y="1745423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Random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2511519" y="1744443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Popular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3362605" y="1745423"/>
            <a:ext cx="824257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Following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682750" y="2917497"/>
            <a:ext cx="2603500" cy="34551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1682750" y="5974975"/>
            <a:ext cx="2603500" cy="39763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/>
          <p:cNvSpPr/>
          <p:nvPr/>
        </p:nvSpPr>
        <p:spPr>
          <a:xfrm>
            <a:off x="4886551" y="2917497"/>
            <a:ext cx="2603500" cy="34551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/>
          <p:cNvSpPr/>
          <p:nvPr/>
        </p:nvSpPr>
        <p:spPr>
          <a:xfrm>
            <a:off x="4886551" y="5974975"/>
            <a:ext cx="2603500" cy="39763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Connector 61"/>
          <p:cNvCxnSpPr/>
          <p:nvPr/>
        </p:nvCxnSpPr>
        <p:spPr>
          <a:xfrm>
            <a:off x="1682750" y="2917497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1682750" y="2917497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>
            <a:off x="4886551" y="2915779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4886551" y="2915779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1651000" y="5974444"/>
            <a:ext cx="1863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“ Tutorial Name ”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3362605" y="6046783"/>
            <a:ext cx="8790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No. of likes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4915279" y="5985757"/>
            <a:ext cx="1863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“ Tutorial Name ”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6626884" y="6058096"/>
            <a:ext cx="8790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No. of likes</a:t>
            </a:r>
            <a:endParaRPr lang="en-US" sz="1200" dirty="0">
              <a:solidFill>
                <a:srgbClr val="000000"/>
              </a:solidFill>
            </a:endParaRPr>
          </a:p>
        </p:txBody>
      </p:sp>
      <p:pic>
        <p:nvPicPr>
          <p:cNvPr id="73" name="Picture 72" descr="Untitled-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Blogger Home Page</a:t>
            </a:r>
            <a:endParaRPr lang="en-US" sz="1600" dirty="0"/>
          </a:p>
        </p:txBody>
      </p:sp>
      <p:pic>
        <p:nvPicPr>
          <p:cNvPr id="2" name="Picture 1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2438478" y="2205782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Connector 39"/>
          <p:cNvCxnSpPr>
            <a:stCxn id="39" idx="1"/>
            <a:endCxn id="39" idx="5"/>
          </p:cNvCxnSpPr>
          <p:nvPr/>
        </p:nvCxnSpPr>
        <p:spPr>
          <a:xfrm>
            <a:off x="2494309" y="2260037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>
            <a:stCxn id="39" idx="3"/>
            <a:endCxn id="39" idx="7"/>
          </p:cNvCxnSpPr>
          <p:nvPr/>
        </p:nvCxnSpPr>
        <p:spPr>
          <a:xfrm flipV="1">
            <a:off x="2494309" y="2260037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3047419" y="2195577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Connector 43"/>
          <p:cNvCxnSpPr>
            <a:stCxn id="43" idx="1"/>
            <a:endCxn id="43" idx="5"/>
          </p:cNvCxnSpPr>
          <p:nvPr/>
        </p:nvCxnSpPr>
        <p:spPr>
          <a:xfrm>
            <a:off x="3103250" y="224983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>
            <a:stCxn id="43" idx="3"/>
            <a:endCxn id="43" idx="7"/>
          </p:cNvCxnSpPr>
          <p:nvPr/>
        </p:nvCxnSpPr>
        <p:spPr>
          <a:xfrm flipV="1">
            <a:off x="3103250" y="224983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3661827" y="2197579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" name="Straight Connector 48"/>
          <p:cNvCxnSpPr>
            <a:stCxn id="46" idx="1"/>
            <a:endCxn id="46" idx="5"/>
          </p:cNvCxnSpPr>
          <p:nvPr/>
        </p:nvCxnSpPr>
        <p:spPr>
          <a:xfrm>
            <a:off x="3717658" y="2251834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>
            <a:stCxn id="46" idx="3"/>
            <a:endCxn id="46" idx="7"/>
          </p:cNvCxnSpPr>
          <p:nvPr/>
        </p:nvCxnSpPr>
        <p:spPr>
          <a:xfrm flipV="1">
            <a:off x="3717658" y="2251834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4264271" y="2192843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Straight Connector 52"/>
          <p:cNvCxnSpPr>
            <a:stCxn id="52" idx="1"/>
            <a:endCxn id="52" idx="5"/>
          </p:cNvCxnSpPr>
          <p:nvPr/>
        </p:nvCxnSpPr>
        <p:spPr>
          <a:xfrm>
            <a:off x="4320102" y="2247098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>
            <a:stCxn id="52" idx="3"/>
            <a:endCxn id="52" idx="7"/>
          </p:cNvCxnSpPr>
          <p:nvPr/>
        </p:nvCxnSpPr>
        <p:spPr>
          <a:xfrm flipV="1">
            <a:off x="4320102" y="2247098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Oval 58"/>
          <p:cNvSpPr/>
          <p:nvPr/>
        </p:nvSpPr>
        <p:spPr>
          <a:xfrm>
            <a:off x="4871650" y="2190840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0" name="Straight Connector 69"/>
          <p:cNvCxnSpPr>
            <a:stCxn id="59" idx="1"/>
            <a:endCxn id="59" idx="5"/>
          </p:cNvCxnSpPr>
          <p:nvPr/>
        </p:nvCxnSpPr>
        <p:spPr>
          <a:xfrm>
            <a:off x="4927481" y="2245095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>
            <a:stCxn id="59" idx="3"/>
            <a:endCxn id="59" idx="7"/>
          </p:cNvCxnSpPr>
          <p:nvPr/>
        </p:nvCxnSpPr>
        <p:spPr>
          <a:xfrm flipV="1">
            <a:off x="4927481" y="2245095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5471268" y="2180635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5" name="Straight Connector 74"/>
          <p:cNvCxnSpPr>
            <a:stCxn id="72" idx="1"/>
            <a:endCxn id="72" idx="5"/>
          </p:cNvCxnSpPr>
          <p:nvPr/>
        </p:nvCxnSpPr>
        <p:spPr>
          <a:xfrm>
            <a:off x="5527099" y="2234890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/>
          <p:cNvCxnSpPr>
            <a:stCxn id="72" idx="3"/>
            <a:endCxn id="72" idx="7"/>
          </p:cNvCxnSpPr>
          <p:nvPr/>
        </p:nvCxnSpPr>
        <p:spPr>
          <a:xfrm flipV="1">
            <a:off x="5527099" y="2234890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6070734" y="2182637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8" name="Straight Connector 77"/>
          <p:cNvCxnSpPr>
            <a:stCxn id="77" idx="1"/>
            <a:endCxn id="77" idx="5"/>
          </p:cNvCxnSpPr>
          <p:nvPr/>
        </p:nvCxnSpPr>
        <p:spPr>
          <a:xfrm>
            <a:off x="6126565" y="223689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>
            <a:stCxn id="77" idx="3"/>
            <a:endCxn id="77" idx="7"/>
          </p:cNvCxnSpPr>
          <p:nvPr/>
        </p:nvCxnSpPr>
        <p:spPr>
          <a:xfrm flipV="1">
            <a:off x="6126565" y="223689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/>
          <p:cNvSpPr/>
          <p:nvPr/>
        </p:nvSpPr>
        <p:spPr>
          <a:xfrm>
            <a:off x="6658236" y="2177901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1" name="Straight Connector 80"/>
          <p:cNvCxnSpPr>
            <a:stCxn id="80" idx="1"/>
            <a:endCxn id="80" idx="5"/>
          </p:cNvCxnSpPr>
          <p:nvPr/>
        </p:nvCxnSpPr>
        <p:spPr>
          <a:xfrm>
            <a:off x="6714067" y="2232156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>
            <a:stCxn id="80" idx="3"/>
            <a:endCxn id="80" idx="7"/>
          </p:cNvCxnSpPr>
          <p:nvPr/>
        </p:nvCxnSpPr>
        <p:spPr>
          <a:xfrm flipV="1">
            <a:off x="6714067" y="2232156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2350620" y="2537146"/>
            <a:ext cx="5484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Outfit 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2848651" y="2536945"/>
            <a:ext cx="8130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Accessory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6585764" y="2530874"/>
            <a:ext cx="5491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Other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6063996" y="2521363"/>
            <a:ext cx="3922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Pet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5401824" y="2493189"/>
            <a:ext cx="561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 smtClean="0">
                <a:solidFill>
                  <a:srgbClr val="000000"/>
                </a:solidFill>
              </a:rPr>
              <a:t>Home </a:t>
            </a:r>
          </a:p>
          <a:p>
            <a:pPr algn="ctr"/>
            <a:r>
              <a:rPr lang="en-US" sz="1200" dirty="0" smtClean="0">
                <a:solidFill>
                  <a:srgbClr val="000000"/>
                </a:solidFill>
              </a:rPr>
              <a:t>Decor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4264724" y="2524939"/>
            <a:ext cx="3807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Kid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3655199" y="2540575"/>
            <a:ext cx="4118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Gift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4740771" y="2532035"/>
            <a:ext cx="6473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Garden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6" name="Isosceles Triangle 5"/>
          <p:cNvSpPr/>
          <p:nvPr/>
        </p:nvSpPr>
        <p:spPr>
          <a:xfrm>
            <a:off x="3676602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3697422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ounded Rectangle 90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92" name="Rounded Rectangular Callout 91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2187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2772377" y="1487660"/>
            <a:ext cx="38035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Tutorial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044734" y="2061651"/>
            <a:ext cx="15702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By </a:t>
            </a:r>
            <a:r>
              <a:rPr lang="en-US" sz="2000" u="sng" dirty="0" smtClean="0">
                <a:solidFill>
                  <a:srgbClr val="000000"/>
                </a:solidFill>
              </a:rPr>
              <a:t>Username</a:t>
            </a:r>
            <a:endParaRPr lang="en-US" sz="2000" u="sng" dirty="0">
              <a:solidFill>
                <a:srgbClr val="000000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063594" y="2052048"/>
            <a:ext cx="13419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No. of likes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>
            <a:off x="1187585" y="2573866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2890750" y="3226585"/>
            <a:ext cx="3496781" cy="3200125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890750" y="3226585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890750" y="3226585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653305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6680294" y="1655766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49" name="Picture 48" descr="flaticon_facebook.gif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0574" y="1662283"/>
            <a:ext cx="368754" cy="368754"/>
          </a:xfrm>
          <a:prstGeom prst="rect">
            <a:avLst/>
          </a:prstGeom>
        </p:spPr>
      </p:pic>
      <p:sp>
        <p:nvSpPr>
          <p:cNvPr id="50" name="Rounded Rectangle 49"/>
          <p:cNvSpPr/>
          <p:nvPr/>
        </p:nvSpPr>
        <p:spPr>
          <a:xfrm>
            <a:off x="1292507" y="1649065"/>
            <a:ext cx="776674" cy="398026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pc="300" dirty="0" smtClean="0">
                <a:solidFill>
                  <a:schemeClr val="bg1"/>
                </a:solidFill>
                <a:latin typeface="+mj-lt"/>
                <a:cs typeface="MAW "/>
              </a:rPr>
              <a:t>Like</a:t>
            </a:r>
            <a:endParaRPr lang="en-US" spc="300" dirty="0">
              <a:solidFill>
                <a:schemeClr val="bg1"/>
              </a:solidFill>
              <a:latin typeface="+mj-lt"/>
              <a:cs typeface="MAW 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5" name="Picture 54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56" name="Heart 55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7" name="Picture 56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58" name="Picture 57" descr="Untitled-1.png"/>
          <p:cNvPicPr>
            <a:picLocks noChangeAspect="1"/>
          </p:cNvPicPr>
          <p:nvPr/>
        </p:nvPicPr>
        <p:blipFill>
          <a:blip r:embed="rId7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59" name="Picture 58" descr="power icon.jp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0" name="Isosceles Triangle 59"/>
          <p:cNvSpPr/>
          <p:nvPr/>
        </p:nvSpPr>
        <p:spPr>
          <a:xfrm>
            <a:off x="3676602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/>
          <p:cNvSpPr/>
          <p:nvPr/>
        </p:nvSpPr>
        <p:spPr>
          <a:xfrm>
            <a:off x="3697422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ounded Rectangle 61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3" name="Rounded Rectangular Callout 62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5241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2772377" y="1487660"/>
            <a:ext cx="38035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Tutorial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044734" y="2061651"/>
            <a:ext cx="15702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By </a:t>
            </a:r>
            <a:r>
              <a:rPr lang="en-US" sz="2000" u="sng" dirty="0" smtClean="0">
                <a:solidFill>
                  <a:srgbClr val="000000"/>
                </a:solidFill>
              </a:rPr>
              <a:t>Username</a:t>
            </a:r>
            <a:endParaRPr lang="en-US" sz="2000" u="sng" dirty="0">
              <a:solidFill>
                <a:srgbClr val="000000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063594" y="2052048"/>
            <a:ext cx="13419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No. of likes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>
            <a:off x="1187585" y="2573866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2890750" y="3226585"/>
            <a:ext cx="3496781" cy="3200125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890750" y="3226585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890750" y="3226585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653305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6680294" y="1655766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49" name="Picture 48" descr="flaticon_facebook.gif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0574" y="1662283"/>
            <a:ext cx="368754" cy="368754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1292507" y="1649065"/>
            <a:ext cx="776674" cy="398026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pc="100" dirty="0" smtClean="0">
                <a:solidFill>
                  <a:schemeClr val="bg1"/>
                </a:solidFill>
                <a:latin typeface="+mj-lt"/>
                <a:cs typeface="MAW "/>
              </a:rPr>
              <a:t>Liked</a:t>
            </a:r>
            <a:endParaRPr lang="en-US" spc="100" dirty="0">
              <a:solidFill>
                <a:schemeClr val="bg1"/>
              </a:solidFill>
              <a:latin typeface="+mj-lt"/>
              <a:cs typeface="MAW 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1" name="Picture 50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54" name="Heart 53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5" name="Picture 54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56" name="Picture 55" descr="Untitled-1.png"/>
          <p:cNvPicPr>
            <a:picLocks noChangeAspect="1"/>
          </p:cNvPicPr>
          <p:nvPr/>
        </p:nvPicPr>
        <p:blipFill>
          <a:blip r:embed="rId7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57" name="Picture 56" descr="power icon.jp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58" name="Isosceles Triangle 57"/>
          <p:cNvSpPr/>
          <p:nvPr/>
        </p:nvSpPr>
        <p:spPr>
          <a:xfrm>
            <a:off x="3676602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3697422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ounded Rectangle 59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1" name="Rounded Rectangular Callout 60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2898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2772377" y="1487660"/>
            <a:ext cx="38035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Tutorial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044734" y="2061651"/>
            <a:ext cx="15702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By </a:t>
            </a:r>
            <a:r>
              <a:rPr lang="en-US" sz="2000" u="sng" dirty="0" smtClean="0">
                <a:solidFill>
                  <a:srgbClr val="000000"/>
                </a:solidFill>
              </a:rPr>
              <a:t>Username</a:t>
            </a:r>
            <a:endParaRPr lang="en-US" sz="2000" u="sng" dirty="0">
              <a:solidFill>
                <a:srgbClr val="000000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063594" y="2052048"/>
            <a:ext cx="13419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No. of likes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>
            <a:off x="1187585" y="2573866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2890750" y="3226585"/>
            <a:ext cx="3496781" cy="3200125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890750" y="3226585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890750" y="3226585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653305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6680294" y="1655766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49" name="Picture 48" descr="flaticon_facebook.gif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0574" y="1662283"/>
            <a:ext cx="368754" cy="368754"/>
          </a:xfrm>
          <a:prstGeom prst="rect">
            <a:avLst/>
          </a:prstGeom>
        </p:spPr>
      </p:pic>
      <p:sp>
        <p:nvSpPr>
          <p:cNvPr id="50" name="Rounded Rectangle 49"/>
          <p:cNvSpPr/>
          <p:nvPr/>
        </p:nvSpPr>
        <p:spPr>
          <a:xfrm>
            <a:off x="1292507" y="1649065"/>
            <a:ext cx="776674" cy="398026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pc="300" dirty="0" smtClean="0">
                <a:solidFill>
                  <a:schemeClr val="bg1"/>
                </a:solidFill>
                <a:latin typeface="+mj-lt"/>
                <a:cs typeface="MAW "/>
              </a:rPr>
              <a:t>Like</a:t>
            </a:r>
            <a:endParaRPr lang="en-US" spc="300" dirty="0">
              <a:solidFill>
                <a:schemeClr val="bg1"/>
              </a:solidFill>
              <a:latin typeface="+mj-lt"/>
              <a:cs typeface="MAW 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2653305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8" name="Isosceles Triangle 47"/>
          <p:cNvSpPr/>
          <p:nvPr/>
        </p:nvSpPr>
        <p:spPr>
          <a:xfrm rot="5400000">
            <a:off x="4237876" y="2486785"/>
            <a:ext cx="1098433" cy="627161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Isosceles Triangle 50"/>
          <p:cNvSpPr/>
          <p:nvPr/>
        </p:nvSpPr>
        <p:spPr>
          <a:xfrm rot="5400000">
            <a:off x="4237876" y="3503776"/>
            <a:ext cx="1098433" cy="627161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ounded Rectangle 53"/>
          <p:cNvSpPr/>
          <p:nvPr/>
        </p:nvSpPr>
        <p:spPr>
          <a:xfrm>
            <a:off x="1533702" y="2195546"/>
            <a:ext cx="6162588" cy="2670624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40000" dist="76200" dir="336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2019699" y="2796513"/>
            <a:ext cx="5204782" cy="160305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2102218" y="2895963"/>
            <a:ext cx="1442573" cy="140463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Connector 56"/>
          <p:cNvCxnSpPr/>
          <p:nvPr/>
        </p:nvCxnSpPr>
        <p:spPr>
          <a:xfrm>
            <a:off x="2102219" y="2895963"/>
            <a:ext cx="1405091" cy="140463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V="1">
            <a:off x="2102219" y="2895963"/>
            <a:ext cx="1442572" cy="140463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2653305" y="2322466"/>
            <a:ext cx="31316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spc="300" dirty="0" smtClean="0"/>
              <a:t>Write a message ...</a:t>
            </a:r>
            <a:endParaRPr lang="en-US" sz="2000" i="1" spc="300" dirty="0"/>
          </a:p>
        </p:txBody>
      </p:sp>
      <p:pic>
        <p:nvPicPr>
          <p:cNvPr id="60" name="Picture 59" descr="facebook (1)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2737" y="2270836"/>
            <a:ext cx="459697" cy="459697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405554" y="4464738"/>
            <a:ext cx="818740" cy="318526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Post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4223218" y="3226585"/>
            <a:ext cx="222844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smtClean="0">
                <a:solidFill>
                  <a:srgbClr val="000000"/>
                </a:solidFill>
              </a:rPr>
              <a:t>Tutorial Name</a:t>
            </a:r>
          </a:p>
          <a:p>
            <a:pPr algn="ctr"/>
            <a:r>
              <a:rPr lang="en-US" sz="2000" dirty="0" smtClean="0">
                <a:solidFill>
                  <a:srgbClr val="000000"/>
                </a:solidFill>
              </a:rPr>
              <a:t>Detail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64" name="Picture 63" descr="hom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65" name="Heart 64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6" name="Picture 65" descr="create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67" name="Picture 66" descr="Untitled-1.png"/>
          <p:cNvPicPr>
            <a:picLocks noChangeAspect="1"/>
          </p:cNvPicPr>
          <p:nvPr/>
        </p:nvPicPr>
        <p:blipFill>
          <a:blip r:embed="rId8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68" name="Picture 67" descr="power icon.jpg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9" name="Isosceles Triangle 68"/>
          <p:cNvSpPr/>
          <p:nvPr/>
        </p:nvSpPr>
        <p:spPr>
          <a:xfrm>
            <a:off x="3676602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/>
          <p:cNvSpPr/>
          <p:nvPr/>
        </p:nvSpPr>
        <p:spPr>
          <a:xfrm>
            <a:off x="3697422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ounded Rectangle 70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72" name="Rounded Rectangular Callout 71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845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4147"/>
            <a:ext cx="6779137" cy="55925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2678382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42" name="Rectangle 41"/>
          <p:cNvSpPr/>
          <p:nvPr/>
        </p:nvSpPr>
        <p:spPr>
          <a:xfrm>
            <a:off x="2896531" y="831385"/>
            <a:ext cx="3496781" cy="3200125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896531" y="831385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896531" y="831385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5253949" y="5382261"/>
            <a:ext cx="1139363" cy="394691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spc="300" dirty="0" smtClean="0">
                <a:solidFill>
                  <a:srgbClr val="000000"/>
                </a:solidFill>
                <a:latin typeface="MAW "/>
                <a:cs typeface="MAW "/>
              </a:rPr>
              <a:t>Comment</a:t>
            </a:r>
            <a:endParaRPr lang="en-US" sz="16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3543152" y="4335866"/>
            <a:ext cx="2850160" cy="860058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/>
          <p:cNvSpPr/>
          <p:nvPr/>
        </p:nvSpPr>
        <p:spPr>
          <a:xfrm>
            <a:off x="2468996" y="4335866"/>
            <a:ext cx="840146" cy="81643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6" name="Picture 45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991" y="4405582"/>
            <a:ext cx="657079" cy="657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45541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4147"/>
            <a:ext cx="6779137" cy="55925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4568634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30" name="Rounded Rectangle 29"/>
          <p:cNvSpPr/>
          <p:nvPr/>
        </p:nvSpPr>
        <p:spPr>
          <a:xfrm>
            <a:off x="5253949" y="2144425"/>
            <a:ext cx="1139363" cy="394691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spc="300" dirty="0" smtClean="0">
                <a:solidFill>
                  <a:srgbClr val="000000"/>
                </a:solidFill>
                <a:latin typeface="MAW "/>
                <a:cs typeface="MAW "/>
              </a:rPr>
              <a:t>Comment</a:t>
            </a:r>
            <a:endParaRPr lang="en-US" sz="16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623848" y="2821451"/>
            <a:ext cx="300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  <a:endParaRPr lang="en-US" sz="2000" b="1" dirty="0" smtClean="0">
              <a:solidFill>
                <a:srgbClr val="000000"/>
              </a:solidFill>
            </a:endParaRPr>
          </a:p>
          <a:p>
            <a:r>
              <a:rPr lang="en-US" sz="2000" dirty="0" smtClean="0">
                <a:solidFill>
                  <a:srgbClr val="000000"/>
                </a:solidFill>
              </a:rPr>
              <a:t>Comment </a:t>
            </a:r>
            <a:r>
              <a:rPr lang="en-US" sz="2000" dirty="0">
                <a:solidFill>
                  <a:srgbClr val="000000"/>
                </a:solidFill>
              </a:rPr>
              <a:t>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623848" y="3766869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</a:p>
          <a:p>
            <a:r>
              <a:rPr lang="en-US" sz="2000" dirty="0">
                <a:solidFill>
                  <a:srgbClr val="000000"/>
                </a:solidFill>
              </a:rPr>
              <a:t>Comment 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623848" y="4724348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</a:p>
          <a:p>
            <a:r>
              <a:rPr lang="en-US" sz="2000" dirty="0">
                <a:solidFill>
                  <a:srgbClr val="000000"/>
                </a:solidFill>
              </a:rPr>
              <a:t>Comment 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3543152" y="1098030"/>
            <a:ext cx="2850160" cy="860058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933960" y="3631098"/>
            <a:ext cx="5241039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>
            <a:off x="1933960" y="4567841"/>
            <a:ext cx="5241039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2468996" y="1098030"/>
            <a:ext cx="840146" cy="81643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6" name="Picture 45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991" y="1167746"/>
            <a:ext cx="657079" cy="657079"/>
          </a:xfrm>
          <a:prstGeom prst="rect">
            <a:avLst/>
          </a:prstGeom>
        </p:spPr>
      </p:pic>
      <p:sp>
        <p:nvSpPr>
          <p:cNvPr id="49" name="Oval 48"/>
          <p:cNvSpPr/>
          <p:nvPr/>
        </p:nvSpPr>
        <p:spPr>
          <a:xfrm>
            <a:off x="1933960" y="2916913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0" name="Picture 4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873" y="2949903"/>
            <a:ext cx="433588" cy="433588"/>
          </a:xfrm>
          <a:prstGeom prst="rect">
            <a:avLst/>
          </a:prstGeom>
        </p:spPr>
      </p:pic>
      <p:sp>
        <p:nvSpPr>
          <p:cNvPr id="52" name="Oval 51"/>
          <p:cNvSpPr/>
          <p:nvPr/>
        </p:nvSpPr>
        <p:spPr>
          <a:xfrm>
            <a:off x="1942931" y="3837870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3" name="Picture 52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7844" y="3870860"/>
            <a:ext cx="433588" cy="433588"/>
          </a:xfrm>
          <a:prstGeom prst="rect">
            <a:avLst/>
          </a:prstGeom>
        </p:spPr>
      </p:pic>
      <p:sp>
        <p:nvSpPr>
          <p:cNvPr id="54" name="Oval 53"/>
          <p:cNvSpPr/>
          <p:nvPr/>
        </p:nvSpPr>
        <p:spPr>
          <a:xfrm>
            <a:off x="1954001" y="4796375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5" name="Picture 54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8914" y="4829365"/>
            <a:ext cx="433588" cy="433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0809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Connector 39"/>
          <p:cNvCxnSpPr/>
          <p:nvPr/>
        </p:nvCxnSpPr>
        <p:spPr>
          <a:xfrm>
            <a:off x="1187585" y="1919911"/>
            <a:ext cx="6762643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1187585" y="2563283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01726" y="1550579"/>
            <a:ext cx="18497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pc="300" dirty="0" smtClean="0"/>
              <a:t>What’s New</a:t>
            </a:r>
            <a:endParaRPr lang="en-US" spc="300" dirty="0"/>
          </a:p>
        </p:txBody>
      </p:sp>
      <p:cxnSp>
        <p:nvCxnSpPr>
          <p:cNvPr id="46" name="Straight Connector 45"/>
          <p:cNvCxnSpPr/>
          <p:nvPr/>
        </p:nvCxnSpPr>
        <p:spPr>
          <a:xfrm>
            <a:off x="1171090" y="3207808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>
            <a:off x="1187585" y="3836458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>
            <a:off x="1187584" y="4480983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>
            <a:off x="1187586" y="5115983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>
            <a:off x="1187585" y="5760508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2484263" y="2062820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Username: </a:t>
            </a:r>
            <a:r>
              <a:rPr lang="en-US" dirty="0" smtClean="0">
                <a:solidFill>
                  <a:srgbClr val="000000"/>
                </a:solidFill>
              </a:rPr>
              <a:t>Activity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73" name="Oval 72"/>
          <p:cNvSpPr/>
          <p:nvPr/>
        </p:nvSpPr>
        <p:spPr>
          <a:xfrm>
            <a:off x="1899820" y="1992943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4" name="Straight Connector 73"/>
          <p:cNvCxnSpPr>
            <a:stCxn id="73" idx="1"/>
            <a:endCxn id="73" idx="5"/>
          </p:cNvCxnSpPr>
          <p:nvPr/>
        </p:nvCxnSpPr>
        <p:spPr>
          <a:xfrm>
            <a:off x="1976452" y="2067412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/>
          <p:cNvCxnSpPr>
            <a:stCxn id="73" idx="3"/>
            <a:endCxn id="73" idx="7"/>
          </p:cNvCxnSpPr>
          <p:nvPr/>
        </p:nvCxnSpPr>
        <p:spPr>
          <a:xfrm flipV="1">
            <a:off x="1976452" y="2067412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7434562" y="2173472"/>
            <a:ext cx="139614" cy="139614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/>
          <p:cNvSpPr/>
          <p:nvPr/>
        </p:nvSpPr>
        <p:spPr>
          <a:xfrm>
            <a:off x="7434562" y="2831873"/>
            <a:ext cx="139614" cy="139614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TextBox 83"/>
          <p:cNvSpPr txBox="1"/>
          <p:nvPr/>
        </p:nvSpPr>
        <p:spPr>
          <a:xfrm>
            <a:off x="2492080" y="2715758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Username: </a:t>
            </a:r>
            <a:r>
              <a:rPr lang="en-US" dirty="0" smtClean="0">
                <a:solidFill>
                  <a:srgbClr val="000000"/>
                </a:solidFill>
              </a:rPr>
              <a:t>Activity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85" name="Oval 84"/>
          <p:cNvSpPr/>
          <p:nvPr/>
        </p:nvSpPr>
        <p:spPr>
          <a:xfrm>
            <a:off x="1907637" y="2645881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6" name="Straight Connector 85"/>
          <p:cNvCxnSpPr>
            <a:stCxn id="85" idx="1"/>
            <a:endCxn id="85" idx="5"/>
          </p:cNvCxnSpPr>
          <p:nvPr/>
        </p:nvCxnSpPr>
        <p:spPr>
          <a:xfrm>
            <a:off x="1984269" y="2720350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>
            <a:stCxn id="85" idx="3"/>
            <a:endCxn id="85" idx="7"/>
          </p:cNvCxnSpPr>
          <p:nvPr/>
        </p:nvCxnSpPr>
        <p:spPr>
          <a:xfrm flipV="1">
            <a:off x="1984269" y="2720350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2492080" y="3351661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Username: </a:t>
            </a:r>
            <a:r>
              <a:rPr lang="en-US" dirty="0" smtClean="0">
                <a:solidFill>
                  <a:srgbClr val="000000"/>
                </a:solidFill>
              </a:rPr>
              <a:t>Activity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89" name="Oval 88"/>
          <p:cNvSpPr/>
          <p:nvPr/>
        </p:nvSpPr>
        <p:spPr>
          <a:xfrm>
            <a:off x="1907637" y="3281784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0" name="Straight Connector 89"/>
          <p:cNvCxnSpPr>
            <a:stCxn id="89" idx="1"/>
            <a:endCxn id="89" idx="5"/>
          </p:cNvCxnSpPr>
          <p:nvPr/>
        </p:nvCxnSpPr>
        <p:spPr>
          <a:xfrm>
            <a:off x="1984269" y="3356253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/>
          <p:cNvCxnSpPr>
            <a:stCxn id="89" idx="3"/>
            <a:endCxn id="89" idx="7"/>
          </p:cNvCxnSpPr>
          <p:nvPr/>
        </p:nvCxnSpPr>
        <p:spPr>
          <a:xfrm flipV="1">
            <a:off x="1984269" y="3356253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2484263" y="3983277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Username: </a:t>
            </a:r>
            <a:r>
              <a:rPr lang="en-US" dirty="0" smtClean="0">
                <a:solidFill>
                  <a:srgbClr val="000000"/>
                </a:solidFill>
              </a:rPr>
              <a:t>Activity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93" name="Oval 92"/>
          <p:cNvSpPr/>
          <p:nvPr/>
        </p:nvSpPr>
        <p:spPr>
          <a:xfrm>
            <a:off x="1899820" y="3913400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4" name="Straight Connector 93"/>
          <p:cNvCxnSpPr>
            <a:stCxn id="93" idx="1"/>
            <a:endCxn id="93" idx="5"/>
          </p:cNvCxnSpPr>
          <p:nvPr/>
        </p:nvCxnSpPr>
        <p:spPr>
          <a:xfrm>
            <a:off x="1976452" y="3987869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/>
          <p:cNvCxnSpPr>
            <a:stCxn id="93" idx="3"/>
            <a:endCxn id="93" idx="7"/>
          </p:cNvCxnSpPr>
          <p:nvPr/>
        </p:nvCxnSpPr>
        <p:spPr>
          <a:xfrm flipV="1">
            <a:off x="1976452" y="3987869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2484263" y="4611097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Username: </a:t>
            </a:r>
            <a:r>
              <a:rPr lang="en-US" dirty="0" smtClean="0">
                <a:solidFill>
                  <a:srgbClr val="000000"/>
                </a:solidFill>
              </a:rPr>
              <a:t>Activity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97" name="Oval 96"/>
          <p:cNvSpPr/>
          <p:nvPr/>
        </p:nvSpPr>
        <p:spPr>
          <a:xfrm>
            <a:off x="1899820" y="4541220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8" name="Straight Connector 97"/>
          <p:cNvCxnSpPr>
            <a:stCxn id="97" idx="1"/>
            <a:endCxn id="97" idx="5"/>
          </p:cNvCxnSpPr>
          <p:nvPr/>
        </p:nvCxnSpPr>
        <p:spPr>
          <a:xfrm>
            <a:off x="1976452" y="4615689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/>
          <p:cNvCxnSpPr>
            <a:stCxn id="97" idx="3"/>
            <a:endCxn id="97" idx="7"/>
          </p:cNvCxnSpPr>
          <p:nvPr/>
        </p:nvCxnSpPr>
        <p:spPr>
          <a:xfrm flipV="1">
            <a:off x="1976452" y="4615689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2496891" y="5251812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Username: </a:t>
            </a:r>
            <a:r>
              <a:rPr lang="en-US" dirty="0" smtClean="0">
                <a:solidFill>
                  <a:srgbClr val="000000"/>
                </a:solidFill>
              </a:rPr>
              <a:t>Activity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101" name="Oval 100"/>
          <p:cNvSpPr/>
          <p:nvPr/>
        </p:nvSpPr>
        <p:spPr>
          <a:xfrm>
            <a:off x="1912448" y="5181935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/>
          <p:cNvCxnSpPr>
            <a:stCxn id="101" idx="1"/>
            <a:endCxn id="101" idx="5"/>
          </p:cNvCxnSpPr>
          <p:nvPr/>
        </p:nvCxnSpPr>
        <p:spPr>
          <a:xfrm>
            <a:off x="1989080" y="5256404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stCxn id="101" idx="3"/>
            <a:endCxn id="101" idx="7"/>
          </p:cNvCxnSpPr>
          <p:nvPr/>
        </p:nvCxnSpPr>
        <p:spPr>
          <a:xfrm flipV="1">
            <a:off x="1989080" y="5256404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2496891" y="5927499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Username: </a:t>
            </a:r>
            <a:r>
              <a:rPr lang="en-US" dirty="0" smtClean="0">
                <a:solidFill>
                  <a:srgbClr val="000000"/>
                </a:solidFill>
              </a:rPr>
              <a:t>Activity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105" name="Oval 104"/>
          <p:cNvSpPr/>
          <p:nvPr/>
        </p:nvSpPr>
        <p:spPr>
          <a:xfrm>
            <a:off x="1912448" y="5857622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6" name="Straight Connector 105"/>
          <p:cNvCxnSpPr>
            <a:stCxn id="105" idx="1"/>
            <a:endCxn id="105" idx="5"/>
          </p:cNvCxnSpPr>
          <p:nvPr/>
        </p:nvCxnSpPr>
        <p:spPr>
          <a:xfrm>
            <a:off x="1989080" y="5932091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/>
          <p:cNvCxnSpPr>
            <a:stCxn id="105" idx="3"/>
            <a:endCxn id="105" idx="7"/>
          </p:cNvCxnSpPr>
          <p:nvPr/>
        </p:nvCxnSpPr>
        <p:spPr>
          <a:xfrm flipV="1">
            <a:off x="1989080" y="5932091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Notifications</a:t>
            </a:r>
            <a:endParaRPr lang="en-US" sz="1600" dirty="0"/>
          </a:p>
        </p:txBody>
      </p:sp>
      <p:sp>
        <p:nvSpPr>
          <p:cNvPr id="122" name="Rectangle 121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123" name="Picture 122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124" name="Heart 123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5" name="Picture 124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126" name="Picture 125" descr="Untitled-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127" name="Picture 126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128" name="Isosceles Triangle 127"/>
          <p:cNvSpPr/>
          <p:nvPr/>
        </p:nvSpPr>
        <p:spPr>
          <a:xfrm>
            <a:off x="4149574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Rectangle 128"/>
          <p:cNvSpPr/>
          <p:nvPr/>
        </p:nvSpPr>
        <p:spPr>
          <a:xfrm>
            <a:off x="4170394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Rounded Rectangle 129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131" name="Rounded Rectangular Callout 130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7202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/>
          <p:cNvSpPr/>
          <p:nvPr/>
        </p:nvSpPr>
        <p:spPr>
          <a:xfrm>
            <a:off x="6814458" y="1683353"/>
            <a:ext cx="1029220" cy="430174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Edit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Oval 38"/>
          <p:cNvSpPr/>
          <p:nvPr/>
        </p:nvSpPr>
        <p:spPr>
          <a:xfrm>
            <a:off x="1635864" y="1672434"/>
            <a:ext cx="2104849" cy="2045441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" name="Picture 3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0621" y="1804394"/>
            <a:ext cx="1646204" cy="1646204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4131916" y="2616983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5336598" y="2616983"/>
            <a:ext cx="11598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Following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4177522" y="2848119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75" name="Straight Connector 74"/>
          <p:cNvCxnSpPr/>
          <p:nvPr/>
        </p:nvCxnSpPr>
        <p:spPr>
          <a:xfrm flipV="1">
            <a:off x="5239554" y="2659128"/>
            <a:ext cx="0" cy="514968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3844147" y="3091656"/>
            <a:ext cx="3479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Email: </a:t>
            </a:r>
            <a:r>
              <a:rPr lang="en-US" dirty="0" err="1" smtClean="0">
                <a:solidFill>
                  <a:srgbClr val="000000"/>
                </a:solidFill>
              </a:rPr>
              <a:t>xxxxxxxx@xxxxx.com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4068416" y="2018277"/>
            <a:ext cx="24587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spc="300" dirty="0" smtClean="0">
                <a:solidFill>
                  <a:srgbClr val="000000"/>
                </a:solidFill>
              </a:rPr>
              <a:t>Username</a:t>
            </a:r>
            <a:endParaRPr lang="en-US" sz="3600" b="1" spc="300" dirty="0">
              <a:solidFill>
                <a:srgbClr val="000000"/>
              </a:solidFill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5398958" y="2834776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81" name="Straight Connector 80"/>
          <p:cNvCxnSpPr/>
          <p:nvPr/>
        </p:nvCxnSpPr>
        <p:spPr>
          <a:xfrm>
            <a:off x="1187585" y="3820583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81"/>
          <p:cNvSpPr/>
          <p:nvPr/>
        </p:nvSpPr>
        <p:spPr>
          <a:xfrm>
            <a:off x="1674991" y="4026303"/>
            <a:ext cx="2603500" cy="24004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/>
          <p:cNvSpPr/>
          <p:nvPr/>
        </p:nvSpPr>
        <p:spPr>
          <a:xfrm>
            <a:off x="4878792" y="4026303"/>
            <a:ext cx="2603500" cy="24004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6" name="Straight Connector 85"/>
          <p:cNvCxnSpPr/>
          <p:nvPr/>
        </p:nvCxnSpPr>
        <p:spPr>
          <a:xfrm>
            <a:off x="1674991" y="4026303"/>
            <a:ext cx="2063235" cy="2400407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/>
          <p:nvPr/>
        </p:nvCxnSpPr>
        <p:spPr>
          <a:xfrm flipV="1">
            <a:off x="2238375" y="4026303"/>
            <a:ext cx="2040116" cy="240040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/>
          <p:cNvCxnSpPr/>
          <p:nvPr/>
        </p:nvCxnSpPr>
        <p:spPr>
          <a:xfrm>
            <a:off x="4878792" y="4024585"/>
            <a:ext cx="2058583" cy="2402125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/>
          <p:cNvCxnSpPr/>
          <p:nvPr/>
        </p:nvCxnSpPr>
        <p:spPr>
          <a:xfrm flipV="1">
            <a:off x="5398958" y="4024585"/>
            <a:ext cx="2083334" cy="2402125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Profile</a:t>
            </a:r>
            <a:endParaRPr lang="en-US" sz="1600" dirty="0"/>
          </a:p>
        </p:txBody>
      </p:sp>
      <p:sp>
        <p:nvSpPr>
          <p:cNvPr id="55" name="Rectangle 54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6" name="Picture 55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57" name="Heart 56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8" name="Picture 57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59" name="Picture 58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60" name="Picture 59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1" name="Isosceles Triangle 60"/>
          <p:cNvSpPr/>
          <p:nvPr/>
        </p:nvSpPr>
        <p:spPr>
          <a:xfrm>
            <a:off x="3676602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/>
          <p:cNvSpPr/>
          <p:nvPr/>
        </p:nvSpPr>
        <p:spPr>
          <a:xfrm>
            <a:off x="3697422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ounded Rectangle 62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4" name="Rounded Rectangular Callout 63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2581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5119"/>
            <a:ext cx="6779137" cy="559159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3091656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>
            <a:off x="1682750" y="1027662"/>
            <a:ext cx="2603500" cy="34551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1682750" y="4085140"/>
            <a:ext cx="2603500" cy="39763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4886551" y="1027662"/>
            <a:ext cx="2603500" cy="34551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4886551" y="4085140"/>
            <a:ext cx="2603500" cy="39763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Connector 43"/>
          <p:cNvCxnSpPr/>
          <p:nvPr/>
        </p:nvCxnSpPr>
        <p:spPr>
          <a:xfrm>
            <a:off x="1682750" y="1027662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V="1">
            <a:off x="1682750" y="1027662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>
            <a:off x="4886551" y="1025944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 flipV="1">
            <a:off x="4886551" y="1025944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1651000" y="4084609"/>
            <a:ext cx="1863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“ Tutorial Name ”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3362605" y="4156948"/>
            <a:ext cx="8790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No. of likes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4915279" y="4095922"/>
            <a:ext cx="1863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“ Tutorial Name ”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6626884" y="4168261"/>
            <a:ext cx="8790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No. of likes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1682750" y="4940617"/>
            <a:ext cx="2603500" cy="148609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4886551" y="4940619"/>
            <a:ext cx="2603500" cy="148609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Connector 56"/>
          <p:cNvCxnSpPr/>
          <p:nvPr/>
        </p:nvCxnSpPr>
        <p:spPr>
          <a:xfrm>
            <a:off x="1682750" y="4940618"/>
            <a:ext cx="1508125" cy="1486093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V="1">
            <a:off x="2682875" y="4940619"/>
            <a:ext cx="1603375" cy="1486091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>
            <a:off x="4886551" y="4938900"/>
            <a:ext cx="1490853" cy="1487811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V="1">
            <a:off x="5905500" y="4938901"/>
            <a:ext cx="1584551" cy="1487809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Profile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1562251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2298861" y="2193454"/>
            <a:ext cx="1680807" cy="1633367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" name="Picture 3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5653" y="2312829"/>
            <a:ext cx="1314560" cy="1314560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Edit Profile</a:t>
            </a:r>
            <a:endParaRPr lang="en-US" sz="1600" dirty="0"/>
          </a:p>
        </p:txBody>
      </p:sp>
      <p:sp>
        <p:nvSpPr>
          <p:cNvPr id="37" name="Rounded Rectangle 36"/>
          <p:cNvSpPr/>
          <p:nvPr/>
        </p:nvSpPr>
        <p:spPr>
          <a:xfrm>
            <a:off x="1907720" y="3966927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4989082" y="2852556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Username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4989082" y="3409673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E-mail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V="1">
            <a:off x="4612770" y="2193454"/>
            <a:ext cx="0" cy="2402641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6814458" y="1683353"/>
            <a:ext cx="1029220" cy="430174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Save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50" name="Straight Connector 49"/>
          <p:cNvCxnSpPr/>
          <p:nvPr/>
        </p:nvCxnSpPr>
        <p:spPr>
          <a:xfrm>
            <a:off x="1583696" y="4919413"/>
            <a:ext cx="6058147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3128649" y="5143752"/>
            <a:ext cx="3009508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Change Password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3128649" y="5747336"/>
            <a:ext cx="3009508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Delete Account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66" name="Picture 65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67" name="Heart 66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8" name="Picture 67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69" name="Picture 68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70" name="Picture 69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71" name="Rounded Rectangle 70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72" name="Rounded Rectangular Callout 71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Isosceles Triangle 72"/>
          <p:cNvSpPr/>
          <p:nvPr/>
        </p:nvSpPr>
        <p:spPr>
          <a:xfrm>
            <a:off x="5083630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/>
          <p:cNvSpPr/>
          <p:nvPr/>
        </p:nvSpPr>
        <p:spPr>
          <a:xfrm>
            <a:off x="5117171" y="1520253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7431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3635893" y="496565"/>
            <a:ext cx="33246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Change Password</a:t>
            </a:r>
            <a:endParaRPr lang="en-US" sz="1600" dirty="0"/>
          </a:p>
        </p:txBody>
      </p:sp>
      <p:sp>
        <p:nvSpPr>
          <p:cNvPr id="49" name="Rounded Rectangle 48"/>
          <p:cNvSpPr/>
          <p:nvPr/>
        </p:nvSpPr>
        <p:spPr>
          <a:xfrm>
            <a:off x="3407595" y="4651896"/>
            <a:ext cx="2463089" cy="430174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Save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3407596" y="2712510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Current Password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3407596" y="3265610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New Password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3407596" y="3822727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Re-New Password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45" name="Picture 44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46" name="Heart 45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0" name="Picture 49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52" name="Picture 51" descr="Untitled-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53" name="Picture 52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54" name="Rounded Rectangle 53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5" name="Rounded Rectangular Callout 54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Isosceles Triangle 55"/>
          <p:cNvSpPr/>
          <p:nvPr/>
        </p:nvSpPr>
        <p:spPr>
          <a:xfrm>
            <a:off x="5083630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5117171" y="1520253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4389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2298861" y="2193454"/>
            <a:ext cx="1680807" cy="1633367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" name="Picture 3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5653" y="2312829"/>
            <a:ext cx="1314560" cy="1314560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Edit Profile</a:t>
            </a:r>
            <a:endParaRPr lang="en-US" sz="1600" dirty="0"/>
          </a:p>
        </p:txBody>
      </p:sp>
      <p:sp>
        <p:nvSpPr>
          <p:cNvPr id="37" name="Rounded Rectangle 36"/>
          <p:cNvSpPr/>
          <p:nvPr/>
        </p:nvSpPr>
        <p:spPr>
          <a:xfrm>
            <a:off x="2405108" y="4106337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4989082" y="2852556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Username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4989082" y="3409673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E-mail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V="1">
            <a:off x="4908814" y="2193454"/>
            <a:ext cx="0" cy="2402641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6814458" y="1683353"/>
            <a:ext cx="1029220" cy="430174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Save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50" name="Straight Connector 49"/>
          <p:cNvCxnSpPr/>
          <p:nvPr/>
        </p:nvCxnSpPr>
        <p:spPr>
          <a:xfrm>
            <a:off x="1583696" y="4919413"/>
            <a:ext cx="6058147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3128649" y="5143752"/>
            <a:ext cx="3009508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Change Password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3128649" y="5747336"/>
            <a:ext cx="3009508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Delete Account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011301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34" name="Isosceles Triangle 33"/>
          <p:cNvSpPr/>
          <p:nvPr/>
        </p:nvSpPr>
        <p:spPr>
          <a:xfrm rot="5400000">
            <a:off x="4735264" y="3643186"/>
            <a:ext cx="1098433" cy="627161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ounded Rectangle 34"/>
          <p:cNvSpPr/>
          <p:nvPr/>
        </p:nvSpPr>
        <p:spPr>
          <a:xfrm>
            <a:off x="2201077" y="2543491"/>
            <a:ext cx="4837213" cy="2400549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40000" dist="76200" dir="336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2599606" y="3035373"/>
            <a:ext cx="1442573" cy="140463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599607" y="3035373"/>
            <a:ext cx="1405091" cy="140463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V="1">
            <a:off x="2599607" y="3035373"/>
            <a:ext cx="1442572" cy="140463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4176290" y="3053607"/>
            <a:ext cx="26047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smtClean="0">
                <a:solidFill>
                  <a:srgbClr val="000000"/>
                </a:solidFill>
              </a:rPr>
              <a:t>Are you sure to delete your account?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58" name="Straight Connector 57"/>
          <p:cNvCxnSpPr/>
          <p:nvPr/>
        </p:nvCxnSpPr>
        <p:spPr>
          <a:xfrm>
            <a:off x="4263197" y="3826821"/>
            <a:ext cx="2374866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/>
          <p:cNvSpPr/>
          <p:nvPr/>
        </p:nvSpPr>
        <p:spPr>
          <a:xfrm>
            <a:off x="4285170" y="3966789"/>
            <a:ext cx="1073836" cy="473213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No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5564227" y="3966790"/>
            <a:ext cx="1073836" cy="473213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Yes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70" name="Picture 69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71" name="Heart 70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2" name="Picture 71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73" name="Picture 72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74" name="Picture 73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77" name="Rounded Rectangle 76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78" name="Rounded Rectangular Callout 77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Isosceles Triangle 78"/>
          <p:cNvSpPr/>
          <p:nvPr/>
        </p:nvSpPr>
        <p:spPr>
          <a:xfrm>
            <a:off x="5083630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/>
          <p:cNvSpPr/>
          <p:nvPr/>
        </p:nvSpPr>
        <p:spPr>
          <a:xfrm>
            <a:off x="5117171" y="1520253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4774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1635864" y="1672434"/>
            <a:ext cx="2104849" cy="2045441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" name="Picture 3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0621" y="1804394"/>
            <a:ext cx="1646204" cy="1646204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4131916" y="2616983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5336598" y="2616983"/>
            <a:ext cx="11598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Following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4177522" y="2848119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75" name="Straight Connector 74"/>
          <p:cNvCxnSpPr/>
          <p:nvPr/>
        </p:nvCxnSpPr>
        <p:spPr>
          <a:xfrm flipV="1">
            <a:off x="5239554" y="2659128"/>
            <a:ext cx="0" cy="514968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3844147" y="3091656"/>
            <a:ext cx="3479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Email: </a:t>
            </a:r>
            <a:r>
              <a:rPr lang="en-US" dirty="0" err="1" smtClean="0">
                <a:solidFill>
                  <a:srgbClr val="000000"/>
                </a:solidFill>
              </a:rPr>
              <a:t>xxxxxxxx@xxxxx.com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4068416" y="2018277"/>
            <a:ext cx="24587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spc="300" dirty="0" smtClean="0">
                <a:solidFill>
                  <a:srgbClr val="000000"/>
                </a:solidFill>
              </a:rPr>
              <a:t>Username</a:t>
            </a:r>
            <a:endParaRPr lang="en-US" sz="3600" b="1" spc="300" dirty="0">
              <a:solidFill>
                <a:srgbClr val="000000"/>
              </a:solidFill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5398958" y="2834776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81" name="Straight Connector 80"/>
          <p:cNvCxnSpPr/>
          <p:nvPr/>
        </p:nvCxnSpPr>
        <p:spPr>
          <a:xfrm>
            <a:off x="1187585" y="3820583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81"/>
          <p:cNvSpPr/>
          <p:nvPr/>
        </p:nvSpPr>
        <p:spPr>
          <a:xfrm>
            <a:off x="1674991" y="4026303"/>
            <a:ext cx="2603500" cy="24004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/>
          <p:cNvSpPr/>
          <p:nvPr/>
        </p:nvSpPr>
        <p:spPr>
          <a:xfrm>
            <a:off x="4878792" y="4026303"/>
            <a:ext cx="2603500" cy="24004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6" name="Straight Connector 85"/>
          <p:cNvCxnSpPr/>
          <p:nvPr/>
        </p:nvCxnSpPr>
        <p:spPr>
          <a:xfrm>
            <a:off x="1674991" y="4026303"/>
            <a:ext cx="2063235" cy="2400407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/>
          <p:nvPr/>
        </p:nvCxnSpPr>
        <p:spPr>
          <a:xfrm flipV="1">
            <a:off x="2238375" y="4026303"/>
            <a:ext cx="2040116" cy="240040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/>
          <p:cNvCxnSpPr/>
          <p:nvPr/>
        </p:nvCxnSpPr>
        <p:spPr>
          <a:xfrm>
            <a:off x="4878792" y="4024585"/>
            <a:ext cx="2058583" cy="2402125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/>
          <p:cNvCxnSpPr/>
          <p:nvPr/>
        </p:nvCxnSpPr>
        <p:spPr>
          <a:xfrm flipV="1">
            <a:off x="5398958" y="4024585"/>
            <a:ext cx="2083334" cy="2402125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3635893" y="496565"/>
            <a:ext cx="36880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Other Blogger Profile</a:t>
            </a:r>
            <a:endParaRPr lang="en-US" sz="1600" dirty="0"/>
          </a:p>
        </p:txBody>
      </p:sp>
      <p:sp>
        <p:nvSpPr>
          <p:cNvPr id="37" name="Rounded Rectangle 36"/>
          <p:cNvSpPr/>
          <p:nvPr/>
        </p:nvSpPr>
        <p:spPr>
          <a:xfrm>
            <a:off x="6696666" y="1683353"/>
            <a:ext cx="1147012" cy="430174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Follow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8" name="Picture 57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59" name="Heart 58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0" name="Picture 59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61" name="Picture 60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62" name="Picture 61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3" name="Isosceles Triangle 62"/>
          <p:cNvSpPr/>
          <p:nvPr/>
        </p:nvSpPr>
        <p:spPr>
          <a:xfrm>
            <a:off x="3676602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3697422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ounded Rectangle 64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6" name="Rounded Rectangular Callout 65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21185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/>
          <p:cNvSpPr/>
          <p:nvPr/>
        </p:nvSpPr>
        <p:spPr>
          <a:xfrm>
            <a:off x="6696666" y="1683353"/>
            <a:ext cx="1147012" cy="430174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Followed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Oval 38"/>
          <p:cNvSpPr/>
          <p:nvPr/>
        </p:nvSpPr>
        <p:spPr>
          <a:xfrm>
            <a:off x="1635864" y="1672434"/>
            <a:ext cx="2104849" cy="2045441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" name="Picture 3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0621" y="1804394"/>
            <a:ext cx="1646204" cy="1646204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4131916" y="2616983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5336598" y="2616983"/>
            <a:ext cx="11598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Following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4177522" y="2848119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75" name="Straight Connector 74"/>
          <p:cNvCxnSpPr/>
          <p:nvPr/>
        </p:nvCxnSpPr>
        <p:spPr>
          <a:xfrm flipV="1">
            <a:off x="5239554" y="2659128"/>
            <a:ext cx="0" cy="514968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3844147" y="3091656"/>
            <a:ext cx="3479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Email: </a:t>
            </a:r>
            <a:r>
              <a:rPr lang="en-US" dirty="0" err="1" smtClean="0">
                <a:solidFill>
                  <a:srgbClr val="000000"/>
                </a:solidFill>
              </a:rPr>
              <a:t>xxxxxxxx@xxxxx.com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4068416" y="2018277"/>
            <a:ext cx="24587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spc="300" dirty="0" smtClean="0">
                <a:solidFill>
                  <a:srgbClr val="000000"/>
                </a:solidFill>
              </a:rPr>
              <a:t>Username</a:t>
            </a:r>
            <a:endParaRPr lang="en-US" sz="3600" b="1" spc="300" dirty="0">
              <a:solidFill>
                <a:srgbClr val="000000"/>
              </a:solidFill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5398958" y="2834776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81" name="Straight Connector 80"/>
          <p:cNvCxnSpPr/>
          <p:nvPr/>
        </p:nvCxnSpPr>
        <p:spPr>
          <a:xfrm>
            <a:off x="1187585" y="3820583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81"/>
          <p:cNvSpPr/>
          <p:nvPr/>
        </p:nvSpPr>
        <p:spPr>
          <a:xfrm>
            <a:off x="1674991" y="4026303"/>
            <a:ext cx="2603500" cy="24004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/>
          <p:cNvSpPr/>
          <p:nvPr/>
        </p:nvSpPr>
        <p:spPr>
          <a:xfrm>
            <a:off x="4878792" y="4026303"/>
            <a:ext cx="2603500" cy="24004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6" name="Straight Connector 85"/>
          <p:cNvCxnSpPr/>
          <p:nvPr/>
        </p:nvCxnSpPr>
        <p:spPr>
          <a:xfrm>
            <a:off x="1674991" y="4026303"/>
            <a:ext cx="2063235" cy="2400407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/>
          <p:nvPr/>
        </p:nvCxnSpPr>
        <p:spPr>
          <a:xfrm flipV="1">
            <a:off x="2238375" y="4026303"/>
            <a:ext cx="2040116" cy="240040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/>
          <p:cNvCxnSpPr/>
          <p:nvPr/>
        </p:nvCxnSpPr>
        <p:spPr>
          <a:xfrm>
            <a:off x="4878792" y="4024585"/>
            <a:ext cx="2058583" cy="2402125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/>
          <p:cNvCxnSpPr/>
          <p:nvPr/>
        </p:nvCxnSpPr>
        <p:spPr>
          <a:xfrm flipV="1">
            <a:off x="5398958" y="4024585"/>
            <a:ext cx="2083334" cy="2402125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3635892" y="496565"/>
            <a:ext cx="3846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Following Blogger Profile</a:t>
            </a:r>
            <a:endParaRPr lang="en-US" sz="1600" dirty="0"/>
          </a:p>
        </p:txBody>
      </p:sp>
      <p:sp>
        <p:nvSpPr>
          <p:cNvPr id="55" name="Rectangle 54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6" name="Picture 55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57" name="Heart 56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8" name="Picture 57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59" name="Picture 58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60" name="Picture 59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1" name="Isosceles Triangle 60"/>
          <p:cNvSpPr/>
          <p:nvPr/>
        </p:nvSpPr>
        <p:spPr>
          <a:xfrm>
            <a:off x="3676602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/>
          <p:cNvSpPr/>
          <p:nvPr/>
        </p:nvSpPr>
        <p:spPr>
          <a:xfrm>
            <a:off x="3697422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ounded Rectangle 62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4" name="Rounded Rectangular Callout 63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4239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2088031" y="2329947"/>
            <a:ext cx="2071948" cy="2013468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Create Tutorial</a:t>
            </a:r>
            <a:endParaRPr lang="en-US" sz="1600" dirty="0"/>
          </a:p>
        </p:txBody>
      </p:sp>
      <p:sp>
        <p:nvSpPr>
          <p:cNvPr id="37" name="Rounded Rectangle 36"/>
          <p:cNvSpPr/>
          <p:nvPr/>
        </p:nvSpPr>
        <p:spPr>
          <a:xfrm>
            <a:off x="1907720" y="4483520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4989082" y="2291726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Title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V="1">
            <a:off x="4612770" y="1847060"/>
            <a:ext cx="0" cy="3851034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1583696" y="5902982"/>
            <a:ext cx="6058147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989082" y="3033569"/>
            <a:ext cx="2463089" cy="35275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i="1" spc="300" dirty="0" smtClean="0">
                <a:solidFill>
                  <a:srgbClr val="000000"/>
                </a:solidFill>
              </a:rPr>
              <a:t>Category</a:t>
            </a:r>
            <a:endParaRPr lang="en-US" sz="1400" i="1" spc="300" dirty="0">
              <a:solidFill>
                <a:srgbClr val="000000"/>
              </a:solidFill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7086858" y="3033569"/>
            <a:ext cx="365314" cy="352760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Isosceles Triangle 34"/>
          <p:cNvSpPr/>
          <p:nvPr/>
        </p:nvSpPr>
        <p:spPr>
          <a:xfrm rot="10800000">
            <a:off x="7156784" y="3157615"/>
            <a:ext cx="221747" cy="150771"/>
          </a:xfrm>
          <a:prstGeom prst="triangle">
            <a:avLst/>
          </a:prstGeom>
          <a:solidFill>
            <a:schemeClr val="tx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4946560" y="3998159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Materials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4922223" y="4785641"/>
            <a:ext cx="2508687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901457" y="3525619"/>
            <a:ext cx="11995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</a:t>
            </a:r>
            <a:endParaRPr lang="en-US" sz="2000" b="1" dirty="0">
              <a:solidFill>
                <a:srgbClr val="000000"/>
              </a:solidFill>
            </a:endParaRPr>
          </a:p>
        </p:txBody>
      </p:sp>
      <p:pic>
        <p:nvPicPr>
          <p:cNvPr id="36" name="Picture 35" descr="fotocamera_foto_camera_icon_coloring_book_colouring-1969px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6085" y="2827897"/>
            <a:ext cx="1328605" cy="1022938"/>
          </a:xfrm>
          <a:prstGeom prst="rect">
            <a:avLst/>
          </a:prstGeom>
        </p:spPr>
      </p:pic>
      <p:sp>
        <p:nvSpPr>
          <p:cNvPr id="57" name="Rectangle 56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8" name="Picture 57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59" name="Heart 58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0" name="Picture 59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61" name="Picture 60" descr="Untitled-1.png"/>
          <p:cNvPicPr>
            <a:picLocks noChangeAspect="1"/>
          </p:cNvPicPr>
          <p:nvPr/>
        </p:nvPicPr>
        <p:blipFill>
          <a:blip r:embed="rId7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62" name="Picture 61" descr="power icon.jp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5" name="Rounded Rectangle 64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6" name="Rounded Rectangular Callout 65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Isosceles Triangle 66"/>
          <p:cNvSpPr/>
          <p:nvPr/>
        </p:nvSpPr>
        <p:spPr>
          <a:xfrm>
            <a:off x="4608031" y="1338538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/>
          <p:cNvSpPr/>
          <p:nvPr/>
        </p:nvSpPr>
        <p:spPr>
          <a:xfrm>
            <a:off x="4628851" y="1520253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4536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2088031" y="2329947"/>
            <a:ext cx="2071948" cy="2013468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Create Tutorial</a:t>
            </a:r>
            <a:endParaRPr lang="en-US" sz="1600" dirty="0"/>
          </a:p>
        </p:txBody>
      </p:sp>
      <p:sp>
        <p:nvSpPr>
          <p:cNvPr id="37" name="Rounded Rectangle 36"/>
          <p:cNvSpPr/>
          <p:nvPr/>
        </p:nvSpPr>
        <p:spPr>
          <a:xfrm>
            <a:off x="1907720" y="4483520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4989082" y="2291726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Title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V="1">
            <a:off x="4612770" y="1847060"/>
            <a:ext cx="0" cy="3851034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1583696" y="5902982"/>
            <a:ext cx="6058147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989082" y="3033569"/>
            <a:ext cx="2463089" cy="35275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i="1" spc="300" dirty="0" smtClean="0">
                <a:solidFill>
                  <a:srgbClr val="000000"/>
                </a:solidFill>
              </a:rPr>
              <a:t>Category</a:t>
            </a:r>
            <a:endParaRPr lang="en-US" sz="1400" i="1" spc="300" dirty="0">
              <a:solidFill>
                <a:srgbClr val="000000"/>
              </a:solidFill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7086858" y="3033569"/>
            <a:ext cx="365314" cy="352760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Isosceles Triangle 34"/>
          <p:cNvSpPr/>
          <p:nvPr/>
        </p:nvSpPr>
        <p:spPr>
          <a:xfrm rot="10800000">
            <a:off x="7156784" y="3157615"/>
            <a:ext cx="221747" cy="150771"/>
          </a:xfrm>
          <a:prstGeom prst="triangle">
            <a:avLst/>
          </a:prstGeom>
          <a:solidFill>
            <a:schemeClr val="tx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4946560" y="3998159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Materials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4922223" y="4785641"/>
            <a:ext cx="2508687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901457" y="3525619"/>
            <a:ext cx="11995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4989083" y="3386327"/>
            <a:ext cx="2463089" cy="24277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Connector 37"/>
          <p:cNvCxnSpPr/>
          <p:nvPr/>
        </p:nvCxnSpPr>
        <p:spPr>
          <a:xfrm>
            <a:off x="4989084" y="3636838"/>
            <a:ext cx="246308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/>
          <p:nvPr/>
        </p:nvCxnSpPr>
        <p:spPr>
          <a:xfrm>
            <a:off x="4989086" y="3910084"/>
            <a:ext cx="2463085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4989086" y="4180811"/>
            <a:ext cx="2463085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V="1">
            <a:off x="4989083" y="4449166"/>
            <a:ext cx="2463088" cy="1026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4989083" y="4730151"/>
            <a:ext cx="246308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959925" y="3618690"/>
            <a:ext cx="7554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Outfit</a:t>
            </a:r>
            <a:endParaRPr lang="en-US" sz="1400" dirty="0"/>
          </a:p>
        </p:txBody>
      </p:sp>
      <p:sp>
        <p:nvSpPr>
          <p:cNvPr id="53" name="TextBox 52"/>
          <p:cNvSpPr txBox="1"/>
          <p:nvPr/>
        </p:nvSpPr>
        <p:spPr>
          <a:xfrm>
            <a:off x="5838242" y="3891481"/>
            <a:ext cx="10549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Accessory</a:t>
            </a:r>
            <a:endParaRPr lang="en-US" sz="1400" dirty="0"/>
          </a:p>
        </p:txBody>
      </p:sp>
      <p:sp>
        <p:nvSpPr>
          <p:cNvPr id="54" name="TextBox 53"/>
          <p:cNvSpPr txBox="1"/>
          <p:nvPr/>
        </p:nvSpPr>
        <p:spPr>
          <a:xfrm>
            <a:off x="6062467" y="4165054"/>
            <a:ext cx="4793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Gift</a:t>
            </a:r>
            <a:endParaRPr lang="en-US" sz="1400" dirty="0"/>
          </a:p>
        </p:txBody>
      </p:sp>
      <p:sp>
        <p:nvSpPr>
          <p:cNvPr id="55" name="TextBox 54"/>
          <p:cNvSpPr txBox="1"/>
          <p:nvPr/>
        </p:nvSpPr>
        <p:spPr>
          <a:xfrm>
            <a:off x="6080773" y="4449166"/>
            <a:ext cx="4793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Kid</a:t>
            </a:r>
            <a:endParaRPr lang="en-US" sz="1400" dirty="0"/>
          </a:p>
        </p:txBody>
      </p:sp>
      <p:sp>
        <p:nvSpPr>
          <p:cNvPr id="56" name="TextBox 55"/>
          <p:cNvSpPr txBox="1"/>
          <p:nvPr/>
        </p:nvSpPr>
        <p:spPr>
          <a:xfrm>
            <a:off x="5944149" y="4719891"/>
            <a:ext cx="7838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Garden</a:t>
            </a:r>
            <a:endParaRPr lang="en-US" sz="1400" dirty="0"/>
          </a:p>
        </p:txBody>
      </p:sp>
      <p:sp>
        <p:nvSpPr>
          <p:cNvPr id="57" name="TextBox 56"/>
          <p:cNvSpPr txBox="1"/>
          <p:nvPr/>
        </p:nvSpPr>
        <p:spPr>
          <a:xfrm>
            <a:off x="5809067" y="4975502"/>
            <a:ext cx="10944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Home Decor</a:t>
            </a:r>
            <a:endParaRPr lang="en-US" sz="1400" dirty="0"/>
          </a:p>
        </p:txBody>
      </p:sp>
      <p:cxnSp>
        <p:nvCxnSpPr>
          <p:cNvPr id="58" name="Straight Connector 57"/>
          <p:cNvCxnSpPr/>
          <p:nvPr/>
        </p:nvCxnSpPr>
        <p:spPr>
          <a:xfrm>
            <a:off x="4989086" y="4998361"/>
            <a:ext cx="2463085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>
            <a:off x="4989086" y="5261198"/>
            <a:ext cx="2463085" cy="19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6020548" y="5519804"/>
            <a:ext cx="6869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Other</a:t>
            </a:r>
            <a:endParaRPr lang="en-US" sz="1400" dirty="0"/>
          </a:p>
        </p:txBody>
      </p:sp>
      <p:sp>
        <p:nvSpPr>
          <p:cNvPr id="61" name="TextBox 60"/>
          <p:cNvSpPr txBox="1"/>
          <p:nvPr/>
        </p:nvSpPr>
        <p:spPr>
          <a:xfrm>
            <a:off x="6085138" y="5261217"/>
            <a:ext cx="6869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Pet</a:t>
            </a:r>
            <a:endParaRPr lang="en-US" sz="1400" dirty="0"/>
          </a:p>
        </p:txBody>
      </p:sp>
      <p:cxnSp>
        <p:nvCxnSpPr>
          <p:cNvPr id="62" name="Straight Connector 61"/>
          <p:cNvCxnSpPr/>
          <p:nvPr/>
        </p:nvCxnSpPr>
        <p:spPr>
          <a:xfrm>
            <a:off x="4989083" y="5547702"/>
            <a:ext cx="246308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6116690" y="3360291"/>
            <a:ext cx="6869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All</a:t>
            </a:r>
            <a:endParaRPr lang="en-US" sz="1400" dirty="0"/>
          </a:p>
        </p:txBody>
      </p:sp>
      <p:pic>
        <p:nvPicPr>
          <p:cNvPr id="2" name="Picture 1" descr="fotocamera_foto_camera_icon_coloring_book_colouring-1969px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6085" y="2827897"/>
            <a:ext cx="1328605" cy="1022938"/>
          </a:xfrm>
          <a:prstGeom prst="rect">
            <a:avLst/>
          </a:prstGeom>
        </p:spPr>
      </p:pic>
      <p:sp>
        <p:nvSpPr>
          <p:cNvPr id="75" name="Rectangle 74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76" name="Picture 75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77" name="Heart 76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8" name="Picture 77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79" name="Picture 78" descr="Untitled-1.png"/>
          <p:cNvPicPr>
            <a:picLocks noChangeAspect="1"/>
          </p:cNvPicPr>
          <p:nvPr/>
        </p:nvPicPr>
        <p:blipFill>
          <a:blip r:embed="rId7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80" name="Picture 79" descr="power icon.jp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83" name="Rounded Rectangle 82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84" name="Rounded Rectangular Callout 83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Isosceles Triangle 84"/>
          <p:cNvSpPr/>
          <p:nvPr/>
        </p:nvSpPr>
        <p:spPr>
          <a:xfrm>
            <a:off x="4608031" y="1338538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/>
          <p:cNvSpPr/>
          <p:nvPr/>
        </p:nvSpPr>
        <p:spPr>
          <a:xfrm>
            <a:off x="4628851" y="1520253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9973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5119"/>
            <a:ext cx="6779137" cy="559159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284884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Create Tutorial</a:t>
            </a:r>
            <a:endParaRPr lang="en-US" sz="1600" dirty="0"/>
          </a:p>
        </p:txBody>
      </p:sp>
      <p:sp>
        <p:nvSpPr>
          <p:cNvPr id="37" name="Rounded Rectangle 36"/>
          <p:cNvSpPr/>
          <p:nvPr/>
        </p:nvSpPr>
        <p:spPr>
          <a:xfrm>
            <a:off x="1834079" y="828817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V="1">
            <a:off x="4612770" y="853439"/>
            <a:ext cx="0" cy="1351706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1510055" y="2441998"/>
            <a:ext cx="6097922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549830" y="2816458"/>
            <a:ext cx="6058147" cy="2930167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9515320"/>
              </p:ext>
            </p:extLst>
          </p:nvPr>
        </p:nvGraphicFramePr>
        <p:xfrm>
          <a:off x="1821689" y="3378833"/>
          <a:ext cx="5483201" cy="20686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191"/>
                <a:gridCol w="2778276"/>
                <a:gridCol w="1827734"/>
              </a:tblGrid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Step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Description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Picture</a:t>
                      </a:r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2524923" y="3002414"/>
            <a:ext cx="892692" cy="27481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pc="300" dirty="0" smtClean="0">
                <a:solidFill>
                  <a:srgbClr val="000000"/>
                </a:solidFill>
              </a:rPr>
              <a:t>  4</a:t>
            </a:r>
            <a:endParaRPr lang="en-US" spc="300" dirty="0">
              <a:solidFill>
                <a:srgbClr val="000000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133018" y="3002413"/>
            <a:ext cx="284598" cy="274818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Isosceles Triangle 24"/>
          <p:cNvSpPr/>
          <p:nvPr/>
        </p:nvSpPr>
        <p:spPr>
          <a:xfrm rot="10800000">
            <a:off x="3202189" y="3115167"/>
            <a:ext cx="151408" cy="102946"/>
          </a:xfrm>
          <a:prstGeom prst="triangle">
            <a:avLst/>
          </a:prstGeom>
          <a:solidFill>
            <a:schemeClr val="tx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1747408" y="2936578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I want 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422997" y="2925120"/>
            <a:ext cx="2091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s</a:t>
            </a:r>
            <a:r>
              <a:rPr lang="en-US" dirty="0" smtClean="0">
                <a:solidFill>
                  <a:srgbClr val="000000"/>
                </a:solidFill>
              </a:rPr>
              <a:t>teps for my tutorial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783009" y="3849816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5783009" y="4253650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5780753" y="4680189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5778497" y="5091801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4922223" y="1338573"/>
            <a:ext cx="2508687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4922223" y="828817"/>
            <a:ext cx="2508687" cy="298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5931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5119"/>
            <a:ext cx="6779137" cy="559159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4648409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Create Tutorial</a:t>
            </a:r>
            <a:endParaRPr lang="en-US" sz="1600" dirty="0"/>
          </a:p>
        </p:txBody>
      </p:sp>
      <p:sp>
        <p:nvSpPr>
          <p:cNvPr id="17" name="Rectangle 16"/>
          <p:cNvSpPr/>
          <p:nvPr/>
        </p:nvSpPr>
        <p:spPr>
          <a:xfrm>
            <a:off x="1577143" y="927118"/>
            <a:ext cx="6058147" cy="2930167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8538203"/>
              </p:ext>
            </p:extLst>
          </p:nvPr>
        </p:nvGraphicFramePr>
        <p:xfrm>
          <a:off x="1849002" y="1489493"/>
          <a:ext cx="5483201" cy="20686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191"/>
                <a:gridCol w="2778276"/>
                <a:gridCol w="1827734"/>
              </a:tblGrid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Step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Description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Picture</a:t>
                      </a:r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2552236" y="1113074"/>
            <a:ext cx="892692" cy="27481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pc="300" dirty="0" smtClean="0">
                <a:solidFill>
                  <a:srgbClr val="000000"/>
                </a:solidFill>
              </a:rPr>
              <a:t>  4</a:t>
            </a:r>
            <a:endParaRPr lang="en-US" spc="300" dirty="0">
              <a:solidFill>
                <a:srgbClr val="000000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160331" y="1113073"/>
            <a:ext cx="284598" cy="274818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Isosceles Triangle 24"/>
          <p:cNvSpPr/>
          <p:nvPr/>
        </p:nvSpPr>
        <p:spPr>
          <a:xfrm rot="10800000">
            <a:off x="3229502" y="1225827"/>
            <a:ext cx="151408" cy="102946"/>
          </a:xfrm>
          <a:prstGeom prst="triangle">
            <a:avLst/>
          </a:prstGeom>
          <a:solidFill>
            <a:schemeClr val="tx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1774721" y="1047238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I want 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450310" y="1035780"/>
            <a:ext cx="2091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s</a:t>
            </a:r>
            <a:r>
              <a:rPr lang="en-US" dirty="0" smtClean="0">
                <a:solidFill>
                  <a:srgbClr val="000000"/>
                </a:solidFill>
              </a:rPr>
              <a:t>teps for my tutorial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810322" y="1960476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5810322" y="2364310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5808066" y="2790849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5805810" y="3202461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6639667" y="5984520"/>
            <a:ext cx="1002323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spc="300" dirty="0" smtClean="0">
                <a:solidFill>
                  <a:srgbClr val="000000"/>
                </a:solidFill>
                <a:latin typeface="+mj-lt"/>
                <a:cs typeface="MAW "/>
              </a:rPr>
              <a:t>Done</a:t>
            </a:r>
            <a:endParaRPr lang="en-US" sz="16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32" name="Straight Connector 31"/>
          <p:cNvCxnSpPr/>
          <p:nvPr/>
        </p:nvCxnSpPr>
        <p:spPr>
          <a:xfrm>
            <a:off x="1537368" y="4117072"/>
            <a:ext cx="6097922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1736953" y="4344956"/>
            <a:ext cx="1748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Video (optional)</a:t>
            </a:r>
            <a:endParaRPr lang="en-US" dirty="0">
              <a:solidFill>
                <a:srgbClr val="000000"/>
              </a:solidFill>
            </a:endParaRPr>
          </a:p>
        </p:txBody>
      </p:sp>
      <p:graphicFrame>
        <p:nvGraphicFramePr>
          <p:cNvPr id="36" name="Table 3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1629219"/>
              </p:ext>
            </p:extLst>
          </p:nvPr>
        </p:nvGraphicFramePr>
        <p:xfrm>
          <a:off x="1849001" y="4714288"/>
          <a:ext cx="5483201" cy="82746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548499"/>
                <a:gridCol w="1934702"/>
              </a:tblGrid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Description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Video</a:t>
                      </a:r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37" name="Rectangle 36"/>
          <p:cNvSpPr/>
          <p:nvPr/>
        </p:nvSpPr>
        <p:spPr>
          <a:xfrm>
            <a:off x="1583843" y="4297331"/>
            <a:ext cx="6058147" cy="1528794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/>
          <p:cNvSpPr/>
          <p:nvPr/>
        </p:nvSpPr>
        <p:spPr>
          <a:xfrm>
            <a:off x="5810322" y="5184482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Video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15631404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Own Tutorial Detail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2772377" y="1487660"/>
            <a:ext cx="38035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Tutorial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044734" y="2061651"/>
            <a:ext cx="15702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By </a:t>
            </a:r>
            <a:r>
              <a:rPr lang="en-US" sz="2000" u="sng" dirty="0" smtClean="0">
                <a:solidFill>
                  <a:srgbClr val="000000"/>
                </a:solidFill>
              </a:rPr>
              <a:t>Username</a:t>
            </a:r>
            <a:endParaRPr lang="en-US" sz="2000" u="sng" dirty="0">
              <a:solidFill>
                <a:srgbClr val="000000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063594" y="2052048"/>
            <a:ext cx="13419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No. of likes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>
            <a:off x="1187585" y="2573866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2890750" y="3226585"/>
            <a:ext cx="3496781" cy="3200125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890750" y="3226585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890750" y="3226585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653305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7116082" y="1683353"/>
            <a:ext cx="727596" cy="430174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Edit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3" name="Picture 52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54" name="Heart 53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5" name="Picture 54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56" name="Picture 55" descr="Untitled-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57" name="Picture 56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0" name="Rounded Rectangle 59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1" name="Rounded Rectangular Callout 60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Isosceles Triangle 61"/>
          <p:cNvSpPr/>
          <p:nvPr/>
        </p:nvSpPr>
        <p:spPr>
          <a:xfrm>
            <a:off x="5085410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/>
          <p:cNvSpPr/>
          <p:nvPr/>
        </p:nvSpPr>
        <p:spPr>
          <a:xfrm>
            <a:off x="5106230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0112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4147"/>
            <a:ext cx="6779137" cy="55925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3933517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31" name="TextBox 30"/>
          <p:cNvSpPr txBox="1"/>
          <p:nvPr/>
        </p:nvSpPr>
        <p:spPr>
          <a:xfrm>
            <a:off x="2623848" y="2821451"/>
            <a:ext cx="300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  <a:endParaRPr lang="en-US" sz="2000" b="1" dirty="0" smtClean="0">
              <a:solidFill>
                <a:srgbClr val="000000"/>
              </a:solidFill>
            </a:endParaRPr>
          </a:p>
          <a:p>
            <a:r>
              <a:rPr lang="en-US" sz="2000" dirty="0" smtClean="0">
                <a:solidFill>
                  <a:srgbClr val="000000"/>
                </a:solidFill>
              </a:rPr>
              <a:t>Comment </a:t>
            </a:r>
            <a:r>
              <a:rPr lang="en-US" sz="2000" dirty="0">
                <a:solidFill>
                  <a:srgbClr val="000000"/>
                </a:solidFill>
              </a:rPr>
              <a:t>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623848" y="3766869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</a:p>
          <a:p>
            <a:r>
              <a:rPr lang="en-US" sz="2000" dirty="0">
                <a:solidFill>
                  <a:srgbClr val="000000"/>
                </a:solidFill>
              </a:rPr>
              <a:t>Comment 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623848" y="4724348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</a:p>
          <a:p>
            <a:r>
              <a:rPr lang="en-US" sz="2000" dirty="0">
                <a:solidFill>
                  <a:srgbClr val="000000"/>
                </a:solidFill>
              </a:rPr>
              <a:t>Comment 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cxnSp>
        <p:nvCxnSpPr>
          <p:cNvPr id="35" name="Straight Connector 34"/>
          <p:cNvCxnSpPr/>
          <p:nvPr/>
        </p:nvCxnSpPr>
        <p:spPr>
          <a:xfrm>
            <a:off x="1933960" y="3631098"/>
            <a:ext cx="5241039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>
            <a:off x="1933960" y="4567841"/>
            <a:ext cx="5241039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1933960" y="2916913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0" name="Picture 4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873" y="2949903"/>
            <a:ext cx="433588" cy="433588"/>
          </a:xfrm>
          <a:prstGeom prst="rect">
            <a:avLst/>
          </a:prstGeom>
        </p:spPr>
      </p:pic>
      <p:sp>
        <p:nvSpPr>
          <p:cNvPr id="52" name="Oval 51"/>
          <p:cNvSpPr/>
          <p:nvPr/>
        </p:nvSpPr>
        <p:spPr>
          <a:xfrm>
            <a:off x="1942931" y="3837870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3" name="Picture 52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7844" y="3870860"/>
            <a:ext cx="433588" cy="433588"/>
          </a:xfrm>
          <a:prstGeom prst="rect">
            <a:avLst/>
          </a:prstGeom>
        </p:spPr>
      </p:pic>
      <p:sp>
        <p:nvSpPr>
          <p:cNvPr id="54" name="Oval 53"/>
          <p:cNvSpPr/>
          <p:nvPr/>
        </p:nvSpPr>
        <p:spPr>
          <a:xfrm>
            <a:off x="1954001" y="4796375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5" name="Picture 54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8914" y="4829365"/>
            <a:ext cx="433588" cy="433588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6626884" y="5768134"/>
            <a:ext cx="1155701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Delete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2896531" y="831386"/>
            <a:ext cx="3496781" cy="1609948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Connector 38"/>
          <p:cNvCxnSpPr/>
          <p:nvPr/>
        </p:nvCxnSpPr>
        <p:spPr>
          <a:xfrm>
            <a:off x="3925632" y="831385"/>
            <a:ext cx="2358405" cy="1609949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 flipV="1">
            <a:off x="2896531" y="831385"/>
            <a:ext cx="2381629" cy="1609950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2405108" y="4106337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011301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37" name="Isosceles Triangle 36"/>
          <p:cNvSpPr/>
          <p:nvPr/>
        </p:nvSpPr>
        <p:spPr>
          <a:xfrm rot="5400000">
            <a:off x="4735264" y="3643186"/>
            <a:ext cx="1098433" cy="627161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ounded Rectangle 40"/>
          <p:cNvSpPr/>
          <p:nvPr/>
        </p:nvSpPr>
        <p:spPr>
          <a:xfrm>
            <a:off x="2201077" y="2543491"/>
            <a:ext cx="4837213" cy="2400549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40000" dist="76200" dir="336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2599606" y="3035373"/>
            <a:ext cx="1442573" cy="140463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599607" y="3035373"/>
            <a:ext cx="1405091" cy="140463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599607" y="3035373"/>
            <a:ext cx="1442572" cy="140463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176290" y="3053607"/>
            <a:ext cx="26047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smtClean="0">
                <a:solidFill>
                  <a:srgbClr val="000000"/>
                </a:solidFill>
              </a:rPr>
              <a:t>Are you sure to delete your tutorial?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>
            <a:off x="4263197" y="3826821"/>
            <a:ext cx="2374866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4285170" y="3966789"/>
            <a:ext cx="1073836" cy="473213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No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5564227" y="3966790"/>
            <a:ext cx="1073836" cy="473213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Yes</a:t>
            </a:r>
            <a:endParaRPr 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29727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2088031" y="2329947"/>
            <a:ext cx="2071948" cy="2013468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Edit Tutorial</a:t>
            </a:r>
            <a:endParaRPr lang="en-US" sz="1600" dirty="0"/>
          </a:p>
        </p:txBody>
      </p:sp>
      <p:sp>
        <p:nvSpPr>
          <p:cNvPr id="37" name="Rounded Rectangle 36"/>
          <p:cNvSpPr/>
          <p:nvPr/>
        </p:nvSpPr>
        <p:spPr>
          <a:xfrm>
            <a:off x="1907720" y="4483520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4989082" y="2291726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err="1" smtClean="0">
                <a:solidFill>
                  <a:schemeClr val="tx1"/>
                </a:solidFill>
              </a:rPr>
              <a:t>xxxxxxxxx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V="1">
            <a:off x="4612770" y="1847060"/>
            <a:ext cx="0" cy="3851034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1583696" y="5902982"/>
            <a:ext cx="6058147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989082" y="3033569"/>
            <a:ext cx="2463089" cy="35275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i="1" spc="300" dirty="0" smtClean="0">
                <a:solidFill>
                  <a:srgbClr val="000000"/>
                </a:solidFill>
              </a:rPr>
              <a:t>Category</a:t>
            </a:r>
            <a:endParaRPr lang="en-US" sz="1400" i="1" spc="300" dirty="0">
              <a:solidFill>
                <a:srgbClr val="000000"/>
              </a:solidFill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7086858" y="3033569"/>
            <a:ext cx="365314" cy="352760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Isosceles Triangle 34"/>
          <p:cNvSpPr/>
          <p:nvPr/>
        </p:nvSpPr>
        <p:spPr>
          <a:xfrm rot="10800000">
            <a:off x="7156784" y="3157615"/>
            <a:ext cx="221747" cy="150771"/>
          </a:xfrm>
          <a:prstGeom prst="triangle">
            <a:avLst/>
          </a:prstGeom>
          <a:solidFill>
            <a:schemeClr val="tx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4946560" y="3998159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err="1" smtClean="0">
                <a:solidFill>
                  <a:schemeClr val="tx1"/>
                </a:solidFill>
              </a:rPr>
              <a:t>xxxxxxxxxxxxxxxxxxx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4922223" y="4785641"/>
            <a:ext cx="2508687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901457" y="3525619"/>
            <a:ext cx="11995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</a:t>
            </a:r>
            <a:endParaRPr lang="en-US" sz="2000" b="1" dirty="0">
              <a:solidFill>
                <a:srgbClr val="000000"/>
              </a:solidFill>
            </a:endParaRPr>
          </a:p>
        </p:txBody>
      </p:sp>
      <p:cxnSp>
        <p:nvCxnSpPr>
          <p:cNvPr id="36" name="Straight Connector 35"/>
          <p:cNvCxnSpPr>
            <a:stCxn id="39" idx="1"/>
            <a:endCxn id="39" idx="5"/>
          </p:cNvCxnSpPr>
          <p:nvPr/>
        </p:nvCxnSpPr>
        <p:spPr>
          <a:xfrm>
            <a:off x="2391461" y="2624813"/>
            <a:ext cx="1465088" cy="1423736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>
            <a:stCxn id="39" idx="3"/>
            <a:endCxn id="39" idx="7"/>
          </p:cNvCxnSpPr>
          <p:nvPr/>
        </p:nvCxnSpPr>
        <p:spPr>
          <a:xfrm flipV="1">
            <a:off x="2391461" y="2624813"/>
            <a:ext cx="1465088" cy="1423736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9" name="Picture 58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60" name="Heart 59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1" name="Picture 60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62" name="Picture 61" descr="Untitled-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63" name="Picture 62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4" name="Isosceles Triangle 63"/>
          <p:cNvSpPr/>
          <p:nvPr/>
        </p:nvSpPr>
        <p:spPr>
          <a:xfrm>
            <a:off x="5085410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5106230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ounded Rectangle 65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7" name="Rounded Rectangular Callout 66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0727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5119"/>
            <a:ext cx="6779137" cy="559159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284884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Edit Tutorial</a:t>
            </a:r>
            <a:endParaRPr lang="en-US" sz="1600" dirty="0"/>
          </a:p>
        </p:txBody>
      </p:sp>
      <p:sp>
        <p:nvSpPr>
          <p:cNvPr id="37" name="Rounded Rectangle 36"/>
          <p:cNvSpPr/>
          <p:nvPr/>
        </p:nvSpPr>
        <p:spPr>
          <a:xfrm>
            <a:off x="1834079" y="828817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V="1">
            <a:off x="4612770" y="853439"/>
            <a:ext cx="0" cy="1351706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1510055" y="2441998"/>
            <a:ext cx="6097922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549830" y="2816459"/>
            <a:ext cx="6058147" cy="2883698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4875455"/>
              </p:ext>
            </p:extLst>
          </p:nvPr>
        </p:nvGraphicFramePr>
        <p:xfrm>
          <a:off x="1821689" y="3378833"/>
          <a:ext cx="5483201" cy="20686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191"/>
                <a:gridCol w="2778276"/>
                <a:gridCol w="1827734"/>
              </a:tblGrid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Step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Description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Picture</a:t>
                      </a:r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1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 smtClean="0"/>
                        <a:t>xxxxxxxxxxxxxxxxxxxxx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 smtClean="0"/>
                        <a:t>xxxxxxxxxxxxxxxxxxxxx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3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 smtClean="0"/>
                        <a:t>xxxxxxxxxxxxxxxxxxxxx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4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 smtClean="0"/>
                        <a:t>xxxxxxxxxxxxxxxxxxxxx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2524923" y="3002414"/>
            <a:ext cx="892692" cy="27481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pc="300" dirty="0" smtClean="0">
                <a:solidFill>
                  <a:srgbClr val="000000"/>
                </a:solidFill>
              </a:rPr>
              <a:t>  4</a:t>
            </a:r>
            <a:endParaRPr lang="en-US" spc="300" dirty="0">
              <a:solidFill>
                <a:srgbClr val="000000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133018" y="3002413"/>
            <a:ext cx="284598" cy="274818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Isosceles Triangle 24"/>
          <p:cNvSpPr/>
          <p:nvPr/>
        </p:nvSpPr>
        <p:spPr>
          <a:xfrm rot="10800000">
            <a:off x="3202189" y="3115167"/>
            <a:ext cx="151408" cy="102946"/>
          </a:xfrm>
          <a:prstGeom prst="triangle">
            <a:avLst/>
          </a:prstGeom>
          <a:solidFill>
            <a:schemeClr val="tx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1747408" y="2936578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I want 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422997" y="2925120"/>
            <a:ext cx="2091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s</a:t>
            </a:r>
            <a:r>
              <a:rPr lang="en-US" dirty="0" smtClean="0">
                <a:solidFill>
                  <a:srgbClr val="000000"/>
                </a:solidFill>
              </a:rPr>
              <a:t>teps for my tutorial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783009" y="3849816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5783009" y="4253650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5780753" y="4680189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5778497" y="5091801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4922223" y="1338573"/>
            <a:ext cx="2508687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4922223" y="828817"/>
            <a:ext cx="2508687" cy="298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07026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5119"/>
            <a:ext cx="6779137" cy="559159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4648409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Edit Tutorial</a:t>
            </a:r>
            <a:endParaRPr lang="en-US" sz="1600" dirty="0"/>
          </a:p>
        </p:txBody>
      </p:sp>
      <p:cxnSp>
        <p:nvCxnSpPr>
          <p:cNvPr id="50" name="Straight Connector 49"/>
          <p:cNvCxnSpPr/>
          <p:nvPr/>
        </p:nvCxnSpPr>
        <p:spPr>
          <a:xfrm>
            <a:off x="1537368" y="965408"/>
            <a:ext cx="6097922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577143" y="1339868"/>
            <a:ext cx="6058147" cy="2930167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6201974"/>
              </p:ext>
            </p:extLst>
          </p:nvPr>
        </p:nvGraphicFramePr>
        <p:xfrm>
          <a:off x="1849002" y="1902243"/>
          <a:ext cx="5483201" cy="20686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191"/>
                <a:gridCol w="2778276"/>
                <a:gridCol w="1827734"/>
              </a:tblGrid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Step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Description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Picture</a:t>
                      </a:r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1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 smtClean="0"/>
                        <a:t>xxxxxxxxxxxxxxxxxxxxx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 smtClean="0"/>
                        <a:t>xxxxxxxxxxxxxxxxxxxxx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3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 smtClean="0"/>
                        <a:t>xxxxxxxxxxxxxxxxxxxxx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4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 smtClean="0"/>
                        <a:t>xxxxxxxxxxxxxxxxxxxxx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2552236" y="1525824"/>
            <a:ext cx="892692" cy="27481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pc="300" dirty="0" smtClean="0">
                <a:solidFill>
                  <a:srgbClr val="000000"/>
                </a:solidFill>
              </a:rPr>
              <a:t>  4</a:t>
            </a:r>
            <a:endParaRPr lang="en-US" spc="300" dirty="0">
              <a:solidFill>
                <a:srgbClr val="000000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160331" y="1525823"/>
            <a:ext cx="284598" cy="274818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Isosceles Triangle 24"/>
          <p:cNvSpPr/>
          <p:nvPr/>
        </p:nvSpPr>
        <p:spPr>
          <a:xfrm rot="10800000">
            <a:off x="3229502" y="1638577"/>
            <a:ext cx="151408" cy="102946"/>
          </a:xfrm>
          <a:prstGeom prst="triangle">
            <a:avLst/>
          </a:prstGeom>
          <a:solidFill>
            <a:schemeClr val="tx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1774721" y="1459988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I want 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450310" y="1448530"/>
            <a:ext cx="2091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s</a:t>
            </a:r>
            <a:r>
              <a:rPr lang="en-US" dirty="0" smtClean="0">
                <a:solidFill>
                  <a:srgbClr val="000000"/>
                </a:solidFill>
              </a:rPr>
              <a:t>teps for my tutorial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810322" y="2373226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5810322" y="2777060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5808066" y="3203599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5805810" y="3615211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6632967" y="5863202"/>
            <a:ext cx="1002323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spc="300" dirty="0" smtClean="0">
                <a:solidFill>
                  <a:srgbClr val="000000"/>
                </a:solidFill>
                <a:latin typeface="+mj-lt"/>
                <a:cs typeface="MAW "/>
              </a:rPr>
              <a:t>Save</a:t>
            </a:r>
            <a:endParaRPr lang="en-US" sz="16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32" name="Straight Connector 31"/>
          <p:cNvCxnSpPr/>
          <p:nvPr/>
        </p:nvCxnSpPr>
        <p:spPr>
          <a:xfrm>
            <a:off x="1537368" y="4625072"/>
            <a:ext cx="6097922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1577143" y="5127038"/>
            <a:ext cx="6058147" cy="512643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err="1" smtClean="0">
                <a:solidFill>
                  <a:srgbClr val="000000"/>
                </a:solidFill>
              </a:rPr>
              <a:t>xxxxxxxxxxxxxxxxxxxxxxxxxxxxxxxxx</a:t>
            </a:r>
            <a:endParaRPr lang="en-US" i="1" dirty="0">
              <a:solidFill>
                <a:srgbClr val="000000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583843" y="4757706"/>
            <a:ext cx="1748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Video (optional)</a:t>
            </a:r>
            <a:endParaRPr 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77494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Connector 39"/>
          <p:cNvCxnSpPr/>
          <p:nvPr/>
        </p:nvCxnSpPr>
        <p:spPr>
          <a:xfrm>
            <a:off x="1187585" y="1919911"/>
            <a:ext cx="6762643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1187585" y="2563283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01726" y="1550579"/>
            <a:ext cx="18497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pc="300" dirty="0" smtClean="0"/>
              <a:t>Messages</a:t>
            </a:r>
            <a:endParaRPr lang="en-US" spc="300" dirty="0"/>
          </a:p>
        </p:txBody>
      </p:sp>
      <p:cxnSp>
        <p:nvCxnSpPr>
          <p:cNvPr id="46" name="Straight Connector 45"/>
          <p:cNvCxnSpPr/>
          <p:nvPr/>
        </p:nvCxnSpPr>
        <p:spPr>
          <a:xfrm>
            <a:off x="1171090" y="3207808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>
            <a:off x="1187585" y="3836458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>
            <a:off x="1187584" y="4480983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>
            <a:off x="1187586" y="5115983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>
            <a:off x="1187585" y="5760508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2484263" y="2062820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Shop name: </a:t>
            </a:r>
            <a:r>
              <a:rPr lang="en-US" dirty="0" smtClean="0">
                <a:solidFill>
                  <a:srgbClr val="000000"/>
                </a:solidFill>
              </a:rPr>
              <a:t>Message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73" name="Oval 72"/>
          <p:cNvSpPr/>
          <p:nvPr/>
        </p:nvSpPr>
        <p:spPr>
          <a:xfrm>
            <a:off x="1899820" y="1992943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4" name="Straight Connector 73"/>
          <p:cNvCxnSpPr>
            <a:stCxn id="73" idx="1"/>
            <a:endCxn id="73" idx="5"/>
          </p:cNvCxnSpPr>
          <p:nvPr/>
        </p:nvCxnSpPr>
        <p:spPr>
          <a:xfrm>
            <a:off x="1976452" y="2067412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/>
          <p:cNvCxnSpPr>
            <a:stCxn id="73" idx="3"/>
            <a:endCxn id="73" idx="7"/>
          </p:cNvCxnSpPr>
          <p:nvPr/>
        </p:nvCxnSpPr>
        <p:spPr>
          <a:xfrm flipV="1">
            <a:off x="1976452" y="2067412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7434562" y="2173472"/>
            <a:ext cx="139614" cy="139614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/>
          <p:cNvSpPr/>
          <p:nvPr/>
        </p:nvSpPr>
        <p:spPr>
          <a:xfrm>
            <a:off x="7434562" y="2831873"/>
            <a:ext cx="139614" cy="139614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Oval 84"/>
          <p:cNvSpPr/>
          <p:nvPr/>
        </p:nvSpPr>
        <p:spPr>
          <a:xfrm>
            <a:off x="1907637" y="2645881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6" name="Straight Connector 85"/>
          <p:cNvCxnSpPr>
            <a:stCxn id="85" idx="1"/>
            <a:endCxn id="85" idx="5"/>
          </p:cNvCxnSpPr>
          <p:nvPr/>
        </p:nvCxnSpPr>
        <p:spPr>
          <a:xfrm>
            <a:off x="1984269" y="2720350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>
            <a:stCxn id="85" idx="3"/>
            <a:endCxn id="85" idx="7"/>
          </p:cNvCxnSpPr>
          <p:nvPr/>
        </p:nvCxnSpPr>
        <p:spPr>
          <a:xfrm flipV="1">
            <a:off x="1984269" y="2720350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Oval 88"/>
          <p:cNvSpPr/>
          <p:nvPr/>
        </p:nvSpPr>
        <p:spPr>
          <a:xfrm>
            <a:off x="1907637" y="3281784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0" name="Straight Connector 89"/>
          <p:cNvCxnSpPr>
            <a:stCxn id="89" idx="1"/>
            <a:endCxn id="89" idx="5"/>
          </p:cNvCxnSpPr>
          <p:nvPr/>
        </p:nvCxnSpPr>
        <p:spPr>
          <a:xfrm>
            <a:off x="1984269" y="3356253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/>
          <p:cNvCxnSpPr>
            <a:stCxn id="89" idx="3"/>
            <a:endCxn id="89" idx="7"/>
          </p:cNvCxnSpPr>
          <p:nvPr/>
        </p:nvCxnSpPr>
        <p:spPr>
          <a:xfrm flipV="1">
            <a:off x="1984269" y="3356253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Oval 92"/>
          <p:cNvSpPr/>
          <p:nvPr/>
        </p:nvSpPr>
        <p:spPr>
          <a:xfrm>
            <a:off x="1899820" y="3913400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4" name="Straight Connector 93"/>
          <p:cNvCxnSpPr>
            <a:stCxn id="93" idx="1"/>
            <a:endCxn id="93" idx="5"/>
          </p:cNvCxnSpPr>
          <p:nvPr/>
        </p:nvCxnSpPr>
        <p:spPr>
          <a:xfrm>
            <a:off x="1976452" y="3987869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/>
          <p:cNvCxnSpPr>
            <a:stCxn id="93" idx="3"/>
            <a:endCxn id="93" idx="7"/>
          </p:cNvCxnSpPr>
          <p:nvPr/>
        </p:nvCxnSpPr>
        <p:spPr>
          <a:xfrm flipV="1">
            <a:off x="1976452" y="3987869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Oval 96"/>
          <p:cNvSpPr/>
          <p:nvPr/>
        </p:nvSpPr>
        <p:spPr>
          <a:xfrm>
            <a:off x="1899820" y="4541220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8" name="Straight Connector 97"/>
          <p:cNvCxnSpPr>
            <a:stCxn id="97" idx="1"/>
            <a:endCxn id="97" idx="5"/>
          </p:cNvCxnSpPr>
          <p:nvPr/>
        </p:nvCxnSpPr>
        <p:spPr>
          <a:xfrm>
            <a:off x="1976452" y="4615689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/>
          <p:cNvCxnSpPr>
            <a:stCxn id="97" idx="3"/>
            <a:endCxn id="97" idx="7"/>
          </p:cNvCxnSpPr>
          <p:nvPr/>
        </p:nvCxnSpPr>
        <p:spPr>
          <a:xfrm flipV="1">
            <a:off x="1976452" y="4615689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Oval 100"/>
          <p:cNvSpPr/>
          <p:nvPr/>
        </p:nvSpPr>
        <p:spPr>
          <a:xfrm>
            <a:off x="1912448" y="5181935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/>
          <p:cNvCxnSpPr>
            <a:stCxn id="101" idx="1"/>
            <a:endCxn id="101" idx="5"/>
          </p:cNvCxnSpPr>
          <p:nvPr/>
        </p:nvCxnSpPr>
        <p:spPr>
          <a:xfrm>
            <a:off x="1989080" y="5256404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stCxn id="101" idx="3"/>
            <a:endCxn id="101" idx="7"/>
          </p:cNvCxnSpPr>
          <p:nvPr/>
        </p:nvCxnSpPr>
        <p:spPr>
          <a:xfrm flipV="1">
            <a:off x="1989080" y="5256404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Oval 104"/>
          <p:cNvSpPr/>
          <p:nvPr/>
        </p:nvSpPr>
        <p:spPr>
          <a:xfrm>
            <a:off x="1912448" y="5857622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6" name="Straight Connector 105"/>
          <p:cNvCxnSpPr>
            <a:stCxn id="105" idx="1"/>
            <a:endCxn id="105" idx="5"/>
          </p:cNvCxnSpPr>
          <p:nvPr/>
        </p:nvCxnSpPr>
        <p:spPr>
          <a:xfrm>
            <a:off x="1989080" y="5932091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/>
          <p:cNvCxnSpPr>
            <a:stCxn id="105" idx="3"/>
            <a:endCxn id="105" idx="7"/>
          </p:cNvCxnSpPr>
          <p:nvPr/>
        </p:nvCxnSpPr>
        <p:spPr>
          <a:xfrm flipV="1">
            <a:off x="1989080" y="5932091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Message</a:t>
            </a:r>
            <a:endParaRPr lang="en-US" sz="1600" dirty="0"/>
          </a:p>
        </p:txBody>
      </p:sp>
      <p:sp>
        <p:nvSpPr>
          <p:cNvPr id="58" name="TextBox 57"/>
          <p:cNvSpPr txBox="1"/>
          <p:nvPr/>
        </p:nvSpPr>
        <p:spPr>
          <a:xfrm>
            <a:off x="2482615" y="2692948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Shop name: </a:t>
            </a:r>
            <a:r>
              <a:rPr lang="en-US" dirty="0">
                <a:solidFill>
                  <a:srgbClr val="000000"/>
                </a:solidFill>
              </a:rPr>
              <a:t>Message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2463327" y="3328851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Shop name: </a:t>
            </a:r>
            <a:r>
              <a:rPr lang="en-US" dirty="0">
                <a:solidFill>
                  <a:srgbClr val="000000"/>
                </a:solidFill>
              </a:rPr>
              <a:t>Message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2461679" y="3958979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Shop name: </a:t>
            </a:r>
            <a:r>
              <a:rPr lang="en-US" dirty="0">
                <a:solidFill>
                  <a:srgbClr val="000000"/>
                </a:solidFill>
              </a:rPr>
              <a:t>Message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2485676" y="4616678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Shop name: </a:t>
            </a:r>
            <a:r>
              <a:rPr lang="en-US" dirty="0">
                <a:solidFill>
                  <a:srgbClr val="000000"/>
                </a:solidFill>
              </a:rPr>
              <a:t>Message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2466388" y="5252581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Shop name: </a:t>
            </a:r>
            <a:r>
              <a:rPr lang="en-US" dirty="0">
                <a:solidFill>
                  <a:srgbClr val="000000"/>
                </a:solidFill>
              </a:rPr>
              <a:t>Message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2464740" y="5882709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Shop name: </a:t>
            </a:r>
            <a:r>
              <a:rPr lang="en-US" dirty="0">
                <a:solidFill>
                  <a:srgbClr val="000000"/>
                </a:solidFill>
              </a:rPr>
              <a:t>Message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112" name="Rectangle 111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113" name="Picture 112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114" name="Heart 113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5" name="Picture 114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116" name="Picture 115" descr="Untitled-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117" name="Picture 116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118" name="Isosceles Triangle 117"/>
          <p:cNvSpPr/>
          <p:nvPr/>
        </p:nvSpPr>
        <p:spPr>
          <a:xfrm>
            <a:off x="5584273" y="1352117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Rectangle 118"/>
          <p:cNvSpPr/>
          <p:nvPr/>
        </p:nvSpPr>
        <p:spPr>
          <a:xfrm>
            <a:off x="5605093" y="1533832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ounded Rectangle 119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121" name="Rounded Rectangular Callout 120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861646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Message Detail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3273278" y="1487660"/>
            <a:ext cx="297493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Shop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>
            <a:off x="1187585" y="2221046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626884" y="1683353"/>
            <a:ext cx="1216794" cy="430174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See Shop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1187586" y="5662812"/>
            <a:ext cx="6779138" cy="7638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ounded Rectangle 36"/>
          <p:cNvSpPr/>
          <p:nvPr/>
        </p:nvSpPr>
        <p:spPr>
          <a:xfrm>
            <a:off x="1413158" y="5844130"/>
            <a:ext cx="5342861" cy="449197"/>
          </a:xfrm>
          <a:prstGeom prst="roundRect">
            <a:avLst/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520339" y="5879719"/>
            <a:ext cx="317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spc="300" dirty="0" smtClean="0"/>
              <a:t>Type Message Here ...</a:t>
            </a:r>
            <a:endParaRPr lang="en-US" i="1" spc="300" dirty="0"/>
          </a:p>
        </p:txBody>
      </p:sp>
      <p:sp>
        <p:nvSpPr>
          <p:cNvPr id="45" name="Rounded Rectangle 44"/>
          <p:cNvSpPr/>
          <p:nvPr/>
        </p:nvSpPr>
        <p:spPr>
          <a:xfrm>
            <a:off x="6937550" y="5860439"/>
            <a:ext cx="900470" cy="406253"/>
          </a:xfrm>
          <a:prstGeom prst="roundRect">
            <a:avLst/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Send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1413158" y="3252564"/>
            <a:ext cx="2471052" cy="542135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Hello, may I help you?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6756019" y="2563283"/>
            <a:ext cx="966083" cy="542135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Hi :-)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5203433" y="4071019"/>
            <a:ext cx="2567037" cy="97834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I want to ask you about the knitting wools. Is it available in your shop?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5" name="Picture 54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56" name="Heart 55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7" name="Picture 56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58" name="Picture 57" descr="Untitled-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59" name="Picture 58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2" name="Rounded Rectangle 61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3" name="Rounded Rectangular Callout 62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Isosceles Triangle 63"/>
          <p:cNvSpPr/>
          <p:nvPr/>
        </p:nvSpPr>
        <p:spPr>
          <a:xfrm>
            <a:off x="5584273" y="1352117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5605093" y="1533832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25211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3732</TotalTime>
  <Words>865</Words>
  <Application>Microsoft Macintosh PowerPoint</Application>
  <PresentationFormat>On-screen Show (4:3)</PresentationFormat>
  <Paragraphs>362</Paragraphs>
  <Slides>32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pimchanok sripraphan</dc:creator>
  <cp:lastModifiedBy>pimchanok sripraphan</cp:lastModifiedBy>
  <cp:revision>146</cp:revision>
  <dcterms:created xsi:type="dcterms:W3CDTF">2014-05-25T15:52:57Z</dcterms:created>
  <dcterms:modified xsi:type="dcterms:W3CDTF">2014-10-11T18:52:46Z</dcterms:modified>
</cp:coreProperties>
</file>