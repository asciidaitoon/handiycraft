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jpeg" ContentType="image/jpeg"/>
  <Default Extension="rels" ContentType="application/vnd.openxmlformats-package.relationships+xml"/>
  <Default Extension="gif" ContentType="image/gif"/>
  <Default Extension="wdp" ContentType="image/vnd.ms-photo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6" r:id="rId3"/>
    <p:sldId id="278" r:id="rId4"/>
    <p:sldId id="269" r:id="rId5"/>
    <p:sldId id="257" r:id="rId6"/>
    <p:sldId id="274" r:id="rId7"/>
    <p:sldId id="259" r:id="rId8"/>
    <p:sldId id="260" r:id="rId9"/>
    <p:sldId id="265" r:id="rId10"/>
    <p:sldId id="297" r:id="rId11"/>
    <p:sldId id="298" r:id="rId12"/>
    <p:sldId id="267" r:id="rId13"/>
    <p:sldId id="268" r:id="rId14"/>
    <p:sldId id="261" r:id="rId15"/>
    <p:sldId id="262" r:id="rId16"/>
    <p:sldId id="263" r:id="rId17"/>
    <p:sldId id="270" r:id="rId18"/>
    <p:sldId id="273" r:id="rId19"/>
    <p:sldId id="291" r:id="rId20"/>
    <p:sldId id="271" r:id="rId21"/>
    <p:sldId id="272" r:id="rId22"/>
    <p:sldId id="279" r:id="rId23"/>
    <p:sldId id="287" r:id="rId24"/>
    <p:sldId id="276" r:id="rId25"/>
    <p:sldId id="295" r:id="rId26"/>
    <p:sldId id="280" r:id="rId27"/>
    <p:sldId id="292" r:id="rId28"/>
    <p:sldId id="293" r:id="rId29"/>
    <p:sldId id="294" r:id="rId30"/>
    <p:sldId id="296" r:id="rId31"/>
    <p:sldId id="288" r:id="rId32"/>
    <p:sldId id="299" r:id="rId33"/>
    <p:sldId id="302" r:id="rId34"/>
    <p:sldId id="300" r:id="rId35"/>
    <p:sldId id="301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-2160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printerSettings" Target="printerSettings/printerSettings1.bin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h-TH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22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97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113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30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43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982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1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937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35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91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485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49484-7B62-5B4F-8329-106176ECF3B8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87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microsoft.com/office/2007/relationships/hdphoto" Target="../media/hdphoto1.wdp"/><Relationship Id="rId6" Type="http://schemas.openxmlformats.org/officeDocument/2006/relationships/image" Target="../media/image5.png"/><Relationship Id="rId7" Type="http://schemas.microsoft.com/office/2007/relationships/hdphoto" Target="../media/hdphoto2.wdp"/><Relationship Id="rId8" Type="http://schemas.openxmlformats.org/officeDocument/2006/relationships/image" Target="../media/image3.png"/><Relationship Id="rId9" Type="http://schemas.openxmlformats.org/officeDocument/2006/relationships/image" Target="../media/image6.jpg"/><Relationship Id="rId10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497610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1698625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02426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Home Page</a:t>
            </a:r>
            <a:endParaRPr lang="en-US" sz="1600" dirty="0"/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59" name="Donut 58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Connector 64"/>
          <p:cNvCxnSpPr>
            <a:stCxn id="64" idx="1"/>
            <a:endCxn id="64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64" idx="3"/>
            <a:endCxn id="64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/>
          <p:cNvCxnSpPr>
            <a:stCxn id="67" idx="1"/>
            <a:endCxn id="67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67" idx="3"/>
            <a:endCxn id="67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/>
          <p:cNvCxnSpPr>
            <a:stCxn id="70" idx="1"/>
            <a:endCxn id="70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>
            <a:stCxn id="70" idx="3"/>
            <a:endCxn id="70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Connector 76"/>
          <p:cNvCxnSpPr>
            <a:stCxn id="76" idx="1"/>
            <a:endCxn id="76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>
            <a:stCxn id="76" idx="3"/>
            <a:endCxn id="76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/>
          <p:cNvCxnSpPr>
            <a:stCxn id="79" idx="1"/>
            <a:endCxn id="79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>
            <a:stCxn id="79" idx="3"/>
            <a:endCxn id="79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/>
          <p:cNvCxnSpPr>
            <a:stCxn id="82" idx="1"/>
            <a:endCxn id="82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82" idx="3"/>
            <a:endCxn id="82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76156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8542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5" name="Picture 3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575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362149" y="107555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5" name="Picture 3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237876" y="2486785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Isosceles Triangle 45"/>
          <p:cNvSpPr/>
          <p:nvPr/>
        </p:nvSpPr>
        <p:spPr>
          <a:xfrm rot="5400000">
            <a:off x="4237876" y="350377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1533702" y="2195546"/>
            <a:ext cx="6162588" cy="267062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2019699" y="2796513"/>
            <a:ext cx="5204782" cy="16030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2102218" y="289596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>
            <a:off x="2102219" y="289596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2102219" y="289596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653305" y="2322466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53" name="Picture 52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37" y="2270836"/>
            <a:ext cx="459697" cy="459697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6405554" y="4464738"/>
            <a:ext cx="818740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Post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223218" y="3226585"/>
            <a:ext cx="2228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Detail</a:t>
            </a:r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570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16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4029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505911" y="29560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696583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78299" y="4303673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000000"/>
                </a:solidFill>
              </a:rPr>
              <a:t>Forgot Password ?</a:t>
            </a:r>
            <a:endParaRPr lang="en-US" u="sng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Log in</a:t>
            </a:r>
            <a:endParaRPr lang="en-US" sz="1600" dirty="0"/>
          </a:p>
        </p:txBody>
      </p:sp>
      <p:sp>
        <p:nvSpPr>
          <p:cNvPr id="32" name="Rectangle 31"/>
          <p:cNvSpPr/>
          <p:nvPr/>
        </p:nvSpPr>
        <p:spPr>
          <a:xfrm>
            <a:off x="3777182" y="1527714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291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76263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5119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Submit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Forgot Password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3760688" y="1903895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162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436444" y="248527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436444" y="3022495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36444" y="4893292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436444" y="4113012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36444" y="3566528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Register</a:t>
            </a:r>
            <a:endParaRPr lang="en-US" sz="1600" dirty="0"/>
          </a:p>
        </p:txBody>
      </p:sp>
      <p:sp>
        <p:nvSpPr>
          <p:cNvPr id="34" name="Rectangle 33"/>
          <p:cNvSpPr/>
          <p:nvPr/>
        </p:nvSpPr>
        <p:spPr>
          <a:xfrm>
            <a:off x="3678218" y="1744511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2967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8" name="Heart 47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362605" y="1745423"/>
            <a:ext cx="824257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682750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682750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886551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886551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61"/>
          <p:cNvCxnSpPr/>
          <p:nvPr/>
        </p:nvCxnSpPr>
        <p:spPr>
          <a:xfrm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651000" y="5974444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362605" y="6046783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915279" y="5985757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626884" y="6058096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Blogger Home Page</a:t>
            </a:r>
            <a:endParaRPr lang="en-US" sz="1600" dirty="0"/>
          </a:p>
        </p:txBody>
      </p:sp>
      <p:pic>
        <p:nvPicPr>
          <p:cNvPr id="2" name="Picture 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43" idx="1"/>
            <a:endCxn id="43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3"/>
            <a:endCxn id="43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/>
          <p:cNvCxnSpPr>
            <a:stCxn id="46" idx="1"/>
            <a:endCxn id="46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46" idx="3"/>
            <a:endCxn id="46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/>
          <p:cNvCxnSpPr>
            <a:stCxn id="52" idx="1"/>
            <a:endCxn id="52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52" idx="3"/>
            <a:endCxn id="52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Connector 69"/>
          <p:cNvCxnSpPr>
            <a:stCxn id="59" idx="1"/>
            <a:endCxn id="59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59" idx="3"/>
            <a:endCxn id="59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Connector 74"/>
          <p:cNvCxnSpPr>
            <a:stCxn id="72" idx="1"/>
            <a:endCxn id="72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72" idx="3"/>
            <a:endCxn id="72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Connector 77"/>
          <p:cNvCxnSpPr>
            <a:stCxn id="77" idx="1"/>
            <a:endCxn id="77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77" idx="3"/>
            <a:endCxn id="77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>
            <a:stCxn id="80" idx="1"/>
            <a:endCxn id="80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80" idx="3"/>
            <a:endCxn id="80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" name="Isosceles Triangle 5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ounded Rectangle 9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2" name="Rounded Rectangular Callout 9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3" name="Picture 92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218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Isosceles Triangle 59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hop-256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524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100" dirty="0" smtClean="0">
                <a:solidFill>
                  <a:schemeClr val="bg1"/>
                </a:solidFill>
                <a:latin typeface="+mj-lt"/>
                <a:cs typeface="MAW "/>
              </a:rPr>
              <a:t>Liked</a:t>
            </a:r>
            <a:endParaRPr lang="en-US" spc="1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1" name="Picture 50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4" name="Heart 5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8" name="Isosceles Triangle 57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1" name="Rounded Rectangular Callout 6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hop-256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289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237876" y="2486785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/>
          <p:cNvSpPr/>
          <p:nvPr/>
        </p:nvSpPr>
        <p:spPr>
          <a:xfrm rot="5400000">
            <a:off x="4237876" y="350377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1533702" y="2195546"/>
            <a:ext cx="6162588" cy="267062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2019699" y="2796513"/>
            <a:ext cx="5204782" cy="16030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2102218" y="289596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2102219" y="289596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102219" y="289596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653305" y="2322466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60" name="Picture 59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37" y="2270836"/>
            <a:ext cx="459697" cy="459697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405554" y="4464738"/>
            <a:ext cx="818740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Post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223218" y="3226585"/>
            <a:ext cx="2228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Detail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4" name="Picture 63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5" name="Heart 64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6" name="Picture 65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7" name="Picture 66" descr="Untitled-1.png"/>
          <p:cNvPicPr>
            <a:picLocks noChangeAspect="1"/>
          </p:cNvPicPr>
          <p:nvPr/>
        </p:nvPicPr>
        <p:blipFill>
          <a:blip r:embed="rId8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8" name="Picture 67" descr="power icon.jp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9" name="Isosceles Triangle 68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2" name="Rounded Rectangular Callout 7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shop-256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84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678382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42" name="Rectangle 41"/>
          <p:cNvSpPr/>
          <p:nvPr/>
        </p:nvSpPr>
        <p:spPr>
          <a:xfrm>
            <a:off x="2896531" y="8313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6531" y="8313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6531" y="8313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253949" y="5382261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543152" y="4335866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2468996" y="4335866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991" y="4405582"/>
            <a:ext cx="657079" cy="65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554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5686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0" name="Rounded Rectangle 29"/>
          <p:cNvSpPr/>
          <p:nvPr/>
        </p:nvSpPr>
        <p:spPr>
          <a:xfrm>
            <a:off x="5253949" y="2144425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543152" y="1098030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468996" y="1098030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991" y="1167746"/>
            <a:ext cx="657079" cy="657079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80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>
            <a:off x="1187585" y="1919911"/>
            <a:ext cx="676264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187585" y="25632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01726" y="1550579"/>
            <a:ext cx="184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300" dirty="0" smtClean="0"/>
              <a:t>What’s New</a:t>
            </a:r>
            <a:endParaRPr lang="en-US" spc="300" dirty="0"/>
          </a:p>
        </p:txBody>
      </p:sp>
      <p:cxnSp>
        <p:nvCxnSpPr>
          <p:cNvPr id="46" name="Straight Connector 45"/>
          <p:cNvCxnSpPr/>
          <p:nvPr/>
        </p:nvCxnSpPr>
        <p:spPr>
          <a:xfrm>
            <a:off x="1171090" y="32078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1187585" y="383645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1187584" y="4480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187586" y="5115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1187585" y="57605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484263" y="2062820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73" name="Oval 72"/>
          <p:cNvSpPr/>
          <p:nvPr/>
        </p:nvSpPr>
        <p:spPr>
          <a:xfrm>
            <a:off x="1899820" y="199294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434562" y="2173472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7434562" y="2831873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2492080" y="271575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5" name="Oval 84"/>
          <p:cNvSpPr/>
          <p:nvPr/>
        </p:nvSpPr>
        <p:spPr>
          <a:xfrm>
            <a:off x="1907637" y="2645881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492080" y="335166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9" name="Oval 88"/>
          <p:cNvSpPr/>
          <p:nvPr/>
        </p:nvSpPr>
        <p:spPr>
          <a:xfrm>
            <a:off x="1907637" y="3281784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>
            <a:stCxn id="89" idx="1"/>
            <a:endCxn id="89" idx="5"/>
          </p:cNvCxnSpPr>
          <p:nvPr/>
        </p:nvCxnSpPr>
        <p:spPr>
          <a:xfrm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89" idx="3"/>
            <a:endCxn id="89" idx="7"/>
          </p:cNvCxnSpPr>
          <p:nvPr/>
        </p:nvCxnSpPr>
        <p:spPr>
          <a:xfrm flipV="1"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2484263" y="3983277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1899820" y="391340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Connector 93"/>
          <p:cNvCxnSpPr>
            <a:stCxn id="93" idx="1"/>
            <a:endCxn id="93" idx="5"/>
          </p:cNvCxnSpPr>
          <p:nvPr/>
        </p:nvCxnSpPr>
        <p:spPr>
          <a:xfrm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93" idx="3"/>
            <a:endCxn id="93" idx="7"/>
          </p:cNvCxnSpPr>
          <p:nvPr/>
        </p:nvCxnSpPr>
        <p:spPr>
          <a:xfrm flipV="1"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2484263" y="4611097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7" name="Oval 96"/>
          <p:cNvSpPr/>
          <p:nvPr/>
        </p:nvSpPr>
        <p:spPr>
          <a:xfrm>
            <a:off x="1899820" y="45412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/>
          <p:cNvCxnSpPr>
            <a:stCxn id="97" idx="1"/>
            <a:endCxn id="97" idx="5"/>
          </p:cNvCxnSpPr>
          <p:nvPr/>
        </p:nvCxnSpPr>
        <p:spPr>
          <a:xfrm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7" idx="3"/>
            <a:endCxn id="97" idx="7"/>
          </p:cNvCxnSpPr>
          <p:nvPr/>
        </p:nvCxnSpPr>
        <p:spPr>
          <a:xfrm flipV="1"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496891" y="5251812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1912448" y="5181935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/>
          <p:cNvCxnSpPr>
            <a:stCxn id="101" idx="1"/>
            <a:endCxn id="101" idx="5"/>
          </p:cNvCxnSpPr>
          <p:nvPr/>
        </p:nvCxnSpPr>
        <p:spPr>
          <a:xfrm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101" idx="3"/>
            <a:endCxn id="101" idx="7"/>
          </p:cNvCxnSpPr>
          <p:nvPr/>
        </p:nvCxnSpPr>
        <p:spPr>
          <a:xfrm flipV="1"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2496891" y="592749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1912448" y="5857622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Straight Connector 105"/>
          <p:cNvCxnSpPr>
            <a:stCxn id="105" idx="1"/>
            <a:endCxn id="105" idx="5"/>
          </p:cNvCxnSpPr>
          <p:nvPr/>
        </p:nvCxnSpPr>
        <p:spPr>
          <a:xfrm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stCxn id="105" idx="3"/>
            <a:endCxn id="105" idx="7"/>
          </p:cNvCxnSpPr>
          <p:nvPr/>
        </p:nvCxnSpPr>
        <p:spPr>
          <a:xfrm flipV="1"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Notifications</a:t>
            </a:r>
            <a:endParaRPr lang="en-US" sz="1600" dirty="0"/>
          </a:p>
        </p:txBody>
      </p:sp>
      <p:sp>
        <p:nvSpPr>
          <p:cNvPr id="122" name="Rectangle 12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123" name="Picture 12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124" name="Heart 12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5" name="Picture 12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126" name="Picture 12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127" name="Picture 12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128" name="Isosceles Triangle 127"/>
          <p:cNvSpPr/>
          <p:nvPr/>
        </p:nvSpPr>
        <p:spPr>
          <a:xfrm>
            <a:off x="4149574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4170394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ounded Rectangle 12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31" name="Rounded Rectangular Callout 13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720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6" name="Picture 5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7" name="Heart 5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9" name="Picture 5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1" name="Isosceles Triangle 60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Rounded Rectangular Callout 6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258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091656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1682750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1682750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4886551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4886551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651000" y="4084609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362605" y="4156948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915279" y="4095922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626884" y="4168261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682750" y="4940617"/>
            <a:ext cx="2603500" cy="14860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886551" y="4940619"/>
            <a:ext cx="2603500" cy="14860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1682750" y="4940618"/>
            <a:ext cx="1508125" cy="1486093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682875" y="4940619"/>
            <a:ext cx="1603375" cy="148609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886551" y="4938900"/>
            <a:ext cx="1490853" cy="148781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5905500" y="4938901"/>
            <a:ext cx="1584551" cy="148780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56225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396692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6" name="Picture 6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7" name="Heart 6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9" name="Picture 6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70" name="Picture 6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2" name="Rounded Rectangular Callout 7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Isosceles Triangle 72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743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33246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Change Password</a:t>
            </a:r>
            <a:endParaRPr lang="en-US" sz="1600" dirty="0"/>
          </a:p>
        </p:txBody>
      </p:sp>
      <p:sp>
        <p:nvSpPr>
          <p:cNvPr id="49" name="Rounded Rectangle 48"/>
          <p:cNvSpPr/>
          <p:nvPr/>
        </p:nvSpPr>
        <p:spPr>
          <a:xfrm>
            <a:off x="3407595" y="4651896"/>
            <a:ext cx="2463089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407596" y="27125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Current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407596" y="32656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407596" y="382272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45" name="Picture 4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6" name="Heart 4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2" name="Picture 5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3" name="Picture 52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ular Callout 54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Isosceles Triangle 55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4389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908814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4" name="Isosceles Triangle 33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account?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58" name="Straight Connector 57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0" name="Picture 69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71" name="Heart 70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71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74" name="Picture 73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7" name="Rounded Rectangle 76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8" name="Rounded Rectangular Callout 77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477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3688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Other Blogger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6696666" y="1683353"/>
            <a:ext cx="1147012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Follow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9" name="Heart 58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1" name="Picture 60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3" name="Isosceles Triangle 62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6" name="Rounded Rectangular Callout 65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118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696666" y="1683353"/>
            <a:ext cx="1147012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Followed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2" y="496565"/>
            <a:ext cx="3846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Following Blogger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6" name="Picture 5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7" name="Heart 5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9" name="Picture 5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1" name="Isosceles Triangle 60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Rounded Rectangular Callout 6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423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pic>
        <p:nvPicPr>
          <p:cNvPr id="36" name="Picture 35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9" name="Heart 58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1" name="Picture 60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6" name="Rounded Rectangular Callout 65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Isosceles Triangle 66"/>
          <p:cNvSpPr/>
          <p:nvPr/>
        </p:nvSpPr>
        <p:spPr>
          <a:xfrm>
            <a:off x="4608031" y="1338538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462885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 descr="shop-256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453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989083" y="3386327"/>
            <a:ext cx="2463089" cy="24277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/>
          <p:cNvCxnSpPr/>
          <p:nvPr/>
        </p:nvCxnSpPr>
        <p:spPr>
          <a:xfrm>
            <a:off x="4989084" y="3636838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989086" y="3910084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989086" y="418081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89083" y="4449166"/>
            <a:ext cx="2463088" cy="1026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89083" y="4730151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59925" y="3618690"/>
            <a:ext cx="755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Outfit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5838242" y="3891481"/>
            <a:ext cx="1054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Accessory</a:t>
            </a:r>
            <a:endParaRPr lang="en-US" sz="1400" dirty="0"/>
          </a:p>
        </p:txBody>
      </p:sp>
      <p:sp>
        <p:nvSpPr>
          <p:cNvPr id="54" name="TextBox 53"/>
          <p:cNvSpPr txBox="1"/>
          <p:nvPr/>
        </p:nvSpPr>
        <p:spPr>
          <a:xfrm>
            <a:off x="6062467" y="4165054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Gift</a:t>
            </a:r>
            <a:endParaRPr 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6080773" y="4449166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Kid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5944149" y="4719891"/>
            <a:ext cx="7838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Garden</a:t>
            </a:r>
            <a:endParaRPr 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5809067" y="4975502"/>
            <a:ext cx="109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Home Decor</a:t>
            </a:r>
            <a:endParaRPr lang="en-US" sz="1400" dirty="0"/>
          </a:p>
        </p:txBody>
      </p:sp>
      <p:cxnSp>
        <p:nvCxnSpPr>
          <p:cNvPr id="58" name="Straight Connector 57"/>
          <p:cNvCxnSpPr/>
          <p:nvPr/>
        </p:nvCxnSpPr>
        <p:spPr>
          <a:xfrm>
            <a:off x="4989086" y="499836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989086" y="5261198"/>
            <a:ext cx="2463085" cy="1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020548" y="5519804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Other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6085138" y="5261217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Pet</a:t>
            </a:r>
            <a:endParaRPr lang="en-US" sz="1400" dirty="0"/>
          </a:p>
        </p:txBody>
      </p:sp>
      <p:cxnSp>
        <p:nvCxnSpPr>
          <p:cNvPr id="62" name="Straight Connector 61"/>
          <p:cNvCxnSpPr/>
          <p:nvPr/>
        </p:nvCxnSpPr>
        <p:spPr>
          <a:xfrm>
            <a:off x="4989083" y="5547702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116690" y="3360291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All</a:t>
            </a:r>
            <a:endParaRPr lang="en-US" sz="1400" dirty="0"/>
          </a:p>
        </p:txBody>
      </p:sp>
      <p:pic>
        <p:nvPicPr>
          <p:cNvPr id="2" name="Picture 1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6" name="Picture 7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77" name="Heart 7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79" name="Picture 78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80" name="Picture 79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83" name="Rounded Rectangle 8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84" name="Rounded Rectangular Callout 8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Isosceles Triangle 84"/>
          <p:cNvSpPr/>
          <p:nvPr/>
        </p:nvSpPr>
        <p:spPr>
          <a:xfrm>
            <a:off x="4608031" y="1338538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462885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shop-256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997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15320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93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1577143" y="92711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538203"/>
              </p:ext>
            </p:extLst>
          </p:nvPr>
        </p:nvGraphicFramePr>
        <p:xfrm>
          <a:off x="1849002" y="148949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11307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11307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22582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04723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03578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196047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36431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279084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20246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9667" y="5984520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117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736953" y="434495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629219"/>
              </p:ext>
            </p:extLst>
          </p:nvPr>
        </p:nvGraphicFramePr>
        <p:xfrm>
          <a:off x="1849001" y="4714288"/>
          <a:ext cx="5483201" cy="8274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48499"/>
                <a:gridCol w="1934702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Video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1583843" y="4297331"/>
            <a:ext cx="6058147" cy="152879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5810322" y="5184482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Video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563140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Own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116082" y="1683353"/>
            <a:ext cx="727596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3" name="Picture 5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4" name="Heart 5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1" name="Rounded Rectangular Callout 6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Isosceles Triangle 61"/>
          <p:cNvSpPr/>
          <p:nvPr/>
        </p:nvSpPr>
        <p:spPr>
          <a:xfrm>
            <a:off x="508541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106230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011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626884" y="5768134"/>
            <a:ext cx="1155701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tutorial?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29727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xxxxxxxxxxxxxxxxxxx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6" name="Straight Connector 35"/>
          <p:cNvCxnSpPr>
            <a:stCxn id="39" idx="1"/>
            <a:endCxn id="39" idx="5"/>
          </p:cNvCxnSpPr>
          <p:nvPr/>
        </p:nvCxnSpPr>
        <p:spPr>
          <a:xfrm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9" idx="3"/>
            <a:endCxn id="39" idx="7"/>
          </p:cNvCxnSpPr>
          <p:nvPr/>
        </p:nvCxnSpPr>
        <p:spPr>
          <a:xfrm flipV="1"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0" name="Heart 59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2" name="Picture 6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3" name="Picture 62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4" name="Isosceles Triangle 63"/>
          <p:cNvSpPr/>
          <p:nvPr/>
        </p:nvSpPr>
        <p:spPr>
          <a:xfrm>
            <a:off x="508541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106230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Rounded Rectangular Callout 66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0727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9"/>
            <a:ext cx="6058147" cy="288369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875455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xxxxxxxxxxxxxxxxxxxxx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0702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1537368" y="96540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77143" y="133986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201974"/>
              </p:ext>
            </p:extLst>
          </p:nvPr>
        </p:nvGraphicFramePr>
        <p:xfrm>
          <a:off x="1849002" y="190224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52582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52582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63857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45998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44853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237322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77706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320359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61521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2967" y="5863202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625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577143" y="5127038"/>
            <a:ext cx="6058147" cy="512643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rgbClr val="000000"/>
                </a:solidFill>
              </a:rPr>
              <a:t>xxxxxxxxxxxxxxxxxxxxxxxxxxxxxxxxx</a:t>
            </a:r>
            <a:endParaRPr lang="en-US" i="1" dirty="0">
              <a:solidFill>
                <a:srgbClr val="00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83843" y="475770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7749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>
            <a:off x="1187585" y="1919911"/>
            <a:ext cx="676264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187585" y="25632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01726" y="1550579"/>
            <a:ext cx="184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300" dirty="0" smtClean="0"/>
              <a:t>Messages</a:t>
            </a:r>
            <a:endParaRPr lang="en-US" spc="300" dirty="0"/>
          </a:p>
        </p:txBody>
      </p:sp>
      <p:cxnSp>
        <p:nvCxnSpPr>
          <p:cNvPr id="46" name="Straight Connector 45"/>
          <p:cNvCxnSpPr/>
          <p:nvPr/>
        </p:nvCxnSpPr>
        <p:spPr>
          <a:xfrm>
            <a:off x="1171090" y="32078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1187585" y="383645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1187584" y="4480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187586" y="5115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1187585" y="57605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484263" y="2062820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Shopkeeper: </a:t>
            </a:r>
            <a:r>
              <a:rPr lang="en-US" dirty="0" smtClean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73" name="Oval 72"/>
          <p:cNvSpPr/>
          <p:nvPr/>
        </p:nvSpPr>
        <p:spPr>
          <a:xfrm>
            <a:off x="1899820" y="199294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434562" y="2173472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7434562" y="2831873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1907637" y="2645881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1907637" y="3281784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>
            <a:stCxn id="89" idx="1"/>
            <a:endCxn id="89" idx="5"/>
          </p:cNvCxnSpPr>
          <p:nvPr/>
        </p:nvCxnSpPr>
        <p:spPr>
          <a:xfrm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89" idx="3"/>
            <a:endCxn id="89" idx="7"/>
          </p:cNvCxnSpPr>
          <p:nvPr/>
        </p:nvCxnSpPr>
        <p:spPr>
          <a:xfrm flipV="1"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1899820" y="391340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Connector 93"/>
          <p:cNvCxnSpPr>
            <a:stCxn id="93" idx="1"/>
            <a:endCxn id="93" idx="5"/>
          </p:cNvCxnSpPr>
          <p:nvPr/>
        </p:nvCxnSpPr>
        <p:spPr>
          <a:xfrm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93" idx="3"/>
            <a:endCxn id="93" idx="7"/>
          </p:cNvCxnSpPr>
          <p:nvPr/>
        </p:nvCxnSpPr>
        <p:spPr>
          <a:xfrm flipV="1"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1899820" y="45412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/>
          <p:cNvCxnSpPr>
            <a:stCxn id="97" idx="1"/>
            <a:endCxn id="97" idx="5"/>
          </p:cNvCxnSpPr>
          <p:nvPr/>
        </p:nvCxnSpPr>
        <p:spPr>
          <a:xfrm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7" idx="3"/>
            <a:endCxn id="97" idx="7"/>
          </p:cNvCxnSpPr>
          <p:nvPr/>
        </p:nvCxnSpPr>
        <p:spPr>
          <a:xfrm flipV="1"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1912448" y="5181935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/>
          <p:cNvCxnSpPr>
            <a:stCxn id="101" idx="1"/>
            <a:endCxn id="101" idx="5"/>
          </p:cNvCxnSpPr>
          <p:nvPr/>
        </p:nvCxnSpPr>
        <p:spPr>
          <a:xfrm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101" idx="3"/>
            <a:endCxn id="101" idx="7"/>
          </p:cNvCxnSpPr>
          <p:nvPr/>
        </p:nvCxnSpPr>
        <p:spPr>
          <a:xfrm flipV="1"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912448" y="5857622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Straight Connector 105"/>
          <p:cNvCxnSpPr>
            <a:stCxn id="105" idx="1"/>
            <a:endCxn id="105" idx="5"/>
          </p:cNvCxnSpPr>
          <p:nvPr/>
        </p:nvCxnSpPr>
        <p:spPr>
          <a:xfrm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stCxn id="105" idx="3"/>
            <a:endCxn id="105" idx="7"/>
          </p:cNvCxnSpPr>
          <p:nvPr/>
        </p:nvCxnSpPr>
        <p:spPr>
          <a:xfrm flipV="1"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Message</a:t>
            </a:r>
            <a:endParaRPr lang="en-US" sz="1600" dirty="0"/>
          </a:p>
        </p:txBody>
      </p:sp>
      <p:sp>
        <p:nvSpPr>
          <p:cNvPr id="58" name="TextBox 57"/>
          <p:cNvSpPr txBox="1"/>
          <p:nvPr/>
        </p:nvSpPr>
        <p:spPr>
          <a:xfrm>
            <a:off x="2482615" y="269294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463327" y="332885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461679" y="395897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485676" y="461667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2466388" y="525258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464740" y="588270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113" name="Picture 11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114" name="Heart 11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5" name="Picture 11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116" name="Picture 11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117" name="Picture 11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118" name="Isosceles Triangle 117"/>
          <p:cNvSpPr/>
          <p:nvPr/>
        </p:nvSpPr>
        <p:spPr>
          <a:xfrm>
            <a:off x="5584273" y="1352117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5605093" y="1533832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ounded Rectangle 11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1" name="Rounded Rectangular Callout 12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616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Message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3198889" y="1487660"/>
            <a:ext cx="38750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Shopkeeper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22104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187586" y="5662812"/>
            <a:ext cx="6779138" cy="7638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1413158" y="5844130"/>
            <a:ext cx="5342861" cy="449197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520339" y="5879719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/>
              <a:t>Type Message Here ...</a:t>
            </a:r>
            <a:endParaRPr lang="en-US" i="1" spc="300" dirty="0"/>
          </a:p>
        </p:txBody>
      </p:sp>
      <p:sp>
        <p:nvSpPr>
          <p:cNvPr id="45" name="Rounded Rectangle 44"/>
          <p:cNvSpPr/>
          <p:nvPr/>
        </p:nvSpPr>
        <p:spPr>
          <a:xfrm>
            <a:off x="6937550" y="5860439"/>
            <a:ext cx="900470" cy="406253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Isosceles Triangle 63"/>
          <p:cNvSpPr/>
          <p:nvPr/>
        </p:nvSpPr>
        <p:spPr>
          <a:xfrm>
            <a:off x="5584273" y="1352117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605093" y="1533832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171090" y="3049039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431357" y="2398907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2" name="Straight Connector 91"/>
          <p:cNvCxnSpPr>
            <a:stCxn id="91" idx="1"/>
            <a:endCxn id="91" idx="5"/>
          </p:cNvCxnSpPr>
          <p:nvPr/>
        </p:nvCxnSpPr>
        <p:spPr>
          <a:xfrm>
            <a:off x="1507989" y="2473376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91" idx="3"/>
            <a:endCxn id="91" idx="7"/>
          </p:cNvCxnSpPr>
          <p:nvPr/>
        </p:nvCxnSpPr>
        <p:spPr>
          <a:xfrm flipV="1">
            <a:off x="1507989" y="2473376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2310160" y="2291610"/>
            <a:ext cx="2753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Blogger</a:t>
            </a:r>
          </a:p>
          <a:p>
            <a:r>
              <a:rPr lang="en-US" dirty="0" smtClean="0">
                <a:solidFill>
                  <a:srgbClr val="000000"/>
                </a:solidFill>
              </a:rPr>
              <a:t>Hi :-)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7073965" y="2442587"/>
            <a:ext cx="1043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Time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08" name="Straight Connector 107"/>
          <p:cNvCxnSpPr/>
          <p:nvPr/>
        </p:nvCxnSpPr>
        <p:spPr>
          <a:xfrm>
            <a:off x="1162115" y="389669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422382" y="32289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Connector 109"/>
          <p:cNvCxnSpPr>
            <a:stCxn id="109" idx="1"/>
            <a:endCxn id="109" idx="5"/>
          </p:cNvCxnSpPr>
          <p:nvPr/>
        </p:nvCxnSpPr>
        <p:spPr>
          <a:xfrm>
            <a:off x="1499014" y="33033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9" idx="3"/>
            <a:endCxn id="109" idx="7"/>
          </p:cNvCxnSpPr>
          <p:nvPr/>
        </p:nvCxnSpPr>
        <p:spPr>
          <a:xfrm flipV="1">
            <a:off x="1499014" y="33033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2301185" y="3121623"/>
            <a:ext cx="2753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Shopkeeper</a:t>
            </a:r>
          </a:p>
          <a:p>
            <a:r>
              <a:rPr lang="en-US" dirty="0" smtClean="0">
                <a:solidFill>
                  <a:srgbClr val="000000"/>
                </a:solidFill>
              </a:rPr>
              <a:t>Hello, may I help you?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7064990" y="3272600"/>
            <a:ext cx="1043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Time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14" name="Straight Connector 113"/>
          <p:cNvCxnSpPr/>
          <p:nvPr/>
        </p:nvCxnSpPr>
        <p:spPr>
          <a:xfrm>
            <a:off x="1162115" y="4930271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1422382" y="417429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Connector 115"/>
          <p:cNvCxnSpPr>
            <a:stCxn id="115" idx="1"/>
            <a:endCxn id="115" idx="5"/>
          </p:cNvCxnSpPr>
          <p:nvPr/>
        </p:nvCxnSpPr>
        <p:spPr>
          <a:xfrm>
            <a:off x="1499014" y="424876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/>
          <p:cNvCxnSpPr>
            <a:stCxn id="115" idx="3"/>
            <a:endCxn id="115" idx="7"/>
          </p:cNvCxnSpPr>
          <p:nvPr/>
        </p:nvCxnSpPr>
        <p:spPr>
          <a:xfrm flipV="1">
            <a:off x="1499014" y="424876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301184" y="3925868"/>
            <a:ext cx="43256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Blogger </a:t>
            </a:r>
          </a:p>
          <a:p>
            <a:r>
              <a:rPr lang="en-US" dirty="0">
                <a:solidFill>
                  <a:srgbClr val="000000"/>
                </a:solidFill>
              </a:rPr>
              <a:t>I want to ask you about the knitting wools. Is it available in your shop?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64990" y="4217973"/>
            <a:ext cx="1043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Time</a:t>
            </a:r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46" name="Picture 45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2878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8" name="Heart 47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682750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682750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886551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886551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61"/>
          <p:cNvCxnSpPr/>
          <p:nvPr/>
        </p:nvCxnSpPr>
        <p:spPr>
          <a:xfrm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223900" y="5965763"/>
            <a:ext cx="1512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Shop name”</a:t>
            </a:r>
            <a:endParaRPr lang="en-US" b="1" dirty="0">
              <a:solidFill>
                <a:srgbClr val="000000"/>
              </a:solidFill>
            </a:endParaRPr>
          </a:p>
        </p:txBody>
      </p:sp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</a:t>
            </a:r>
            <a:r>
              <a:rPr lang="en-US" sz="1600" dirty="0" smtClean="0"/>
              <a:t>Shop Page</a:t>
            </a:r>
            <a:endParaRPr lang="en-US" sz="1600" dirty="0"/>
          </a:p>
        </p:txBody>
      </p:sp>
      <p:pic>
        <p:nvPicPr>
          <p:cNvPr id="2" name="Picture 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2598979" y="2155646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2654810" y="2209901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2654810" y="2209901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341592" y="214544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43" idx="1"/>
            <a:endCxn id="43" idx="5"/>
          </p:cNvCxnSpPr>
          <p:nvPr/>
        </p:nvCxnSpPr>
        <p:spPr>
          <a:xfrm>
            <a:off x="3397423" y="219969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3"/>
            <a:endCxn id="43" idx="7"/>
          </p:cNvCxnSpPr>
          <p:nvPr/>
        </p:nvCxnSpPr>
        <p:spPr>
          <a:xfrm flipV="1">
            <a:off x="3397423" y="219969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4039545" y="21474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/>
          <p:cNvCxnSpPr>
            <a:stCxn id="46" idx="1"/>
            <a:endCxn id="46" idx="5"/>
          </p:cNvCxnSpPr>
          <p:nvPr/>
        </p:nvCxnSpPr>
        <p:spPr>
          <a:xfrm>
            <a:off x="4095376" y="22016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46" idx="3"/>
            <a:endCxn id="46" idx="7"/>
          </p:cNvCxnSpPr>
          <p:nvPr/>
        </p:nvCxnSpPr>
        <p:spPr>
          <a:xfrm flipV="1">
            <a:off x="4095376" y="22016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742243" y="214270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/>
          <p:cNvCxnSpPr>
            <a:stCxn id="52" idx="1"/>
            <a:endCxn id="52" idx="5"/>
          </p:cNvCxnSpPr>
          <p:nvPr/>
        </p:nvCxnSpPr>
        <p:spPr>
          <a:xfrm>
            <a:off x="4798074" y="219696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52" idx="3"/>
            <a:endCxn id="52" idx="7"/>
          </p:cNvCxnSpPr>
          <p:nvPr/>
        </p:nvCxnSpPr>
        <p:spPr>
          <a:xfrm flipV="1">
            <a:off x="4798074" y="219696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5483294" y="2140704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Connector 69"/>
          <p:cNvCxnSpPr>
            <a:stCxn id="59" idx="1"/>
            <a:endCxn id="59" idx="5"/>
          </p:cNvCxnSpPr>
          <p:nvPr/>
        </p:nvCxnSpPr>
        <p:spPr>
          <a:xfrm>
            <a:off x="5539125" y="2194959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59" idx="3"/>
            <a:endCxn id="59" idx="7"/>
          </p:cNvCxnSpPr>
          <p:nvPr/>
        </p:nvCxnSpPr>
        <p:spPr>
          <a:xfrm flipV="1">
            <a:off x="5539125" y="2194959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6183166" y="213049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Connector 74"/>
          <p:cNvCxnSpPr>
            <a:stCxn id="72" idx="1"/>
            <a:endCxn id="72" idx="5"/>
          </p:cNvCxnSpPr>
          <p:nvPr/>
        </p:nvCxnSpPr>
        <p:spPr>
          <a:xfrm>
            <a:off x="6238997" y="218475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72" idx="3"/>
            <a:endCxn id="72" idx="7"/>
          </p:cNvCxnSpPr>
          <p:nvPr/>
        </p:nvCxnSpPr>
        <p:spPr>
          <a:xfrm flipV="1">
            <a:off x="6238997" y="218475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511121" y="2487010"/>
            <a:ext cx="5693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Fabric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3142824" y="2486809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119734" y="2443053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558897" y="2491515"/>
            <a:ext cx="8386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Stationary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032917" y="2490439"/>
            <a:ext cx="5647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Wood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5318997" y="2481899"/>
            <a:ext cx="800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Container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2" name="Rounded Rectangular Callout 9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94" name="Donut 93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Rounded Rectangle 94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5426851" y="5965763"/>
            <a:ext cx="1512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Shop name”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7" name="Isosceles Triangle 96"/>
          <p:cNvSpPr/>
          <p:nvPr/>
        </p:nvSpPr>
        <p:spPr>
          <a:xfrm>
            <a:off x="6089465" y="1343336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6110285" y="1525051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" name="Picture 99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160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55278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905649" y="206061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85090" y="2638182"/>
            <a:ext cx="372354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Branch: </a:t>
            </a:r>
            <a:r>
              <a:rPr lang="en-US" sz="2000" dirty="0" err="1" smtClean="0">
                <a:solidFill>
                  <a:srgbClr val="000000"/>
                </a:solidFill>
              </a:rPr>
              <a:t>xxxxxxxxxxxxxxxxxxxxxxxx</a:t>
            </a:r>
            <a:endParaRPr lang="en-US" sz="2000" dirty="0" smtClean="0">
              <a:solidFill>
                <a:srgbClr val="000000"/>
              </a:solidFill>
            </a:endParaRPr>
          </a:p>
          <a:p>
            <a:r>
              <a:rPr lang="en-US" sz="2000" b="1" dirty="0" smtClean="0">
                <a:solidFill>
                  <a:srgbClr val="000000"/>
                </a:solidFill>
              </a:rPr>
              <a:t>Telephone Number: </a:t>
            </a:r>
            <a:r>
              <a:rPr lang="en-US" sz="2000" dirty="0" err="1">
                <a:solidFill>
                  <a:srgbClr val="000000"/>
                </a:solidFill>
              </a:rPr>
              <a:t>xxxxxxxxxxxx</a:t>
            </a:r>
            <a:endParaRPr lang="en-US" sz="2000" dirty="0">
              <a:solidFill>
                <a:srgbClr val="000000"/>
              </a:solidFill>
            </a:endParaRPr>
          </a:p>
          <a:p>
            <a:r>
              <a:rPr lang="en-US" sz="2000" b="1" dirty="0" smtClean="0">
                <a:solidFill>
                  <a:srgbClr val="000000"/>
                </a:solidFill>
              </a:rPr>
              <a:t>Information: </a:t>
            </a:r>
            <a:r>
              <a:rPr lang="en-US" sz="2000" dirty="0" err="1" smtClean="0">
                <a:solidFill>
                  <a:srgbClr val="000000"/>
                </a:solidFill>
              </a:rPr>
              <a:t>xxxxxxxxxxxxxxxxxxx</a:t>
            </a:r>
            <a:endParaRPr lang="en-US" sz="2000" dirty="0" smtClean="0">
              <a:solidFill>
                <a:srgbClr val="000000"/>
              </a:solidFill>
            </a:endParaRP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xxxxxxxxxxxxxxxxxxxxxxxxxxxxxxxx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90750" y="4297951"/>
            <a:ext cx="3496781" cy="212875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/>
          <p:nvPr/>
        </p:nvCxnSpPr>
        <p:spPr>
          <a:xfrm>
            <a:off x="2890750" y="4297951"/>
            <a:ext cx="3496781" cy="212875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2890750" y="4297951"/>
            <a:ext cx="3496781" cy="2121548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Location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Isosceles Triangle 28"/>
          <p:cNvSpPr/>
          <p:nvPr/>
        </p:nvSpPr>
        <p:spPr>
          <a:xfrm>
            <a:off x="6089465" y="1343336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110285" y="1525051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617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delhi-city-maps.jp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0129" y="2563283"/>
            <a:ext cx="6751123" cy="386342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55278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905649" y="206061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1300716" y="1662763"/>
            <a:ext cx="783294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Back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Isosceles Triangle 25"/>
          <p:cNvSpPr/>
          <p:nvPr/>
        </p:nvSpPr>
        <p:spPr>
          <a:xfrm>
            <a:off x="6089465" y="1343336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110285" y="1525051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hop-256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9479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3912</TotalTime>
  <Words>910</Words>
  <Application>Microsoft Macintosh PowerPoint</Application>
  <PresentationFormat>On-screen Show (4:3)</PresentationFormat>
  <Paragraphs>393</Paragraphs>
  <Slides>35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161</cp:revision>
  <dcterms:created xsi:type="dcterms:W3CDTF">2014-05-25T15:52:57Z</dcterms:created>
  <dcterms:modified xsi:type="dcterms:W3CDTF">2014-10-28T05:12:52Z</dcterms:modified>
</cp:coreProperties>
</file>