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jpeg" ContentType="image/jpeg"/>
  <Default Extension="rels" ContentType="application/vnd.openxmlformats-package.relationships+xml"/>
  <Default Extension="gif" ContentType="image/gif"/>
  <Default Extension="wdp" ContentType="image/vnd.ms-photo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6" r:id="rId3"/>
    <p:sldId id="278" r:id="rId4"/>
    <p:sldId id="269" r:id="rId5"/>
    <p:sldId id="257" r:id="rId6"/>
    <p:sldId id="274" r:id="rId7"/>
    <p:sldId id="259" r:id="rId8"/>
    <p:sldId id="260" r:id="rId9"/>
    <p:sldId id="264" r:id="rId10"/>
    <p:sldId id="265" r:id="rId11"/>
    <p:sldId id="290" r:id="rId12"/>
    <p:sldId id="277" r:id="rId13"/>
    <p:sldId id="267" r:id="rId14"/>
    <p:sldId id="268" r:id="rId15"/>
    <p:sldId id="261" r:id="rId16"/>
    <p:sldId id="262" r:id="rId17"/>
    <p:sldId id="263" r:id="rId18"/>
    <p:sldId id="270" r:id="rId19"/>
    <p:sldId id="273" r:id="rId20"/>
    <p:sldId id="291" r:id="rId21"/>
    <p:sldId id="271" r:id="rId22"/>
    <p:sldId id="272" r:id="rId23"/>
    <p:sldId id="279" r:id="rId24"/>
    <p:sldId id="287" r:id="rId25"/>
    <p:sldId id="276" r:id="rId26"/>
    <p:sldId id="295" r:id="rId27"/>
    <p:sldId id="280" r:id="rId28"/>
    <p:sldId id="292" r:id="rId29"/>
    <p:sldId id="293" r:id="rId30"/>
    <p:sldId id="294" r:id="rId31"/>
    <p:sldId id="296" r:id="rId32"/>
    <p:sldId id="285" r:id="rId33"/>
    <p:sldId id="286" r:id="rId34"/>
    <p:sldId id="282" r:id="rId35"/>
    <p:sldId id="283" r:id="rId36"/>
    <p:sldId id="284" r:id="rId37"/>
    <p:sldId id="281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-1888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printerSettings" Target="printerSettings/printerSettings1.bin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6/12/14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22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6/12/14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97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6/12/14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113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6/12/14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304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6/12/14 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43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6/12/14 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8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6/12/14 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1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6/12/14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937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6/12/14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35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6/12/14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91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9484-7B62-5B4F-8329-106176ECF3B8}" type="datetimeFigureOut">
              <a:rPr lang="en-US" smtClean="0"/>
              <a:t>6/12/14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85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49484-7B62-5B4F-8329-106176ECF3B8}" type="datetimeFigureOut">
              <a:rPr lang="en-US" smtClean="0"/>
              <a:t>6/12/14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49D67-4E2A-5E42-BB2D-67B55CD22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887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5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4" Type="http://schemas.openxmlformats.org/officeDocument/2006/relationships/image" Target="../media/image5.png"/><Relationship Id="rId5" Type="http://schemas.microsoft.com/office/2007/relationships/hdphoto" Target="../media/hdphoto4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4" Type="http://schemas.openxmlformats.org/officeDocument/2006/relationships/image" Target="../media/image5.png"/><Relationship Id="rId5" Type="http://schemas.microsoft.com/office/2007/relationships/hdphoto" Target="../media/hdphoto6.wdp"/><Relationship Id="rId6" Type="http://schemas.openxmlformats.org/officeDocument/2006/relationships/image" Target="../media/image3.png"/><Relationship Id="rId7" Type="http://schemas.openxmlformats.org/officeDocument/2006/relationships/image" Target="../media/image1.gif"/><Relationship Id="rId8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4" Type="http://schemas.openxmlformats.org/officeDocument/2006/relationships/image" Target="../media/image5.png"/><Relationship Id="rId5" Type="http://schemas.microsoft.com/office/2007/relationships/hdphoto" Target="../media/hdphoto6.wdp"/><Relationship Id="rId6" Type="http://schemas.openxmlformats.org/officeDocument/2006/relationships/image" Target="../media/image3.png"/><Relationship Id="rId7" Type="http://schemas.openxmlformats.org/officeDocument/2006/relationships/image" Target="../media/image1.gif"/><Relationship Id="rId8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4" Type="http://schemas.openxmlformats.org/officeDocument/2006/relationships/image" Target="../media/image5.png"/><Relationship Id="rId5" Type="http://schemas.microsoft.com/office/2007/relationships/hdphoto" Target="../media/hdphoto8.wdp"/><Relationship Id="rId6" Type="http://schemas.openxmlformats.org/officeDocument/2006/relationships/image" Target="../media/image3.png"/><Relationship Id="rId7" Type="http://schemas.openxmlformats.org/officeDocument/2006/relationships/image" Target="../media/image1.gif"/><Relationship Id="rId8" Type="http://schemas.openxmlformats.org/officeDocument/2006/relationships/image" Target="../media/image2.png"/><Relationship Id="rId9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4" Type="http://schemas.openxmlformats.org/officeDocument/2006/relationships/image" Target="../media/image5.png"/><Relationship Id="rId5" Type="http://schemas.microsoft.com/office/2007/relationships/hdphoto" Target="../media/hdphoto8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4" Type="http://schemas.openxmlformats.org/officeDocument/2006/relationships/image" Target="../media/image5.png"/><Relationship Id="rId5" Type="http://schemas.microsoft.com/office/2007/relationships/hdphoto" Target="../media/hdphoto9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4" Type="http://schemas.openxmlformats.org/officeDocument/2006/relationships/image" Target="../media/image5.png"/><Relationship Id="rId5" Type="http://schemas.microsoft.com/office/2007/relationships/hdphoto" Target="../media/hdphoto10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4" Type="http://schemas.openxmlformats.org/officeDocument/2006/relationships/image" Target="../media/image5.png"/><Relationship Id="rId5" Type="http://schemas.microsoft.com/office/2007/relationships/hdphoto" Target="../media/hdphoto12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4" Type="http://schemas.openxmlformats.org/officeDocument/2006/relationships/image" Target="../media/image5.png"/><Relationship Id="rId5" Type="http://schemas.microsoft.com/office/2007/relationships/hdphoto" Target="../media/hdphoto10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4" Type="http://schemas.openxmlformats.org/officeDocument/2006/relationships/image" Target="../media/image5.png"/><Relationship Id="rId5" Type="http://schemas.microsoft.com/office/2007/relationships/hdphoto" Target="../media/hdphoto8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4" Type="http://schemas.openxmlformats.org/officeDocument/2006/relationships/image" Target="../media/image5.png"/><Relationship Id="rId5" Type="http://schemas.microsoft.com/office/2007/relationships/hdphoto" Target="../media/hdphoto14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4" Type="http://schemas.openxmlformats.org/officeDocument/2006/relationships/image" Target="../media/image5.png"/><Relationship Id="rId5" Type="http://schemas.microsoft.com/office/2007/relationships/hdphoto" Target="../media/hdphoto16.wdp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4" Type="http://schemas.openxmlformats.org/officeDocument/2006/relationships/image" Target="../media/image5.png"/><Relationship Id="rId5" Type="http://schemas.microsoft.com/office/2007/relationships/hdphoto" Target="../media/hdphoto16.wdp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4" Type="http://schemas.openxmlformats.org/officeDocument/2006/relationships/image" Target="../media/image5.png"/><Relationship Id="rId5" Type="http://schemas.microsoft.com/office/2007/relationships/hdphoto" Target="../media/hdphoto6.wdp"/><Relationship Id="rId6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4" Type="http://schemas.openxmlformats.org/officeDocument/2006/relationships/image" Target="../media/image5.png"/><Relationship Id="rId5" Type="http://schemas.microsoft.com/office/2007/relationships/hdphoto" Target="../media/hdphoto16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5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4" Type="http://schemas.openxmlformats.org/officeDocument/2006/relationships/image" Target="../media/image5.png"/><Relationship Id="rId5" Type="http://schemas.microsoft.com/office/2007/relationships/hdphoto" Target="../media/hdphoto4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4" Type="http://schemas.openxmlformats.org/officeDocument/2006/relationships/image" Target="../media/image5.png"/><Relationship Id="rId5" Type="http://schemas.microsoft.com/office/2007/relationships/hdphoto" Target="../media/hdphoto6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4" Type="http://schemas.openxmlformats.org/officeDocument/2006/relationships/image" Target="../media/image5.png"/><Relationship Id="rId5" Type="http://schemas.microsoft.com/office/2007/relationships/hdphoto" Target="../media/hdphoto8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4" Type="http://schemas.openxmlformats.org/officeDocument/2006/relationships/image" Target="../media/image5.png"/><Relationship Id="rId5" Type="http://schemas.microsoft.com/office/2007/relationships/hdphoto" Target="../media/hdphoto6.wdp"/><Relationship Id="rId6" Type="http://schemas.openxmlformats.org/officeDocument/2006/relationships/image" Target="../media/image3.png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70605" y="5810250"/>
            <a:ext cx="8833593" cy="616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159125" y="5937605"/>
            <a:ext cx="3124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Create your own tutorial !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09411" y="589678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68092" y="589678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Log in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497610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1698625" y="2285859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698625" y="5343337"/>
            <a:ext cx="2603500" cy="3976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902426" y="2285859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902426" y="5343337"/>
            <a:ext cx="2603500" cy="3976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1698625" y="2285859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1698625" y="2285859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4902426" y="2284141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902426" y="2284141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666875" y="5342806"/>
            <a:ext cx="1863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Tutorial Name ”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378480" y="5415145"/>
            <a:ext cx="879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No. of likes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931154" y="5354119"/>
            <a:ext cx="1863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Tutorial Name ”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642759" y="5426458"/>
            <a:ext cx="879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No. of likes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911977" y="1683353"/>
            <a:ext cx="909963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00"/>
                </a:solidFill>
                <a:latin typeface="+mj-lt"/>
                <a:cs typeface="MAW "/>
              </a:rPr>
              <a:t>Random</a:t>
            </a:r>
            <a:endParaRPr lang="en-US" sz="1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942590" y="1683353"/>
            <a:ext cx="909963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00"/>
                </a:solidFill>
                <a:latin typeface="+mj-lt"/>
                <a:cs typeface="MAW "/>
              </a:rPr>
              <a:t>Popular</a:t>
            </a:r>
            <a:endParaRPr lang="en-US" sz="1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52" name="Donut 51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Rounded Rectangle 52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1682750" y="1832365"/>
            <a:ext cx="1581561" cy="27210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Category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2985976" y="1831469"/>
            <a:ext cx="278336" cy="268771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Isosceles Triangle 55"/>
          <p:cNvSpPr/>
          <p:nvPr/>
        </p:nvSpPr>
        <p:spPr>
          <a:xfrm rot="10800000">
            <a:off x="3057082" y="1939052"/>
            <a:ext cx="139875" cy="95104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Home Page</a:t>
            </a:r>
            <a:endParaRPr lang="en-US" sz="1600" dirty="0"/>
          </a:p>
        </p:txBody>
      </p:sp>
      <p:sp>
        <p:nvSpPr>
          <p:cNvPr id="57" name="Rectangle 56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563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2772377" y="1487660"/>
            <a:ext cx="380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Tutorial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44734" y="2061651"/>
            <a:ext cx="157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By </a:t>
            </a:r>
            <a:r>
              <a:rPr lang="en-US" sz="2000" u="sng" dirty="0" smtClean="0">
                <a:solidFill>
                  <a:srgbClr val="000000"/>
                </a:solidFill>
              </a:rPr>
              <a:t>Username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63594" y="2052048"/>
            <a:ext cx="134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No. of likes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187585" y="2573866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890750" y="3226585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890750" y="3226585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890750" y="3226585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653305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70605" y="5810250"/>
            <a:ext cx="8833593" cy="616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3159125" y="5937605"/>
            <a:ext cx="3124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Create your own tutorial !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09411" y="589678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568092" y="589678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Log in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680294" y="1655766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5" name="Picture 34" descr="flaticon_facebook.gif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574" y="1662283"/>
            <a:ext cx="368754" cy="36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57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2772377" y="1487660"/>
            <a:ext cx="380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Tutorial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44734" y="2061651"/>
            <a:ext cx="157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By </a:t>
            </a:r>
            <a:r>
              <a:rPr lang="en-US" sz="2000" u="sng" dirty="0" smtClean="0">
                <a:solidFill>
                  <a:srgbClr val="000000"/>
                </a:solidFill>
              </a:rPr>
              <a:t>Username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63594" y="2052048"/>
            <a:ext cx="134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No. of likes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187585" y="2573866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890750" y="3226585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890750" y="3226585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890750" y="3226585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653305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70605" y="5810250"/>
            <a:ext cx="8833593" cy="616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3159125" y="5937605"/>
            <a:ext cx="3124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Create your own tutorial !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09411" y="589678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568092" y="589678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Log in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680294" y="1655766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5" name="Picture 34" descr="flaticon_facebook.gif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574" y="1662283"/>
            <a:ext cx="368754" cy="36875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653305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7" name="Isosceles Triangle 36"/>
          <p:cNvSpPr/>
          <p:nvPr/>
        </p:nvSpPr>
        <p:spPr>
          <a:xfrm rot="5400000">
            <a:off x="4237876" y="2486785"/>
            <a:ext cx="1098433" cy="627161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Isosceles Triangle 45"/>
          <p:cNvSpPr/>
          <p:nvPr/>
        </p:nvSpPr>
        <p:spPr>
          <a:xfrm rot="5400000">
            <a:off x="4237876" y="3503776"/>
            <a:ext cx="1098433" cy="62716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1533702" y="2195546"/>
            <a:ext cx="6162588" cy="2670624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40000" dist="76200" dir="336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2019699" y="2796513"/>
            <a:ext cx="5204782" cy="16030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2102218" y="2895963"/>
            <a:ext cx="1442573" cy="140463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/>
          <p:cNvCxnSpPr/>
          <p:nvPr/>
        </p:nvCxnSpPr>
        <p:spPr>
          <a:xfrm>
            <a:off x="2102219" y="2895963"/>
            <a:ext cx="1405091" cy="140463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2102219" y="2895963"/>
            <a:ext cx="1442572" cy="140463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653305" y="2322466"/>
            <a:ext cx="3131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spc="300" dirty="0" smtClean="0"/>
              <a:t>Write a message ...</a:t>
            </a:r>
            <a:endParaRPr lang="en-US" sz="2000" i="1" spc="300" dirty="0"/>
          </a:p>
        </p:txBody>
      </p:sp>
      <p:pic>
        <p:nvPicPr>
          <p:cNvPr id="53" name="Picture 52" descr="facebook (1)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737" y="2270836"/>
            <a:ext cx="459697" cy="459697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6405554" y="4464738"/>
            <a:ext cx="818740" cy="318526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Post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223218" y="3226585"/>
            <a:ext cx="2228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</a:rPr>
              <a:t>Tutorial Name</a:t>
            </a:r>
          </a:p>
          <a:p>
            <a:pPr algn="ctr"/>
            <a:r>
              <a:rPr lang="en-US" sz="2000" dirty="0" smtClean="0">
                <a:solidFill>
                  <a:srgbClr val="000000"/>
                </a:solidFill>
              </a:rPr>
              <a:t>Detail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70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4147"/>
            <a:ext cx="6779137" cy="55925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3933517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2623848" y="2821451"/>
            <a:ext cx="3000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  <a:endParaRPr lang="en-US" sz="2000" b="1" dirty="0" smtClean="0">
              <a:solidFill>
                <a:srgbClr val="000000"/>
              </a:solidFill>
            </a:endParaRPr>
          </a:p>
          <a:p>
            <a:r>
              <a:rPr lang="en-US" sz="2000" dirty="0" smtClean="0">
                <a:solidFill>
                  <a:srgbClr val="000000"/>
                </a:solidFill>
              </a:rPr>
              <a:t>Comment </a:t>
            </a:r>
            <a:r>
              <a:rPr lang="en-US" sz="2000" dirty="0">
                <a:solidFill>
                  <a:srgbClr val="000000"/>
                </a:solidFill>
              </a:rPr>
              <a:t>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23848" y="3766869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23848" y="4724348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cxnSp>
        <p:nvCxnSpPr>
          <p:cNvPr id="35" name="Straight Connector 34"/>
          <p:cNvCxnSpPr/>
          <p:nvPr/>
        </p:nvCxnSpPr>
        <p:spPr>
          <a:xfrm>
            <a:off x="1933960" y="3631098"/>
            <a:ext cx="5241039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1933960" y="4567841"/>
            <a:ext cx="5241039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1933960" y="2916913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49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873" y="2949903"/>
            <a:ext cx="433588" cy="433588"/>
          </a:xfrm>
          <a:prstGeom prst="rect">
            <a:avLst/>
          </a:prstGeom>
        </p:spPr>
      </p:pic>
      <p:sp>
        <p:nvSpPr>
          <p:cNvPr id="52" name="Oval 51"/>
          <p:cNvSpPr/>
          <p:nvPr/>
        </p:nvSpPr>
        <p:spPr>
          <a:xfrm>
            <a:off x="1942931" y="3837870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844" y="3870860"/>
            <a:ext cx="433588" cy="433588"/>
          </a:xfrm>
          <a:prstGeom prst="rect">
            <a:avLst/>
          </a:prstGeom>
        </p:spPr>
      </p:pic>
      <p:sp>
        <p:nvSpPr>
          <p:cNvPr id="54" name="Oval 53"/>
          <p:cNvSpPr/>
          <p:nvPr/>
        </p:nvSpPr>
        <p:spPr>
          <a:xfrm>
            <a:off x="1954001" y="4796375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914" y="4829365"/>
            <a:ext cx="433588" cy="43358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70605" y="5810250"/>
            <a:ext cx="8833593" cy="616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159125" y="5937605"/>
            <a:ext cx="3124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Create your own tutorial !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109411" y="589678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568092" y="589678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Log in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896531" y="831386"/>
            <a:ext cx="3496781" cy="160994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3925632" y="831385"/>
            <a:ext cx="2358405" cy="1609949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2896531" y="831385"/>
            <a:ext cx="2381629" cy="160995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67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505911" y="2402957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Username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505911" y="2956057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Password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505911" y="3696583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Log in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78299" y="4303673"/>
            <a:ext cx="2076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>
                <a:solidFill>
                  <a:srgbClr val="000000"/>
                </a:solidFill>
              </a:rPr>
              <a:t>Forgot Password ?</a:t>
            </a:r>
            <a:endParaRPr lang="en-US" u="sng" dirty="0">
              <a:solidFill>
                <a:srgbClr val="00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70605" y="5810250"/>
            <a:ext cx="8833593" cy="616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497582" y="5937635"/>
            <a:ext cx="2227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Have no account?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550150" y="589681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Log in</a:t>
            </a:r>
            <a:endParaRPr lang="en-US" sz="1600" dirty="0"/>
          </a:p>
        </p:txBody>
      </p:sp>
      <p:sp>
        <p:nvSpPr>
          <p:cNvPr id="32" name="Rectangle 31"/>
          <p:cNvSpPr/>
          <p:nvPr/>
        </p:nvSpPr>
        <p:spPr>
          <a:xfrm>
            <a:off x="3777182" y="1527714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291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505911" y="2762639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Email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505911" y="3511917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Submit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70605" y="5810250"/>
            <a:ext cx="8833593" cy="616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497582" y="5937635"/>
            <a:ext cx="2227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Have no account?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550150" y="5896817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Sign Up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Forgot Password</a:t>
            </a:r>
            <a:endParaRPr lang="en-US" sz="1600" dirty="0"/>
          </a:p>
        </p:txBody>
      </p:sp>
      <p:sp>
        <p:nvSpPr>
          <p:cNvPr id="15" name="Rectangle 14"/>
          <p:cNvSpPr/>
          <p:nvPr/>
        </p:nvSpPr>
        <p:spPr>
          <a:xfrm>
            <a:off x="3760688" y="1903895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162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436444" y="2485270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Username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436444" y="3022495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Password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436444" y="4893292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Done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436444" y="4113012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E-mail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436444" y="3566528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Re-Password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Register</a:t>
            </a:r>
            <a:endParaRPr lang="en-US" sz="1600" dirty="0"/>
          </a:p>
        </p:txBody>
      </p:sp>
      <p:sp>
        <p:nvSpPr>
          <p:cNvPr id="34" name="Rectangle 33"/>
          <p:cNvSpPr/>
          <p:nvPr/>
        </p:nvSpPr>
        <p:spPr>
          <a:xfrm>
            <a:off x="3678218" y="1744511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967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682750" y="1832365"/>
            <a:ext cx="1581561" cy="27210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Category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985976" y="1831469"/>
            <a:ext cx="278336" cy="268771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/>
          <p:cNvSpPr/>
          <p:nvPr/>
        </p:nvSpPr>
        <p:spPr>
          <a:xfrm rot="10800000">
            <a:off x="3057082" y="1939052"/>
            <a:ext cx="139875" cy="95104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957" y="938520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3806529" y="1104479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261380" y="1047042"/>
            <a:ext cx="339599" cy="339599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4724917" y="1683353"/>
            <a:ext cx="909963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00"/>
                </a:solidFill>
                <a:latin typeface="+mj-lt"/>
                <a:cs typeface="MAW "/>
              </a:rPr>
              <a:t>Random</a:t>
            </a:r>
            <a:endParaRPr lang="en-US" sz="1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5755530" y="1683353"/>
            <a:ext cx="909963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00"/>
                </a:solidFill>
                <a:latin typeface="+mj-lt"/>
                <a:cs typeface="MAW "/>
              </a:rPr>
              <a:t>Popular</a:t>
            </a:r>
            <a:endParaRPr lang="en-US" sz="1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6814458" y="1683353"/>
            <a:ext cx="1029220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00"/>
                </a:solidFill>
                <a:latin typeface="+mj-lt"/>
                <a:cs typeface="MAW "/>
              </a:rPr>
              <a:t>Following</a:t>
            </a:r>
            <a:endParaRPr lang="en-US" sz="1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682750" y="2409872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682750" y="5467350"/>
            <a:ext cx="2603500" cy="3976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4886551" y="2409872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4886551" y="5467350"/>
            <a:ext cx="2603500" cy="3976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/>
          <p:cNvCxnSpPr/>
          <p:nvPr/>
        </p:nvCxnSpPr>
        <p:spPr>
          <a:xfrm>
            <a:off x="1682750" y="2409872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1682750" y="2409872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4886551" y="2408154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4886551" y="2408154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651000" y="5466819"/>
            <a:ext cx="1863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Tutorial Name ”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362605" y="5539158"/>
            <a:ext cx="879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No. of likes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915279" y="5478132"/>
            <a:ext cx="1863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Tutorial Name ”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626884" y="5550471"/>
            <a:ext cx="879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No. of likes</a:t>
            </a:r>
            <a:endParaRPr lang="en-US" sz="1200" dirty="0">
              <a:solidFill>
                <a:srgbClr val="000000"/>
              </a:solidFill>
            </a:endParaRPr>
          </a:p>
        </p:txBody>
      </p:sp>
      <p:pic>
        <p:nvPicPr>
          <p:cNvPr id="73" name="Picture 72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766" y="1008880"/>
            <a:ext cx="380550" cy="3805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Blogger Home Page</a:t>
            </a:r>
            <a:endParaRPr lang="en-US" sz="1600" dirty="0"/>
          </a:p>
        </p:txBody>
      </p:sp>
      <p:pic>
        <p:nvPicPr>
          <p:cNvPr id="2" name="Picture 1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244" y="1034135"/>
            <a:ext cx="293423" cy="3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218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682750" y="1832365"/>
            <a:ext cx="1581561" cy="27210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Category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985976" y="1831469"/>
            <a:ext cx="278336" cy="268771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/>
          <p:cNvSpPr/>
          <p:nvPr/>
        </p:nvSpPr>
        <p:spPr>
          <a:xfrm rot="10800000">
            <a:off x="3057082" y="1939052"/>
            <a:ext cx="139875" cy="95104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957" y="938520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3806529" y="1104479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261380" y="1047042"/>
            <a:ext cx="339599" cy="339599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4724917" y="1683353"/>
            <a:ext cx="909963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00"/>
                </a:solidFill>
                <a:latin typeface="+mj-lt"/>
                <a:cs typeface="MAW "/>
              </a:rPr>
              <a:t>Random</a:t>
            </a:r>
            <a:endParaRPr lang="en-US" sz="1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5755530" y="1683353"/>
            <a:ext cx="909963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00"/>
                </a:solidFill>
                <a:latin typeface="+mj-lt"/>
                <a:cs typeface="MAW "/>
              </a:rPr>
              <a:t>Popular</a:t>
            </a:r>
            <a:endParaRPr lang="en-US" sz="1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6814458" y="1683353"/>
            <a:ext cx="1029220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00"/>
                </a:solidFill>
                <a:latin typeface="+mj-lt"/>
                <a:cs typeface="MAW "/>
              </a:rPr>
              <a:t>Following</a:t>
            </a:r>
            <a:endParaRPr lang="en-US" sz="14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682750" y="2409872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682750" y="5467350"/>
            <a:ext cx="2603500" cy="3976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4886551" y="2409872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4886551" y="5467350"/>
            <a:ext cx="2603500" cy="3976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/>
          <p:cNvCxnSpPr/>
          <p:nvPr/>
        </p:nvCxnSpPr>
        <p:spPr>
          <a:xfrm>
            <a:off x="1682750" y="2409872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1682750" y="2409872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4886551" y="2408154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4886551" y="2408154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651000" y="5466819"/>
            <a:ext cx="1863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Tutorial Name ”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362605" y="5539158"/>
            <a:ext cx="879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No. of likes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915279" y="5478132"/>
            <a:ext cx="1863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Tutorial Name ”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626884" y="5550471"/>
            <a:ext cx="879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No. of likes</a:t>
            </a:r>
            <a:endParaRPr lang="en-US" sz="1200" dirty="0">
              <a:solidFill>
                <a:srgbClr val="000000"/>
              </a:solidFill>
            </a:endParaRPr>
          </a:p>
        </p:txBody>
      </p:sp>
      <p:pic>
        <p:nvPicPr>
          <p:cNvPr id="73" name="Picture 72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766" y="1008880"/>
            <a:ext cx="380550" cy="3805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Blogger Home Page</a:t>
            </a:r>
            <a:endParaRPr lang="en-US" sz="1600" dirty="0"/>
          </a:p>
        </p:txBody>
      </p:sp>
      <p:sp>
        <p:nvSpPr>
          <p:cNvPr id="2" name="Rectangle 1"/>
          <p:cNvSpPr/>
          <p:nvPr/>
        </p:nvSpPr>
        <p:spPr>
          <a:xfrm>
            <a:off x="1682749" y="2100239"/>
            <a:ext cx="1581561" cy="24277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 flipH="1">
            <a:off x="1682750" y="2350750"/>
            <a:ext cx="1581560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1682752" y="2623996"/>
            <a:ext cx="1581560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>
            <a:off x="1682752" y="2894723"/>
            <a:ext cx="1581560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1682749" y="3173338"/>
            <a:ext cx="1581560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>
            <a:off x="1682749" y="3444063"/>
            <a:ext cx="1581560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131540" y="2319053"/>
            <a:ext cx="755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Outfit</a:t>
            </a:r>
            <a:endParaRPr lang="en-US" sz="1400" dirty="0"/>
          </a:p>
        </p:txBody>
      </p:sp>
      <p:sp>
        <p:nvSpPr>
          <p:cNvPr id="49" name="TextBox 48"/>
          <p:cNvSpPr txBox="1"/>
          <p:nvPr/>
        </p:nvSpPr>
        <p:spPr>
          <a:xfrm>
            <a:off x="2009857" y="2591844"/>
            <a:ext cx="1054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Accessory</a:t>
            </a:r>
            <a:endParaRPr lang="en-US" sz="1400" dirty="0"/>
          </a:p>
        </p:txBody>
      </p:sp>
      <p:sp>
        <p:nvSpPr>
          <p:cNvPr id="50" name="TextBox 49"/>
          <p:cNvSpPr txBox="1"/>
          <p:nvPr/>
        </p:nvSpPr>
        <p:spPr>
          <a:xfrm>
            <a:off x="2234082" y="2865417"/>
            <a:ext cx="479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Gift</a:t>
            </a:r>
            <a:endParaRPr lang="en-US" sz="1400" dirty="0"/>
          </a:p>
        </p:txBody>
      </p:sp>
      <p:sp>
        <p:nvSpPr>
          <p:cNvPr id="52" name="TextBox 51"/>
          <p:cNvSpPr txBox="1"/>
          <p:nvPr/>
        </p:nvSpPr>
        <p:spPr>
          <a:xfrm>
            <a:off x="2252388" y="3149529"/>
            <a:ext cx="479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Kid</a:t>
            </a:r>
            <a:endParaRPr lang="en-US" sz="1400" dirty="0"/>
          </a:p>
        </p:txBody>
      </p:sp>
      <p:sp>
        <p:nvSpPr>
          <p:cNvPr id="53" name="TextBox 52"/>
          <p:cNvSpPr txBox="1"/>
          <p:nvPr/>
        </p:nvSpPr>
        <p:spPr>
          <a:xfrm>
            <a:off x="2115764" y="3420254"/>
            <a:ext cx="783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Garden</a:t>
            </a:r>
            <a:endParaRPr lang="en-US" sz="1400" dirty="0"/>
          </a:p>
        </p:txBody>
      </p:sp>
      <p:sp>
        <p:nvSpPr>
          <p:cNvPr id="57" name="TextBox 56"/>
          <p:cNvSpPr txBox="1"/>
          <p:nvPr/>
        </p:nvSpPr>
        <p:spPr>
          <a:xfrm>
            <a:off x="1980682" y="3675865"/>
            <a:ext cx="109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Home Decor</a:t>
            </a:r>
            <a:endParaRPr lang="en-US" sz="1400" dirty="0"/>
          </a:p>
        </p:txBody>
      </p:sp>
      <p:cxnSp>
        <p:nvCxnSpPr>
          <p:cNvPr id="59" name="Straight Connector 58"/>
          <p:cNvCxnSpPr/>
          <p:nvPr/>
        </p:nvCxnSpPr>
        <p:spPr>
          <a:xfrm flipH="1">
            <a:off x="1682752" y="3712273"/>
            <a:ext cx="1581560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H="1">
            <a:off x="1682752" y="3975110"/>
            <a:ext cx="1581560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2192163" y="4220167"/>
            <a:ext cx="686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Other</a:t>
            </a:r>
            <a:endParaRPr lang="en-US" sz="1400" dirty="0"/>
          </a:p>
        </p:txBody>
      </p:sp>
      <p:sp>
        <p:nvSpPr>
          <p:cNvPr id="72" name="TextBox 71"/>
          <p:cNvSpPr txBox="1"/>
          <p:nvPr/>
        </p:nvSpPr>
        <p:spPr>
          <a:xfrm>
            <a:off x="2256753" y="3961580"/>
            <a:ext cx="686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Pet</a:t>
            </a:r>
            <a:endParaRPr lang="en-US" sz="1400" dirty="0"/>
          </a:p>
        </p:txBody>
      </p:sp>
      <p:cxnSp>
        <p:nvCxnSpPr>
          <p:cNvPr id="75" name="Straight Connector 74"/>
          <p:cNvCxnSpPr/>
          <p:nvPr/>
        </p:nvCxnSpPr>
        <p:spPr>
          <a:xfrm flipH="1">
            <a:off x="1682749" y="4261614"/>
            <a:ext cx="1581560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2288305" y="2060654"/>
            <a:ext cx="686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All</a:t>
            </a:r>
            <a:endParaRPr lang="en-US" sz="1400" dirty="0"/>
          </a:p>
        </p:txBody>
      </p:sp>
      <p:pic>
        <p:nvPicPr>
          <p:cNvPr id="77" name="Picture 76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244" y="1034135"/>
            <a:ext cx="293423" cy="3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65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957" y="938520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3806529" y="1104479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261380" y="1047042"/>
            <a:ext cx="339599" cy="339599"/>
          </a:xfrm>
          <a:prstGeom prst="rect">
            <a:avLst/>
          </a:prstGeom>
        </p:spPr>
      </p:pic>
      <p:pic>
        <p:nvPicPr>
          <p:cNvPr id="73" name="Picture 72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766" y="1008880"/>
            <a:ext cx="380550" cy="3805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2772377" y="1487660"/>
            <a:ext cx="380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Tutorial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44734" y="2061651"/>
            <a:ext cx="157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By </a:t>
            </a:r>
            <a:r>
              <a:rPr lang="en-US" sz="2000" u="sng" dirty="0" smtClean="0">
                <a:solidFill>
                  <a:srgbClr val="000000"/>
                </a:solidFill>
              </a:rPr>
              <a:t>Username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63594" y="2052048"/>
            <a:ext cx="134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No. of likes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187585" y="2573866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890750" y="3226585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890750" y="3226585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890750" y="3226585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653305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680294" y="1655766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9" name="Picture 48" descr="flaticon_facebook.gif"/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574" y="1662283"/>
            <a:ext cx="368754" cy="368754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1292507" y="1649065"/>
            <a:ext cx="776674" cy="398026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 smtClean="0">
                <a:solidFill>
                  <a:schemeClr val="bg1"/>
                </a:solidFill>
                <a:latin typeface="+mj-lt"/>
                <a:cs typeface="MAW "/>
              </a:rPr>
              <a:t>Like</a:t>
            </a:r>
            <a:endParaRPr lang="en-US" spc="300" dirty="0">
              <a:solidFill>
                <a:schemeClr val="bg1"/>
              </a:solidFill>
              <a:latin typeface="+mj-lt"/>
              <a:cs typeface="MAW "/>
            </a:endParaRPr>
          </a:p>
        </p:txBody>
      </p:sp>
      <p:pic>
        <p:nvPicPr>
          <p:cNvPr id="31" name="Picture 30" descr="power icon.jp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244" y="1034135"/>
            <a:ext cx="293423" cy="3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524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957" y="938520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3806529" y="1104479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261380" y="1047042"/>
            <a:ext cx="339599" cy="339599"/>
          </a:xfrm>
          <a:prstGeom prst="rect">
            <a:avLst/>
          </a:prstGeom>
        </p:spPr>
      </p:pic>
      <p:pic>
        <p:nvPicPr>
          <p:cNvPr id="73" name="Picture 72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766" y="1008880"/>
            <a:ext cx="380550" cy="3805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3635893" y="496565"/>
            <a:ext cx="34734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Liked Tutorial Detail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2772377" y="1487660"/>
            <a:ext cx="380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Tutorial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44734" y="2061651"/>
            <a:ext cx="157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By </a:t>
            </a:r>
            <a:r>
              <a:rPr lang="en-US" sz="2000" u="sng" dirty="0" smtClean="0">
                <a:solidFill>
                  <a:srgbClr val="000000"/>
                </a:solidFill>
              </a:rPr>
              <a:t>Username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63594" y="2052048"/>
            <a:ext cx="134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No. of likes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187585" y="2573866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890750" y="3226585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890750" y="3226585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890750" y="3226585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653305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680294" y="1655766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9" name="Picture 48" descr="flaticon_facebook.gif"/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574" y="1662283"/>
            <a:ext cx="368754" cy="368754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1292507" y="1649065"/>
            <a:ext cx="776674" cy="398026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100" dirty="0" smtClean="0">
                <a:solidFill>
                  <a:schemeClr val="bg1"/>
                </a:solidFill>
                <a:latin typeface="+mj-lt"/>
                <a:cs typeface="MAW "/>
              </a:rPr>
              <a:t>Liked</a:t>
            </a:r>
            <a:endParaRPr lang="en-US" spc="100" dirty="0">
              <a:solidFill>
                <a:schemeClr val="bg1"/>
              </a:solidFill>
              <a:latin typeface="+mj-lt"/>
              <a:cs typeface="MAW "/>
            </a:endParaRPr>
          </a:p>
        </p:txBody>
      </p:sp>
      <p:pic>
        <p:nvPicPr>
          <p:cNvPr id="31" name="Picture 30" descr="power icon.jp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244" y="1034135"/>
            <a:ext cx="293423" cy="3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638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957" y="938520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3806529" y="1104479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261380" y="1047042"/>
            <a:ext cx="339599" cy="339599"/>
          </a:xfrm>
          <a:prstGeom prst="rect">
            <a:avLst/>
          </a:prstGeom>
        </p:spPr>
      </p:pic>
      <p:pic>
        <p:nvPicPr>
          <p:cNvPr id="73" name="Picture 72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766" y="1008880"/>
            <a:ext cx="380550" cy="3805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2772377" y="1487660"/>
            <a:ext cx="380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Tutorial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44734" y="2061651"/>
            <a:ext cx="157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By </a:t>
            </a:r>
            <a:r>
              <a:rPr lang="en-US" sz="2000" u="sng" dirty="0" smtClean="0">
                <a:solidFill>
                  <a:srgbClr val="000000"/>
                </a:solidFill>
              </a:rPr>
              <a:t>Username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63594" y="2052048"/>
            <a:ext cx="134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No. of likes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187585" y="2573866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890750" y="3226585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890750" y="3226585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890750" y="3226585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653305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680294" y="1655766"/>
            <a:ext cx="1166467" cy="37527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Share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9" name="Picture 48" descr="flaticon_facebook.gif"/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574" y="1662283"/>
            <a:ext cx="368754" cy="368754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1292507" y="1649065"/>
            <a:ext cx="776674" cy="398026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 smtClean="0">
                <a:solidFill>
                  <a:schemeClr val="bg1"/>
                </a:solidFill>
                <a:latin typeface="+mj-lt"/>
                <a:cs typeface="MAW "/>
              </a:rPr>
              <a:t>Like</a:t>
            </a:r>
            <a:endParaRPr lang="en-US" spc="300" dirty="0">
              <a:solidFill>
                <a:schemeClr val="bg1"/>
              </a:solidFill>
              <a:latin typeface="+mj-lt"/>
              <a:cs typeface="MAW "/>
            </a:endParaRPr>
          </a:p>
        </p:txBody>
      </p:sp>
      <p:sp>
        <p:nvSpPr>
          <p:cNvPr id="31" name="Isosceles Triangle 30"/>
          <p:cNvSpPr/>
          <p:nvPr/>
        </p:nvSpPr>
        <p:spPr>
          <a:xfrm rot="5400000">
            <a:off x="4237876" y="2486785"/>
            <a:ext cx="1098433" cy="627161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/>
          <p:cNvSpPr/>
          <p:nvPr/>
        </p:nvSpPr>
        <p:spPr>
          <a:xfrm rot="5400000">
            <a:off x="4237876" y="3503776"/>
            <a:ext cx="1098433" cy="62716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1533702" y="2195546"/>
            <a:ext cx="6162588" cy="2670624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40000" dist="76200" dir="336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2019699" y="2796513"/>
            <a:ext cx="5204782" cy="16030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102218" y="2895963"/>
            <a:ext cx="1442573" cy="140463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/>
          <p:cNvCxnSpPr/>
          <p:nvPr/>
        </p:nvCxnSpPr>
        <p:spPr>
          <a:xfrm>
            <a:off x="2102219" y="2895963"/>
            <a:ext cx="1405091" cy="140463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2102219" y="2895963"/>
            <a:ext cx="1442572" cy="140463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653305" y="2322466"/>
            <a:ext cx="3131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spc="300" dirty="0" smtClean="0"/>
              <a:t>Write a message ...</a:t>
            </a:r>
            <a:endParaRPr lang="en-US" sz="2000" i="1" spc="300" dirty="0"/>
          </a:p>
        </p:txBody>
      </p:sp>
      <p:pic>
        <p:nvPicPr>
          <p:cNvPr id="53" name="Picture 52" descr="facebook (1).png"/>
          <p:cNvPicPr>
            <a:picLocks noChangeAspect="1"/>
          </p:cNvPicPr>
          <p:nvPr/>
        </p:nvPicPr>
        <p:blipFill>
          <a:blip r:embed="rId8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737" y="2270836"/>
            <a:ext cx="459697" cy="459697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6405554" y="4464738"/>
            <a:ext cx="818740" cy="318526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Post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223218" y="3226585"/>
            <a:ext cx="2228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</a:rPr>
              <a:t>Tutorial Name</a:t>
            </a:r>
          </a:p>
          <a:p>
            <a:pPr algn="ctr"/>
            <a:r>
              <a:rPr lang="en-US" sz="2000" dirty="0" smtClean="0">
                <a:solidFill>
                  <a:srgbClr val="000000"/>
                </a:solidFill>
              </a:rPr>
              <a:t>Detail</a:t>
            </a: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56" name="Picture 55" descr="power icon.jp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244" y="1034135"/>
            <a:ext cx="293423" cy="3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634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4147"/>
            <a:ext cx="6779137" cy="55925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2678382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42" name="Rectangle 41"/>
          <p:cNvSpPr/>
          <p:nvPr/>
        </p:nvSpPr>
        <p:spPr>
          <a:xfrm>
            <a:off x="2896531" y="831385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896531" y="831385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896531" y="831385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253949" y="5382261"/>
            <a:ext cx="1139363" cy="394691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spc="300" dirty="0" smtClean="0">
                <a:solidFill>
                  <a:srgbClr val="000000"/>
                </a:solidFill>
                <a:latin typeface="MAW "/>
                <a:cs typeface="MAW "/>
              </a:rPr>
              <a:t>Comment</a:t>
            </a:r>
            <a:endParaRPr lang="en-US" sz="16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543152" y="4335866"/>
            <a:ext cx="2850160" cy="860058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2468996" y="4335866"/>
            <a:ext cx="840146" cy="81643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991" y="4405582"/>
            <a:ext cx="657079" cy="65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554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4147"/>
            <a:ext cx="6779137" cy="55925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4568634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30" name="Rounded Rectangle 29"/>
          <p:cNvSpPr/>
          <p:nvPr/>
        </p:nvSpPr>
        <p:spPr>
          <a:xfrm>
            <a:off x="5253949" y="2144425"/>
            <a:ext cx="1139363" cy="394691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spc="300" dirty="0" smtClean="0">
                <a:solidFill>
                  <a:srgbClr val="000000"/>
                </a:solidFill>
                <a:latin typeface="MAW "/>
                <a:cs typeface="MAW "/>
              </a:rPr>
              <a:t>Comment</a:t>
            </a:r>
            <a:endParaRPr lang="en-US" sz="1600" spc="300" dirty="0">
              <a:solidFill>
                <a:srgbClr val="000000"/>
              </a:solidFill>
              <a:latin typeface="MAW "/>
              <a:cs typeface="MAW 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623848" y="2821451"/>
            <a:ext cx="3000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  <a:endParaRPr lang="en-US" sz="2000" b="1" dirty="0" smtClean="0">
              <a:solidFill>
                <a:srgbClr val="000000"/>
              </a:solidFill>
            </a:endParaRPr>
          </a:p>
          <a:p>
            <a:r>
              <a:rPr lang="en-US" sz="2000" dirty="0" smtClean="0">
                <a:solidFill>
                  <a:srgbClr val="000000"/>
                </a:solidFill>
              </a:rPr>
              <a:t>Comment </a:t>
            </a:r>
            <a:r>
              <a:rPr lang="en-US" sz="2000" dirty="0">
                <a:solidFill>
                  <a:srgbClr val="000000"/>
                </a:solidFill>
              </a:rPr>
              <a:t>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23848" y="3766869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23848" y="4724348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543152" y="1098030"/>
            <a:ext cx="2850160" cy="860058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933960" y="3631098"/>
            <a:ext cx="5241039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1933960" y="4567841"/>
            <a:ext cx="5241039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468996" y="1098030"/>
            <a:ext cx="840146" cy="81643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991" y="1167746"/>
            <a:ext cx="657079" cy="657079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1933960" y="2916913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49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873" y="2949903"/>
            <a:ext cx="433588" cy="433588"/>
          </a:xfrm>
          <a:prstGeom prst="rect">
            <a:avLst/>
          </a:prstGeom>
        </p:spPr>
      </p:pic>
      <p:sp>
        <p:nvSpPr>
          <p:cNvPr id="52" name="Oval 51"/>
          <p:cNvSpPr/>
          <p:nvPr/>
        </p:nvSpPr>
        <p:spPr>
          <a:xfrm>
            <a:off x="1942931" y="3837870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844" y="3870860"/>
            <a:ext cx="433588" cy="433588"/>
          </a:xfrm>
          <a:prstGeom prst="rect">
            <a:avLst/>
          </a:prstGeom>
        </p:spPr>
      </p:pic>
      <p:sp>
        <p:nvSpPr>
          <p:cNvPr id="54" name="Oval 53"/>
          <p:cNvSpPr/>
          <p:nvPr/>
        </p:nvSpPr>
        <p:spPr>
          <a:xfrm>
            <a:off x="1954001" y="4796375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914" y="4829365"/>
            <a:ext cx="433588" cy="43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80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957" y="938520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3806529" y="1104479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261380" y="1047042"/>
            <a:ext cx="339599" cy="339599"/>
          </a:xfrm>
          <a:prstGeom prst="rect">
            <a:avLst/>
          </a:prstGeom>
        </p:spPr>
      </p:pic>
      <p:cxnSp>
        <p:nvCxnSpPr>
          <p:cNvPr id="40" name="Straight Connector 39"/>
          <p:cNvCxnSpPr/>
          <p:nvPr/>
        </p:nvCxnSpPr>
        <p:spPr>
          <a:xfrm>
            <a:off x="1187585" y="1919911"/>
            <a:ext cx="6762643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187585" y="2563283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01726" y="1550579"/>
            <a:ext cx="1849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pc="300" dirty="0" smtClean="0"/>
              <a:t>What’s New</a:t>
            </a:r>
            <a:endParaRPr lang="en-US" spc="300" dirty="0"/>
          </a:p>
        </p:txBody>
      </p:sp>
      <p:cxnSp>
        <p:nvCxnSpPr>
          <p:cNvPr id="46" name="Straight Connector 45"/>
          <p:cNvCxnSpPr/>
          <p:nvPr/>
        </p:nvCxnSpPr>
        <p:spPr>
          <a:xfrm>
            <a:off x="1171090" y="3207808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187585" y="3836458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1187584" y="4480983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1187586" y="5115983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1187585" y="5760508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484263" y="2062820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Username: </a:t>
            </a:r>
            <a:r>
              <a:rPr lang="en-US" dirty="0" smtClean="0">
                <a:solidFill>
                  <a:srgbClr val="000000"/>
                </a:solidFill>
              </a:rPr>
              <a:t>Activity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73" name="Oval 72"/>
          <p:cNvSpPr/>
          <p:nvPr/>
        </p:nvSpPr>
        <p:spPr>
          <a:xfrm>
            <a:off x="1899820" y="1992943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/>
          <p:cNvCxnSpPr>
            <a:stCxn id="73" idx="1"/>
            <a:endCxn id="73" idx="5"/>
          </p:cNvCxnSpPr>
          <p:nvPr/>
        </p:nvCxnSpPr>
        <p:spPr>
          <a:xfrm>
            <a:off x="1976452" y="2067412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73" idx="3"/>
            <a:endCxn id="73" idx="7"/>
          </p:cNvCxnSpPr>
          <p:nvPr/>
        </p:nvCxnSpPr>
        <p:spPr>
          <a:xfrm flipV="1">
            <a:off x="1976452" y="2067412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7434562" y="2173472"/>
            <a:ext cx="139614" cy="13961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7434562" y="2831873"/>
            <a:ext cx="139614" cy="13961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/>
          <p:cNvSpPr txBox="1"/>
          <p:nvPr/>
        </p:nvSpPr>
        <p:spPr>
          <a:xfrm>
            <a:off x="2492080" y="2715758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Username: </a:t>
            </a:r>
            <a:r>
              <a:rPr lang="en-US" dirty="0" smtClean="0">
                <a:solidFill>
                  <a:srgbClr val="000000"/>
                </a:solidFill>
              </a:rPr>
              <a:t>Activity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85" name="Oval 84"/>
          <p:cNvSpPr/>
          <p:nvPr/>
        </p:nvSpPr>
        <p:spPr>
          <a:xfrm>
            <a:off x="1907637" y="2645881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/>
          <p:cNvCxnSpPr>
            <a:stCxn id="85" idx="1"/>
            <a:endCxn id="85" idx="5"/>
          </p:cNvCxnSpPr>
          <p:nvPr/>
        </p:nvCxnSpPr>
        <p:spPr>
          <a:xfrm>
            <a:off x="1984269" y="2720350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85" idx="3"/>
            <a:endCxn id="85" idx="7"/>
          </p:cNvCxnSpPr>
          <p:nvPr/>
        </p:nvCxnSpPr>
        <p:spPr>
          <a:xfrm flipV="1">
            <a:off x="1984269" y="2720350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2492080" y="3351661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Username: </a:t>
            </a:r>
            <a:r>
              <a:rPr lang="en-US" dirty="0" smtClean="0">
                <a:solidFill>
                  <a:srgbClr val="000000"/>
                </a:solidFill>
              </a:rPr>
              <a:t>Activity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89" name="Oval 88"/>
          <p:cNvSpPr/>
          <p:nvPr/>
        </p:nvSpPr>
        <p:spPr>
          <a:xfrm>
            <a:off x="1907637" y="3281784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Connector 89"/>
          <p:cNvCxnSpPr>
            <a:stCxn id="89" idx="1"/>
            <a:endCxn id="89" idx="5"/>
          </p:cNvCxnSpPr>
          <p:nvPr/>
        </p:nvCxnSpPr>
        <p:spPr>
          <a:xfrm>
            <a:off x="1984269" y="3356253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89" idx="3"/>
            <a:endCxn id="89" idx="7"/>
          </p:cNvCxnSpPr>
          <p:nvPr/>
        </p:nvCxnSpPr>
        <p:spPr>
          <a:xfrm flipV="1">
            <a:off x="1984269" y="3356253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2484263" y="3983277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Username: </a:t>
            </a:r>
            <a:r>
              <a:rPr lang="en-US" dirty="0" smtClean="0">
                <a:solidFill>
                  <a:srgbClr val="000000"/>
                </a:solidFill>
              </a:rPr>
              <a:t>Activity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93" name="Oval 92"/>
          <p:cNvSpPr/>
          <p:nvPr/>
        </p:nvSpPr>
        <p:spPr>
          <a:xfrm>
            <a:off x="1899820" y="3913400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Connector 93"/>
          <p:cNvCxnSpPr>
            <a:stCxn id="93" idx="1"/>
            <a:endCxn id="93" idx="5"/>
          </p:cNvCxnSpPr>
          <p:nvPr/>
        </p:nvCxnSpPr>
        <p:spPr>
          <a:xfrm>
            <a:off x="1976452" y="3987869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93" idx="3"/>
            <a:endCxn id="93" idx="7"/>
          </p:cNvCxnSpPr>
          <p:nvPr/>
        </p:nvCxnSpPr>
        <p:spPr>
          <a:xfrm flipV="1">
            <a:off x="1976452" y="3987869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2484263" y="4611097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Username: </a:t>
            </a:r>
            <a:r>
              <a:rPr lang="en-US" dirty="0" smtClean="0">
                <a:solidFill>
                  <a:srgbClr val="000000"/>
                </a:solidFill>
              </a:rPr>
              <a:t>Activity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97" name="Oval 96"/>
          <p:cNvSpPr/>
          <p:nvPr/>
        </p:nvSpPr>
        <p:spPr>
          <a:xfrm>
            <a:off x="1899820" y="4541220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Connector 97"/>
          <p:cNvCxnSpPr>
            <a:stCxn id="97" idx="1"/>
            <a:endCxn id="97" idx="5"/>
          </p:cNvCxnSpPr>
          <p:nvPr/>
        </p:nvCxnSpPr>
        <p:spPr>
          <a:xfrm>
            <a:off x="1976452" y="4615689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97" idx="3"/>
            <a:endCxn id="97" idx="7"/>
          </p:cNvCxnSpPr>
          <p:nvPr/>
        </p:nvCxnSpPr>
        <p:spPr>
          <a:xfrm flipV="1">
            <a:off x="1976452" y="4615689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2496891" y="5251812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Username: </a:t>
            </a:r>
            <a:r>
              <a:rPr lang="en-US" dirty="0" smtClean="0">
                <a:solidFill>
                  <a:srgbClr val="000000"/>
                </a:solidFill>
              </a:rPr>
              <a:t>Activity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101" name="Oval 100"/>
          <p:cNvSpPr/>
          <p:nvPr/>
        </p:nvSpPr>
        <p:spPr>
          <a:xfrm>
            <a:off x="1912448" y="5181935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/>
          <p:cNvCxnSpPr>
            <a:stCxn id="101" idx="1"/>
            <a:endCxn id="101" idx="5"/>
          </p:cNvCxnSpPr>
          <p:nvPr/>
        </p:nvCxnSpPr>
        <p:spPr>
          <a:xfrm>
            <a:off x="1989080" y="5256404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101" idx="3"/>
            <a:endCxn id="101" idx="7"/>
          </p:cNvCxnSpPr>
          <p:nvPr/>
        </p:nvCxnSpPr>
        <p:spPr>
          <a:xfrm flipV="1">
            <a:off x="1989080" y="5256404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496891" y="5927499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Username: </a:t>
            </a:r>
            <a:r>
              <a:rPr lang="en-US" dirty="0" smtClean="0">
                <a:solidFill>
                  <a:srgbClr val="000000"/>
                </a:solidFill>
              </a:rPr>
              <a:t>Activity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1912448" y="5857622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Straight Connector 105"/>
          <p:cNvCxnSpPr>
            <a:stCxn id="105" idx="1"/>
            <a:endCxn id="105" idx="5"/>
          </p:cNvCxnSpPr>
          <p:nvPr/>
        </p:nvCxnSpPr>
        <p:spPr>
          <a:xfrm>
            <a:off x="1989080" y="5932091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>
            <a:stCxn id="105" idx="3"/>
            <a:endCxn id="105" idx="7"/>
          </p:cNvCxnSpPr>
          <p:nvPr/>
        </p:nvCxnSpPr>
        <p:spPr>
          <a:xfrm flipV="1">
            <a:off x="1989080" y="5932091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8" name="Picture 107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766" y="1008880"/>
            <a:ext cx="380550" cy="38055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Notifications</a:t>
            </a:r>
            <a:endParaRPr lang="en-US" sz="1600" dirty="0"/>
          </a:p>
        </p:txBody>
      </p:sp>
      <p:pic>
        <p:nvPicPr>
          <p:cNvPr id="58" name="Picture 57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244" y="1034135"/>
            <a:ext cx="293423" cy="3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720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957" y="938520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3806529" y="1104479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261380" y="1047042"/>
            <a:ext cx="339599" cy="339599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814458" y="1683353"/>
            <a:ext cx="1029220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Edit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1635864" y="1672434"/>
            <a:ext cx="2104849" cy="2045441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621" y="1804394"/>
            <a:ext cx="1646204" cy="1646204"/>
          </a:xfrm>
          <a:prstGeom prst="rect">
            <a:avLst/>
          </a:prstGeom>
        </p:spPr>
      </p:pic>
      <p:pic>
        <p:nvPicPr>
          <p:cNvPr id="41" name="Picture 40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766" y="1008880"/>
            <a:ext cx="380550" cy="38055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131916" y="2616983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336598" y="2616983"/>
            <a:ext cx="1159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Following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177522" y="2848119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75" name="Straight Connector 74"/>
          <p:cNvCxnSpPr/>
          <p:nvPr/>
        </p:nvCxnSpPr>
        <p:spPr>
          <a:xfrm flipV="1">
            <a:off x="5239554" y="2659128"/>
            <a:ext cx="0" cy="51496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844147" y="3091656"/>
            <a:ext cx="347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Email: </a:t>
            </a:r>
            <a:r>
              <a:rPr lang="en-US" dirty="0" err="1" smtClean="0">
                <a:solidFill>
                  <a:srgbClr val="000000"/>
                </a:solidFill>
              </a:rPr>
              <a:t>xxxxxxxx@xxxxx.com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068416" y="2018277"/>
            <a:ext cx="2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300" dirty="0" smtClean="0">
                <a:solidFill>
                  <a:srgbClr val="000000"/>
                </a:solidFill>
              </a:rPr>
              <a:t>Username</a:t>
            </a:r>
            <a:endParaRPr lang="en-US" sz="3600" b="1" spc="300" dirty="0">
              <a:solidFill>
                <a:srgbClr val="00000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398958" y="2834776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81" name="Straight Connector 80"/>
          <p:cNvCxnSpPr/>
          <p:nvPr/>
        </p:nvCxnSpPr>
        <p:spPr>
          <a:xfrm>
            <a:off x="1187585" y="3820583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1674991" y="4026303"/>
            <a:ext cx="2603500" cy="24004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4878792" y="4026303"/>
            <a:ext cx="2603500" cy="24004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/>
          <p:cNvCxnSpPr/>
          <p:nvPr/>
        </p:nvCxnSpPr>
        <p:spPr>
          <a:xfrm>
            <a:off x="1674991" y="4026303"/>
            <a:ext cx="2063235" cy="2400407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V="1">
            <a:off x="2238375" y="4026303"/>
            <a:ext cx="2040116" cy="240040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4878792" y="4024585"/>
            <a:ext cx="2058583" cy="2402125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flipV="1">
            <a:off x="5398958" y="4024585"/>
            <a:ext cx="2083334" cy="2402125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Profile</a:t>
            </a:r>
            <a:endParaRPr lang="en-US" sz="1600" dirty="0"/>
          </a:p>
        </p:txBody>
      </p:sp>
      <p:pic>
        <p:nvPicPr>
          <p:cNvPr id="37" name="Picture 36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244" y="1034135"/>
            <a:ext cx="293423" cy="3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258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5119"/>
            <a:ext cx="6779137" cy="55915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3091656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682750" y="1027662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682750" y="4085140"/>
            <a:ext cx="2603500" cy="3976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886551" y="1027662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4886551" y="4085140"/>
            <a:ext cx="2603500" cy="3976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/>
          <p:nvPr/>
        </p:nvCxnSpPr>
        <p:spPr>
          <a:xfrm>
            <a:off x="1682750" y="1027662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1682750" y="1027662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4886551" y="1025944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4886551" y="1025944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651000" y="4084609"/>
            <a:ext cx="1863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Tutorial Name ”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362605" y="4156948"/>
            <a:ext cx="879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No. of likes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915279" y="4095922"/>
            <a:ext cx="1863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Tutorial Name ”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626884" y="4168261"/>
            <a:ext cx="879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No. of likes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682750" y="4940617"/>
            <a:ext cx="2603500" cy="14860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886551" y="4940619"/>
            <a:ext cx="2603500" cy="14860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Connector 56"/>
          <p:cNvCxnSpPr/>
          <p:nvPr/>
        </p:nvCxnSpPr>
        <p:spPr>
          <a:xfrm>
            <a:off x="1682750" y="4940618"/>
            <a:ext cx="1508125" cy="1486093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V="1">
            <a:off x="2682875" y="4940619"/>
            <a:ext cx="1603375" cy="1486091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4886551" y="4938900"/>
            <a:ext cx="1490853" cy="1487811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5905500" y="4938901"/>
            <a:ext cx="1584551" cy="1487809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Profile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56225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957" y="938520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3806529" y="1104479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261380" y="1047042"/>
            <a:ext cx="339599" cy="339599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2298861" y="2193454"/>
            <a:ext cx="1680807" cy="1633367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653" y="2312829"/>
            <a:ext cx="1314560" cy="1314560"/>
          </a:xfrm>
          <a:prstGeom prst="rect">
            <a:avLst/>
          </a:prstGeom>
        </p:spPr>
      </p:pic>
      <p:pic>
        <p:nvPicPr>
          <p:cNvPr id="41" name="Picture 40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766" y="1008880"/>
            <a:ext cx="380550" cy="38055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Edit Profile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1907720" y="3966927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989082" y="2852556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Username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989082" y="3409673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E-mail</a:t>
            </a:r>
            <a:endParaRPr lang="en-US" i="1" dirty="0">
              <a:solidFill>
                <a:schemeClr val="tx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612770" y="2193454"/>
            <a:ext cx="0" cy="2402641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814458" y="1683353"/>
            <a:ext cx="1029220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Save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50" name="Straight Connector 49"/>
          <p:cNvCxnSpPr/>
          <p:nvPr/>
        </p:nvCxnSpPr>
        <p:spPr>
          <a:xfrm>
            <a:off x="1583696" y="4919413"/>
            <a:ext cx="6058147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128649" y="5143752"/>
            <a:ext cx="3009508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Change Password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3128649" y="5747336"/>
            <a:ext cx="3009508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Delete Account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pic>
        <p:nvPicPr>
          <p:cNvPr id="30" name="Picture 29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244" y="1034135"/>
            <a:ext cx="293423" cy="3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743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957" y="938520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3806529" y="1104479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261380" y="1047042"/>
            <a:ext cx="339599" cy="339599"/>
          </a:xfrm>
          <a:prstGeom prst="rect">
            <a:avLst/>
          </a:prstGeom>
        </p:spPr>
      </p:pic>
      <p:pic>
        <p:nvPicPr>
          <p:cNvPr id="41" name="Picture 40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766" y="1008880"/>
            <a:ext cx="380550" cy="38055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3635893" y="496565"/>
            <a:ext cx="33246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Change Password</a:t>
            </a:r>
            <a:endParaRPr lang="en-US" sz="1600" dirty="0"/>
          </a:p>
        </p:txBody>
      </p:sp>
      <p:sp>
        <p:nvSpPr>
          <p:cNvPr id="49" name="Rounded Rectangle 48"/>
          <p:cNvSpPr/>
          <p:nvPr/>
        </p:nvSpPr>
        <p:spPr>
          <a:xfrm>
            <a:off x="3407595" y="4651896"/>
            <a:ext cx="2463089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Save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07596" y="2712510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Current Password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407596" y="3265610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New Password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407596" y="3822727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Re-New Password</a:t>
            </a:r>
            <a:endParaRPr lang="en-US" i="1" dirty="0">
              <a:solidFill>
                <a:schemeClr val="tx1"/>
              </a:solidFill>
            </a:endParaRPr>
          </a:p>
        </p:txBody>
      </p:sp>
      <p:pic>
        <p:nvPicPr>
          <p:cNvPr id="24" name="Picture 23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244" y="1034135"/>
            <a:ext cx="293423" cy="3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38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957" y="938520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3806529" y="1104479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261380" y="1047042"/>
            <a:ext cx="339599" cy="339599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2298861" y="2193454"/>
            <a:ext cx="1680807" cy="1633367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653" y="2312829"/>
            <a:ext cx="1314560" cy="1314560"/>
          </a:xfrm>
          <a:prstGeom prst="rect">
            <a:avLst/>
          </a:prstGeom>
        </p:spPr>
      </p:pic>
      <p:pic>
        <p:nvPicPr>
          <p:cNvPr id="41" name="Picture 40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766" y="1008880"/>
            <a:ext cx="380550" cy="38055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Edit Profile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2405108" y="4106337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989082" y="2852556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Username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989082" y="3409673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E-mail</a:t>
            </a:r>
            <a:endParaRPr lang="en-US" i="1" dirty="0">
              <a:solidFill>
                <a:schemeClr val="tx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908814" y="2193454"/>
            <a:ext cx="0" cy="2402641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814458" y="1683353"/>
            <a:ext cx="1029220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Save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50" name="Straight Connector 49"/>
          <p:cNvCxnSpPr/>
          <p:nvPr/>
        </p:nvCxnSpPr>
        <p:spPr>
          <a:xfrm>
            <a:off x="1583696" y="4919413"/>
            <a:ext cx="6058147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128649" y="5143752"/>
            <a:ext cx="3009508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Change Password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3128649" y="5747336"/>
            <a:ext cx="3009508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Delete Account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11301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4" name="Isosceles Triangle 33"/>
          <p:cNvSpPr/>
          <p:nvPr/>
        </p:nvSpPr>
        <p:spPr>
          <a:xfrm rot="5400000">
            <a:off x="4735264" y="3643186"/>
            <a:ext cx="1098433" cy="62716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2201077" y="2543491"/>
            <a:ext cx="4837213" cy="2400549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40000" dist="76200" dir="336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599606" y="3035373"/>
            <a:ext cx="1442573" cy="140463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599607" y="3035373"/>
            <a:ext cx="1405091" cy="140463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2599607" y="3035373"/>
            <a:ext cx="1442572" cy="140463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176290" y="3053607"/>
            <a:ext cx="26047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</a:rPr>
              <a:t>Are you sure to delete your account?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58" name="Straight Connector 57"/>
          <p:cNvCxnSpPr/>
          <p:nvPr/>
        </p:nvCxnSpPr>
        <p:spPr>
          <a:xfrm>
            <a:off x="4263197" y="3826821"/>
            <a:ext cx="2374866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4285170" y="3966789"/>
            <a:ext cx="1073836" cy="473213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No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5564227" y="3966790"/>
            <a:ext cx="1073836" cy="473213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Yes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4" name="Picture 53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244" y="1034135"/>
            <a:ext cx="293423" cy="3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477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957" y="938520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3806529" y="1104479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261380" y="1047042"/>
            <a:ext cx="339599" cy="339599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1635864" y="1672434"/>
            <a:ext cx="2104849" cy="2045441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621" y="1804394"/>
            <a:ext cx="1646204" cy="1646204"/>
          </a:xfrm>
          <a:prstGeom prst="rect">
            <a:avLst/>
          </a:prstGeom>
        </p:spPr>
      </p:pic>
      <p:pic>
        <p:nvPicPr>
          <p:cNvPr id="41" name="Picture 40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766" y="1008880"/>
            <a:ext cx="380550" cy="38055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131916" y="2616983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336598" y="2616983"/>
            <a:ext cx="1159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Following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177522" y="2848119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75" name="Straight Connector 74"/>
          <p:cNvCxnSpPr/>
          <p:nvPr/>
        </p:nvCxnSpPr>
        <p:spPr>
          <a:xfrm flipV="1">
            <a:off x="5239554" y="2659128"/>
            <a:ext cx="0" cy="51496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844147" y="3091656"/>
            <a:ext cx="347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Email: </a:t>
            </a:r>
            <a:r>
              <a:rPr lang="en-US" dirty="0" err="1" smtClean="0">
                <a:solidFill>
                  <a:srgbClr val="000000"/>
                </a:solidFill>
              </a:rPr>
              <a:t>xxxxxxxx@xxxxx.com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068416" y="2018277"/>
            <a:ext cx="2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300" dirty="0" smtClean="0">
                <a:solidFill>
                  <a:srgbClr val="000000"/>
                </a:solidFill>
              </a:rPr>
              <a:t>Username</a:t>
            </a:r>
            <a:endParaRPr lang="en-US" sz="3600" b="1" spc="300" dirty="0">
              <a:solidFill>
                <a:srgbClr val="00000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398958" y="2834776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81" name="Straight Connector 80"/>
          <p:cNvCxnSpPr/>
          <p:nvPr/>
        </p:nvCxnSpPr>
        <p:spPr>
          <a:xfrm>
            <a:off x="1187585" y="3820583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1674991" y="4026303"/>
            <a:ext cx="2603500" cy="24004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4878792" y="4026303"/>
            <a:ext cx="2603500" cy="24004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/>
          <p:cNvCxnSpPr/>
          <p:nvPr/>
        </p:nvCxnSpPr>
        <p:spPr>
          <a:xfrm>
            <a:off x="1674991" y="4026303"/>
            <a:ext cx="2063235" cy="2400407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V="1">
            <a:off x="2238375" y="4026303"/>
            <a:ext cx="2040116" cy="240040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4878792" y="4024585"/>
            <a:ext cx="2058583" cy="2402125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flipV="1">
            <a:off x="5398958" y="4024585"/>
            <a:ext cx="2083334" cy="2402125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635893" y="496565"/>
            <a:ext cx="3688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Other Blogger Profile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6696666" y="1683353"/>
            <a:ext cx="1147012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Follow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pic>
        <p:nvPicPr>
          <p:cNvPr id="38" name="Picture 37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244" y="1034135"/>
            <a:ext cx="293423" cy="3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1185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957" y="938520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3806529" y="1104479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261380" y="1047042"/>
            <a:ext cx="339599" cy="339599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696666" y="1683353"/>
            <a:ext cx="1147012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00000"/>
                </a:solidFill>
                <a:latin typeface="+mj-lt"/>
                <a:cs typeface="MAW "/>
              </a:rPr>
              <a:t>Unfollow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1635864" y="1672434"/>
            <a:ext cx="2104849" cy="2045441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621" y="1804394"/>
            <a:ext cx="1646204" cy="1646204"/>
          </a:xfrm>
          <a:prstGeom prst="rect">
            <a:avLst/>
          </a:prstGeom>
        </p:spPr>
      </p:pic>
      <p:pic>
        <p:nvPicPr>
          <p:cNvPr id="41" name="Picture 40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766" y="1008880"/>
            <a:ext cx="380550" cy="38055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131916" y="2616983"/>
            <a:ext cx="121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336598" y="2616983"/>
            <a:ext cx="1159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Following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177522" y="2848119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75" name="Straight Connector 74"/>
          <p:cNvCxnSpPr/>
          <p:nvPr/>
        </p:nvCxnSpPr>
        <p:spPr>
          <a:xfrm flipV="1">
            <a:off x="5239554" y="2659128"/>
            <a:ext cx="0" cy="514968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844147" y="3091656"/>
            <a:ext cx="347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Email: </a:t>
            </a:r>
            <a:r>
              <a:rPr lang="en-US" dirty="0" err="1" smtClean="0">
                <a:solidFill>
                  <a:srgbClr val="000000"/>
                </a:solidFill>
              </a:rPr>
              <a:t>xxxxxxxx@xxxxx.com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068416" y="2018277"/>
            <a:ext cx="2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300" dirty="0" smtClean="0">
                <a:solidFill>
                  <a:srgbClr val="000000"/>
                </a:solidFill>
              </a:rPr>
              <a:t>Username</a:t>
            </a:r>
            <a:endParaRPr lang="en-US" sz="3600" b="1" spc="300" dirty="0">
              <a:solidFill>
                <a:srgbClr val="00000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398958" y="2834776"/>
            <a:ext cx="986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81" name="Straight Connector 80"/>
          <p:cNvCxnSpPr/>
          <p:nvPr/>
        </p:nvCxnSpPr>
        <p:spPr>
          <a:xfrm>
            <a:off x="1187585" y="3820583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1674991" y="4026303"/>
            <a:ext cx="2603500" cy="24004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4878792" y="4026303"/>
            <a:ext cx="2603500" cy="24004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/>
          <p:cNvCxnSpPr/>
          <p:nvPr/>
        </p:nvCxnSpPr>
        <p:spPr>
          <a:xfrm>
            <a:off x="1674991" y="4026303"/>
            <a:ext cx="2063235" cy="2400407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V="1">
            <a:off x="2238375" y="4026303"/>
            <a:ext cx="2040116" cy="240040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4878792" y="4024585"/>
            <a:ext cx="2058583" cy="2402125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flipV="1">
            <a:off x="5398958" y="4024585"/>
            <a:ext cx="2083334" cy="2402125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635892" y="496565"/>
            <a:ext cx="3846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Following Blogger Profile</a:t>
            </a:r>
            <a:endParaRPr lang="en-US" sz="1600" dirty="0"/>
          </a:p>
        </p:txBody>
      </p:sp>
      <p:pic>
        <p:nvPicPr>
          <p:cNvPr id="37" name="Picture 36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244" y="1034135"/>
            <a:ext cx="293423" cy="3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423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957" y="938520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3806529" y="1104479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261380" y="1047042"/>
            <a:ext cx="339599" cy="339599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2088031" y="2329947"/>
            <a:ext cx="2071948" cy="201346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766" y="1008880"/>
            <a:ext cx="380550" cy="38055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Create Tutorial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1907720" y="4483520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989082" y="2291726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Title</a:t>
            </a:r>
            <a:endParaRPr lang="en-US" i="1" dirty="0">
              <a:solidFill>
                <a:schemeClr val="tx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612770" y="1847060"/>
            <a:ext cx="0" cy="3851034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583696" y="5902982"/>
            <a:ext cx="6058147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989082" y="3033569"/>
            <a:ext cx="2463089" cy="35275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i="1" spc="300" dirty="0" smtClean="0">
                <a:solidFill>
                  <a:srgbClr val="000000"/>
                </a:solidFill>
              </a:rPr>
              <a:t>Category</a:t>
            </a:r>
            <a:endParaRPr lang="en-US" sz="1400" i="1" spc="300" dirty="0">
              <a:solidFill>
                <a:srgbClr val="000000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086858" y="3033569"/>
            <a:ext cx="365314" cy="35276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7156784" y="3157615"/>
            <a:ext cx="221747" cy="150771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946560" y="3998159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Materials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922223" y="4785641"/>
            <a:ext cx="2508687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01457" y="3525619"/>
            <a:ext cx="1199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</a:t>
            </a:r>
            <a:endParaRPr lang="en-US" sz="2000" b="1" dirty="0">
              <a:solidFill>
                <a:srgbClr val="000000"/>
              </a:solidFill>
            </a:endParaRPr>
          </a:p>
        </p:txBody>
      </p:sp>
      <p:pic>
        <p:nvPicPr>
          <p:cNvPr id="36" name="Picture 35" descr="fotocamera_foto_camera_icon_coloring_book_colouring-1969px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085" y="2827897"/>
            <a:ext cx="1328605" cy="1022938"/>
          </a:xfrm>
          <a:prstGeom prst="rect">
            <a:avLst/>
          </a:prstGeom>
        </p:spPr>
      </p:pic>
      <p:pic>
        <p:nvPicPr>
          <p:cNvPr id="38" name="Picture 37" descr="power icon.jp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244" y="1034135"/>
            <a:ext cx="293423" cy="3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453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957" y="938520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3806529" y="1104479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261380" y="1047042"/>
            <a:ext cx="339599" cy="339599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2088031" y="2329947"/>
            <a:ext cx="2071948" cy="201346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766" y="1008880"/>
            <a:ext cx="380550" cy="38055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Create Tutorial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1907720" y="4483520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989082" y="2291726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Title</a:t>
            </a:r>
            <a:endParaRPr lang="en-US" i="1" dirty="0">
              <a:solidFill>
                <a:schemeClr val="tx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612770" y="1847060"/>
            <a:ext cx="0" cy="3851034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583696" y="5902982"/>
            <a:ext cx="6058147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989082" y="3033569"/>
            <a:ext cx="2463089" cy="35275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i="1" spc="300" dirty="0" smtClean="0">
                <a:solidFill>
                  <a:srgbClr val="000000"/>
                </a:solidFill>
              </a:rPr>
              <a:t>Category</a:t>
            </a:r>
            <a:endParaRPr lang="en-US" sz="1400" i="1" spc="300" dirty="0">
              <a:solidFill>
                <a:srgbClr val="000000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086858" y="3033569"/>
            <a:ext cx="365314" cy="35276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7156784" y="3157615"/>
            <a:ext cx="221747" cy="150771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946560" y="3998159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smtClean="0">
                <a:solidFill>
                  <a:schemeClr val="tx1"/>
                </a:solidFill>
              </a:rPr>
              <a:t>Materials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922223" y="4785641"/>
            <a:ext cx="2508687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01457" y="3525619"/>
            <a:ext cx="1199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989083" y="3386327"/>
            <a:ext cx="2463089" cy="24277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/>
          <p:cNvCxnSpPr/>
          <p:nvPr/>
        </p:nvCxnSpPr>
        <p:spPr>
          <a:xfrm>
            <a:off x="4989084" y="3636838"/>
            <a:ext cx="246308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4989086" y="3910084"/>
            <a:ext cx="2463085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4989086" y="4180811"/>
            <a:ext cx="2463085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4989083" y="4449166"/>
            <a:ext cx="2463088" cy="1026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4989083" y="4730151"/>
            <a:ext cx="246308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959925" y="3618690"/>
            <a:ext cx="755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Outfit</a:t>
            </a:r>
            <a:endParaRPr lang="en-US" sz="1400" dirty="0"/>
          </a:p>
        </p:txBody>
      </p:sp>
      <p:sp>
        <p:nvSpPr>
          <p:cNvPr id="53" name="TextBox 52"/>
          <p:cNvSpPr txBox="1"/>
          <p:nvPr/>
        </p:nvSpPr>
        <p:spPr>
          <a:xfrm>
            <a:off x="5838242" y="3891481"/>
            <a:ext cx="1054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Accessory</a:t>
            </a:r>
            <a:endParaRPr lang="en-US" sz="1400" dirty="0"/>
          </a:p>
        </p:txBody>
      </p:sp>
      <p:sp>
        <p:nvSpPr>
          <p:cNvPr id="54" name="TextBox 53"/>
          <p:cNvSpPr txBox="1"/>
          <p:nvPr/>
        </p:nvSpPr>
        <p:spPr>
          <a:xfrm>
            <a:off x="6062467" y="4165054"/>
            <a:ext cx="479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Gift</a:t>
            </a:r>
            <a:endParaRPr lang="en-US" sz="1400" dirty="0"/>
          </a:p>
        </p:txBody>
      </p:sp>
      <p:sp>
        <p:nvSpPr>
          <p:cNvPr id="55" name="TextBox 54"/>
          <p:cNvSpPr txBox="1"/>
          <p:nvPr/>
        </p:nvSpPr>
        <p:spPr>
          <a:xfrm>
            <a:off x="6080773" y="4449166"/>
            <a:ext cx="479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Kid</a:t>
            </a:r>
            <a:endParaRPr lang="en-US" sz="1400" dirty="0"/>
          </a:p>
        </p:txBody>
      </p:sp>
      <p:sp>
        <p:nvSpPr>
          <p:cNvPr id="56" name="TextBox 55"/>
          <p:cNvSpPr txBox="1"/>
          <p:nvPr/>
        </p:nvSpPr>
        <p:spPr>
          <a:xfrm>
            <a:off x="5944149" y="4719891"/>
            <a:ext cx="783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Garden</a:t>
            </a:r>
            <a:endParaRPr lang="en-US" sz="1400" dirty="0"/>
          </a:p>
        </p:txBody>
      </p:sp>
      <p:sp>
        <p:nvSpPr>
          <p:cNvPr id="57" name="TextBox 56"/>
          <p:cNvSpPr txBox="1"/>
          <p:nvPr/>
        </p:nvSpPr>
        <p:spPr>
          <a:xfrm>
            <a:off x="5809067" y="4975502"/>
            <a:ext cx="109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Home Decor</a:t>
            </a:r>
            <a:endParaRPr lang="en-US" sz="1400" dirty="0"/>
          </a:p>
        </p:txBody>
      </p:sp>
      <p:cxnSp>
        <p:nvCxnSpPr>
          <p:cNvPr id="58" name="Straight Connector 57"/>
          <p:cNvCxnSpPr/>
          <p:nvPr/>
        </p:nvCxnSpPr>
        <p:spPr>
          <a:xfrm>
            <a:off x="4989086" y="4998361"/>
            <a:ext cx="2463085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4989086" y="5261198"/>
            <a:ext cx="2463085" cy="19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020548" y="5519804"/>
            <a:ext cx="686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Other</a:t>
            </a:r>
            <a:endParaRPr lang="en-US" sz="1400" dirty="0"/>
          </a:p>
        </p:txBody>
      </p:sp>
      <p:sp>
        <p:nvSpPr>
          <p:cNvPr id="61" name="TextBox 60"/>
          <p:cNvSpPr txBox="1"/>
          <p:nvPr/>
        </p:nvSpPr>
        <p:spPr>
          <a:xfrm>
            <a:off x="6085138" y="5261217"/>
            <a:ext cx="686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Pet</a:t>
            </a:r>
            <a:endParaRPr lang="en-US" sz="1400" dirty="0"/>
          </a:p>
        </p:txBody>
      </p:sp>
      <p:cxnSp>
        <p:nvCxnSpPr>
          <p:cNvPr id="62" name="Straight Connector 61"/>
          <p:cNvCxnSpPr/>
          <p:nvPr/>
        </p:nvCxnSpPr>
        <p:spPr>
          <a:xfrm>
            <a:off x="4989083" y="5547702"/>
            <a:ext cx="246308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116690" y="3360291"/>
            <a:ext cx="686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All</a:t>
            </a:r>
            <a:endParaRPr lang="en-US" sz="1400" dirty="0"/>
          </a:p>
        </p:txBody>
      </p:sp>
      <p:pic>
        <p:nvPicPr>
          <p:cNvPr id="2" name="Picture 1" descr="fotocamera_foto_camera_icon_coloring_book_colouring-1969px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085" y="2827897"/>
            <a:ext cx="1328605" cy="1022938"/>
          </a:xfrm>
          <a:prstGeom prst="rect">
            <a:avLst/>
          </a:prstGeom>
        </p:spPr>
      </p:pic>
      <p:pic>
        <p:nvPicPr>
          <p:cNvPr id="64" name="Picture 63" descr="power icon.jp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244" y="1034135"/>
            <a:ext cx="293423" cy="3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973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5119"/>
            <a:ext cx="6779137" cy="55915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284884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Create Tutorial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1834079" y="828817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612770" y="853439"/>
            <a:ext cx="0" cy="1351706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510055" y="2441998"/>
            <a:ext cx="609792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549830" y="2816458"/>
            <a:ext cx="6058147" cy="293016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515320"/>
              </p:ext>
            </p:extLst>
          </p:nvPr>
        </p:nvGraphicFramePr>
        <p:xfrm>
          <a:off x="1821689" y="3378833"/>
          <a:ext cx="5483201" cy="2068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191"/>
                <a:gridCol w="2778276"/>
                <a:gridCol w="1827734"/>
              </a:tblGrid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Picture</a:t>
                      </a:r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2524923" y="3002414"/>
            <a:ext cx="892692" cy="27481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pc="300" dirty="0" smtClean="0">
                <a:solidFill>
                  <a:srgbClr val="000000"/>
                </a:solidFill>
              </a:rPr>
              <a:t>  4</a:t>
            </a:r>
            <a:endParaRPr lang="en-US" spc="300" dirty="0">
              <a:solidFill>
                <a:srgbClr val="000000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133018" y="3002413"/>
            <a:ext cx="284598" cy="274818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3202189" y="3115167"/>
            <a:ext cx="151408" cy="102946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747408" y="293657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I want 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22997" y="2925120"/>
            <a:ext cx="209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</a:t>
            </a:r>
            <a:r>
              <a:rPr lang="en-US" dirty="0" smtClean="0">
                <a:solidFill>
                  <a:srgbClr val="000000"/>
                </a:solidFill>
              </a:rPr>
              <a:t>teps for my tutorial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783009" y="3849816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783009" y="4253650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780753" y="4680189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778497" y="5091801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922223" y="1338573"/>
            <a:ext cx="2508687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922223" y="828817"/>
            <a:ext cx="2508687" cy="298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93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5119"/>
            <a:ext cx="6779137" cy="55915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4648409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Create Tutorial</a:t>
            </a:r>
            <a:endParaRPr lang="en-US" sz="1600" dirty="0"/>
          </a:p>
        </p:txBody>
      </p:sp>
      <p:sp>
        <p:nvSpPr>
          <p:cNvPr id="17" name="Rectangle 16"/>
          <p:cNvSpPr/>
          <p:nvPr/>
        </p:nvSpPr>
        <p:spPr>
          <a:xfrm>
            <a:off x="1577143" y="927118"/>
            <a:ext cx="6058147" cy="293016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538203"/>
              </p:ext>
            </p:extLst>
          </p:nvPr>
        </p:nvGraphicFramePr>
        <p:xfrm>
          <a:off x="1849002" y="1489493"/>
          <a:ext cx="5483201" cy="2068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191"/>
                <a:gridCol w="2778276"/>
                <a:gridCol w="1827734"/>
              </a:tblGrid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Picture</a:t>
                      </a:r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2552236" y="1113074"/>
            <a:ext cx="892692" cy="27481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pc="300" dirty="0" smtClean="0">
                <a:solidFill>
                  <a:srgbClr val="000000"/>
                </a:solidFill>
              </a:rPr>
              <a:t>  4</a:t>
            </a:r>
            <a:endParaRPr lang="en-US" spc="300" dirty="0">
              <a:solidFill>
                <a:srgbClr val="000000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160331" y="1113073"/>
            <a:ext cx="284598" cy="274818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3229502" y="1225827"/>
            <a:ext cx="151408" cy="102946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774721" y="104723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I want 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50310" y="1035780"/>
            <a:ext cx="209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</a:t>
            </a:r>
            <a:r>
              <a:rPr lang="en-US" dirty="0" smtClean="0">
                <a:solidFill>
                  <a:srgbClr val="000000"/>
                </a:solidFill>
              </a:rPr>
              <a:t>teps for my tutorial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810322" y="1960476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810322" y="2364310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808066" y="2790849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805810" y="3202461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639667" y="5984520"/>
            <a:ext cx="1002323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spc="300" dirty="0" smtClean="0">
                <a:solidFill>
                  <a:srgbClr val="000000"/>
                </a:solidFill>
                <a:latin typeface="+mj-lt"/>
                <a:cs typeface="MAW "/>
              </a:rPr>
              <a:t>Done</a:t>
            </a:r>
            <a:endParaRPr lang="en-US" sz="16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>
            <a:off x="1537368" y="4117072"/>
            <a:ext cx="609792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736953" y="4344956"/>
            <a:ext cx="1748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Video (optional)</a:t>
            </a:r>
            <a:endParaRPr lang="en-US" dirty="0">
              <a:solidFill>
                <a:srgbClr val="000000"/>
              </a:solidFill>
            </a:endParaRP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629219"/>
              </p:ext>
            </p:extLst>
          </p:nvPr>
        </p:nvGraphicFramePr>
        <p:xfrm>
          <a:off x="1849001" y="4714288"/>
          <a:ext cx="5483201" cy="8274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8499"/>
                <a:gridCol w="1934702"/>
              </a:tblGrid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Video</a:t>
                      </a:r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1583843" y="4297331"/>
            <a:ext cx="6058147" cy="152879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5810322" y="5184482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</a:t>
            </a:r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Video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1563140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957" y="938520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3806529" y="1104479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261380" y="1047042"/>
            <a:ext cx="339599" cy="339599"/>
          </a:xfrm>
          <a:prstGeom prst="rect">
            <a:avLst/>
          </a:prstGeom>
        </p:spPr>
      </p:pic>
      <p:pic>
        <p:nvPicPr>
          <p:cNvPr id="73" name="Picture 72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766" y="1008880"/>
            <a:ext cx="380550" cy="3805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Own Tutorial Detail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2772377" y="1487660"/>
            <a:ext cx="3803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Tutorial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44734" y="2061651"/>
            <a:ext cx="157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By </a:t>
            </a:r>
            <a:r>
              <a:rPr lang="en-US" sz="2000" u="sng" dirty="0" smtClean="0">
                <a:solidFill>
                  <a:srgbClr val="000000"/>
                </a:solidFill>
              </a:rPr>
              <a:t>Username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63594" y="2052048"/>
            <a:ext cx="134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No. of likes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187585" y="2573866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890750" y="3226585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890750" y="3226585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890750" y="3226585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653305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814458" y="1683353"/>
            <a:ext cx="1029220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Edit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</p:spTree>
    <p:extLst>
      <p:ext uri="{BB962C8B-B14F-4D97-AF65-F5344CB8AC3E}">
        <p14:creationId xmlns:p14="http://schemas.microsoft.com/office/powerpoint/2010/main" val="35530112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4147"/>
            <a:ext cx="6779137" cy="55925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3933517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Tutorial Detail</a:t>
            </a:r>
            <a:endParaRPr lang="en-US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2623848" y="2821451"/>
            <a:ext cx="3000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  <a:endParaRPr lang="en-US" sz="2000" b="1" dirty="0" smtClean="0">
              <a:solidFill>
                <a:srgbClr val="000000"/>
              </a:solidFill>
            </a:endParaRPr>
          </a:p>
          <a:p>
            <a:r>
              <a:rPr lang="en-US" sz="2000" dirty="0" smtClean="0">
                <a:solidFill>
                  <a:srgbClr val="000000"/>
                </a:solidFill>
              </a:rPr>
              <a:t>Comment </a:t>
            </a:r>
            <a:r>
              <a:rPr lang="en-US" sz="2000" dirty="0">
                <a:solidFill>
                  <a:srgbClr val="000000"/>
                </a:solidFill>
              </a:rPr>
              <a:t>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23848" y="3766869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23848" y="4724348"/>
            <a:ext cx="310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Username : 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Comment message</a:t>
            </a:r>
            <a:endParaRPr lang="en-US" sz="2000" b="1" dirty="0">
              <a:solidFill>
                <a:srgbClr val="000000"/>
              </a:solidFill>
            </a:endParaRPr>
          </a:p>
        </p:txBody>
      </p:sp>
      <p:cxnSp>
        <p:nvCxnSpPr>
          <p:cNvPr id="35" name="Straight Connector 34"/>
          <p:cNvCxnSpPr/>
          <p:nvPr/>
        </p:nvCxnSpPr>
        <p:spPr>
          <a:xfrm>
            <a:off x="1933960" y="3631098"/>
            <a:ext cx="5241039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1933960" y="4567841"/>
            <a:ext cx="5241039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1933960" y="2916913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49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873" y="2949903"/>
            <a:ext cx="433588" cy="433588"/>
          </a:xfrm>
          <a:prstGeom prst="rect">
            <a:avLst/>
          </a:prstGeom>
        </p:spPr>
      </p:pic>
      <p:sp>
        <p:nvSpPr>
          <p:cNvPr id="52" name="Oval 51"/>
          <p:cNvSpPr/>
          <p:nvPr/>
        </p:nvSpPr>
        <p:spPr>
          <a:xfrm>
            <a:off x="1942931" y="3837870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844" y="3870860"/>
            <a:ext cx="433588" cy="433588"/>
          </a:xfrm>
          <a:prstGeom prst="rect">
            <a:avLst/>
          </a:prstGeom>
        </p:spPr>
      </p:pic>
      <p:sp>
        <p:nvSpPr>
          <p:cNvPr id="54" name="Oval 53"/>
          <p:cNvSpPr/>
          <p:nvPr/>
        </p:nvSpPr>
        <p:spPr>
          <a:xfrm>
            <a:off x="1954001" y="4796375"/>
            <a:ext cx="554389" cy="53874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 descr="Untitled-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914" y="4829365"/>
            <a:ext cx="433588" cy="43358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474485" y="5768134"/>
            <a:ext cx="1308100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latin typeface="+mj-lt"/>
                <a:cs typeface="MAW "/>
              </a:rPr>
              <a:t>Delete</a:t>
            </a:r>
            <a:endParaRPr lang="en-US" sz="20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896531" y="831386"/>
            <a:ext cx="3496781" cy="160994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3925632" y="831385"/>
            <a:ext cx="2358405" cy="1609949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2896531" y="831385"/>
            <a:ext cx="2381629" cy="160995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405108" y="4106337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011301" y="2621491"/>
            <a:ext cx="402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r>
              <a:rPr lang="en-US" sz="2000" dirty="0" smtClean="0">
                <a:solidFill>
                  <a:srgbClr val="000000"/>
                </a:solidFill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7" name="Isosceles Triangle 36"/>
          <p:cNvSpPr/>
          <p:nvPr/>
        </p:nvSpPr>
        <p:spPr>
          <a:xfrm rot="5400000">
            <a:off x="4735264" y="3643186"/>
            <a:ext cx="1098433" cy="627161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/>
          <p:cNvSpPr/>
          <p:nvPr/>
        </p:nvSpPr>
        <p:spPr>
          <a:xfrm>
            <a:off x="2201077" y="2543491"/>
            <a:ext cx="4837213" cy="2400549"/>
          </a:xfrm>
          <a:prstGeom prst="roundRect">
            <a:avLst>
              <a:gd name="adj" fmla="val 6442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40000" dist="76200" dir="336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599606" y="3035373"/>
            <a:ext cx="1442573" cy="140463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599607" y="3035373"/>
            <a:ext cx="1405091" cy="140463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599607" y="3035373"/>
            <a:ext cx="1442572" cy="140463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176290" y="3053607"/>
            <a:ext cx="26047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</a:rPr>
              <a:t>Are you sure to delete your tutorial?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4263197" y="3826821"/>
            <a:ext cx="2374866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4285170" y="3966789"/>
            <a:ext cx="1073836" cy="473213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No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564227" y="3966790"/>
            <a:ext cx="1073836" cy="473213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Yes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972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957" y="938520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3806529" y="1104479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261380" y="1047042"/>
            <a:ext cx="339599" cy="339599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2088031" y="2329947"/>
            <a:ext cx="2071948" cy="201346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766" y="1008880"/>
            <a:ext cx="380550" cy="38055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Edit Tutorial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1907720" y="4483520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989082" y="2291726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err="1" smtClean="0">
                <a:solidFill>
                  <a:schemeClr val="tx1"/>
                </a:solidFill>
              </a:rPr>
              <a:t>xxxxxxxxx</a:t>
            </a:r>
            <a:endParaRPr lang="en-US" i="1" dirty="0">
              <a:solidFill>
                <a:schemeClr val="tx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612770" y="1847060"/>
            <a:ext cx="0" cy="3851034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583696" y="5902982"/>
            <a:ext cx="6058147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989082" y="3033569"/>
            <a:ext cx="2463089" cy="35275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i="1" spc="300" dirty="0" smtClean="0">
                <a:solidFill>
                  <a:srgbClr val="000000"/>
                </a:solidFill>
              </a:rPr>
              <a:t>Category</a:t>
            </a:r>
            <a:endParaRPr lang="en-US" sz="1400" i="1" spc="300" dirty="0">
              <a:solidFill>
                <a:srgbClr val="000000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086858" y="3033569"/>
            <a:ext cx="365314" cy="35276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7156784" y="3157615"/>
            <a:ext cx="221747" cy="150771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946560" y="3998159"/>
            <a:ext cx="2463089" cy="5571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err="1" smtClean="0">
                <a:solidFill>
                  <a:schemeClr val="tx1"/>
                </a:solidFill>
              </a:rPr>
              <a:t>xxxxxxxxxxxxxxxxxxx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922223" y="4785641"/>
            <a:ext cx="2508687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01457" y="3525619"/>
            <a:ext cx="1199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Materials</a:t>
            </a:r>
            <a:endParaRPr lang="en-US" sz="2000" b="1" dirty="0">
              <a:solidFill>
                <a:srgbClr val="000000"/>
              </a:solidFill>
            </a:endParaRPr>
          </a:p>
        </p:txBody>
      </p:sp>
      <p:cxnSp>
        <p:nvCxnSpPr>
          <p:cNvPr id="36" name="Straight Connector 35"/>
          <p:cNvCxnSpPr>
            <a:stCxn id="39" idx="1"/>
            <a:endCxn id="39" idx="5"/>
          </p:cNvCxnSpPr>
          <p:nvPr/>
        </p:nvCxnSpPr>
        <p:spPr>
          <a:xfrm>
            <a:off x="2391461" y="2624813"/>
            <a:ext cx="1465088" cy="1423736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9" idx="3"/>
            <a:endCxn id="39" idx="7"/>
          </p:cNvCxnSpPr>
          <p:nvPr/>
        </p:nvCxnSpPr>
        <p:spPr>
          <a:xfrm flipV="1">
            <a:off x="2391461" y="2624813"/>
            <a:ext cx="1465088" cy="1423736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244" y="1034135"/>
            <a:ext cx="293423" cy="3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0727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5119"/>
            <a:ext cx="6779137" cy="55915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284884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Edit Tutorial</a:t>
            </a:r>
            <a:endParaRPr lang="en-US" sz="1600" dirty="0"/>
          </a:p>
        </p:txBody>
      </p:sp>
      <p:sp>
        <p:nvSpPr>
          <p:cNvPr id="37" name="Rounded Rectangle 36"/>
          <p:cNvSpPr/>
          <p:nvPr/>
        </p:nvSpPr>
        <p:spPr>
          <a:xfrm>
            <a:off x="1834079" y="828817"/>
            <a:ext cx="2463089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4612770" y="853439"/>
            <a:ext cx="0" cy="1351706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510055" y="2441998"/>
            <a:ext cx="609792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549830" y="2816459"/>
            <a:ext cx="6058147" cy="288369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875455"/>
              </p:ext>
            </p:extLst>
          </p:nvPr>
        </p:nvGraphicFramePr>
        <p:xfrm>
          <a:off x="1821689" y="3378833"/>
          <a:ext cx="5483201" cy="2068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191"/>
                <a:gridCol w="2778276"/>
                <a:gridCol w="1827734"/>
              </a:tblGrid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Picture</a:t>
                      </a:r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xxxxxxxxxxxxxxxxxxxxx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xxxxxxxxxxxxxxxxxxxxx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xxxxxxxxxxxxxxxxxxxxx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xxxxxxxxxxxxxxxxxxxxx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2524923" y="3002414"/>
            <a:ext cx="892692" cy="27481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pc="300" dirty="0" smtClean="0">
                <a:solidFill>
                  <a:srgbClr val="000000"/>
                </a:solidFill>
              </a:rPr>
              <a:t>  4</a:t>
            </a:r>
            <a:endParaRPr lang="en-US" spc="300" dirty="0">
              <a:solidFill>
                <a:srgbClr val="000000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133018" y="3002413"/>
            <a:ext cx="284598" cy="274818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3202189" y="3115167"/>
            <a:ext cx="151408" cy="102946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747408" y="293657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I want 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22997" y="2925120"/>
            <a:ext cx="209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</a:t>
            </a:r>
            <a:r>
              <a:rPr lang="en-US" dirty="0" smtClean="0">
                <a:solidFill>
                  <a:srgbClr val="000000"/>
                </a:solidFill>
              </a:rPr>
              <a:t>teps for my tutorial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783009" y="3849816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783009" y="4253650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780753" y="4680189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778497" y="5091801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922223" y="1338573"/>
            <a:ext cx="2508687" cy="45683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spc="3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20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922223" y="828817"/>
            <a:ext cx="2508687" cy="298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0702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5119"/>
            <a:ext cx="6779137" cy="55915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4648409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Edit Tutorial</a:t>
            </a:r>
            <a:endParaRPr lang="en-US" sz="1600" dirty="0"/>
          </a:p>
        </p:txBody>
      </p:sp>
      <p:cxnSp>
        <p:nvCxnSpPr>
          <p:cNvPr id="50" name="Straight Connector 49"/>
          <p:cNvCxnSpPr/>
          <p:nvPr/>
        </p:nvCxnSpPr>
        <p:spPr>
          <a:xfrm>
            <a:off x="1537368" y="965408"/>
            <a:ext cx="609792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577143" y="1339868"/>
            <a:ext cx="6058147" cy="293016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201974"/>
              </p:ext>
            </p:extLst>
          </p:nvPr>
        </p:nvGraphicFramePr>
        <p:xfrm>
          <a:off x="1849002" y="1902243"/>
          <a:ext cx="5483201" cy="2068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191"/>
                <a:gridCol w="2778276"/>
                <a:gridCol w="1827734"/>
              </a:tblGrid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Picture</a:t>
                      </a:r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xxxxxxxxxxxxxxxxxxxxx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xxxxxxxxxxxxxxxxxxxxx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xxxxxxxxxxxxxxxxxxxxx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13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xxxxxxxxxxxxxxxxxxxxx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2552236" y="1525824"/>
            <a:ext cx="892692" cy="27481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pc="300" dirty="0" smtClean="0">
                <a:solidFill>
                  <a:srgbClr val="000000"/>
                </a:solidFill>
              </a:rPr>
              <a:t>  4</a:t>
            </a:r>
            <a:endParaRPr lang="en-US" spc="300" dirty="0">
              <a:solidFill>
                <a:srgbClr val="000000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160331" y="1525823"/>
            <a:ext cx="284598" cy="274818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3229502" y="1638577"/>
            <a:ext cx="151408" cy="102946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774721" y="145998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I want 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50310" y="1448530"/>
            <a:ext cx="209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</a:t>
            </a:r>
            <a:r>
              <a:rPr lang="en-US" dirty="0" smtClean="0">
                <a:solidFill>
                  <a:srgbClr val="000000"/>
                </a:solidFill>
              </a:rPr>
              <a:t>teps for my tutorial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810322" y="2373226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810322" y="2777060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808066" y="3203599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805810" y="3615211"/>
            <a:ext cx="1224070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00000"/>
                </a:solidFill>
                <a:latin typeface="+mj-lt"/>
                <a:cs typeface="MAW "/>
              </a:rPr>
              <a:t>Browse Picture</a:t>
            </a:r>
            <a:endParaRPr lang="en-US" sz="12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632967" y="5863202"/>
            <a:ext cx="1002323" cy="313712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spc="300" dirty="0" smtClean="0">
                <a:solidFill>
                  <a:srgbClr val="000000"/>
                </a:solidFill>
                <a:latin typeface="+mj-lt"/>
                <a:cs typeface="MAW "/>
              </a:rPr>
              <a:t>Save</a:t>
            </a:r>
            <a:endParaRPr lang="en-US" sz="1600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>
            <a:off x="1537368" y="4625072"/>
            <a:ext cx="609792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577143" y="5127038"/>
            <a:ext cx="6058147" cy="51264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 err="1" smtClean="0">
                <a:solidFill>
                  <a:srgbClr val="000000"/>
                </a:solidFill>
              </a:rPr>
              <a:t>xxxxxxxxxxxxxxxxxxxxxxxxxxxxxxxxx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583843" y="4757706"/>
            <a:ext cx="1748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Video (optional)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77494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682750" y="1832365"/>
            <a:ext cx="1581561" cy="27210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Category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985976" y="1831469"/>
            <a:ext cx="278336" cy="268771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/>
          <p:cNvSpPr/>
          <p:nvPr/>
        </p:nvSpPr>
        <p:spPr>
          <a:xfrm rot="10800000">
            <a:off x="3057082" y="1939052"/>
            <a:ext cx="139875" cy="95104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957" y="938520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3806529" y="1104479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261380" y="1047042"/>
            <a:ext cx="339599" cy="33959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682750" y="2409872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682750" y="5467350"/>
            <a:ext cx="2603500" cy="3976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4886551" y="2409872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4886551" y="5467350"/>
            <a:ext cx="2603500" cy="3976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/>
          <p:cNvCxnSpPr/>
          <p:nvPr/>
        </p:nvCxnSpPr>
        <p:spPr>
          <a:xfrm>
            <a:off x="1682750" y="2409872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1682750" y="2409872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4886551" y="2408154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4886551" y="2408154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189480" y="5478132"/>
            <a:ext cx="1592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Shop Name ”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402870" y="5478132"/>
            <a:ext cx="1592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Shop Name ”</a:t>
            </a:r>
            <a:endParaRPr lang="en-US" b="1" dirty="0">
              <a:solidFill>
                <a:srgbClr val="000000"/>
              </a:solidFill>
            </a:endParaRPr>
          </a:p>
        </p:txBody>
      </p:sp>
      <p:pic>
        <p:nvPicPr>
          <p:cNvPr id="73" name="Picture 72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766" y="1008880"/>
            <a:ext cx="380550" cy="3805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Explore shops</a:t>
            </a:r>
            <a:endParaRPr lang="en-US" sz="1600" dirty="0"/>
          </a:p>
        </p:txBody>
      </p:sp>
      <p:pic>
        <p:nvPicPr>
          <p:cNvPr id="33" name="Picture 32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244" y="1034135"/>
            <a:ext cx="293423" cy="3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97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682750" y="1832365"/>
            <a:ext cx="1581561" cy="27210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Category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985976" y="1831469"/>
            <a:ext cx="278336" cy="268771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/>
          <p:cNvSpPr/>
          <p:nvPr/>
        </p:nvSpPr>
        <p:spPr>
          <a:xfrm rot="10800000">
            <a:off x="3057082" y="1939052"/>
            <a:ext cx="139875" cy="95104"/>
          </a:xfrm>
          <a:prstGeom prst="triangle">
            <a:avLst/>
          </a:prstGeom>
          <a:solidFill>
            <a:schemeClr val="tx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957" y="938520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3806529" y="1104479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261380" y="1047042"/>
            <a:ext cx="339599" cy="33959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682750" y="2409872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4886551" y="2409872"/>
            <a:ext cx="2603500" cy="3455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/>
          <p:cNvCxnSpPr/>
          <p:nvPr/>
        </p:nvCxnSpPr>
        <p:spPr>
          <a:xfrm>
            <a:off x="1682750" y="2409872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1682750" y="2409872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4886551" y="2408154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4886551" y="2408154"/>
            <a:ext cx="2603500" cy="305747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" name="Picture 72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766" y="1008880"/>
            <a:ext cx="380550" cy="3805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</a:t>
            </a:r>
            <a:r>
              <a:rPr lang="en-US" sz="1600" dirty="0"/>
              <a:t>Explore shops</a:t>
            </a:r>
          </a:p>
        </p:txBody>
      </p:sp>
      <p:sp>
        <p:nvSpPr>
          <p:cNvPr id="2" name="Rectangle 1"/>
          <p:cNvSpPr/>
          <p:nvPr/>
        </p:nvSpPr>
        <p:spPr>
          <a:xfrm>
            <a:off x="1682749" y="2100239"/>
            <a:ext cx="1581561" cy="18748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 flipH="1">
            <a:off x="1682750" y="2350750"/>
            <a:ext cx="1581560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1682752" y="2623996"/>
            <a:ext cx="1581560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>
            <a:off x="1682752" y="2894723"/>
            <a:ext cx="1581560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1682749" y="3173338"/>
            <a:ext cx="1581560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>
            <a:off x="1682749" y="3444063"/>
            <a:ext cx="1581560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131540" y="2319053"/>
            <a:ext cx="755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Fabric</a:t>
            </a:r>
            <a:endParaRPr lang="en-US" sz="1400" dirty="0"/>
          </a:p>
        </p:txBody>
      </p:sp>
      <p:sp>
        <p:nvSpPr>
          <p:cNvPr id="49" name="TextBox 48"/>
          <p:cNvSpPr txBox="1"/>
          <p:nvPr/>
        </p:nvSpPr>
        <p:spPr>
          <a:xfrm>
            <a:off x="2009857" y="2591844"/>
            <a:ext cx="1054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Accessory</a:t>
            </a:r>
            <a:endParaRPr lang="en-US" sz="1400" dirty="0"/>
          </a:p>
        </p:txBody>
      </p:sp>
      <p:sp>
        <p:nvSpPr>
          <p:cNvPr id="50" name="TextBox 49"/>
          <p:cNvSpPr txBox="1"/>
          <p:nvPr/>
        </p:nvSpPr>
        <p:spPr>
          <a:xfrm>
            <a:off x="2152946" y="2865417"/>
            <a:ext cx="70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Wood</a:t>
            </a:r>
            <a:endParaRPr lang="en-US" sz="1400" dirty="0"/>
          </a:p>
        </p:txBody>
      </p:sp>
      <p:sp>
        <p:nvSpPr>
          <p:cNvPr id="52" name="TextBox 51"/>
          <p:cNvSpPr txBox="1"/>
          <p:nvPr/>
        </p:nvSpPr>
        <p:spPr>
          <a:xfrm>
            <a:off x="2009857" y="3149529"/>
            <a:ext cx="1086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Stationary</a:t>
            </a:r>
            <a:endParaRPr lang="en-US" sz="1400" dirty="0"/>
          </a:p>
        </p:txBody>
      </p:sp>
      <p:sp>
        <p:nvSpPr>
          <p:cNvPr id="53" name="TextBox 52"/>
          <p:cNvSpPr txBox="1"/>
          <p:nvPr/>
        </p:nvSpPr>
        <p:spPr>
          <a:xfrm>
            <a:off x="2031310" y="3420254"/>
            <a:ext cx="980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Container</a:t>
            </a:r>
            <a:endParaRPr lang="en-US" sz="1400" dirty="0"/>
          </a:p>
        </p:txBody>
      </p:sp>
      <p:cxnSp>
        <p:nvCxnSpPr>
          <p:cNvPr id="59" name="Straight Connector 58"/>
          <p:cNvCxnSpPr/>
          <p:nvPr/>
        </p:nvCxnSpPr>
        <p:spPr>
          <a:xfrm flipH="1">
            <a:off x="1682752" y="3712273"/>
            <a:ext cx="1581560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2131540" y="3667333"/>
            <a:ext cx="686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Other</a:t>
            </a:r>
            <a:endParaRPr lang="en-US" sz="1400" dirty="0"/>
          </a:p>
        </p:txBody>
      </p:sp>
      <p:sp>
        <p:nvSpPr>
          <p:cNvPr id="76" name="TextBox 75"/>
          <p:cNvSpPr txBox="1"/>
          <p:nvPr/>
        </p:nvSpPr>
        <p:spPr>
          <a:xfrm>
            <a:off x="2288305" y="2060654"/>
            <a:ext cx="686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All</a:t>
            </a:r>
            <a:endParaRPr lang="en-US" sz="1400" dirty="0"/>
          </a:p>
        </p:txBody>
      </p:sp>
      <p:sp>
        <p:nvSpPr>
          <p:cNvPr id="77" name="Rectangle 76"/>
          <p:cNvSpPr/>
          <p:nvPr/>
        </p:nvSpPr>
        <p:spPr>
          <a:xfrm>
            <a:off x="1682750" y="5467350"/>
            <a:ext cx="2603500" cy="3976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4886551" y="5467350"/>
            <a:ext cx="2603500" cy="3976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2189480" y="5478132"/>
            <a:ext cx="1592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Shop Name ”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402870" y="5478132"/>
            <a:ext cx="1592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“ Shop Name ”</a:t>
            </a:r>
            <a:endParaRPr lang="en-US" b="1" dirty="0">
              <a:solidFill>
                <a:srgbClr val="000000"/>
              </a:solidFill>
            </a:endParaRPr>
          </a:p>
        </p:txBody>
      </p:sp>
      <p:pic>
        <p:nvPicPr>
          <p:cNvPr id="54" name="Picture 53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244" y="1034135"/>
            <a:ext cx="293423" cy="3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925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957" y="938520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3806529" y="1104479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261380" y="1047042"/>
            <a:ext cx="339599" cy="339599"/>
          </a:xfrm>
          <a:prstGeom prst="rect">
            <a:avLst/>
          </a:prstGeom>
        </p:spPr>
      </p:pic>
      <p:pic>
        <p:nvPicPr>
          <p:cNvPr id="73" name="Picture 72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766" y="1008880"/>
            <a:ext cx="380550" cy="3805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Shop Detail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3273278" y="1487660"/>
            <a:ext cx="29749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Shop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272241" y="1996531"/>
            <a:ext cx="1596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Branch: </a:t>
            </a:r>
            <a:r>
              <a:rPr lang="en-US" sz="2000" dirty="0" err="1" smtClean="0">
                <a:solidFill>
                  <a:srgbClr val="000000"/>
                </a:solidFill>
              </a:rPr>
              <a:t>xxxxx</a:t>
            </a:r>
            <a:endParaRPr lang="en-US" sz="2000" u="sng" dirty="0">
              <a:solidFill>
                <a:srgbClr val="00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187585" y="2573866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890750" y="3861511"/>
            <a:ext cx="3496781" cy="2565199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2890750" y="3861511"/>
            <a:ext cx="2791433" cy="2565199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3635893" y="3861511"/>
            <a:ext cx="2751638" cy="256520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43318" y="3000491"/>
            <a:ext cx="34789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Information: </a:t>
            </a:r>
            <a:r>
              <a:rPr lang="en-US" sz="2000" dirty="0" err="1" smtClean="0">
                <a:solidFill>
                  <a:srgbClr val="000000"/>
                </a:solidFill>
              </a:rPr>
              <a:t>xxxxxxxxxxxxxxxxx</a:t>
            </a:r>
            <a:r>
              <a:rPr lang="en-US" sz="2000" dirty="0" smtClean="0">
                <a:solidFill>
                  <a:srgbClr val="000000"/>
                </a:solidFill>
              </a:rPr>
              <a:t/>
            </a:r>
            <a:br>
              <a:rPr lang="en-US" sz="2000" dirty="0" smtClean="0">
                <a:solidFill>
                  <a:srgbClr val="000000"/>
                </a:solidFill>
              </a:rPr>
            </a:br>
            <a:r>
              <a:rPr lang="en-US" sz="2000" dirty="0" err="1" smtClean="0">
                <a:solidFill>
                  <a:srgbClr val="000000"/>
                </a:solidFill>
              </a:rPr>
              <a:t>xxxxxxxxxxxxxxxxxxxxxxxxxxxxx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43318" y="2600381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Tel.: </a:t>
            </a:r>
            <a:r>
              <a:rPr lang="en-US" sz="2000" dirty="0" smtClean="0">
                <a:solidFill>
                  <a:srgbClr val="000000"/>
                </a:solidFill>
              </a:rPr>
              <a:t>000-000-0000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626884" y="1683353"/>
            <a:ext cx="1216794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Message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pic>
        <p:nvPicPr>
          <p:cNvPr id="33" name="Picture 32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244" y="1034135"/>
            <a:ext cx="293423" cy="3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2337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5119"/>
            <a:ext cx="6779137" cy="55915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25632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890750" y="834147"/>
            <a:ext cx="3496781" cy="32001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/>
          <p:cNvCxnSpPr/>
          <p:nvPr/>
        </p:nvCxnSpPr>
        <p:spPr>
          <a:xfrm>
            <a:off x="2890750" y="834147"/>
            <a:ext cx="3496781" cy="3200125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2890750" y="834147"/>
            <a:ext cx="3496781" cy="3192914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890750" y="4292800"/>
            <a:ext cx="3496781" cy="213391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/>
          <p:cNvCxnSpPr/>
          <p:nvPr/>
        </p:nvCxnSpPr>
        <p:spPr>
          <a:xfrm>
            <a:off x="2890750" y="4292800"/>
            <a:ext cx="2302993" cy="2133911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4119176" y="4292800"/>
            <a:ext cx="2268355" cy="2133911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Shop Detail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224513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5119"/>
            <a:ext cx="6779137" cy="55915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4398410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890750" y="842959"/>
            <a:ext cx="3496781" cy="213391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3907518" y="834147"/>
            <a:ext cx="2480013" cy="2142723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2890750" y="842960"/>
            <a:ext cx="2498369" cy="213391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856073" y="3427991"/>
            <a:ext cx="10906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</a:rPr>
              <a:t>Location</a:t>
            </a: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27" name="Picture 26" descr="Screen Shot 2557-05-26 at 2.30.38 PM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760" y="3860661"/>
            <a:ext cx="5210026" cy="15443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8" name="Teardrop 27"/>
          <p:cNvSpPr/>
          <p:nvPr/>
        </p:nvSpPr>
        <p:spPr>
          <a:xfrm rot="7921972">
            <a:off x="5150033" y="4045434"/>
            <a:ext cx="408752" cy="408724"/>
          </a:xfrm>
          <a:prstGeom prst="teardrop">
            <a:avLst/>
          </a:prstGeom>
          <a:solidFill>
            <a:srgbClr val="000000"/>
          </a:solidFill>
          <a:ln>
            <a:noFill/>
          </a:ln>
          <a:effectLst>
            <a:outerShdw blurRad="40005" dist="22987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58438" y="4151022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4799711" y="4464639"/>
            <a:ext cx="1178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Shop Name</a:t>
            </a:r>
            <a:endParaRPr lang="en-US" sz="20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6004281" y="3460551"/>
            <a:ext cx="1159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>
                <a:solidFill>
                  <a:srgbClr val="000000"/>
                </a:solidFill>
              </a:rPr>
              <a:t>See bigger</a:t>
            </a:r>
            <a:endParaRPr lang="en-US" u="sng" dirty="0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Shop Detail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419953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835119"/>
            <a:ext cx="6779137" cy="55915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Shop Map</a:t>
            </a:r>
            <a:endParaRPr lang="en-US" sz="1600" dirty="0"/>
          </a:p>
        </p:txBody>
      </p:sp>
      <p:pic>
        <p:nvPicPr>
          <p:cNvPr id="2" name="Picture 1" descr="Screen Shot 2557-05-26 at 2.30.38 PM.png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585" y="835119"/>
            <a:ext cx="6779137" cy="5591592"/>
          </a:xfrm>
          <a:prstGeom prst="rect">
            <a:avLst/>
          </a:prstGeom>
        </p:spPr>
      </p:pic>
      <p:sp>
        <p:nvSpPr>
          <p:cNvPr id="18" name="Teardrop 17"/>
          <p:cNvSpPr/>
          <p:nvPr/>
        </p:nvSpPr>
        <p:spPr>
          <a:xfrm rot="7921972">
            <a:off x="3919379" y="2208043"/>
            <a:ext cx="408752" cy="408724"/>
          </a:xfrm>
          <a:prstGeom prst="teardrop">
            <a:avLst/>
          </a:prstGeom>
          <a:solidFill>
            <a:srgbClr val="000000"/>
          </a:solidFill>
          <a:ln>
            <a:noFill/>
          </a:ln>
          <a:effectLst>
            <a:outerShdw blurRad="40005" dist="22987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4027784" y="2313631"/>
            <a:ext cx="193141" cy="18267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3569057" y="2627248"/>
            <a:ext cx="1178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Shop Name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141527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957" y="938520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3806529" y="1104479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261380" y="1047042"/>
            <a:ext cx="339599" cy="339599"/>
          </a:xfrm>
          <a:prstGeom prst="rect">
            <a:avLst/>
          </a:prstGeom>
        </p:spPr>
      </p:pic>
      <p:cxnSp>
        <p:nvCxnSpPr>
          <p:cNvPr id="40" name="Straight Connector 39"/>
          <p:cNvCxnSpPr/>
          <p:nvPr/>
        </p:nvCxnSpPr>
        <p:spPr>
          <a:xfrm>
            <a:off x="1187585" y="1919911"/>
            <a:ext cx="6762643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187585" y="2563283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01726" y="1550579"/>
            <a:ext cx="1849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pc="300" dirty="0" smtClean="0"/>
              <a:t>Messages</a:t>
            </a:r>
            <a:endParaRPr lang="en-US" spc="300" dirty="0"/>
          </a:p>
        </p:txBody>
      </p:sp>
      <p:cxnSp>
        <p:nvCxnSpPr>
          <p:cNvPr id="46" name="Straight Connector 45"/>
          <p:cNvCxnSpPr/>
          <p:nvPr/>
        </p:nvCxnSpPr>
        <p:spPr>
          <a:xfrm>
            <a:off x="1171090" y="3207808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187585" y="3836458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1187584" y="4480983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1187586" y="5115983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1187585" y="5760508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484263" y="2062820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Shop name: </a:t>
            </a:r>
            <a:r>
              <a:rPr lang="en-US" dirty="0" smtClean="0">
                <a:solidFill>
                  <a:srgbClr val="000000"/>
                </a:solidFill>
              </a:rPr>
              <a:t>Message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73" name="Oval 72"/>
          <p:cNvSpPr/>
          <p:nvPr/>
        </p:nvSpPr>
        <p:spPr>
          <a:xfrm>
            <a:off x="1899820" y="1992943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/>
          <p:cNvCxnSpPr>
            <a:stCxn id="73" idx="1"/>
            <a:endCxn id="73" idx="5"/>
          </p:cNvCxnSpPr>
          <p:nvPr/>
        </p:nvCxnSpPr>
        <p:spPr>
          <a:xfrm>
            <a:off x="1976452" y="2067412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73" idx="3"/>
            <a:endCxn id="73" idx="7"/>
          </p:cNvCxnSpPr>
          <p:nvPr/>
        </p:nvCxnSpPr>
        <p:spPr>
          <a:xfrm flipV="1">
            <a:off x="1976452" y="2067412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7434562" y="2173472"/>
            <a:ext cx="139614" cy="13961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7434562" y="2831873"/>
            <a:ext cx="139614" cy="13961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1907637" y="2645881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/>
          <p:cNvCxnSpPr>
            <a:stCxn id="85" idx="1"/>
            <a:endCxn id="85" idx="5"/>
          </p:cNvCxnSpPr>
          <p:nvPr/>
        </p:nvCxnSpPr>
        <p:spPr>
          <a:xfrm>
            <a:off x="1984269" y="2720350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85" idx="3"/>
            <a:endCxn id="85" idx="7"/>
          </p:cNvCxnSpPr>
          <p:nvPr/>
        </p:nvCxnSpPr>
        <p:spPr>
          <a:xfrm flipV="1">
            <a:off x="1984269" y="2720350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1907637" y="3281784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Connector 89"/>
          <p:cNvCxnSpPr>
            <a:stCxn id="89" idx="1"/>
            <a:endCxn id="89" idx="5"/>
          </p:cNvCxnSpPr>
          <p:nvPr/>
        </p:nvCxnSpPr>
        <p:spPr>
          <a:xfrm>
            <a:off x="1984269" y="3356253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89" idx="3"/>
            <a:endCxn id="89" idx="7"/>
          </p:cNvCxnSpPr>
          <p:nvPr/>
        </p:nvCxnSpPr>
        <p:spPr>
          <a:xfrm flipV="1">
            <a:off x="1984269" y="3356253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1899820" y="3913400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Connector 93"/>
          <p:cNvCxnSpPr>
            <a:stCxn id="93" idx="1"/>
            <a:endCxn id="93" idx="5"/>
          </p:cNvCxnSpPr>
          <p:nvPr/>
        </p:nvCxnSpPr>
        <p:spPr>
          <a:xfrm>
            <a:off x="1976452" y="3987869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93" idx="3"/>
            <a:endCxn id="93" idx="7"/>
          </p:cNvCxnSpPr>
          <p:nvPr/>
        </p:nvCxnSpPr>
        <p:spPr>
          <a:xfrm flipV="1">
            <a:off x="1976452" y="3987869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1899820" y="4541220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Connector 97"/>
          <p:cNvCxnSpPr>
            <a:stCxn id="97" idx="1"/>
            <a:endCxn id="97" idx="5"/>
          </p:cNvCxnSpPr>
          <p:nvPr/>
        </p:nvCxnSpPr>
        <p:spPr>
          <a:xfrm>
            <a:off x="1976452" y="4615689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97" idx="3"/>
            <a:endCxn id="97" idx="7"/>
          </p:cNvCxnSpPr>
          <p:nvPr/>
        </p:nvCxnSpPr>
        <p:spPr>
          <a:xfrm flipV="1">
            <a:off x="1976452" y="4615689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1912448" y="5181935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/>
          <p:cNvCxnSpPr>
            <a:stCxn id="101" idx="1"/>
            <a:endCxn id="101" idx="5"/>
          </p:cNvCxnSpPr>
          <p:nvPr/>
        </p:nvCxnSpPr>
        <p:spPr>
          <a:xfrm>
            <a:off x="1989080" y="5256404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101" idx="3"/>
            <a:endCxn id="101" idx="7"/>
          </p:cNvCxnSpPr>
          <p:nvPr/>
        </p:nvCxnSpPr>
        <p:spPr>
          <a:xfrm flipV="1">
            <a:off x="1989080" y="5256404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1912448" y="5857622"/>
            <a:ext cx="523278" cy="50850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Straight Connector 105"/>
          <p:cNvCxnSpPr>
            <a:stCxn id="105" idx="1"/>
            <a:endCxn id="105" idx="5"/>
          </p:cNvCxnSpPr>
          <p:nvPr/>
        </p:nvCxnSpPr>
        <p:spPr>
          <a:xfrm>
            <a:off x="1989080" y="5932091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>
            <a:stCxn id="105" idx="3"/>
            <a:endCxn id="105" idx="7"/>
          </p:cNvCxnSpPr>
          <p:nvPr/>
        </p:nvCxnSpPr>
        <p:spPr>
          <a:xfrm flipV="1">
            <a:off x="1989080" y="5932091"/>
            <a:ext cx="370014" cy="359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8" name="Picture 107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766" y="1008880"/>
            <a:ext cx="380550" cy="38055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3635893" y="496565"/>
            <a:ext cx="27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Message</a:t>
            </a:r>
            <a:endParaRPr lang="en-US" sz="1600" dirty="0"/>
          </a:p>
        </p:txBody>
      </p:sp>
      <p:sp>
        <p:nvSpPr>
          <p:cNvPr id="58" name="TextBox 57"/>
          <p:cNvSpPr txBox="1"/>
          <p:nvPr/>
        </p:nvSpPr>
        <p:spPr>
          <a:xfrm>
            <a:off x="2482615" y="2692948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Shop name: </a:t>
            </a:r>
            <a:r>
              <a:rPr lang="en-US" dirty="0">
                <a:solidFill>
                  <a:srgbClr val="000000"/>
                </a:solidFill>
              </a:rPr>
              <a:t>Message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463327" y="3328851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Shop name: </a:t>
            </a:r>
            <a:r>
              <a:rPr lang="en-US" dirty="0">
                <a:solidFill>
                  <a:srgbClr val="000000"/>
                </a:solidFill>
              </a:rPr>
              <a:t>Message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461679" y="3958979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Shop name: </a:t>
            </a:r>
            <a:r>
              <a:rPr lang="en-US" dirty="0">
                <a:solidFill>
                  <a:srgbClr val="000000"/>
                </a:solidFill>
              </a:rPr>
              <a:t>Message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485676" y="4616678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Shop name: </a:t>
            </a:r>
            <a:r>
              <a:rPr lang="en-US" dirty="0">
                <a:solidFill>
                  <a:srgbClr val="000000"/>
                </a:solidFill>
              </a:rPr>
              <a:t>Message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466388" y="5252581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Shop name: </a:t>
            </a:r>
            <a:r>
              <a:rPr lang="en-US" dirty="0">
                <a:solidFill>
                  <a:srgbClr val="000000"/>
                </a:solidFill>
              </a:rPr>
              <a:t>Message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464740" y="5882709"/>
            <a:ext cx="275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</a:rPr>
              <a:t>Shop name: </a:t>
            </a:r>
            <a:r>
              <a:rPr lang="en-US" dirty="0">
                <a:solidFill>
                  <a:srgbClr val="000000"/>
                </a:solidFill>
              </a:rPr>
              <a:t>Message</a:t>
            </a:r>
            <a:endParaRPr lang="en-US" b="1" dirty="0">
              <a:solidFill>
                <a:srgbClr val="000000"/>
              </a:solidFill>
            </a:endParaRPr>
          </a:p>
        </p:txBody>
      </p:sp>
      <p:pic>
        <p:nvPicPr>
          <p:cNvPr id="65" name="Picture 64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244" y="1034135"/>
            <a:ext cx="293423" cy="3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6164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605" y="492904"/>
            <a:ext cx="8833593" cy="398115"/>
          </a:xfrm>
          <a:prstGeom prst="roundRect">
            <a:avLst/>
          </a:prstGeom>
          <a:solidFill>
            <a:srgbClr val="D9D9D9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0605" y="834147"/>
            <a:ext cx="8833593" cy="55925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2955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02074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853" y="598659"/>
            <a:ext cx="173439" cy="167848"/>
          </a:xfrm>
          <a:prstGeom prst="ellipse">
            <a:avLst/>
          </a:prstGeom>
          <a:solidFill>
            <a:srgbClr val="A6A6A6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87585" y="1550579"/>
            <a:ext cx="6779137" cy="4876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845448" y="834147"/>
            <a:ext cx="158750" cy="55925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845448" y="836083"/>
            <a:ext cx="158750" cy="1727200"/>
          </a:xfrm>
          <a:prstGeom prst="round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87585" y="897670"/>
            <a:ext cx="1951680" cy="5944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LOGO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62149" y="1075553"/>
            <a:ext cx="1604574" cy="3492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77404" y="1055471"/>
            <a:ext cx="1572824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spc="300" dirty="0" smtClean="0">
                <a:solidFill>
                  <a:srgbClr val="000000"/>
                </a:solidFill>
              </a:rPr>
              <a:t>...Search...</a:t>
            </a:r>
            <a:endParaRPr lang="en-US" sz="1200" i="1" spc="300" dirty="0">
              <a:solidFill>
                <a:srgbClr val="000000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6039193" y="1034135"/>
            <a:ext cx="261979" cy="264991"/>
          </a:xfrm>
          <a:prstGeom prst="donu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 rot="2586247">
            <a:off x="6198638" y="1251009"/>
            <a:ext cx="144143" cy="5479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home1.png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957" y="938520"/>
            <a:ext cx="541269" cy="541269"/>
          </a:xfrm>
          <a:prstGeom prst="rect">
            <a:avLst/>
          </a:prstGeom>
          <a:noFill/>
        </p:spPr>
      </p:pic>
      <p:sp>
        <p:nvSpPr>
          <p:cNvPr id="48" name="Heart 47"/>
          <p:cNvSpPr/>
          <p:nvPr/>
        </p:nvSpPr>
        <p:spPr>
          <a:xfrm>
            <a:off x="3806529" y="1104479"/>
            <a:ext cx="277739" cy="243182"/>
          </a:xfrm>
          <a:prstGeom prst="hear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create1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4261380" y="1047042"/>
            <a:ext cx="339599" cy="339599"/>
          </a:xfrm>
          <a:prstGeom prst="rect">
            <a:avLst/>
          </a:prstGeom>
        </p:spPr>
      </p:pic>
      <p:pic>
        <p:nvPicPr>
          <p:cNvPr id="73" name="Picture 72" descr="Untitled-1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766" y="1008880"/>
            <a:ext cx="380550" cy="3805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3635893" y="496565"/>
            <a:ext cx="2990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HanDIYcraft | Message Detail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3273278" y="1487660"/>
            <a:ext cx="29749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300" dirty="0" smtClean="0">
                <a:solidFill>
                  <a:srgbClr val="000000"/>
                </a:solidFill>
                <a:latin typeface="+mj-lt"/>
                <a:cs typeface="MAW "/>
              </a:rPr>
              <a:t>Shop Name</a:t>
            </a:r>
            <a:endParaRPr lang="en-US" sz="4000" b="1" spc="300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187585" y="2221046"/>
            <a:ext cx="6779138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626884" y="1683353"/>
            <a:ext cx="1216794" cy="430174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  <a:latin typeface="+mj-lt"/>
                <a:cs typeface="MAW "/>
              </a:rPr>
              <a:t>See Shop</a:t>
            </a:r>
            <a:endParaRPr lang="en-US" dirty="0">
              <a:solidFill>
                <a:srgbClr val="000000"/>
              </a:solidFill>
              <a:latin typeface="+mj-lt"/>
              <a:cs typeface="MAW 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87586" y="5662812"/>
            <a:ext cx="6779138" cy="7638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1413158" y="5844130"/>
            <a:ext cx="5342861" cy="449197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520339" y="5879719"/>
            <a:ext cx="317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spc="300" dirty="0" smtClean="0"/>
              <a:t>Type Message Here ...</a:t>
            </a:r>
            <a:endParaRPr lang="en-US" i="1" spc="300" dirty="0"/>
          </a:p>
        </p:txBody>
      </p:sp>
      <p:sp>
        <p:nvSpPr>
          <p:cNvPr id="45" name="Rounded Rectangle 44"/>
          <p:cNvSpPr/>
          <p:nvPr/>
        </p:nvSpPr>
        <p:spPr>
          <a:xfrm>
            <a:off x="6937550" y="5860439"/>
            <a:ext cx="900470" cy="406253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Send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413158" y="3252564"/>
            <a:ext cx="2471052" cy="542135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Hello, may I help you?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756019" y="2563283"/>
            <a:ext cx="966083" cy="54213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Hi :-)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5203433" y="4071019"/>
            <a:ext cx="2567037" cy="97834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I want to ask you about the knitting wools. Is it available in your shop?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30" name="Picture 29" descr="power ic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244" y="1034135"/>
            <a:ext cx="293423" cy="3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521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3695</TotalTime>
  <Words>1075</Words>
  <Application>Microsoft Macintosh PowerPoint</Application>
  <PresentationFormat>On-screen Show (4:3)</PresentationFormat>
  <Paragraphs>402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pimchanok sripraphan</dc:creator>
  <cp:lastModifiedBy>pimchanok sripraphan</cp:lastModifiedBy>
  <cp:revision>135</cp:revision>
  <dcterms:created xsi:type="dcterms:W3CDTF">2014-05-25T15:52:57Z</dcterms:created>
  <dcterms:modified xsi:type="dcterms:W3CDTF">2014-06-12T08:23:54Z</dcterms:modified>
</cp:coreProperties>
</file>