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gif" ContentType="image/gif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2" r:id="rId2"/>
    <p:sldId id="289" r:id="rId3"/>
    <p:sldId id="293" r:id="rId4"/>
    <p:sldId id="288" r:id="rId5"/>
    <p:sldId id="290" r:id="rId6"/>
    <p:sldId id="291" r:id="rId7"/>
    <p:sldId id="294" r:id="rId8"/>
    <p:sldId id="295" r:id="rId9"/>
    <p:sldId id="256" r:id="rId10"/>
    <p:sldId id="301" r:id="rId11"/>
    <p:sldId id="259" r:id="rId12"/>
    <p:sldId id="369" r:id="rId13"/>
    <p:sldId id="274" r:id="rId14"/>
    <p:sldId id="257" r:id="rId15"/>
    <p:sldId id="379" r:id="rId16"/>
    <p:sldId id="284" r:id="rId17"/>
    <p:sldId id="272" r:id="rId18"/>
    <p:sldId id="300" r:id="rId19"/>
    <p:sldId id="387" r:id="rId20"/>
    <p:sldId id="302" r:id="rId21"/>
    <p:sldId id="311" r:id="rId22"/>
    <p:sldId id="278" r:id="rId23"/>
    <p:sldId id="279" r:id="rId24"/>
    <p:sldId id="282" r:id="rId25"/>
    <p:sldId id="308" r:id="rId26"/>
    <p:sldId id="325" r:id="rId27"/>
    <p:sldId id="326" r:id="rId28"/>
    <p:sldId id="327" r:id="rId29"/>
    <p:sldId id="318" r:id="rId30"/>
    <p:sldId id="280" r:id="rId31"/>
    <p:sldId id="297" r:id="rId32"/>
    <p:sldId id="298" r:id="rId33"/>
    <p:sldId id="299" r:id="rId34"/>
    <p:sldId id="296" r:id="rId35"/>
    <p:sldId id="261" r:id="rId36"/>
    <p:sldId id="264" r:id="rId37"/>
    <p:sldId id="283" r:id="rId38"/>
    <p:sldId id="321" r:id="rId39"/>
    <p:sldId id="322" r:id="rId40"/>
    <p:sldId id="323" r:id="rId41"/>
    <p:sldId id="310" r:id="rId42"/>
    <p:sldId id="324" r:id="rId43"/>
    <p:sldId id="304" r:id="rId44"/>
    <p:sldId id="385" r:id="rId45"/>
    <p:sldId id="328" r:id="rId46"/>
    <p:sldId id="329" r:id="rId47"/>
    <p:sldId id="330" r:id="rId48"/>
    <p:sldId id="363" r:id="rId49"/>
    <p:sldId id="305" r:id="rId50"/>
    <p:sldId id="344" r:id="rId51"/>
    <p:sldId id="346" r:id="rId52"/>
    <p:sldId id="347" r:id="rId53"/>
    <p:sldId id="348" r:id="rId54"/>
    <p:sldId id="349" r:id="rId55"/>
    <p:sldId id="388" r:id="rId56"/>
    <p:sldId id="335" r:id="rId57"/>
    <p:sldId id="338" r:id="rId58"/>
    <p:sldId id="377" r:id="rId59"/>
    <p:sldId id="376" r:id="rId60"/>
    <p:sldId id="375" r:id="rId61"/>
    <p:sldId id="352" r:id="rId62"/>
    <p:sldId id="351" r:id="rId63"/>
    <p:sldId id="350" r:id="rId64"/>
    <p:sldId id="392" r:id="rId65"/>
    <p:sldId id="368" r:id="rId66"/>
    <p:sldId id="393" r:id="rId67"/>
    <p:sldId id="334" r:id="rId68"/>
    <p:sldId id="332" r:id="rId69"/>
    <p:sldId id="371" r:id="rId70"/>
    <p:sldId id="281" r:id="rId71"/>
    <p:sldId id="342" r:id="rId72"/>
    <p:sldId id="341" r:id="rId73"/>
    <p:sldId id="386" r:id="rId74"/>
    <p:sldId id="378" r:id="rId75"/>
    <p:sldId id="390" r:id="rId76"/>
    <p:sldId id="389" r:id="rId77"/>
    <p:sldId id="391" r:id="rId78"/>
    <p:sldId id="359" r:id="rId79"/>
    <p:sldId id="360" r:id="rId80"/>
    <p:sldId id="361" r:id="rId81"/>
    <p:sldId id="367" r:id="rId82"/>
    <p:sldId id="394" r:id="rId83"/>
    <p:sldId id="365" r:id="rId84"/>
    <p:sldId id="366" r:id="rId85"/>
    <p:sldId id="395" r:id="rId86"/>
    <p:sldId id="343" r:id="rId87"/>
    <p:sldId id="336" r:id="rId88"/>
    <p:sldId id="381" r:id="rId89"/>
    <p:sldId id="382" r:id="rId90"/>
    <p:sldId id="383" r:id="rId91"/>
    <p:sldId id="384" r:id="rId92"/>
    <p:sldId id="354" r:id="rId93"/>
    <p:sldId id="355" r:id="rId94"/>
    <p:sldId id="356" r:id="rId95"/>
    <p:sldId id="396" r:id="rId96"/>
    <p:sldId id="357" r:id="rId97"/>
    <p:sldId id="337" r:id="rId98"/>
    <p:sldId id="339" r:id="rId9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19EFE"/>
    <a:srgbClr val="FF9113"/>
    <a:srgbClr val="FF4853"/>
    <a:srgbClr val="FF4F68"/>
    <a:srgbClr val="BC4353"/>
    <a:srgbClr val="B53F4D"/>
    <a:srgbClr val="FCCB55"/>
    <a:srgbClr val="FE4867"/>
    <a:srgbClr val="FE5869"/>
    <a:srgbClr val="FFDE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8" autoAdjust="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-2008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100" Type="http://schemas.openxmlformats.org/officeDocument/2006/relationships/printerSettings" Target="printerSettings/printerSettings1.bin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495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24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20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23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89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748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200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82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407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98859-3051-8045-A344-D55C568FF62B}" type="datetimeFigureOut">
              <a:rPr lang="en-US" smtClean="0"/>
              <a:t>6/5/14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3E2899-4242-4D40-A0D8-26AE3B467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304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Relationship Id="rId3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Relationship Id="rId3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26.gif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26.gif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21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6" Type="http://schemas.openxmlformats.org/officeDocument/2006/relationships/image" Target="../media/image41.png"/><Relationship Id="rId7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21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3.png"/><Relationship Id="rId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6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3.png"/><Relationship Id="rId6" Type="http://schemas.openxmlformats.org/officeDocument/2006/relationships/image" Target="../media/image37.png"/><Relationship Id="rId7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mascot3.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43" y="0"/>
            <a:ext cx="2542922" cy="2542922"/>
          </a:xfrm>
          <a:prstGeom prst="rect">
            <a:avLst/>
          </a:prstGeom>
        </p:spPr>
      </p:pic>
      <p:pic>
        <p:nvPicPr>
          <p:cNvPr id="5" name="Picture 4" descr="mascot1.2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0050" y="0"/>
            <a:ext cx="2569887" cy="2569887"/>
          </a:xfrm>
          <a:prstGeom prst="rect">
            <a:avLst/>
          </a:prstGeom>
        </p:spPr>
      </p:pic>
      <p:pic>
        <p:nvPicPr>
          <p:cNvPr id="7" name="Picture 6" descr="mascot5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0"/>
            <a:ext cx="2573096" cy="2573096"/>
          </a:xfrm>
          <a:prstGeom prst="rect">
            <a:avLst/>
          </a:prstGeom>
        </p:spPr>
      </p:pic>
      <p:pic>
        <p:nvPicPr>
          <p:cNvPr id="8" name="Picture 7" descr="mascot6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45" y="1808574"/>
            <a:ext cx="2944819" cy="2944819"/>
          </a:xfrm>
          <a:prstGeom prst="rect">
            <a:avLst/>
          </a:prstGeom>
        </p:spPr>
      </p:pic>
      <p:pic>
        <p:nvPicPr>
          <p:cNvPr id="9" name="Picture 8" descr="mascot7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826" y="2010109"/>
            <a:ext cx="2517045" cy="2517045"/>
          </a:xfrm>
          <a:prstGeom prst="rect">
            <a:avLst/>
          </a:prstGeom>
        </p:spPr>
      </p:pic>
      <p:pic>
        <p:nvPicPr>
          <p:cNvPr id="10" name="Picture 9" descr="mascot7.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1808574"/>
            <a:ext cx="2718580" cy="2718580"/>
          </a:xfrm>
          <a:prstGeom prst="rect">
            <a:avLst/>
          </a:prstGeom>
        </p:spPr>
      </p:pic>
      <p:pic>
        <p:nvPicPr>
          <p:cNvPr id="11" name="Picture 10" descr="mascot8.1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443" y="3879212"/>
            <a:ext cx="2741509" cy="2741509"/>
          </a:xfrm>
          <a:prstGeom prst="rect">
            <a:avLst/>
          </a:prstGeom>
        </p:spPr>
      </p:pic>
      <p:pic>
        <p:nvPicPr>
          <p:cNvPr id="12" name="Picture 11" descr="Mascot8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365" y="4093446"/>
            <a:ext cx="2527275" cy="2527275"/>
          </a:xfrm>
          <a:prstGeom prst="rect">
            <a:avLst/>
          </a:prstGeom>
        </p:spPr>
      </p:pic>
      <p:pic>
        <p:nvPicPr>
          <p:cNvPr id="13" name="Picture 12" descr="mascot9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37" y="3879212"/>
            <a:ext cx="2718580" cy="271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50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mascot6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8367" y="1515403"/>
            <a:ext cx="3689376" cy="3689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69221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098" y="1604817"/>
            <a:ext cx="3632988" cy="363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14545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4429700" y="1414245"/>
            <a:ext cx="2160012" cy="4031194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600658" y="1589327"/>
            <a:ext cx="3854525" cy="3739284"/>
          </a:xfrm>
          <a:prstGeom prst="ellipse">
            <a:avLst/>
          </a:prstGeom>
          <a:solidFill>
            <a:srgbClr val="23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mascot7.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098" y="1604817"/>
            <a:ext cx="3632988" cy="363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9411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2443671" y="3376723"/>
            <a:ext cx="2280309" cy="2068715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309403" y="1414245"/>
            <a:ext cx="2280309" cy="2068715"/>
          </a:xfrm>
          <a:prstGeom prst="round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4429700" y="3376723"/>
            <a:ext cx="2160012" cy="2068716"/>
          </a:xfrm>
          <a:prstGeom prst="round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495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43672" y="1414245"/>
            <a:ext cx="4146040" cy="4031194"/>
          </a:xfrm>
          <a:prstGeom prst="round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4551126" y="1559007"/>
            <a:ext cx="1893372" cy="1849045"/>
          </a:xfrm>
          <a:prstGeom prst="roundRect">
            <a:avLst>
              <a:gd name="adj" fmla="val 30609"/>
            </a:avLst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4569094" y="3482960"/>
            <a:ext cx="1893372" cy="1849045"/>
          </a:xfrm>
          <a:prstGeom prst="roundRect">
            <a:avLst>
              <a:gd name="adj" fmla="val 30609"/>
            </a:avLst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2582794" y="1559007"/>
            <a:ext cx="1893372" cy="1849045"/>
          </a:xfrm>
          <a:prstGeom prst="roundRect">
            <a:avLst>
              <a:gd name="adj" fmla="val 30609"/>
            </a:avLst>
          </a:prstGeom>
          <a:solidFill>
            <a:schemeClr val="tx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2582794" y="3470012"/>
            <a:ext cx="1893372" cy="1849045"/>
          </a:xfrm>
          <a:prstGeom prst="roundRect">
            <a:avLst>
              <a:gd name="adj" fmla="val 30609"/>
            </a:avLst>
          </a:prstGeom>
          <a:solidFill>
            <a:srgbClr val="FFD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540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6428" y="420877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713448" y="420877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Sign up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6428" y="1446745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979616" y="1446745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Done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674430" y="487045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54014" y="2302623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754014" y="3199772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748653" y="4046376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48653" y="4964200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754014" y="5845972"/>
            <a:ext cx="902971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653" y="2178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34" y="5840591"/>
            <a:ext cx="610664" cy="692480"/>
          </a:xfrm>
          <a:prstGeom prst="rect">
            <a:avLst/>
          </a:prstGeom>
        </p:spPr>
      </p:pic>
      <p:pic>
        <p:nvPicPr>
          <p:cNvPr id="34" name="Picture 33" descr="map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63" y="3197361"/>
            <a:ext cx="624219" cy="624219"/>
          </a:xfrm>
          <a:prstGeom prst="rect">
            <a:avLst/>
          </a:prstGeom>
        </p:spPr>
      </p:pic>
      <p:sp>
        <p:nvSpPr>
          <p:cNvPr id="35" name="Heart 34"/>
          <p:cNvSpPr/>
          <p:nvPr/>
        </p:nvSpPr>
        <p:spPr>
          <a:xfrm>
            <a:off x="964158" y="5114878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814544" y="3988345"/>
            <a:ext cx="757338" cy="75733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979616" y="2302623"/>
            <a:ext cx="4572619" cy="65069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1979616" y="3226581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141733" y="3323105"/>
            <a:ext cx="27049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FFFF"/>
                </a:solidFill>
                <a:latin typeface="MAW "/>
                <a:cs typeface="MAW "/>
              </a:rPr>
              <a:t>Have no account?</a:t>
            </a:r>
            <a:endParaRPr lang="en-US" sz="24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Chevron 40"/>
          <p:cNvSpPr/>
          <p:nvPr/>
        </p:nvSpPr>
        <p:spPr>
          <a:xfrm rot="10800000">
            <a:off x="6030274" y="510472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5385256" y="148396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5388371" y="167253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385256" y="185031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Donut 44"/>
          <p:cNvSpPr/>
          <p:nvPr/>
        </p:nvSpPr>
        <p:spPr>
          <a:xfrm>
            <a:off x="6169500" y="1483968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 rot="2586247">
            <a:off x="6353310" y="1718591"/>
            <a:ext cx="119738" cy="6412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strip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82" y="3611391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48" name="Heart 47"/>
          <p:cNvSpPr/>
          <p:nvPr/>
        </p:nvSpPr>
        <p:spPr>
          <a:xfrm>
            <a:off x="6602244" y="602698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xfrm>
            <a:off x="6866878" y="145742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995682" y="5245245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14334" y="5339805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537521" y="1519565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29022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89" y="1955677"/>
            <a:ext cx="1405965" cy="1405965"/>
          </a:xfrm>
          <a:prstGeom prst="rect">
            <a:avLst/>
          </a:prstGeom>
        </p:spPr>
      </p:pic>
      <p:pic>
        <p:nvPicPr>
          <p:cNvPr id="3" name="Picture 2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383" y="286219"/>
            <a:ext cx="1469851" cy="1469851"/>
          </a:xfrm>
          <a:prstGeom prst="rect">
            <a:avLst/>
          </a:prstGeom>
        </p:spPr>
      </p:pic>
      <p:pic>
        <p:nvPicPr>
          <p:cNvPr id="4" name="Picture 3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90" y="3507326"/>
            <a:ext cx="1538450" cy="1538450"/>
          </a:xfrm>
          <a:prstGeom prst="rect">
            <a:avLst/>
          </a:prstGeom>
        </p:spPr>
      </p:pic>
      <p:pic>
        <p:nvPicPr>
          <p:cNvPr id="5" name="Picture 4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118" y="3539076"/>
            <a:ext cx="1548854" cy="1548854"/>
          </a:xfrm>
          <a:prstGeom prst="rect">
            <a:avLst/>
          </a:prstGeom>
        </p:spPr>
      </p:pic>
      <p:pic>
        <p:nvPicPr>
          <p:cNvPr id="6" name="Picture 5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0" y="338591"/>
            <a:ext cx="1397333" cy="1397333"/>
          </a:xfrm>
          <a:prstGeom prst="rect">
            <a:avLst/>
          </a:prstGeom>
        </p:spPr>
      </p:pic>
      <p:pic>
        <p:nvPicPr>
          <p:cNvPr id="7" name="Picture 6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425" y="1944310"/>
            <a:ext cx="1437332" cy="1437332"/>
          </a:xfrm>
          <a:prstGeom prst="rect">
            <a:avLst/>
          </a:prstGeom>
        </p:spPr>
      </p:pic>
      <p:pic>
        <p:nvPicPr>
          <p:cNvPr id="8" name="Picture 7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229" y="5120990"/>
            <a:ext cx="1654145" cy="1654145"/>
          </a:xfrm>
          <a:prstGeom prst="rect">
            <a:avLst/>
          </a:prstGeom>
        </p:spPr>
      </p:pic>
      <p:pic>
        <p:nvPicPr>
          <p:cNvPr id="9" name="Picture 8" descr="pet1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245" y="5176076"/>
            <a:ext cx="1456184" cy="1456184"/>
          </a:xfrm>
          <a:prstGeom prst="rect">
            <a:avLst/>
          </a:prstGeom>
        </p:spPr>
      </p:pic>
      <p:pic>
        <p:nvPicPr>
          <p:cNvPr id="10" name="Picture 9" descr="DUser1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374" y="338591"/>
            <a:ext cx="1365250" cy="136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8431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381250" y="2454454"/>
            <a:ext cx="4730750" cy="1169551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824325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381250" y="2454454"/>
            <a:ext cx="4730750" cy="1169551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144949602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413000" y="438329"/>
            <a:ext cx="4730750" cy="1169551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Han</a:t>
            </a:r>
            <a:r>
              <a:rPr lang="en-US" sz="7000" spc="600" dirty="0" smtClean="0">
                <a:solidFill>
                  <a:srgbClr val="FFDE5B"/>
                </a:solidFill>
                <a:latin typeface="Peach Milk"/>
                <a:cs typeface="Peach Milk"/>
              </a:rPr>
              <a:t>DIY</a:t>
            </a:r>
            <a:r>
              <a:rPr lang="en-US" sz="7000" spc="600" dirty="0" smtClean="0">
                <a:solidFill>
                  <a:srgbClr val="FFAD24"/>
                </a:solidFill>
                <a:latin typeface="Peach Milk"/>
                <a:cs typeface="Peach Milk"/>
              </a:rPr>
              <a:t>craft</a:t>
            </a:r>
            <a:endParaRPr lang="en-US" sz="7000" spc="600" dirty="0">
              <a:solidFill>
                <a:srgbClr val="FFAD24"/>
              </a:solidFill>
              <a:latin typeface="Peach Milk"/>
              <a:cs typeface="Peach Milk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603500" y="5593513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58394" y="2065662"/>
            <a:ext cx="34227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FFFFFF"/>
                </a:solidFill>
                <a:latin typeface="MAW "/>
                <a:cs typeface="MAW "/>
              </a:rPr>
              <a:t>Tab to get started !</a:t>
            </a:r>
            <a:endParaRPr lang="en-US" sz="28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" name="Freeform 3"/>
          <p:cNvSpPr/>
          <p:nvPr/>
        </p:nvSpPr>
        <p:spPr>
          <a:xfrm>
            <a:off x="3810162" y="2586302"/>
            <a:ext cx="278793" cy="449197"/>
          </a:xfrm>
          <a:custGeom>
            <a:avLst/>
            <a:gdLst>
              <a:gd name="connsiteX0" fmla="*/ 278793 w 278793"/>
              <a:gd name="connsiteY0" fmla="*/ 449197 h 449197"/>
              <a:gd name="connsiteX1" fmla="*/ 170373 w 278793"/>
              <a:gd name="connsiteY1" fmla="*/ 402729 h 449197"/>
              <a:gd name="connsiteX2" fmla="*/ 77443 w 278793"/>
              <a:gd name="connsiteY2" fmla="*/ 263323 h 449197"/>
              <a:gd name="connsiteX3" fmla="*/ 15489 w 278793"/>
              <a:gd name="connsiteY3" fmla="*/ 77448 h 449197"/>
              <a:gd name="connsiteX4" fmla="*/ 0 w 278793"/>
              <a:gd name="connsiteY4" fmla="*/ 0 h 449197"/>
              <a:gd name="connsiteX5" fmla="*/ 0 w 278793"/>
              <a:gd name="connsiteY5" fmla="*/ 0 h 449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8793" h="449197">
                <a:moveTo>
                  <a:pt x="278793" y="449197"/>
                </a:moveTo>
                <a:cubicBezTo>
                  <a:pt x="241362" y="441452"/>
                  <a:pt x="203931" y="433708"/>
                  <a:pt x="170373" y="402729"/>
                </a:cubicBezTo>
                <a:cubicBezTo>
                  <a:pt x="136815" y="371750"/>
                  <a:pt x="103257" y="317537"/>
                  <a:pt x="77443" y="263323"/>
                </a:cubicBezTo>
                <a:cubicBezTo>
                  <a:pt x="51629" y="209109"/>
                  <a:pt x="28396" y="121335"/>
                  <a:pt x="15489" y="77448"/>
                </a:cubicBezTo>
                <a:cubicBezTo>
                  <a:pt x="2582" y="33561"/>
                  <a:pt x="0" y="0"/>
                  <a:pt x="0" y="0"/>
                </a:cubicBezTo>
                <a:lnTo>
                  <a:pt x="0" y="0"/>
                </a:lnTo>
              </a:path>
            </a:pathLst>
          </a:cu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741199" y="5593513"/>
            <a:ext cx="1730375" cy="68262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spc="300" dirty="0" smtClean="0">
                <a:solidFill>
                  <a:srgbClr val="325686"/>
                </a:solidFill>
                <a:latin typeface="MAW "/>
                <a:cs typeface="MAW "/>
              </a:rPr>
              <a:t>Sign up</a:t>
            </a:r>
            <a:endParaRPr lang="en-US" sz="32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3628127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23491" y="3649487"/>
            <a:ext cx="452833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spc="30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3200" spc="30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 are not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connected to the internet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045" y="1314653"/>
            <a:ext cx="2334834" cy="233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52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00400" y="-428625"/>
            <a:ext cx="435610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sign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up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56037" y="32380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56037" y="386897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56037" y="451542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71762" y="32020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19387" y="383301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425927" y="4520740"/>
            <a:ext cx="1606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Re-Password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69453" y="5649259"/>
            <a:ext cx="64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I am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2" name="Oval 21"/>
          <p:cNvSpPr/>
          <p:nvPr/>
        </p:nvSpPr>
        <p:spPr>
          <a:xfrm>
            <a:off x="3602162" y="5732993"/>
            <a:ext cx="248075" cy="2435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661789" y="5780459"/>
            <a:ext cx="136154" cy="14880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813632" y="5649259"/>
            <a:ext cx="107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Blogger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25" name="Oval 24"/>
          <p:cNvSpPr/>
          <p:nvPr/>
        </p:nvSpPr>
        <p:spPr>
          <a:xfrm>
            <a:off x="4767721" y="5732993"/>
            <a:ext cx="248075" cy="2435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979191" y="5649259"/>
            <a:ext cx="1322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Shopkeeper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309219" y="6138536"/>
            <a:ext cx="870917" cy="397335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325686"/>
                </a:solidFill>
                <a:latin typeface="MAW "/>
                <a:cs typeface="MAW "/>
              </a:rPr>
              <a:t>Done</a:t>
            </a:r>
            <a:endParaRPr lang="en-US" sz="20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853746" y="514627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122178" y="5146275"/>
            <a:ext cx="77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316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3454400" y="-422770"/>
            <a:ext cx="2752725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log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in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856037" y="214312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613023" y="21431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856037" y="2867025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613023" y="28670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Password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208516" y="3557588"/>
            <a:ext cx="971621" cy="384909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325686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79911" y="4119007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FFAD24"/>
                </a:solidFill>
              </a:rPr>
              <a:t>Forgot Password ?</a:t>
            </a:r>
            <a:endParaRPr lang="en-US" u="sng" dirty="0">
              <a:solidFill>
                <a:srgbClr val="FFAD24"/>
              </a:solidFill>
            </a:endParaRPr>
          </a:p>
        </p:txBody>
      </p:sp>
      <p:sp>
        <p:nvSpPr>
          <p:cNvPr id="13" name="Chevron 1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503557" y="6293272"/>
            <a:ext cx="27049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FFFF"/>
                </a:solidFill>
                <a:latin typeface="MAW "/>
                <a:cs typeface="MAW "/>
              </a:rPr>
              <a:t>Have no account?</a:t>
            </a:r>
            <a:endParaRPr lang="en-US" sz="2400" b="1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316445" y="6278261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5771519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2168" y="3339698"/>
            <a:ext cx="3599078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Your password </a:t>
            </a:r>
          </a:p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has been sent to </a:t>
            </a:r>
          </a:p>
          <a:p>
            <a:pPr algn="ctr"/>
            <a:r>
              <a:rPr lang="en-US" sz="3300" spc="300" dirty="0" smtClean="0">
                <a:solidFill>
                  <a:srgbClr val="FFDE5B"/>
                </a:solidFill>
                <a:latin typeface="MAW "/>
                <a:cs typeface="MAW "/>
              </a:rPr>
              <a:t>your Email</a:t>
            </a:r>
            <a:r>
              <a:rPr lang="en-US" sz="3300" spc="300" dirty="0">
                <a:solidFill>
                  <a:srgbClr val="FFDE5B"/>
                </a:solidFill>
                <a:latin typeface="MAW "/>
                <a:cs typeface="MAW "/>
              </a:rPr>
              <a:t>.</a:t>
            </a:r>
            <a:r>
              <a:rPr lang="en-US" sz="33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</a:p>
          <a:p>
            <a:pPr algn="ctr"/>
            <a:r>
              <a:rPr lang="en-US" sz="4400" spc="300" dirty="0" smtClean="0">
                <a:solidFill>
                  <a:srgbClr val="FFAD24"/>
                </a:solidFill>
                <a:latin typeface="MAW "/>
                <a:cs typeface="MAW "/>
              </a:rPr>
              <a:t>Please check.</a:t>
            </a:r>
            <a:endParaRPr lang="en-US" sz="44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endingicon3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562" y="895448"/>
            <a:ext cx="2666030" cy="266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9771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USER</a:t>
            </a:r>
          </a:p>
          <a:p>
            <a:pPr algn="ctr"/>
            <a:r>
              <a:rPr lang="en-US" sz="8000" spc="600" dirty="0" smtClean="0">
                <a:solidFill>
                  <a:schemeClr val="bg1">
                    <a:lumMod val="75000"/>
                  </a:schemeClr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chemeClr val="bg1">
                  <a:lumMod val="75000"/>
                </a:schemeClr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70631042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080140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85562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22764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589076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754987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636160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22764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22764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1" name="Donut 30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2255045" y="1019291"/>
            <a:ext cx="1494236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3965775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080140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85562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22764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589076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754987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636160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22764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22764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1" name="Donut 30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749280" y="1019291"/>
            <a:ext cx="1515487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69486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58195" y="-460929"/>
            <a:ext cx="2158223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FFFFFF"/>
                </a:solidFill>
                <a:latin typeface="MAW "/>
                <a:cs typeface="MAW "/>
              </a:rPr>
              <a:t>Log in</a:t>
            </a:r>
            <a:endParaRPr lang="en-US" sz="20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cxnSp>
        <p:nvCxnSpPr>
          <p:cNvPr id="27" name="Straight Connector 26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5264767" y="1019291"/>
            <a:ext cx="1403351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4924269" y="5373492"/>
            <a:ext cx="1634582" cy="46166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8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549172" y="3946134"/>
            <a:ext cx="412198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spc="30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4000" spc="30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40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4000" spc="300" dirty="0" smtClean="0">
                <a:solidFill>
                  <a:srgbClr val="FFAD24"/>
                </a:solidFill>
                <a:latin typeface="MAW "/>
                <a:cs typeface="MAW "/>
              </a:rPr>
              <a:t>you have to </a:t>
            </a:r>
          </a:p>
          <a:p>
            <a:pPr algn="ctr"/>
            <a:r>
              <a:rPr lang="en-US" sz="4000" spc="300" dirty="0" smtClean="0">
                <a:solidFill>
                  <a:srgbClr val="FFAD24"/>
                </a:solidFill>
                <a:latin typeface="MAW "/>
                <a:cs typeface="MAW "/>
              </a:rPr>
              <a:t>log in first.</a:t>
            </a:r>
            <a:endParaRPr lang="en-US" sz="40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463060" y="5395773"/>
            <a:ext cx="244486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chemeClr val="bg1"/>
                </a:solidFill>
                <a:latin typeface="Roboto Regular"/>
                <a:cs typeface="Roboto Regular"/>
              </a:rPr>
              <a:t>Have no account?</a:t>
            </a:r>
            <a:endParaRPr lang="en-US" sz="22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46" name="Picture 45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6560" y="1704240"/>
            <a:ext cx="2334834" cy="233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3585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Shops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16145" y="3488601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Around Me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16145" y="4400912"/>
            <a:ext cx="2343010" cy="55454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258070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901754" y="4674116"/>
            <a:ext cx="1634582" cy="46166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8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26657" y="3246758"/>
            <a:ext cx="412198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spc="300" dirty="0" smtClean="0">
                <a:solidFill>
                  <a:srgbClr val="FFDE5B"/>
                </a:solidFill>
                <a:latin typeface="MAW "/>
                <a:cs typeface="MAW "/>
              </a:rPr>
              <a:t>Sorry</a:t>
            </a:r>
            <a:r>
              <a:rPr lang="en-US" sz="4000" spc="300" dirty="0" smtClean="0">
                <a:solidFill>
                  <a:srgbClr val="FFDE5B"/>
                </a:solidFill>
                <a:latin typeface="MAW "/>
                <a:cs typeface="MAW "/>
              </a:rPr>
              <a:t>,</a:t>
            </a:r>
            <a:r>
              <a:rPr lang="en-US" sz="40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4000" spc="300" dirty="0" smtClean="0">
                <a:solidFill>
                  <a:srgbClr val="FFAD24"/>
                </a:solidFill>
                <a:latin typeface="MAW "/>
                <a:cs typeface="MAW "/>
              </a:rPr>
              <a:t>you have to </a:t>
            </a:r>
          </a:p>
          <a:p>
            <a:pPr algn="ctr"/>
            <a:r>
              <a:rPr lang="en-US" sz="4000" spc="300" dirty="0" smtClean="0">
                <a:solidFill>
                  <a:srgbClr val="FFAD24"/>
                </a:solidFill>
                <a:latin typeface="MAW "/>
                <a:cs typeface="MAW "/>
              </a:rPr>
              <a:t>log in first.</a:t>
            </a:r>
            <a:endParaRPr lang="en-US" sz="40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40545" y="4696397"/>
            <a:ext cx="244486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chemeClr val="bg1"/>
                </a:solidFill>
                <a:latin typeface="Roboto Regular"/>
                <a:cs typeface="Roboto Regular"/>
              </a:rPr>
              <a:t>Have no account?</a:t>
            </a:r>
            <a:endParaRPr lang="en-US" sz="22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2" name="Picture 1" descr="warning-ico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045" y="1004864"/>
            <a:ext cx="2334834" cy="233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81443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707709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5" name="Picture 4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1" y="2581432"/>
            <a:ext cx="1405965" cy="1405965"/>
          </a:xfrm>
          <a:prstGeom prst="rect">
            <a:avLst/>
          </a:prstGeom>
        </p:spPr>
      </p:pic>
      <p:pic>
        <p:nvPicPr>
          <p:cNvPr id="6" name="Picture 5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545" y="911974"/>
            <a:ext cx="1469851" cy="1469851"/>
          </a:xfrm>
          <a:prstGeom prst="rect">
            <a:avLst/>
          </a:prstGeom>
        </p:spPr>
      </p:pic>
      <p:pic>
        <p:nvPicPr>
          <p:cNvPr id="7" name="Picture 6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2" y="4275956"/>
            <a:ext cx="1538450" cy="1538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57311" y="223059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Outfit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30602" y="3867041"/>
            <a:ext cx="6426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Gift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42899" y="223059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09280" y="5644099"/>
            <a:ext cx="994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Garden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3" name="Picture 12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280" y="4307706"/>
            <a:ext cx="1548854" cy="15488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26345" y="5656829"/>
            <a:ext cx="1502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Home Decor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70186"/>
            <a:ext cx="539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Kid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9" name="Picture 18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3782" y="964346"/>
            <a:ext cx="1397333" cy="1397333"/>
          </a:xfrm>
          <a:prstGeom prst="rect">
            <a:avLst/>
          </a:prstGeom>
        </p:spPr>
      </p:pic>
      <p:pic>
        <p:nvPicPr>
          <p:cNvPr id="20" name="Picture 19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2587" y="2570065"/>
            <a:ext cx="1437332" cy="143733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713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other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1286" y="1129177"/>
            <a:ext cx="1654145" cy="1654145"/>
          </a:xfrm>
          <a:prstGeom prst="rect">
            <a:avLst/>
          </a:prstGeom>
        </p:spPr>
      </p:pic>
      <p:pic>
        <p:nvPicPr>
          <p:cNvPr id="20" name="Picture 19" descr="pe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302" y="1184263"/>
            <a:ext cx="1456184" cy="1456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83093" y="2519049"/>
            <a:ext cx="5174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Pet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17025" y="2519049"/>
            <a:ext cx="7301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667500" y="293643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83381" y="-365510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9" name="Chevron 2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2604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52622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out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15971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372650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7446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1061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2720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1531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7446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7446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556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35606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91412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305149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7" name="Chevron 3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62824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9050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520171" y="118090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540078" y="178155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65215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95509" y="83042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795132" y="484838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12572146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716581" y="918297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242303"/>
            <a:ext cx="264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6" y="2933401"/>
            <a:ext cx="23567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78851" y="488094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1075528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220777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360163" y="2230849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3081808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376442" y="310488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35625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pic>
        <p:nvPicPr>
          <p:cNvPr id="20" name="Picture 19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551" y="3912547"/>
            <a:ext cx="649564" cy="649564"/>
          </a:xfrm>
          <a:prstGeom prst="rect">
            <a:avLst/>
          </a:prstGeom>
        </p:spPr>
      </p:pic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739331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45850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45850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68964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69543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626653" y="6056164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33172" y="6103248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Heart 41"/>
          <p:cNvSpPr/>
          <p:nvPr/>
        </p:nvSpPr>
        <p:spPr>
          <a:xfrm>
            <a:off x="5000134" y="6225004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3572902" y="6301867"/>
            <a:ext cx="36764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>
                <a:solidFill>
                  <a:srgbClr val="FFFFFF"/>
                </a:solidFill>
                <a:latin typeface="MAW "/>
                <a:cs typeface="MAW "/>
              </a:rPr>
              <a:t>t</a:t>
            </a:r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o create your own tutorial!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rgbClr val="719EFE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Sign up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78121" y="205559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helloimtoey@gmail.com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977434"/>
            <a:ext cx="2124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8739651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BLOGGER </a:t>
            </a:r>
          </a:p>
          <a:p>
            <a:pPr algn="ctr"/>
            <a:r>
              <a:rPr lang="en-US" sz="8000" spc="600" dirty="0" smtClean="0">
                <a:solidFill>
                  <a:srgbClr val="BFBFBF"/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rgbClr val="BFBFBF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17534727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2255045" y="1019291"/>
            <a:ext cx="1494236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656345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749280" y="1019291"/>
            <a:ext cx="1515487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643058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522492" y="-460929"/>
            <a:ext cx="4419601" cy="156966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96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9600" dirty="0">
                <a:solidFill>
                  <a:srgbClr val="FFAD24"/>
                </a:solidFill>
                <a:latin typeface="KG A Little Swag"/>
                <a:cs typeface="KG A Little Swag"/>
              </a:rPr>
              <a:t>m</a:t>
            </a:r>
            <a:r>
              <a:rPr lang="en-US" sz="96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e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921086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708200"/>
            <a:ext cx="24479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75000"/>
                  </a:schemeClr>
                </a:solidFill>
              </a:rPr>
              <a:t>“ HanDIYcraft ”</a:t>
            </a:r>
            <a:endParaRPr lang="en-US" sz="28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8741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755284"/>
            <a:ext cx="496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>
                <a:solidFill>
                  <a:schemeClr val="tx2">
                    <a:lumMod val="75000"/>
                  </a:schemeClr>
                </a:solidFill>
              </a:rPr>
              <a:t>55</a:t>
            </a:r>
            <a:endParaRPr lang="en-US" sz="24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1" name="Picture 50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2" name="Heart 5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4" name="Straight Connector 5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elay 5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264767" y="1019291"/>
            <a:ext cx="1403351" cy="406673"/>
          </a:xfrm>
          <a:prstGeom prst="rect">
            <a:avLst/>
          </a:prstGeom>
          <a:solidFill>
            <a:srgbClr val="FFA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455680" y="964299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Random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12742" y="965585"/>
            <a:ext cx="1231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Popular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367827" y="983515"/>
            <a:ext cx="1571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110" dirty="0" smtClean="0">
                <a:solidFill>
                  <a:srgbClr val="FFFFFF"/>
                </a:solidFill>
                <a:latin typeface="MAW "/>
                <a:cs typeface="MAW "/>
              </a:rPr>
              <a:t>Following</a:t>
            </a:r>
            <a:endParaRPr lang="en-US" sz="2400" b="1" spc="11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643058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3" name="Heart 3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Delay 4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Shops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3416145" y="3417049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Around Me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416145" y="4383028"/>
            <a:ext cx="2343010" cy="554543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19" name="Chevron 1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52721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5" name="Picture 4" descr="gift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1" y="2581432"/>
            <a:ext cx="1405965" cy="1405965"/>
          </a:xfrm>
          <a:prstGeom prst="rect">
            <a:avLst/>
          </a:prstGeom>
        </p:spPr>
      </p:pic>
      <p:pic>
        <p:nvPicPr>
          <p:cNvPr id="6" name="Picture 5" descr="clothes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545" y="911974"/>
            <a:ext cx="1469851" cy="1469851"/>
          </a:xfrm>
          <a:prstGeom prst="rect">
            <a:avLst/>
          </a:prstGeom>
        </p:spPr>
      </p:pic>
      <p:pic>
        <p:nvPicPr>
          <p:cNvPr id="7" name="Picture 6" descr="garden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252" y="4275956"/>
            <a:ext cx="1538450" cy="15384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46883" y="3867041"/>
            <a:ext cx="6426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Gift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59180" y="223059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92999" y="5644099"/>
            <a:ext cx="994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Garden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3" name="Picture 12" descr="hom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280" y="4307706"/>
            <a:ext cx="1548854" cy="15488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2626" y="5656829"/>
            <a:ext cx="1502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Home Decor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70186"/>
            <a:ext cx="539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Kid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19" name="Picture 18" descr="accessories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3782" y="964346"/>
            <a:ext cx="1397333" cy="1397333"/>
          </a:xfrm>
          <a:prstGeom prst="rect">
            <a:avLst/>
          </a:prstGeom>
        </p:spPr>
      </p:pic>
      <p:pic>
        <p:nvPicPr>
          <p:cNvPr id="20" name="Picture 19" descr="kid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2587" y="2570065"/>
            <a:ext cx="1437332" cy="143733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57311" y="223059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Outfit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83583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other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1286" y="1129177"/>
            <a:ext cx="1654145" cy="1654145"/>
          </a:xfrm>
          <a:prstGeom prst="rect">
            <a:avLst/>
          </a:prstGeom>
        </p:spPr>
      </p:pic>
      <p:pic>
        <p:nvPicPr>
          <p:cNvPr id="20" name="Picture 19" descr="pe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302" y="1184263"/>
            <a:ext cx="1456184" cy="1456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50531" y="2519049"/>
            <a:ext cx="5174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Pet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33306" y="2519049"/>
            <a:ext cx="7301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667500" y="293643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91047" y="-365510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2" name="Picture 51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3" name="Heart 5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55" name="Straight Connector 54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Delay 59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hevron 60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77552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1597164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372650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744668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613249" y="5171220"/>
            <a:ext cx="2286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HanDIYcraft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10" name="Heart 9"/>
          <p:cNvSpPr/>
          <p:nvPr/>
        </p:nvSpPr>
        <p:spPr>
          <a:xfrm>
            <a:off x="5000134" y="5272011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19768" y="5218304"/>
            <a:ext cx="47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sz="20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74466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74466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556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35606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91412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305149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252622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out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36018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1777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20678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30218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520171" y="119718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556359" y="184667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8058005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76633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46666" y="78158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2746289" y="479954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5914648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84019" y="820617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402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274863"/>
            <a:ext cx="273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7" y="2965961"/>
            <a:ext cx="2437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6" name="Picture 4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7" name="Heart 4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9" name="Straight Connector 4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Delay 5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2746289" y="4783266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668119" y="176633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083691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3477868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68860" y="660844"/>
            <a:ext cx="3496781" cy="32448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68860" y="660844"/>
            <a:ext cx="3478092" cy="32448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68860" y="660844"/>
            <a:ext cx="3523387" cy="324482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734" y="4133217"/>
            <a:ext cx="860058" cy="860058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107589" y="5205068"/>
            <a:ext cx="1139363" cy="394691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FFFFFF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3396793" y="4133217"/>
            <a:ext cx="2850159" cy="86005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965279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7238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3" name="Picture 3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69476" y="6334450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128" y="1986596"/>
            <a:ext cx="860058" cy="860058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110790" y="3027467"/>
            <a:ext cx="1139363" cy="394691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FFFFFF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0057" y="356051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427314" y="3611531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336" y="4486794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443593" y="4515948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8" name="Picture 3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6592" y="5384369"/>
            <a:ext cx="649564" cy="6495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463849" y="540744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396793" y="1955616"/>
            <a:ext cx="2850160" cy="86005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chemeClr val="bg1"/>
                </a:solidFill>
                <a:latin typeface="MAW "/>
                <a:cs typeface="MAW "/>
              </a:rPr>
              <a:t>Like</a:t>
            </a:r>
            <a:endParaRPr lang="en-US" sz="20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cxnSp>
        <p:nvCxnSpPr>
          <p:cNvPr id="53" name="Straight Connector 52"/>
          <p:cNvCxnSpPr/>
          <p:nvPr/>
        </p:nvCxnSpPr>
        <p:spPr>
          <a:xfrm>
            <a:off x="2977611" y="42987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977611" y="5235520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84989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1757756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528877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2804023" y="190526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882189" y="5364372"/>
            <a:ext cx="1973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ABC Shop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90526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90526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01133" y="115682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32882" y="113674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478177" y="119254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37623" y="140628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385201" y="-44543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sho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ps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651126" y="1164287"/>
            <a:ext cx="1554494" cy="35472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Categories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7774214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06109" y="3850761"/>
            <a:ext cx="949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Wood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79361" y="221431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68302" y="5627819"/>
            <a:ext cx="1417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Container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40472" y="5621630"/>
            <a:ext cx="9463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Others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2947" y="3889779"/>
            <a:ext cx="1524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Stationary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12591" y="221431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Fabric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stationary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880" y="2502147"/>
            <a:ext cx="1439726" cy="1439726"/>
          </a:xfrm>
          <a:prstGeom prst="rect">
            <a:avLst/>
          </a:prstGeom>
        </p:spPr>
      </p:pic>
      <p:pic>
        <p:nvPicPr>
          <p:cNvPr id="12" name="Picture 11" descr="wood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2594503"/>
            <a:ext cx="1324607" cy="1324607"/>
          </a:xfrm>
          <a:prstGeom prst="rect">
            <a:avLst/>
          </a:prstGeom>
        </p:spPr>
      </p:pic>
      <p:pic>
        <p:nvPicPr>
          <p:cNvPr id="15" name="Picture 14" descr="container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239" y="4368931"/>
            <a:ext cx="1234563" cy="1234563"/>
          </a:xfrm>
          <a:prstGeom prst="rect">
            <a:avLst/>
          </a:prstGeom>
        </p:spPr>
      </p:pic>
      <p:pic>
        <p:nvPicPr>
          <p:cNvPr id="35" name="Picture 34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561" y="4203813"/>
            <a:ext cx="1654145" cy="1654145"/>
          </a:xfrm>
          <a:prstGeom prst="rect">
            <a:avLst/>
          </a:prstGeom>
        </p:spPr>
      </p:pic>
      <p:pic>
        <p:nvPicPr>
          <p:cNvPr id="17" name="Picture 16" descr="button3icon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211" y="914609"/>
            <a:ext cx="1387984" cy="1387984"/>
          </a:xfrm>
          <a:prstGeom prst="rect">
            <a:avLst/>
          </a:prstGeom>
        </p:spPr>
      </p:pic>
      <p:pic>
        <p:nvPicPr>
          <p:cNvPr id="8" name="Picture 7" descr="fabricicon4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898534"/>
            <a:ext cx="1358955" cy="13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0139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158000" y="311188"/>
            <a:ext cx="27681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2717065" y="2024954"/>
            <a:ext cx="3538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Information: </a:t>
            </a: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/>
            </a:r>
            <a:b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</a:b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xxxxxxxxxxxxxxxxxxxxxxxxxxxxx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719998" y="1224734"/>
            <a:ext cx="139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17065" y="1624844"/>
            <a:ext cx="2128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000-000-0000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9064379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0199" y="784558"/>
            <a:ext cx="3467556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736858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8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Location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161737" y="4677699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5966131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59" y="1"/>
            <a:ext cx="4511789" cy="6192562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336880" y="217196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5620130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2958862" y="-395569"/>
            <a:ext cx="3470514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err="1" smtClean="0">
                <a:solidFill>
                  <a:srgbClr val="FFDE5B"/>
                </a:solidFill>
                <a:latin typeface="KG A Little Swag"/>
                <a:cs typeface="KG A Little Swag"/>
              </a:rPr>
              <a:t>around</a:t>
            </a:r>
            <a:r>
              <a:rPr lang="en-US" sz="8000" dirty="0" err="1" smtClean="0">
                <a:solidFill>
                  <a:srgbClr val="FFAD24"/>
                </a:solidFill>
                <a:latin typeface="KG A Little Swag"/>
                <a:cs typeface="KG A Little Swag"/>
              </a:rPr>
              <a:t>me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Teardrop 23"/>
          <p:cNvSpPr/>
          <p:nvPr/>
        </p:nvSpPr>
        <p:spPr>
          <a:xfrm rot="7921972">
            <a:off x="2988780" y="3426171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097185" y="3531759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Teardrop 25"/>
          <p:cNvSpPr/>
          <p:nvPr/>
        </p:nvSpPr>
        <p:spPr>
          <a:xfrm rot="7921972">
            <a:off x="4427838" y="4693725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536243" y="4799313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Teardrop 27"/>
          <p:cNvSpPr/>
          <p:nvPr/>
        </p:nvSpPr>
        <p:spPr>
          <a:xfrm rot="7921972">
            <a:off x="5681359" y="2951052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89764" y="3056640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418285" y="2139405"/>
            <a:ext cx="10522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A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825099" y="3828683"/>
            <a:ext cx="1154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B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257501" y="3379414"/>
            <a:ext cx="1239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>
                <a:latin typeface="Roboto Regular"/>
                <a:cs typeface="Roboto Regular"/>
              </a:rPr>
              <a:t>Shop C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246320" y="5103280"/>
            <a:ext cx="12333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Shop D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4715466" y="3284124"/>
            <a:ext cx="193141" cy="182676"/>
          </a:xfrm>
          <a:prstGeom prst="ellipse">
            <a:avLst/>
          </a:prstGeom>
          <a:solidFill>
            <a:srgbClr val="3366FF"/>
          </a:solidFill>
          <a:ln>
            <a:noFill/>
          </a:ln>
          <a:effectLst>
            <a:glow rad="469900">
              <a:schemeClr val="tx2">
                <a:lumMod val="40000"/>
                <a:lumOff val="60000"/>
                <a:alpha val="48000"/>
              </a:scheme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77746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79975" y="-365805"/>
            <a:ext cx="5675551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err="1" smtClean="0">
                <a:solidFill>
                  <a:srgbClr val="FFDE5B"/>
                </a:solidFill>
                <a:latin typeface="KG A Little Swag"/>
                <a:cs typeface="KG A Little Swag"/>
              </a:rPr>
              <a:t>whats</a:t>
            </a:r>
            <a:r>
              <a:rPr lang="en-US" sz="8000" dirty="0" err="1" smtClean="0">
                <a:solidFill>
                  <a:srgbClr val="FFAD24"/>
                </a:solidFill>
                <a:latin typeface="KG A Little Swag"/>
                <a:cs typeface="KG A Little Swag"/>
              </a:rPr>
              <a:t>new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7" y="1044274"/>
            <a:ext cx="354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Commented on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9233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Liked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0189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Liked your tutorial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29" name="Picture 28" descr="commenticon3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488" y="1038578"/>
            <a:ext cx="738995" cy="738995"/>
          </a:xfrm>
          <a:prstGeom prst="rect">
            <a:avLst/>
          </a:prstGeom>
        </p:spPr>
      </p:pic>
      <p:pic>
        <p:nvPicPr>
          <p:cNvPr id="30" name="Picture 29" descr="like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7306" y="2092132"/>
            <a:ext cx="729121" cy="729121"/>
          </a:xfrm>
          <a:prstGeom prst="rect">
            <a:avLst/>
          </a:prstGeom>
        </p:spPr>
      </p:pic>
      <p:pic>
        <p:nvPicPr>
          <p:cNvPr id="32" name="Picture 31" descr="like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578" y="3180456"/>
            <a:ext cx="729121" cy="729121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441400" y="513117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28629" y="4282262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endParaRPr lang="en-US" b="1" dirty="0" smtClean="0">
              <a:solidFill>
                <a:srgbClr val="FCCB55"/>
              </a:solidFill>
              <a:latin typeface="Roboto Regular"/>
              <a:cs typeface="Roboto Regular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Followed you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16" name="Picture 15" descr="followed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9425" y="4232558"/>
            <a:ext cx="751344" cy="751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7579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81897" y="-349780"/>
            <a:ext cx="3104148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cre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ate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29025" y="4006694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smtClean="0">
                <a:solidFill>
                  <a:schemeClr val="tx1"/>
                </a:solidFill>
                <a:latin typeface="Roboto Regular"/>
                <a:cs typeface="Roboto Regular"/>
              </a:rPr>
              <a:t>HanDIYcraft</a:t>
            </a:r>
            <a:endParaRPr lang="en-US" sz="1600" dirty="0">
              <a:solidFill>
                <a:schemeClr val="tx1"/>
              </a:solidFill>
              <a:latin typeface="Roboto Regular"/>
              <a:cs typeface="Roboto Regula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7890" y="4006694"/>
            <a:ext cx="6080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Title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Next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577155" y="4670206"/>
            <a:ext cx="1187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Category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6146" y="4683326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18026" y="4683134"/>
            <a:ext cx="394559" cy="38100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19242" y="4830791"/>
            <a:ext cx="206003" cy="140066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117" y="1206004"/>
            <a:ext cx="2576104" cy="257610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2439616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0330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AD24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83880"/>
            <a:ext cx="995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AD24"/>
                </a:solidFill>
                <a:latin typeface="Roboto Regular"/>
                <a:cs typeface="Roboto Regular"/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08972510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417283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FAD24"/>
                </a:solidFill>
                <a:latin typeface="MAW "/>
                <a:cs typeface="MAW "/>
              </a:rPr>
              <a:t>Material</a:t>
            </a:r>
            <a:endParaRPr lang="en-US" sz="4800" b="1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6" name="Picture 5" descr="vdo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775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741488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FAD24"/>
                </a:solidFill>
                <a:latin typeface="MAW "/>
                <a:cs typeface="MAW "/>
              </a:rPr>
              <a:t>Step 1</a:t>
            </a:r>
            <a:endParaRPr lang="en-US" sz="4800" b="1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23" name="Picture 22" descr="vdo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68089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23263" y="3480157"/>
            <a:ext cx="2728807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is </a:t>
            </a:r>
            <a:b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now published.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0931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67010" y="-388385"/>
            <a:ext cx="5025033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ages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6" name="Picture 15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966034"/>
            <a:ext cx="860058" cy="860058"/>
          </a:xfrm>
          <a:prstGeom prst="rect">
            <a:avLst/>
          </a:prstGeom>
        </p:spPr>
      </p:pic>
      <p:pic>
        <p:nvPicPr>
          <p:cNvPr id="17" name="Picture 16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016825"/>
            <a:ext cx="860058" cy="860058"/>
          </a:xfrm>
          <a:prstGeom prst="rect">
            <a:avLst/>
          </a:prstGeom>
        </p:spPr>
      </p:pic>
      <p:pic>
        <p:nvPicPr>
          <p:cNvPr id="18" name="Picture 1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101092"/>
            <a:ext cx="860058" cy="860058"/>
          </a:xfrm>
          <a:prstGeom prst="rect">
            <a:avLst/>
          </a:prstGeom>
        </p:spPr>
      </p:pic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6055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ABC shop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10861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XXX shop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1817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AAA shop 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289683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6284936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8752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6042" y="-82888"/>
            <a:ext cx="26969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475614" y="1781294"/>
            <a:ext cx="2471052" cy="5421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17375E"/>
                </a:solidFill>
                <a:latin typeface="Roboto Regular"/>
                <a:cs typeface="Roboto Regular"/>
              </a:rPr>
              <a:t>Hello, may I help you?</a:t>
            </a:r>
            <a:endParaRPr lang="en-US" sz="1600" dirty="0">
              <a:solidFill>
                <a:srgbClr val="17375E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35959" y="1092013"/>
            <a:ext cx="966083" cy="542135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Hi :-)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035005" y="2599749"/>
            <a:ext cx="2567037" cy="978341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I want to ask you about the knitting wools. Is it available in your shop?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Type Message Here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914130" y="177143"/>
            <a:ext cx="74646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latin typeface="MAW "/>
                <a:cs typeface="MAW "/>
              </a:rPr>
              <a:t>Shop </a:t>
            </a:r>
            <a:endParaRPr lang="en-US" spc="300" dirty="0">
              <a:latin typeface="MAW 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17375E"/>
                </a:solidFill>
              </a:rPr>
              <a:t>Send</a:t>
            </a:r>
            <a:endParaRPr lang="en-US" dirty="0">
              <a:solidFill>
                <a:srgbClr val="17375E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9917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22259" y="993714"/>
            <a:ext cx="2305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044396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galaxxy001@gmail.com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36" name="Picture 35" descr="plus_icon_white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1487" y="-3385"/>
            <a:ext cx="844763" cy="84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894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35" name="Picture 34" descr="checked-checkbox-xxl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7309" y="207027"/>
            <a:ext cx="450221" cy="45022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pic>
        <p:nvPicPr>
          <p:cNvPr id="41" name="Picture 40" descr="DUser1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122259" y="993714"/>
            <a:ext cx="2305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044396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galaxxy001@gmail.com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5675603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734727"/>
            <a:ext cx="1447563" cy="1447563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532271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cxnSp>
        <p:nvCxnSpPr>
          <p:cNvPr id="34" name="Straight Connector 33"/>
          <p:cNvCxnSpPr/>
          <p:nvPr/>
        </p:nvCxnSpPr>
        <p:spPr>
          <a:xfrm>
            <a:off x="2240574" y="240628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063132" y="147478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267814" y="147478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292972" y="170592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560541" y="171171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308956" y="993714"/>
            <a:ext cx="1803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Toey_555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cxnSp>
        <p:nvCxnSpPr>
          <p:cNvPr id="55" name="Straight Connector 54"/>
          <p:cNvCxnSpPr/>
          <p:nvPr/>
        </p:nvCxnSpPr>
        <p:spPr>
          <a:xfrm flipV="1">
            <a:off x="5170770" y="150065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49024" y="2006759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mynameistoey@gmail.com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6787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11777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20678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520171" y="119718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8155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82595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3586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AD24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916440"/>
            <a:ext cx="995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AD24"/>
                </a:solidFill>
                <a:latin typeface="Roboto Regular"/>
                <a:cs typeface="Roboto Regular"/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11527" y="5319016"/>
            <a:ext cx="2970814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Tutorial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088103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417283" y="-82888"/>
            <a:ext cx="21520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FAD24"/>
                </a:solidFill>
                <a:latin typeface="MAW "/>
                <a:cs typeface="MAW "/>
              </a:rPr>
              <a:t>Material</a:t>
            </a:r>
            <a:endParaRPr lang="en-US" sz="4800" b="1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23" name="Picture 22" descr="vdo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5086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36559" y="3480157"/>
            <a:ext cx="3702205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saved.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27794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Add Step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319583"/>
            <a:ext cx="1158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AD24"/>
                </a:solidFill>
                <a:latin typeface="Roboto Regular"/>
                <a:cs typeface="Roboto Regular"/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67600"/>
            <a:ext cx="995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FFAD24"/>
                </a:solidFill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6" name="Picture 55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sp>
        <p:nvSpPr>
          <p:cNvPr id="47" name="Rounded Rectangle 46"/>
          <p:cNvSpPr/>
          <p:nvPr/>
        </p:nvSpPr>
        <p:spPr>
          <a:xfrm>
            <a:off x="3111527" y="5319016"/>
            <a:ext cx="2970814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Tutorial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tutorial?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55" name="Straight Connector 54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60807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510966" y="3480157"/>
            <a:ext cx="4153394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tutorial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removed.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44146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Username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910429"/>
            <a:ext cx="706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Email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3931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712" y="-393701"/>
            <a:ext cx="482533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pass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word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990834" y="28231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990834" y="35470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57449" y="2652359"/>
            <a:ext cx="122305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New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60724" y="3584948"/>
            <a:ext cx="1606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Re-Password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294576" y="4375236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Save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990834" y="2139134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841959" y="1968284"/>
            <a:ext cx="1649252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Current 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29368250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E4867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account?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54575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215007"/>
            <a:ext cx="935503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spc="600" dirty="0" smtClean="0">
                <a:solidFill>
                  <a:srgbClr val="FFDE5B"/>
                </a:solidFill>
                <a:latin typeface="Sketch Rockwell"/>
                <a:cs typeface="Sketch Rockwell"/>
              </a:rPr>
              <a:t>SHOPKEEPER</a:t>
            </a:r>
          </a:p>
          <a:p>
            <a:pPr algn="ctr"/>
            <a:r>
              <a:rPr lang="en-US" sz="8000" spc="600" dirty="0" smtClean="0">
                <a:solidFill>
                  <a:srgbClr val="BFBFBF"/>
                </a:solidFill>
                <a:latin typeface="Sketch Rockwell"/>
                <a:cs typeface="Sketch Rockwell"/>
              </a:rPr>
              <a:t>PART</a:t>
            </a:r>
            <a:endParaRPr lang="en-US" sz="8000" spc="600" dirty="0">
              <a:solidFill>
                <a:srgbClr val="BFBFBF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17457697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691948" y="-429949"/>
            <a:ext cx="295886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ho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me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82875" y="1757756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strip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4528877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chemeClr val="bg1">
                <a:lumMod val="50000"/>
                <a:alpha val="43000"/>
              </a:schemeClr>
            </a:outerShdw>
          </a:effectLst>
        </p:spPr>
      </p:pic>
      <p:sp>
        <p:nvSpPr>
          <p:cNvPr id="41" name="Rectangle 40"/>
          <p:cNvSpPr/>
          <p:nvPr/>
        </p:nvSpPr>
        <p:spPr>
          <a:xfrm>
            <a:off x="2804023" y="190526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2882189" y="5364372"/>
            <a:ext cx="1973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ABC Shop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2804023" y="190526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04023" y="190526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801133" y="115682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4832882" y="113674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8" name="Donut 47"/>
          <p:cNvSpPr/>
          <p:nvPr/>
        </p:nvSpPr>
        <p:spPr>
          <a:xfrm>
            <a:off x="4478177" y="119254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 rot="2586247">
            <a:off x="4637623" y="140628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87739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3" name="Heart 3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6" name="Straight Connector 3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Delay 4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685970" y="-410989"/>
            <a:ext cx="1893233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nu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Categories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420538" y="2539771"/>
            <a:ext cx="2343010" cy="554543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Search Blogger</a:t>
            </a:r>
            <a:endParaRPr lang="en-US" sz="2400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sp>
        <p:nvSpPr>
          <p:cNvPr id="19" name="Chevron 1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20538" y="3466648"/>
            <a:ext cx="2343010" cy="554543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FFFFFF"/>
                </a:solidFill>
                <a:latin typeface="MAW "/>
                <a:cs typeface="MAW "/>
              </a:rPr>
              <a:t>Log Out</a:t>
            </a:r>
            <a:endParaRPr lang="en-US" sz="2400" spc="300" dirty="0">
              <a:solidFill>
                <a:srgbClr val="FFFFFF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023469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91047" y="-347961"/>
            <a:ext cx="4506090" cy="1246495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500" dirty="0">
                <a:solidFill>
                  <a:srgbClr val="FFDE5B"/>
                </a:solidFill>
                <a:latin typeface="KG A Little Swag"/>
                <a:cs typeface="KG A Little Swag"/>
              </a:rPr>
              <a:t>c</a:t>
            </a:r>
            <a:r>
              <a:rPr lang="en-US" sz="75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atego</a:t>
            </a:r>
            <a:r>
              <a:rPr lang="en-US" sz="75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ries</a:t>
            </a:r>
            <a:endParaRPr lang="en-US" sz="75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06109" y="3850761"/>
            <a:ext cx="949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Wood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79361" y="2214316"/>
            <a:ext cx="155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Accessory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68302" y="5627819"/>
            <a:ext cx="1417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Container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40472" y="5621630"/>
            <a:ext cx="9463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Others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2947" y="3889779"/>
            <a:ext cx="1524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Stationary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312591" y="2214316"/>
            <a:ext cx="803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Fabric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9" name="Picture 5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0" name="Heart 5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2" name="Straight Connector 6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evron 6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stationary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880" y="2502147"/>
            <a:ext cx="1439726" cy="1439726"/>
          </a:xfrm>
          <a:prstGeom prst="rect">
            <a:avLst/>
          </a:prstGeom>
        </p:spPr>
      </p:pic>
      <p:pic>
        <p:nvPicPr>
          <p:cNvPr id="12" name="Picture 11" descr="wood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2594503"/>
            <a:ext cx="1324607" cy="1324607"/>
          </a:xfrm>
          <a:prstGeom prst="rect">
            <a:avLst/>
          </a:prstGeom>
        </p:spPr>
      </p:pic>
      <p:pic>
        <p:nvPicPr>
          <p:cNvPr id="15" name="Picture 14" descr="containeric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239" y="4368931"/>
            <a:ext cx="1234563" cy="1234563"/>
          </a:xfrm>
          <a:prstGeom prst="rect">
            <a:avLst/>
          </a:prstGeom>
        </p:spPr>
      </p:pic>
      <p:pic>
        <p:nvPicPr>
          <p:cNvPr id="35" name="Picture 34" descr="other2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561" y="4203813"/>
            <a:ext cx="1654145" cy="1654145"/>
          </a:xfrm>
          <a:prstGeom prst="rect">
            <a:avLst/>
          </a:prstGeom>
        </p:spPr>
      </p:pic>
      <p:pic>
        <p:nvPicPr>
          <p:cNvPr id="17" name="Picture 16" descr="button3icon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211" y="914609"/>
            <a:ext cx="1387984" cy="1387984"/>
          </a:xfrm>
          <a:prstGeom prst="rect">
            <a:avLst/>
          </a:prstGeom>
        </p:spPr>
      </p:pic>
      <p:pic>
        <p:nvPicPr>
          <p:cNvPr id="8" name="Picture 7" descr="fabricicon4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177" y="898534"/>
            <a:ext cx="1358955" cy="13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0033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40574" y="2762551"/>
            <a:ext cx="4601551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3078121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1785" y="730402"/>
            <a:ext cx="1447563" cy="14475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05321" y="1950635"/>
            <a:ext cx="1902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Shopper</a:t>
            </a:r>
            <a:endParaRPr lang="en-US" sz="24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903498"/>
            <a:ext cx="3746500" cy="35129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305100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305100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305100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938485" y="2362605"/>
            <a:ext cx="34797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Email: </a:t>
            </a:r>
            <a:r>
              <a:rPr lang="en-US" sz="16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shopismylife@gmail.com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Edit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3" name="Picture 42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4" name="Heart 4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1617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44146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Username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910429"/>
            <a:ext cx="706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Email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0588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78712" y="-393701"/>
            <a:ext cx="482533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pass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word</a:t>
            </a:r>
            <a:endParaRPr lang="en-US" sz="96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990834" y="28231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990834" y="3547070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57449" y="2652359"/>
            <a:ext cx="122305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New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60724" y="3584948"/>
            <a:ext cx="1606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Re-Password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294576" y="4375236"/>
            <a:ext cx="1016000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Save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990834" y="2139134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841959" y="1968284"/>
            <a:ext cx="1649252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Current </a:t>
            </a:r>
          </a:p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Password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4467938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31370" y="-428625"/>
            <a:ext cx="2073330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ed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it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CCB55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325686"/>
                </a:solidFill>
                <a:latin typeface="MAW "/>
                <a:cs typeface="MAW "/>
              </a:rPr>
              <a:t>Change password</a:t>
            </a:r>
            <a:endParaRPr lang="en-US" sz="2400" spc="300" dirty="0">
              <a:solidFill>
                <a:srgbClr val="325686"/>
              </a:solidFill>
              <a:latin typeface="MAW "/>
              <a:cs typeface="MAW 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E4867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Account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Email</a:t>
            </a:r>
            <a:endParaRPr lang="en-US" dirty="0">
              <a:solidFill>
                <a:srgbClr val="FCCB55"/>
              </a:solidFill>
            </a:endParaRPr>
          </a:p>
        </p:txBody>
      </p:sp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205" y="811843"/>
            <a:ext cx="2503603" cy="250360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88541" y="263137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account?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1371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158000" y="311188"/>
            <a:ext cx="27681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3" name="Picture 22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27" name="Straight Connector 2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2717065" y="2024954"/>
            <a:ext cx="3538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Information: </a:t>
            </a: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/>
            </a:r>
            <a:b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</a:br>
            <a:r>
              <a:rPr lang="en-US" dirty="0" err="1" smtClean="0">
                <a:solidFill>
                  <a:srgbClr val="FFFFFF"/>
                </a:solidFill>
                <a:latin typeface="Roboto Regular"/>
                <a:cs typeface="Roboto Regular"/>
              </a:rPr>
              <a:t>xxxxxxxxxxxxxxxxxxxxxxxxxxxxx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719998" y="1224734"/>
            <a:ext cx="139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xxx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717065" y="1624844"/>
            <a:ext cx="2128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Tel.: </a:t>
            </a:r>
            <a:r>
              <a:rPr lang="en-US" dirty="0" smtClean="0">
                <a:solidFill>
                  <a:srgbClr val="FFFFFF"/>
                </a:solidFill>
                <a:latin typeface="Roboto Regular"/>
                <a:cs typeface="Roboto Regular"/>
              </a:rPr>
              <a:t>000-000-0000</a:t>
            </a:r>
            <a:endParaRPr lang="en-US" dirty="0">
              <a:solidFill>
                <a:srgbClr val="FFFFFF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2111122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784558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2440093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675462" y="2896241"/>
            <a:ext cx="108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Location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Chevron 30"/>
          <p:cNvSpPr/>
          <p:nvPr/>
        </p:nvSpPr>
        <p:spPr>
          <a:xfrm>
            <a:off x="5920773" y="4122266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8844920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chemeClr val="bg1"/>
                </a:solidFill>
              </a:rPr>
              <a:t>Location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65760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Edit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31" name="Chevron 30"/>
          <p:cNvSpPr/>
          <p:nvPr/>
        </p:nvSpPr>
        <p:spPr>
          <a:xfrm>
            <a:off x="5920773" y="4122266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rgbClr val="BC4353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chemeClr val="bg1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856037" y="3857612"/>
            <a:ext cx="2324100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2671762" y="38216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CCB55"/>
                </a:solidFill>
              </a:rPr>
              <a:t>Username</a:t>
            </a:r>
            <a:endParaRPr lang="en-US" dirty="0">
              <a:solidFill>
                <a:srgbClr val="FCCB55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warning-ic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77" y="2319550"/>
            <a:ext cx="1206028" cy="120602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988541" y="2647659"/>
            <a:ext cx="240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Roboto Regular"/>
                <a:cs typeface="Roboto Regular"/>
              </a:rPr>
              <a:t>Are you sure to </a:t>
            </a:r>
          </a:p>
          <a:p>
            <a:pPr algn="ctr"/>
            <a:r>
              <a:rPr lang="en-US" dirty="0" smtClean="0">
                <a:latin typeface="Roboto Regular"/>
                <a:cs typeface="Roboto Regular"/>
              </a:rPr>
              <a:t>delete your shop?</a:t>
            </a:r>
            <a:endParaRPr lang="en-US" dirty="0">
              <a:latin typeface="Roboto Regular"/>
              <a:cs typeface="Roboto Regular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85580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510966" y="3480157"/>
            <a:ext cx="4153394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removed.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636502" y="4544483"/>
            <a:ext cx="3573406" cy="1155744"/>
          </a:xfrm>
          <a:prstGeom prst="roundRect">
            <a:avLst>
              <a:gd name="adj" fmla="val 9235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2542592" y="4156264"/>
            <a:ext cx="1161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Pictures</a:t>
            </a:r>
          </a:p>
        </p:txBody>
      </p:sp>
      <p:sp>
        <p:nvSpPr>
          <p:cNvPr id="52" name="Chevron 51"/>
          <p:cNvSpPr/>
          <p:nvPr/>
        </p:nvSpPr>
        <p:spPr>
          <a:xfrm>
            <a:off x="5892672" y="4959327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909645" y="4815109"/>
            <a:ext cx="892826" cy="584260"/>
          </a:xfrm>
          <a:prstGeom prst="roundRect">
            <a:avLst/>
          </a:prstGeom>
          <a:solidFill>
            <a:srgbClr val="FFDE5B"/>
          </a:solidFill>
          <a:ln>
            <a:noFill/>
          </a:ln>
          <a:effectLst>
            <a:outerShdw blurRad="40000" dist="23000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pic>
        <p:nvPicPr>
          <p:cNvPr id="68" name="Picture 67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115" y="4621442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9" name="Picture 68" descr="close-butt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423919" y="4587354"/>
            <a:ext cx="320015" cy="452319"/>
          </a:xfrm>
          <a:prstGeom prst="rect">
            <a:avLst/>
          </a:prstGeom>
        </p:spPr>
      </p:pic>
      <p:pic>
        <p:nvPicPr>
          <p:cNvPr id="70" name="Picture 69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471" y="4630883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1" name="Picture 70" descr="close-button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12275" y="4596795"/>
            <a:ext cx="320015" cy="452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668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673220" y="4605878"/>
            <a:ext cx="3554099" cy="1249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383" y="4679587"/>
            <a:ext cx="3390571" cy="111307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567543" y="4167398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861859" y="5084064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Save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5" name="Teardrop 44"/>
          <p:cNvSpPr/>
          <p:nvPr/>
        </p:nvSpPr>
        <p:spPr>
          <a:xfrm rot="7921972">
            <a:off x="4479753" y="4868646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588158" y="4974234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4222867" y="5315173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671076" y="2756687"/>
            <a:ext cx="3573406" cy="1155744"/>
          </a:xfrm>
          <a:prstGeom prst="roundRect">
            <a:avLst>
              <a:gd name="adj" fmla="val 9235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2577166" y="2368468"/>
            <a:ext cx="1161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Pictures</a:t>
            </a:r>
          </a:p>
        </p:txBody>
      </p:sp>
      <p:sp>
        <p:nvSpPr>
          <p:cNvPr id="69" name="Chevron 68"/>
          <p:cNvSpPr/>
          <p:nvPr/>
        </p:nvSpPr>
        <p:spPr>
          <a:xfrm>
            <a:off x="5927246" y="318702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969755" y="3040294"/>
            <a:ext cx="892826" cy="584260"/>
          </a:xfrm>
          <a:prstGeom prst="roundRect">
            <a:avLst/>
          </a:prstGeom>
          <a:solidFill>
            <a:srgbClr val="FFDE5B"/>
          </a:solidFill>
          <a:ln>
            <a:noFill/>
          </a:ln>
          <a:effectLst>
            <a:outerShdw blurRad="40000" dist="23000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chemeClr val="tx2">
                    <a:lumMod val="75000"/>
                  </a:schemeClr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chemeClr val="tx2">
                  <a:lumMod val="75000"/>
                </a:schemeClr>
              </a:solidFill>
              <a:latin typeface="MAW "/>
              <a:cs typeface="MAW "/>
            </a:endParaRPr>
          </a:p>
        </p:txBody>
      </p:sp>
      <p:pic>
        <p:nvPicPr>
          <p:cNvPr id="5" name="Picture 4" descr="camera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0652" y="2843291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0" name="Picture 69" descr="close-butt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501456" y="2809203"/>
            <a:ext cx="320015" cy="452319"/>
          </a:xfrm>
          <a:prstGeom prst="rect">
            <a:avLst/>
          </a:prstGeom>
        </p:spPr>
      </p:pic>
      <p:pic>
        <p:nvPicPr>
          <p:cNvPr id="72" name="Picture 71" descr="cameraicon2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008" y="2852732"/>
            <a:ext cx="981358" cy="981358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3" name="Picture 72" descr="close-button.pn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89812" y="2818644"/>
            <a:ext cx="320015" cy="452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819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36559" y="3480157"/>
            <a:ext cx="3702205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has </a:t>
            </a:r>
          </a:p>
          <a:p>
            <a:pPr algn="ctr"/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already been saved.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3668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16601"/>
            <a:ext cx="1572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...Search...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72407"/>
            <a:ext cx="261979" cy="264991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286144"/>
            <a:ext cx="144143" cy="5479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128823" y="-429949"/>
            <a:ext cx="3325615" cy="1446550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8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blog</a:t>
            </a:r>
            <a:r>
              <a:rPr lang="en-US" sz="88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ger</a:t>
            </a:r>
            <a:endParaRPr lang="en-US" sz="88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9" name="Picture 38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1384264"/>
            <a:ext cx="860058" cy="860058"/>
          </a:xfrm>
          <a:prstGeom prst="rect">
            <a:avLst/>
          </a:prstGeom>
        </p:spPr>
      </p:pic>
      <p:pic>
        <p:nvPicPr>
          <p:cNvPr id="40" name="Picture 39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435055"/>
            <a:ext cx="860058" cy="860058"/>
          </a:xfrm>
          <a:prstGeom prst="rect">
            <a:avLst/>
          </a:prstGeom>
        </p:spPr>
      </p:pic>
      <p:pic>
        <p:nvPicPr>
          <p:cNvPr id="41" name="Picture 40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519322"/>
            <a:ext cx="860058" cy="860058"/>
          </a:xfrm>
          <a:prstGeom prst="rect">
            <a:avLst/>
          </a:prstGeom>
        </p:spPr>
      </p:pic>
      <p:cxnSp>
        <p:nvCxnSpPr>
          <p:cNvPr id="42" name="Straight Connector 41"/>
          <p:cNvCxnSpPr/>
          <p:nvPr/>
        </p:nvCxnSpPr>
        <p:spPr>
          <a:xfrm>
            <a:off x="2410424" y="2306282"/>
            <a:ext cx="402703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2441400" y="3403543"/>
            <a:ext cx="3996056" cy="479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2441400" y="4485316"/>
            <a:ext cx="3996056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301458" y="146250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Follower: 555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01458" y="251056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</a:t>
            </a:r>
          </a:p>
          <a:p>
            <a:r>
              <a:rPr lang="en-US" dirty="0">
                <a:solidFill>
                  <a:schemeClr val="bg1"/>
                </a:solidFill>
                <a:latin typeface="Roboto Regular"/>
                <a:cs typeface="Roboto Regular"/>
              </a:rPr>
              <a:t>Follower: 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888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321714" y="362012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</a:t>
            </a:r>
          </a:p>
          <a:p>
            <a:r>
              <a:rPr lang="en-US" dirty="0">
                <a:solidFill>
                  <a:schemeClr val="bg1"/>
                </a:solidFill>
                <a:latin typeface="Roboto Regular"/>
                <a:cs typeface="Roboto Regular"/>
              </a:rPr>
              <a:t>Follower: 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111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7755776" y="3408333"/>
            <a:ext cx="655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000" dirty="0">
                <a:solidFill>
                  <a:prstClr val="white"/>
                </a:solidFill>
              </a:rPr>
              <a:t> 1 :-)</a:t>
            </a:r>
            <a:endParaRPr lang="en-US" sz="2000" b="1" dirty="0">
              <a:solidFill>
                <a:srgbClr val="FCCB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7983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16169" y="-382155"/>
            <a:ext cx="4356100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pro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file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80269"/>
            <a:ext cx="1216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Follower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User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552" y="672767"/>
            <a:ext cx="1447563" cy="14475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814" y="1380269"/>
            <a:ext cx="1159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Following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92972" y="1611405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0541" y="1617194"/>
            <a:ext cx="552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Roboto Regular"/>
                <a:cs typeface="Roboto Regular"/>
              </a:rPr>
              <a:t>555</a:t>
            </a:r>
            <a:endParaRPr lang="en-US" sz="1600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2696279" y="2039446"/>
            <a:ext cx="37465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696279" y="2190958"/>
            <a:ext cx="3746500" cy="4248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trip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29" y="4966444"/>
            <a:ext cx="6838950" cy="1905132"/>
          </a:xfrm>
          <a:prstGeom prst="rect">
            <a:avLst/>
          </a:prstGeom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Rectangle 32"/>
          <p:cNvSpPr/>
          <p:nvPr/>
        </p:nvSpPr>
        <p:spPr>
          <a:xfrm>
            <a:off x="2817427" y="2338462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626653" y="5732454"/>
            <a:ext cx="2286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“ HanDIYcraft ”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33172" y="5779538"/>
            <a:ext cx="472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sz="20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338462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338462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6" name="Picture 6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7" name="Heart 6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9" name="Straight Connector 6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Delay 7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Heart 74"/>
          <p:cNvSpPr/>
          <p:nvPr/>
        </p:nvSpPr>
        <p:spPr>
          <a:xfrm>
            <a:off x="5000134" y="5868734"/>
            <a:ext cx="264634" cy="260213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 flipV="1">
            <a:off x="5170770" y="1438694"/>
            <a:ext cx="0" cy="51496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836128" y="177143"/>
            <a:ext cx="765383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latin typeface="MAW "/>
                <a:cs typeface="MAW "/>
              </a:rPr>
              <a:t>Talk </a:t>
            </a:r>
            <a:endParaRPr lang="en-US" sz="2000" spc="300" dirty="0"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088945" y="875027"/>
            <a:ext cx="2390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pc="300" dirty="0" smtClean="0">
                <a:solidFill>
                  <a:srgbClr val="FFDE5B"/>
                </a:solidFill>
                <a:latin typeface="Roboto Regular"/>
                <a:cs typeface="Roboto Regular"/>
              </a:rPr>
              <a:t>Galaxxy001</a:t>
            </a:r>
            <a:endParaRPr lang="en-US" sz="2400" b="1" spc="300" dirty="0">
              <a:solidFill>
                <a:srgbClr val="FFDE5B"/>
              </a:solidFill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7192449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23331" y="583958"/>
            <a:ext cx="3242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90509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By </a:t>
            </a:r>
            <a:r>
              <a:rPr lang="en-US" u="sng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Toey_555</a:t>
            </a:r>
            <a:endParaRPr lang="en-US" u="sng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9" name="Heart 38"/>
          <p:cNvSpPr/>
          <p:nvPr/>
        </p:nvSpPr>
        <p:spPr>
          <a:xfrm>
            <a:off x="5362464" y="1285905"/>
            <a:ext cx="214825" cy="211236"/>
          </a:xfrm>
          <a:prstGeom prst="heart">
            <a:avLst/>
          </a:prstGeom>
          <a:solidFill>
            <a:srgbClr val="FE3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520171" y="1180906"/>
            <a:ext cx="4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Roboto Regular"/>
                <a:cs typeface="Roboto Regular"/>
              </a:rPr>
              <a:t>55</a:t>
            </a:r>
            <a:endParaRPr lang="en-US" dirty="0">
              <a:solidFill>
                <a:schemeClr val="tx2">
                  <a:lumMod val="20000"/>
                  <a:lumOff val="80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65275"/>
            <a:ext cx="41216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Materials: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4" name="Picture 23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6" name="Heart 2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068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241619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814148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746289" y="4832106"/>
            <a:ext cx="359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home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create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Delay 3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8674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88327" y="1322843"/>
            <a:ext cx="3496781" cy="32001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88327" y="1322843"/>
            <a:ext cx="3496781" cy="3200125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88327" y="1322843"/>
            <a:ext cx="3496781" cy="319291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Isosceles Triangle 19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84019" y="853177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Step1: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noFill/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7" y="2307423"/>
            <a:ext cx="273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Roboto Regular"/>
                <a:cs typeface="Roboto Regular"/>
              </a:rPr>
              <a:t>xxxxxxxxxxxxxx</a:t>
            </a:r>
            <a:endParaRPr lang="en-US" dirty="0">
              <a:latin typeface="Roboto Regular"/>
              <a:cs typeface="Roboto Regular"/>
            </a:endParaRPr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rgbClr val="2A44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Post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907257" y="2998521"/>
            <a:ext cx="2437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HanDIYcraft</a:t>
            </a:r>
          </a:p>
          <a:p>
            <a:pPr algn="ctr"/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/>
            </a:r>
            <a:br>
              <a:rPr lang="en-US" sz="1600" dirty="0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</a:b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  <a:latin typeface="Roboto Regular"/>
                <a:cs typeface="Roboto Regular"/>
              </a:rPr>
              <a:t>xxxxxxxxxxxxxxxxxxxx</a:t>
            </a:r>
            <a:endParaRPr lang="en-US" sz="1600" dirty="0">
              <a:solidFill>
                <a:schemeClr val="bg1">
                  <a:lumMod val="6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746289" y="4815826"/>
            <a:ext cx="393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Roboto Regular"/>
                <a:cs typeface="Roboto Regular"/>
              </a:rPr>
              <a:t>Step2: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sz="2000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xxxxx</a:t>
            </a:r>
            <a:endParaRPr lang="en-US" dirty="0">
              <a:solidFill>
                <a:schemeClr val="bg1"/>
              </a:solidFill>
              <a:latin typeface="Roboto Regular"/>
              <a:cs typeface="Roboto Regular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1" name="Heart 4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78539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evron 2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rgbClr val="273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/>
              <a:t>Share</a:t>
            </a:r>
            <a:endParaRPr lang="en-US" dirty="0"/>
          </a:p>
        </p:txBody>
      </p:sp>
      <p:pic>
        <p:nvPicPr>
          <p:cNvPr id="52" name="Picture 51" descr="flaticon_facebook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pic>
        <p:nvPicPr>
          <p:cNvPr id="29" name="Picture 28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2207771"/>
            <a:ext cx="649564" cy="649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360163" y="2214569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: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pic>
        <p:nvPicPr>
          <p:cNvPr id="31" name="Picture 30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06" y="3081808"/>
            <a:ext cx="649564" cy="6495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376442" y="308860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: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19345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: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DUser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551" y="3912547"/>
            <a:ext cx="649564" cy="649564"/>
          </a:xfrm>
          <a:prstGeom prst="rect">
            <a:avLst/>
          </a:prstGeom>
        </p:spPr>
      </p:pic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create1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3" name="Straight Connector 3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Delay 3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763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281897" y="-349780"/>
            <a:ext cx="3104148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cre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ate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29025" y="4006694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smtClean="0">
                <a:solidFill>
                  <a:schemeClr val="tx1"/>
                </a:solidFill>
                <a:latin typeface="Roboto Regular"/>
                <a:cs typeface="Roboto Regular"/>
              </a:rPr>
              <a:t>ABC Shop</a:t>
            </a:r>
            <a:endParaRPr lang="en-US" sz="1600" dirty="0">
              <a:solidFill>
                <a:schemeClr val="tx1"/>
              </a:solidFill>
              <a:latin typeface="Roboto Regular"/>
              <a:cs typeface="Roboto Regula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2888" y="4022974"/>
            <a:ext cx="9175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Name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Next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577155" y="4686486"/>
            <a:ext cx="1187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rgbClr val="FCCB55"/>
                </a:solidFill>
                <a:latin typeface="Roboto Regular"/>
                <a:cs typeface="Roboto Regular"/>
              </a:rPr>
              <a:t>Category</a:t>
            </a:r>
            <a:endParaRPr lang="en-US" sz="16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6146" y="4683326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18026" y="4683134"/>
            <a:ext cx="394559" cy="38100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19242" y="4830791"/>
            <a:ext cx="206003" cy="140066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117" y="1113064"/>
            <a:ext cx="2576104" cy="257610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48002548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64" name="Picture 63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4068819"/>
            <a:ext cx="2070822" cy="207082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1623547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114527" y="-82888"/>
            <a:ext cx="2825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ABC Shop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673220" y="4698818"/>
            <a:ext cx="3554099" cy="1249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567543" y="4260338"/>
            <a:ext cx="1652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FFFF"/>
                </a:solidFill>
                <a:latin typeface="Roboto Regular"/>
                <a:cs typeface="Roboto Regular"/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926167" y="5177004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768299" y="4991128"/>
            <a:ext cx="317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You haven’t pin your location yet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45" name="Picture 44" descr="cameraicon2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2329655"/>
            <a:ext cx="2070822" cy="207082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3828565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32" name="Straight Connector 3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010876" y="-82888"/>
            <a:ext cx="34595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FCCB55"/>
                </a:solidFill>
                <a:latin typeface="MAW "/>
                <a:cs typeface="MAW "/>
              </a:rPr>
              <a:t>HanDIYcraft</a:t>
            </a:r>
            <a:endParaRPr lang="en-US" sz="4800" b="1" spc="300" dirty="0">
              <a:solidFill>
                <a:srgbClr val="FCCB55"/>
              </a:solidFill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23261" y="3480157"/>
            <a:ext cx="2728807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spc="300" dirty="0" smtClean="0">
                <a:solidFill>
                  <a:srgbClr val="FFDE5B"/>
                </a:solidFill>
                <a:latin typeface="MAW "/>
                <a:cs typeface="MAW "/>
              </a:rPr>
              <a:t>Success</a:t>
            </a:r>
            <a:r>
              <a:rPr lang="en-US" sz="5400" spc="300" dirty="0" smtClean="0">
                <a:solidFill>
                  <a:srgbClr val="FCCB55"/>
                </a:solidFill>
                <a:latin typeface="MAW "/>
                <a:cs typeface="MAW "/>
              </a:rPr>
              <a:t> </a:t>
            </a:r>
            <a: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  <a:t/>
            </a:r>
            <a:br>
              <a:rPr lang="en-US" sz="3200" spc="300" dirty="0" smtClean="0">
                <a:solidFill>
                  <a:srgbClr val="FCCB55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Your shop is </a:t>
            </a:r>
            <a:b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</a:br>
            <a:r>
              <a:rPr lang="en-US" sz="3200" spc="300" dirty="0" smtClean="0">
                <a:solidFill>
                  <a:srgbClr val="FFAD24"/>
                </a:solidFill>
                <a:latin typeface="MAW "/>
                <a:cs typeface="MAW "/>
              </a:rPr>
              <a:t>now published.</a:t>
            </a:r>
            <a:endParaRPr lang="en-US" sz="3200" spc="300" dirty="0">
              <a:solidFill>
                <a:srgbClr val="FFAD24"/>
              </a:solidFill>
              <a:latin typeface="MAW "/>
              <a:cs typeface="MAW "/>
            </a:endParaRPr>
          </a:p>
        </p:txBody>
      </p:sp>
      <p:pic>
        <p:nvPicPr>
          <p:cNvPr id="2" name="Picture 1" descr="successicon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604" y="1129489"/>
            <a:ext cx="2740132" cy="274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477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2850445" y="-333609"/>
            <a:ext cx="4708127" cy="120032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72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loca</a:t>
            </a:r>
            <a:r>
              <a:rPr lang="en-US" sz="72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tion</a:t>
            </a:r>
            <a:endParaRPr lang="en-US" sz="72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60" name="Picture 59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1" name="Heart 6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63" name="Straight Connector 6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Delay 6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evron 6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FFAD24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336880" y="215568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Roboto Regular"/>
                <a:cs typeface="Roboto Regular"/>
              </a:rPr>
              <a:t>ABC Shop</a:t>
            </a:r>
            <a:endParaRPr lang="en-US" sz="2000" b="1" dirty="0">
              <a:latin typeface="Roboto Regular"/>
              <a:cs typeface="Roboto Regular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5800630" y="189693"/>
            <a:ext cx="828434" cy="392895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spc="300" dirty="0" smtClean="0">
                <a:solidFill>
                  <a:schemeClr val="bg1"/>
                </a:solidFill>
                <a:latin typeface="MAW "/>
                <a:cs typeface="MAW "/>
              </a:rPr>
              <a:t>Done</a:t>
            </a:r>
            <a:endParaRPr lang="en-US" sz="21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823225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67010" y="-388385"/>
            <a:ext cx="5025033" cy="1323439"/>
          </a:xfrm>
          <a:prstGeom prst="rect">
            <a:avLst/>
          </a:prstGeom>
          <a:noFill/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8000" dirty="0" smtClean="0">
                <a:solidFill>
                  <a:srgbClr val="FFDE5B"/>
                </a:solidFill>
                <a:latin typeface="KG A Little Swag"/>
                <a:cs typeface="KG A Little Swag"/>
              </a:rPr>
              <a:t>mess</a:t>
            </a:r>
            <a:r>
              <a:rPr lang="en-US" sz="8000" dirty="0" smtClean="0">
                <a:solidFill>
                  <a:srgbClr val="FFAD24"/>
                </a:solidFill>
                <a:latin typeface="KG A Little Swag"/>
                <a:cs typeface="KG A Little Swag"/>
              </a:rPr>
              <a:t>ages</a:t>
            </a:r>
            <a:endParaRPr lang="en-US" sz="8000" dirty="0">
              <a:solidFill>
                <a:srgbClr val="FFAD24"/>
              </a:solidFill>
              <a:latin typeface="KG A Little Swag"/>
              <a:cs typeface="KG A Little Swag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6" name="Picture 15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966034"/>
            <a:ext cx="860058" cy="860058"/>
          </a:xfrm>
          <a:prstGeom prst="rect">
            <a:avLst/>
          </a:prstGeom>
        </p:spPr>
      </p:pic>
      <p:pic>
        <p:nvPicPr>
          <p:cNvPr id="17" name="Picture 16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94" y="2016825"/>
            <a:ext cx="860058" cy="860058"/>
          </a:xfrm>
          <a:prstGeom prst="rect">
            <a:avLst/>
          </a:prstGeom>
        </p:spPr>
      </p:pic>
      <p:pic>
        <p:nvPicPr>
          <p:cNvPr id="18" name="Picture 17" descr="DUser1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400" y="3101092"/>
            <a:ext cx="860058" cy="860058"/>
          </a:xfrm>
          <a:prstGeom prst="rect">
            <a:avLst/>
          </a:prstGeom>
        </p:spPr>
      </p:pic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93114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CCB55"/>
                </a:solidFill>
                <a:latin typeface="Roboto Regular"/>
                <a:cs typeface="Roboto Regular"/>
              </a:rPr>
              <a:t>Asciidaitoon</a:t>
            </a:r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 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This is awesome! love it!!!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141177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 </a:t>
            </a:r>
          </a:p>
          <a:p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Nice 1 :-)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250736"/>
            <a:ext cx="3102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CCB55"/>
                </a:solidFill>
                <a:latin typeface="Roboto Regular"/>
                <a:cs typeface="Roboto Regular"/>
              </a:rPr>
              <a:t>Nomad 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Roboto Regular"/>
                <a:cs typeface="Roboto Regular"/>
              </a:rPr>
              <a:t>Cooooooooooooool</a:t>
            </a:r>
            <a:r>
              <a:rPr lang="en-US" dirty="0" smtClean="0">
                <a:solidFill>
                  <a:schemeClr val="bg1"/>
                </a:solidFill>
                <a:latin typeface="Roboto Regular"/>
                <a:cs typeface="Roboto Regular"/>
              </a:rPr>
              <a:t> !</a:t>
            </a:r>
            <a:endParaRPr lang="en-US" b="1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6289683" y="1479426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284936" y="2542489"/>
            <a:ext cx="139614" cy="139614"/>
          </a:xfrm>
          <a:prstGeom prst="ellipse">
            <a:avLst/>
          </a:prstGeom>
          <a:solidFill>
            <a:srgbClr val="719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5853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234169"/>
          </a:solidFill>
          <a:ln w="3810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home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" name="Picture 4" descr="comment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6" name="Heart 5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reate1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lay 1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31391" y="59602"/>
            <a:ext cx="312177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spc="300" dirty="0" smtClean="0">
                <a:solidFill>
                  <a:srgbClr val="FCCB55"/>
                </a:solidFill>
                <a:latin typeface="Roboto Regular"/>
                <a:cs typeface="Roboto Regular"/>
              </a:rPr>
              <a:t>Galaxxy001</a:t>
            </a:r>
            <a:endParaRPr lang="en-US" sz="3200" b="1" spc="300" dirty="0">
              <a:solidFill>
                <a:srgbClr val="FCCB55"/>
              </a:solidFill>
              <a:latin typeface="Roboto Regular"/>
              <a:cs typeface="Roboto Regular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130990" y="1703844"/>
            <a:ext cx="2471052" cy="542135"/>
          </a:xfrm>
          <a:prstGeom prst="roundRect">
            <a:avLst/>
          </a:prstGeom>
          <a:solidFill>
            <a:srgbClr val="FCC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17375E"/>
                </a:solidFill>
                <a:latin typeface="Roboto Regular"/>
                <a:cs typeface="Roboto Regular"/>
              </a:rPr>
              <a:t>Hello, may I help you?</a:t>
            </a:r>
            <a:endParaRPr lang="en-US" sz="1600" dirty="0">
              <a:solidFill>
                <a:srgbClr val="17375E"/>
              </a:solidFill>
              <a:latin typeface="Roboto Regular"/>
              <a:cs typeface="Roboto Regular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475614" y="1014563"/>
            <a:ext cx="966083" cy="5421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Hi :-)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475614" y="2537789"/>
            <a:ext cx="2567037" cy="97834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2">
                    <a:lumMod val="75000"/>
                  </a:schemeClr>
                </a:solidFill>
                <a:latin typeface="Roboto Regular"/>
                <a:cs typeface="Roboto Regular"/>
              </a:rPr>
              <a:t>I want to ask you about the knitting wools. Is it available in your shop?</a:t>
            </a:r>
            <a:endParaRPr lang="en-US" sz="1600" dirty="0">
              <a:solidFill>
                <a:schemeClr val="tx2">
                  <a:lumMod val="75000"/>
                </a:schemeClr>
              </a:solidFill>
              <a:latin typeface="Roboto Regular"/>
              <a:cs typeface="Roboto Regular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rgbClr val="17375E"/>
                </a:solidFill>
                <a:latin typeface="MAW "/>
                <a:cs typeface="MAW "/>
              </a:rPr>
              <a:t>Send</a:t>
            </a:r>
            <a:endParaRPr lang="en-US" b="1" spc="300" dirty="0">
              <a:solidFill>
                <a:srgbClr val="17375E"/>
              </a:solidFill>
              <a:latin typeface="MAW 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chemeClr val="tx2">
                    <a:lumMod val="75000"/>
                  </a:schemeClr>
                </a:solidFill>
              </a:rPr>
              <a:t>Type Message Here ...</a:t>
            </a:r>
            <a:endParaRPr lang="en-US" i="1" spc="3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701596" y="177143"/>
            <a:ext cx="950891" cy="3620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latin typeface="MAW "/>
                <a:cs typeface="MAW "/>
              </a:rPr>
              <a:t>Profile </a:t>
            </a:r>
            <a:endParaRPr lang="en-US" spc="300" dirty="0">
              <a:latin typeface="MAW 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593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9440</TotalTime>
  <Words>1141</Words>
  <Application>Microsoft Macintosh PowerPoint</Application>
  <PresentationFormat>On-screen Show (4:3)</PresentationFormat>
  <Paragraphs>510</Paragraphs>
  <Slides>98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9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451</cp:revision>
  <dcterms:created xsi:type="dcterms:W3CDTF">2014-05-02T09:30:10Z</dcterms:created>
  <dcterms:modified xsi:type="dcterms:W3CDTF">2014-06-07T09:30:31Z</dcterms:modified>
</cp:coreProperties>
</file>