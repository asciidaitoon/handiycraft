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wdp" ContentType="image/vnd.ms-photo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2" r:id="rId2"/>
    <p:sldId id="401" r:id="rId3"/>
    <p:sldId id="402" r:id="rId4"/>
    <p:sldId id="289" r:id="rId5"/>
    <p:sldId id="293" r:id="rId6"/>
    <p:sldId id="400" r:id="rId7"/>
    <p:sldId id="288" r:id="rId8"/>
    <p:sldId id="399" r:id="rId9"/>
    <p:sldId id="294" r:id="rId10"/>
    <p:sldId id="295" r:id="rId11"/>
    <p:sldId id="301" r:id="rId12"/>
    <p:sldId id="259" r:id="rId13"/>
    <p:sldId id="369" r:id="rId14"/>
    <p:sldId id="274" r:id="rId15"/>
    <p:sldId id="257" r:id="rId16"/>
    <p:sldId id="379" r:id="rId17"/>
    <p:sldId id="284" r:id="rId18"/>
    <p:sldId id="272" r:id="rId19"/>
    <p:sldId id="300" r:id="rId20"/>
    <p:sldId id="387" r:id="rId21"/>
    <p:sldId id="302" r:id="rId22"/>
    <p:sldId id="311" r:id="rId23"/>
    <p:sldId id="278" r:id="rId24"/>
    <p:sldId id="279" r:id="rId25"/>
    <p:sldId id="282" r:id="rId26"/>
    <p:sldId id="308" r:id="rId27"/>
    <p:sldId id="325" r:id="rId28"/>
    <p:sldId id="326" r:id="rId29"/>
    <p:sldId id="327" r:id="rId30"/>
    <p:sldId id="318" r:id="rId31"/>
    <p:sldId id="280" r:id="rId32"/>
    <p:sldId id="297" r:id="rId33"/>
    <p:sldId id="298" r:id="rId34"/>
    <p:sldId id="299" r:id="rId35"/>
    <p:sldId id="296" r:id="rId36"/>
    <p:sldId id="261" r:id="rId37"/>
    <p:sldId id="264" r:id="rId38"/>
    <p:sldId id="283" r:id="rId39"/>
    <p:sldId id="321" r:id="rId40"/>
    <p:sldId id="322" r:id="rId41"/>
    <p:sldId id="323" r:id="rId42"/>
    <p:sldId id="310" r:id="rId43"/>
    <p:sldId id="324" r:id="rId44"/>
    <p:sldId id="304" r:id="rId45"/>
    <p:sldId id="385" r:id="rId46"/>
    <p:sldId id="328" r:id="rId47"/>
    <p:sldId id="329" r:id="rId48"/>
    <p:sldId id="330" r:id="rId49"/>
    <p:sldId id="363" r:id="rId50"/>
    <p:sldId id="305" r:id="rId51"/>
    <p:sldId id="344" r:id="rId52"/>
    <p:sldId id="346" r:id="rId53"/>
    <p:sldId id="347" r:id="rId54"/>
    <p:sldId id="348" r:id="rId55"/>
    <p:sldId id="349" r:id="rId56"/>
    <p:sldId id="388" r:id="rId57"/>
    <p:sldId id="335" r:id="rId58"/>
    <p:sldId id="397" r:id="rId59"/>
    <p:sldId id="338" r:id="rId60"/>
    <p:sldId id="377" r:id="rId61"/>
    <p:sldId id="376" r:id="rId62"/>
    <p:sldId id="375" r:id="rId63"/>
    <p:sldId id="352" r:id="rId64"/>
    <p:sldId id="351" r:id="rId65"/>
    <p:sldId id="350" r:id="rId66"/>
    <p:sldId id="392" r:id="rId67"/>
    <p:sldId id="398" r:id="rId68"/>
    <p:sldId id="393" r:id="rId69"/>
    <p:sldId id="334" r:id="rId70"/>
    <p:sldId id="332" r:id="rId71"/>
    <p:sldId id="371" r:id="rId72"/>
    <p:sldId id="281" r:id="rId73"/>
    <p:sldId id="342" r:id="rId74"/>
    <p:sldId id="341" r:id="rId75"/>
    <p:sldId id="386" r:id="rId76"/>
    <p:sldId id="378" r:id="rId77"/>
    <p:sldId id="390" r:id="rId78"/>
    <p:sldId id="389" r:id="rId79"/>
    <p:sldId id="391" r:id="rId80"/>
    <p:sldId id="359" r:id="rId81"/>
    <p:sldId id="360" r:id="rId82"/>
    <p:sldId id="361" r:id="rId83"/>
    <p:sldId id="367" r:id="rId84"/>
    <p:sldId id="394" r:id="rId85"/>
    <p:sldId id="365" r:id="rId86"/>
    <p:sldId id="366" r:id="rId87"/>
    <p:sldId id="395" r:id="rId88"/>
    <p:sldId id="343" r:id="rId89"/>
    <p:sldId id="336" r:id="rId90"/>
    <p:sldId id="381" r:id="rId91"/>
    <p:sldId id="382" r:id="rId92"/>
    <p:sldId id="383" r:id="rId93"/>
    <p:sldId id="384" r:id="rId94"/>
    <p:sldId id="354" r:id="rId95"/>
    <p:sldId id="355" r:id="rId96"/>
    <p:sldId id="356" r:id="rId97"/>
    <p:sldId id="396" r:id="rId98"/>
    <p:sldId id="357" r:id="rId99"/>
    <p:sldId id="337" r:id="rId100"/>
    <p:sldId id="339" r:id="rId101"/>
    <p:sldId id="403" r:id="rId10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A1E2"/>
    <a:srgbClr val="84B1ED"/>
    <a:srgbClr val="E5A028"/>
    <a:srgbClr val="EDAC52"/>
    <a:srgbClr val="E58211"/>
    <a:srgbClr val="796D50"/>
    <a:srgbClr val="FFAD24"/>
    <a:srgbClr val="FF9A9F"/>
    <a:srgbClr val="719EFE"/>
    <a:srgbClr val="FF91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28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-202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printerSettings" Target="printerSettings/printerSettings1.bin"/><Relationship Id="rId104" Type="http://schemas.openxmlformats.org/officeDocument/2006/relationships/presProps" Target="presProps.xml"/><Relationship Id="rId105" Type="http://schemas.openxmlformats.org/officeDocument/2006/relationships/viewProps" Target="viewProps.xml"/><Relationship Id="rId106" Type="http://schemas.openxmlformats.org/officeDocument/2006/relationships/theme" Target="theme/theme1.xml"/><Relationship Id="rId10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100" Type="http://schemas.openxmlformats.org/officeDocument/2006/relationships/slide" Target="slides/slide99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98859-3051-8045-A344-D55C568FF62B}" type="datetimeFigureOut">
              <a:rPr lang="en-US" smtClean="0"/>
              <a:t>12/16/14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E2899-4242-4D40-A0D8-26AE3B467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77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98859-3051-8045-A344-D55C568FF62B}" type="datetimeFigureOut">
              <a:rPr lang="en-US" smtClean="0"/>
              <a:t>12/16/14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E2899-4242-4D40-A0D8-26AE3B467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95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98859-3051-8045-A344-D55C568FF62B}" type="datetimeFigureOut">
              <a:rPr lang="en-US" smtClean="0"/>
              <a:t>12/16/14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E2899-4242-4D40-A0D8-26AE3B467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2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98859-3051-8045-A344-D55C568FF62B}" type="datetimeFigureOut">
              <a:rPr lang="en-US" smtClean="0"/>
              <a:t>12/16/14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E2899-4242-4D40-A0D8-26AE3B467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0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98859-3051-8045-A344-D55C568FF62B}" type="datetimeFigureOut">
              <a:rPr lang="en-US" smtClean="0"/>
              <a:t>12/16/14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E2899-4242-4D40-A0D8-26AE3B467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2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98859-3051-8045-A344-D55C568FF62B}" type="datetimeFigureOut">
              <a:rPr lang="en-US" smtClean="0"/>
              <a:t>12/16/14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E2899-4242-4D40-A0D8-26AE3B467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789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98859-3051-8045-A344-D55C568FF62B}" type="datetimeFigureOut">
              <a:rPr lang="en-US" smtClean="0"/>
              <a:t>12/16/14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E2899-4242-4D40-A0D8-26AE3B467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48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98859-3051-8045-A344-D55C568FF62B}" type="datetimeFigureOut">
              <a:rPr lang="en-US" smtClean="0"/>
              <a:t>12/16/14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E2899-4242-4D40-A0D8-26AE3B467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00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98859-3051-8045-A344-D55C568FF62B}" type="datetimeFigureOut">
              <a:rPr lang="en-US" smtClean="0"/>
              <a:t>12/16/14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E2899-4242-4D40-A0D8-26AE3B467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082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98859-3051-8045-A344-D55C568FF62B}" type="datetimeFigureOut">
              <a:rPr lang="en-US" smtClean="0"/>
              <a:t>12/16/14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E2899-4242-4D40-A0D8-26AE3B467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98859-3051-8045-A344-D55C568FF62B}" type="datetimeFigureOut">
              <a:rPr lang="en-US" smtClean="0"/>
              <a:t>12/16/14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E2899-4242-4D40-A0D8-26AE3B467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07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98859-3051-8045-A344-D55C568FF62B}" type="datetimeFigureOut">
              <a:rPr lang="en-US" smtClean="0"/>
              <a:t>12/16/14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E2899-4242-4D40-A0D8-26AE3B467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04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gi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16.gi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16.gi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3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41.png"/><Relationship Id="rId7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8.png"/><Relationship Id="rId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3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4.png"/><Relationship Id="rId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8.png"/><Relationship Id="rId6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4.png"/><Relationship Id="rId6" Type="http://schemas.openxmlformats.org/officeDocument/2006/relationships/image" Target="../media/image38.png"/><Relationship Id="rId7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scot3.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43" y="0"/>
            <a:ext cx="2542922" cy="2542922"/>
          </a:xfrm>
          <a:prstGeom prst="rect">
            <a:avLst/>
          </a:prstGeom>
        </p:spPr>
      </p:pic>
      <p:pic>
        <p:nvPicPr>
          <p:cNvPr id="5" name="Picture 4" descr="mascot1.2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050" y="0"/>
            <a:ext cx="2569887" cy="2569887"/>
          </a:xfrm>
          <a:prstGeom prst="rect">
            <a:avLst/>
          </a:prstGeom>
        </p:spPr>
      </p:pic>
      <p:pic>
        <p:nvPicPr>
          <p:cNvPr id="7" name="Picture 6" descr="mascot5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937" y="0"/>
            <a:ext cx="2573096" cy="2573096"/>
          </a:xfrm>
          <a:prstGeom prst="rect">
            <a:avLst/>
          </a:prstGeom>
        </p:spPr>
      </p:pic>
      <p:pic>
        <p:nvPicPr>
          <p:cNvPr id="8" name="Picture 7" descr="mascot6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45" y="1808574"/>
            <a:ext cx="2944819" cy="2944819"/>
          </a:xfrm>
          <a:prstGeom prst="rect">
            <a:avLst/>
          </a:prstGeom>
        </p:spPr>
      </p:pic>
      <p:pic>
        <p:nvPicPr>
          <p:cNvPr id="9" name="Picture 8" descr="mascot7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6" y="2010109"/>
            <a:ext cx="2517045" cy="2517045"/>
          </a:xfrm>
          <a:prstGeom prst="rect">
            <a:avLst/>
          </a:prstGeom>
        </p:spPr>
      </p:pic>
      <p:pic>
        <p:nvPicPr>
          <p:cNvPr id="10" name="Picture 9" descr="mascot7.1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937" y="1808574"/>
            <a:ext cx="2718580" cy="2718580"/>
          </a:xfrm>
          <a:prstGeom prst="rect">
            <a:avLst/>
          </a:prstGeom>
        </p:spPr>
      </p:pic>
      <p:pic>
        <p:nvPicPr>
          <p:cNvPr id="11" name="Picture 10" descr="mascot8.1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43" y="3879212"/>
            <a:ext cx="2741509" cy="2741509"/>
          </a:xfrm>
          <a:prstGeom prst="rect">
            <a:avLst/>
          </a:prstGeom>
        </p:spPr>
      </p:pic>
      <p:pic>
        <p:nvPicPr>
          <p:cNvPr id="12" name="Picture 11" descr="Mascot8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365" y="4093446"/>
            <a:ext cx="2527275" cy="2527275"/>
          </a:xfrm>
          <a:prstGeom prst="rect">
            <a:avLst/>
          </a:prstGeom>
        </p:spPr>
      </p:pic>
      <p:pic>
        <p:nvPicPr>
          <p:cNvPr id="13" name="Picture 12" descr="mascot9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937" y="3879212"/>
            <a:ext cx="2718580" cy="271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5501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-255424" y="376344"/>
            <a:ext cx="10765915" cy="3268133"/>
          </a:xfrm>
          <a:prstGeom prst="rect">
            <a:avLst/>
          </a:prstGeom>
          <a:solidFill>
            <a:srgbClr val="234169"/>
          </a:solidFill>
          <a:ln w="762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6505" y="1152399"/>
            <a:ext cx="1943671" cy="1885560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176744" y="2574485"/>
            <a:ext cx="687808" cy="667244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-94533" y="2664020"/>
            <a:ext cx="1943671" cy="1885560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240192" y="2500548"/>
            <a:ext cx="1943671" cy="1885560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183863" y="3028429"/>
            <a:ext cx="1943671" cy="1885560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927046" y="2897530"/>
            <a:ext cx="818433" cy="793964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308513" y="2693647"/>
            <a:ext cx="1534456" cy="1488578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923746" y="2542351"/>
            <a:ext cx="252998" cy="245434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958045" y="2828450"/>
            <a:ext cx="1471697" cy="1427697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2162573" y="1585419"/>
            <a:ext cx="402942" cy="390895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503734" y="2478000"/>
            <a:ext cx="402942" cy="390895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331901" y="2121632"/>
            <a:ext cx="823204" cy="798593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4061580" y="2644449"/>
            <a:ext cx="1471697" cy="1427697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534699" y="2459144"/>
            <a:ext cx="422379" cy="409751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6859119" y="2213710"/>
            <a:ext cx="252998" cy="245434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95874" y="1566331"/>
            <a:ext cx="6749941" cy="2049032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scot7.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26124">
            <a:off x="278979" y="1241866"/>
            <a:ext cx="2607733" cy="2607733"/>
          </a:xfrm>
          <a:prstGeom prst="rect">
            <a:avLst/>
          </a:prstGeom>
          <a:effectLst>
            <a:outerShdw dist="88900" dir="1560000" algn="tl" rotWithShape="0">
              <a:schemeClr val="bg1">
                <a:lumMod val="65000"/>
              </a:scheme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2640806" y="1778924"/>
            <a:ext cx="4730750" cy="1169551"/>
          </a:xfrm>
          <a:prstGeom prst="rect">
            <a:avLst/>
          </a:prstGeom>
          <a:noFill/>
          <a:effectLst>
            <a:outerShdw blurRad="50800" dist="63500" dir="2700000" algn="tl" rotWithShape="0">
              <a:schemeClr val="tx1">
                <a:lumMod val="95000"/>
                <a:lumOff val="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7000" spc="600" dirty="0" smtClean="0">
                <a:solidFill>
                  <a:srgbClr val="FFAD24"/>
                </a:solidFill>
                <a:latin typeface="Peach Milk"/>
                <a:cs typeface="Peach Milk"/>
              </a:rPr>
              <a:t>Han</a:t>
            </a:r>
            <a:r>
              <a:rPr lang="en-US" sz="7000" spc="600" dirty="0" smtClean="0">
                <a:solidFill>
                  <a:srgbClr val="FFDE5B"/>
                </a:solidFill>
                <a:latin typeface="Peach Milk"/>
                <a:cs typeface="Peach Milk"/>
              </a:rPr>
              <a:t>DIY</a:t>
            </a:r>
            <a:r>
              <a:rPr lang="en-US" sz="7000" spc="600" dirty="0" smtClean="0">
                <a:solidFill>
                  <a:srgbClr val="FFAD24"/>
                </a:solidFill>
                <a:latin typeface="Peach Milk"/>
                <a:cs typeface="Peach Milk"/>
              </a:rPr>
              <a:t>craft</a:t>
            </a:r>
            <a:endParaRPr lang="en-US" sz="7000" spc="600" dirty="0">
              <a:solidFill>
                <a:srgbClr val="FFAD24"/>
              </a:solidFill>
              <a:latin typeface="Peach Milk"/>
              <a:cs typeface="Peach Milk"/>
            </a:endParaRPr>
          </a:p>
        </p:txBody>
      </p:sp>
    </p:spTree>
    <p:extLst>
      <p:ext uri="{BB962C8B-B14F-4D97-AF65-F5344CB8AC3E}">
        <p14:creationId xmlns:p14="http://schemas.microsoft.com/office/powerpoint/2010/main" val="35814520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-441687" y="376344"/>
            <a:ext cx="10765915" cy="3268133"/>
          </a:xfrm>
          <a:prstGeom prst="rect">
            <a:avLst/>
          </a:prstGeom>
          <a:solidFill>
            <a:srgbClr val="234169"/>
          </a:solidFill>
          <a:ln w="762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7419639" y="3028429"/>
            <a:ext cx="925774" cy="898095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-119758" y="983069"/>
            <a:ext cx="1943671" cy="1885560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990481" y="2574485"/>
            <a:ext cx="687808" cy="667244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-441687" y="2443825"/>
            <a:ext cx="1943671" cy="1885560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053929" y="2500548"/>
            <a:ext cx="1943671" cy="1885560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997600" y="3028429"/>
            <a:ext cx="1943671" cy="1885560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740783" y="2897530"/>
            <a:ext cx="818433" cy="793964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122250" y="2693647"/>
            <a:ext cx="1534456" cy="1488578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7891347" y="2542351"/>
            <a:ext cx="462887" cy="449048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737483" y="2542351"/>
            <a:ext cx="252998" cy="245434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771782" y="2828450"/>
            <a:ext cx="1471697" cy="1427697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790047" y="1231192"/>
            <a:ext cx="402942" cy="390895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317471" y="2478000"/>
            <a:ext cx="402942" cy="390895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145638" y="2121632"/>
            <a:ext cx="823204" cy="798593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3875317" y="2644449"/>
            <a:ext cx="1471697" cy="1427697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348436" y="2459144"/>
            <a:ext cx="422379" cy="409751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6672856" y="2213710"/>
            <a:ext cx="252998" cy="245434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09611" y="948267"/>
            <a:ext cx="8785974" cy="2667096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scot7.1.png"/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391"/>
                    </a14:imgEffect>
                    <a14:imgEffect>
                      <a14:saturation sat="400000"/>
                    </a14:imgEffect>
                    <a14:imgEffect>
                      <a14:brightnessContrast contrast="-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26124">
            <a:off x="292644" y="892958"/>
            <a:ext cx="2723879" cy="2723879"/>
          </a:xfrm>
          <a:prstGeom prst="rect">
            <a:avLst/>
          </a:prstGeom>
          <a:effectLst>
            <a:outerShdw dist="88900" dir="1560000" algn="tl" rotWithShape="0">
              <a:schemeClr val="bg1">
                <a:lumMod val="65000"/>
              </a:scheme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2968842" y="1382660"/>
            <a:ext cx="5371179" cy="1323439"/>
          </a:xfrm>
          <a:prstGeom prst="rect">
            <a:avLst/>
          </a:prstGeom>
          <a:noFill/>
          <a:effectLst>
            <a:outerShdw blurRad="50800" dist="63500" dir="2700000" algn="tl" rotWithShape="0">
              <a:schemeClr val="tx1">
                <a:lumMod val="95000"/>
                <a:lumOff val="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000" spc="600" dirty="0" smtClean="0">
                <a:solidFill>
                  <a:srgbClr val="FFAD24"/>
                </a:solidFill>
                <a:latin typeface="Peach Milk"/>
                <a:cs typeface="Peach Milk"/>
              </a:rPr>
              <a:t>Han</a:t>
            </a:r>
            <a:r>
              <a:rPr lang="en-US" sz="8000" spc="600" dirty="0" smtClean="0">
                <a:solidFill>
                  <a:srgbClr val="FFDE5B"/>
                </a:solidFill>
                <a:latin typeface="Peach Milk"/>
                <a:cs typeface="Peach Milk"/>
              </a:rPr>
              <a:t>DIY</a:t>
            </a:r>
            <a:r>
              <a:rPr lang="en-US" sz="8000" spc="600" dirty="0" smtClean="0">
                <a:solidFill>
                  <a:srgbClr val="FFAD24"/>
                </a:solidFill>
                <a:latin typeface="Peach Milk"/>
                <a:cs typeface="Peach Milk"/>
              </a:rPr>
              <a:t>craft</a:t>
            </a:r>
            <a:endParaRPr lang="en-US" sz="8000" spc="600" dirty="0">
              <a:solidFill>
                <a:srgbClr val="FFAD24"/>
              </a:solidFill>
              <a:latin typeface="Peach Milk"/>
              <a:cs typeface="Peach Milk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354234" y="3028429"/>
            <a:ext cx="252998" cy="245434"/>
          </a:xfrm>
          <a:prstGeom prst="ellipse">
            <a:avLst/>
          </a:prstGeom>
          <a:solidFill>
            <a:srgbClr val="6BA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641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43672" y="1414245"/>
            <a:ext cx="4146040" cy="4031194"/>
          </a:xfrm>
          <a:prstGeom prst="roundRect">
            <a:avLst/>
          </a:prstGeom>
          <a:solidFill>
            <a:srgbClr val="FFD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2600658" y="1589327"/>
            <a:ext cx="3854525" cy="3739284"/>
          </a:xfrm>
          <a:prstGeom prst="ellipse">
            <a:avLst/>
          </a:prstGeom>
          <a:solidFill>
            <a:srgbClr val="234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mascot6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367" y="1515403"/>
            <a:ext cx="3689376" cy="368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922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43672" y="1414245"/>
            <a:ext cx="4146040" cy="4031194"/>
          </a:xfrm>
          <a:prstGeom prst="roundRect">
            <a:avLst/>
          </a:prstGeom>
          <a:solidFill>
            <a:srgbClr val="FFA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2600658" y="1589327"/>
            <a:ext cx="3854525" cy="3739284"/>
          </a:xfrm>
          <a:prstGeom prst="ellipse">
            <a:avLst/>
          </a:prstGeom>
          <a:solidFill>
            <a:srgbClr val="234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mascot7.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098" y="1604817"/>
            <a:ext cx="3632988" cy="363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1454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600658" y="1589327"/>
            <a:ext cx="3854525" cy="373928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scot8.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420" y="1800968"/>
            <a:ext cx="3240581" cy="3240581"/>
          </a:xfrm>
          <a:prstGeom prst="rect">
            <a:avLst/>
          </a:prstGeom>
          <a:effectLst>
            <a:outerShdw blurRad="50800" dist="88900" dir="2700000" algn="tl" rotWithShape="0">
              <a:schemeClr val="bg1">
                <a:lumMod val="50000"/>
                <a:alpha val="43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01732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43672" y="1414245"/>
            <a:ext cx="4146040" cy="4031194"/>
          </a:xfrm>
          <a:prstGeom prst="roundRect">
            <a:avLst/>
          </a:prstGeom>
          <a:solidFill>
            <a:srgbClr val="FFD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4429700" y="1414245"/>
            <a:ext cx="2160012" cy="4031194"/>
          </a:xfrm>
          <a:prstGeom prst="roundRect">
            <a:avLst/>
          </a:prstGeom>
          <a:solidFill>
            <a:srgbClr val="FFA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2600658" y="1589327"/>
            <a:ext cx="3854525" cy="3739284"/>
          </a:xfrm>
          <a:prstGeom prst="ellipse">
            <a:avLst/>
          </a:prstGeom>
          <a:solidFill>
            <a:srgbClr val="234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mascot7.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098" y="1604817"/>
            <a:ext cx="3632988" cy="363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9411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scot8.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60" y="134784"/>
            <a:ext cx="2741509" cy="274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9228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6428" y="420877"/>
            <a:ext cx="1730375" cy="682625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spc="300" dirty="0" smtClean="0">
                <a:solidFill>
                  <a:srgbClr val="325686"/>
                </a:solidFill>
                <a:latin typeface="MAW "/>
                <a:cs typeface="MAW "/>
              </a:rPr>
              <a:t>Log in</a:t>
            </a:r>
            <a:endParaRPr lang="en-US" sz="3200" spc="300" dirty="0">
              <a:solidFill>
                <a:srgbClr val="325686"/>
              </a:solidFill>
              <a:latin typeface="MAW "/>
              <a:cs typeface="MAW 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713448" y="420877"/>
            <a:ext cx="1730375" cy="682625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spc="300" dirty="0" smtClean="0">
                <a:solidFill>
                  <a:srgbClr val="325686"/>
                </a:solidFill>
                <a:latin typeface="MAW "/>
                <a:cs typeface="MAW "/>
              </a:rPr>
              <a:t>Sign up</a:t>
            </a:r>
            <a:endParaRPr lang="en-US" sz="3200" spc="300" dirty="0">
              <a:solidFill>
                <a:srgbClr val="325686"/>
              </a:solidFill>
              <a:latin typeface="MAW "/>
              <a:cs typeface="MAW 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6428" y="1446745"/>
            <a:ext cx="1016000" cy="458788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325686"/>
                </a:solidFill>
                <a:latin typeface="MAW "/>
                <a:cs typeface="MAW "/>
              </a:rPr>
              <a:t>Log in</a:t>
            </a:r>
            <a:endParaRPr lang="en-US" sz="2400" spc="300" dirty="0">
              <a:solidFill>
                <a:srgbClr val="325686"/>
              </a:solidFill>
              <a:latin typeface="MAW "/>
              <a:cs typeface="MAW 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979616" y="1446745"/>
            <a:ext cx="1016000" cy="458788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325686"/>
                </a:solidFill>
                <a:latin typeface="MAW "/>
                <a:cs typeface="MAW "/>
              </a:rPr>
              <a:t>Done</a:t>
            </a:r>
            <a:endParaRPr lang="en-US" sz="2400" spc="300" dirty="0">
              <a:solidFill>
                <a:srgbClr val="325686"/>
              </a:solidFill>
              <a:latin typeface="MAW "/>
              <a:cs typeface="MAW 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74430" y="487045"/>
            <a:ext cx="979056" cy="45878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FFFFFF"/>
                </a:solidFill>
                <a:latin typeface="MAW "/>
                <a:cs typeface="MAW "/>
              </a:rPr>
              <a:t>Log in</a:t>
            </a:r>
            <a:endParaRPr lang="en-US" sz="20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54014" y="2302623"/>
            <a:ext cx="902971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54014" y="3199772"/>
            <a:ext cx="902971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48653" y="4046376"/>
            <a:ext cx="902971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48653" y="4964200"/>
            <a:ext cx="902971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54014" y="5845972"/>
            <a:ext cx="902971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53" y="2178171"/>
            <a:ext cx="884602" cy="884602"/>
          </a:xfrm>
          <a:prstGeom prst="rect">
            <a:avLst/>
          </a:prstGeom>
        </p:spPr>
      </p:pic>
      <p:pic>
        <p:nvPicPr>
          <p:cNvPr id="33" name="Picture 32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34" y="5840591"/>
            <a:ext cx="610664" cy="692480"/>
          </a:xfrm>
          <a:prstGeom prst="rect">
            <a:avLst/>
          </a:prstGeom>
        </p:spPr>
      </p:pic>
      <p:pic>
        <p:nvPicPr>
          <p:cNvPr id="34" name="Picture 33" descr="map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63" y="3197361"/>
            <a:ext cx="624219" cy="624219"/>
          </a:xfrm>
          <a:prstGeom prst="rect">
            <a:avLst/>
          </a:prstGeom>
        </p:spPr>
      </p:pic>
      <p:sp>
        <p:nvSpPr>
          <p:cNvPr id="35" name="Heart 34"/>
          <p:cNvSpPr/>
          <p:nvPr/>
        </p:nvSpPr>
        <p:spPr>
          <a:xfrm>
            <a:off x="964158" y="5114878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create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814544" y="3988345"/>
            <a:ext cx="757338" cy="757338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1979616" y="2302623"/>
            <a:ext cx="4572619" cy="6506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979616" y="3226581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2141733" y="3323105"/>
            <a:ext cx="2704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 smtClean="0">
                <a:solidFill>
                  <a:srgbClr val="FFFFFF"/>
                </a:solidFill>
                <a:latin typeface="MAW "/>
                <a:cs typeface="MAW "/>
              </a:rPr>
              <a:t>Have no account?</a:t>
            </a:r>
            <a:endParaRPr lang="en-US" sz="2400" b="1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41" name="Chevron 40"/>
          <p:cNvSpPr/>
          <p:nvPr/>
        </p:nvSpPr>
        <p:spPr>
          <a:xfrm rot="10800000">
            <a:off x="6030274" y="510472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>
            <a:off x="5385256" y="1483968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388371" y="1672539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385256" y="1850318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Donut 44"/>
          <p:cNvSpPr/>
          <p:nvPr/>
        </p:nvSpPr>
        <p:spPr>
          <a:xfrm>
            <a:off x="6169500" y="1483968"/>
            <a:ext cx="261979" cy="264991"/>
          </a:xfrm>
          <a:prstGeom prst="donu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 rot="2586247">
            <a:off x="6353310" y="1718591"/>
            <a:ext cx="119738" cy="6412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strip1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82" y="3611391"/>
            <a:ext cx="6838950" cy="1905132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50000"/>
                <a:alpha val="43000"/>
              </a:schemeClr>
            </a:outerShdw>
          </a:effectLst>
        </p:spPr>
      </p:pic>
      <p:sp>
        <p:nvSpPr>
          <p:cNvPr id="48" name="Heart 47"/>
          <p:cNvSpPr/>
          <p:nvPr/>
        </p:nvSpPr>
        <p:spPr>
          <a:xfrm>
            <a:off x="6602244" y="602698"/>
            <a:ext cx="264634" cy="260213"/>
          </a:xfrm>
          <a:prstGeom prst="heart">
            <a:avLst/>
          </a:prstGeom>
          <a:solidFill>
            <a:srgbClr val="FE3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/>
          <p:cNvSpPr/>
          <p:nvPr/>
        </p:nvSpPr>
        <p:spPr>
          <a:xfrm>
            <a:off x="6866878" y="1457423"/>
            <a:ext cx="698335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Edit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995682" y="5245245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3314334" y="5339805"/>
            <a:ext cx="367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>
                <a:solidFill>
                  <a:srgbClr val="FFFFFF"/>
                </a:solidFill>
                <a:latin typeface="MAW "/>
                <a:cs typeface="MAW "/>
              </a:rPr>
              <a:t>t</a:t>
            </a:r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o create your own tutorial!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537521" y="1519565"/>
            <a:ext cx="1257895" cy="458788"/>
          </a:xfrm>
          <a:prstGeom prst="roundRect">
            <a:avLst/>
          </a:prstGeom>
          <a:solidFill>
            <a:srgbClr val="719EFE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FFFFFF"/>
                </a:solidFill>
                <a:latin typeface="MAW "/>
                <a:cs typeface="MAW "/>
              </a:rPr>
              <a:t>Sign up</a:t>
            </a:r>
            <a:endParaRPr lang="en-US" sz="24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1967200" y="6076244"/>
            <a:ext cx="3259065" cy="45878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Select Picture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5874703" y="6058217"/>
            <a:ext cx="2926190" cy="58232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Select Video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169500" y="4409657"/>
            <a:ext cx="2343010" cy="554543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tx2">
                    <a:lumMod val="75000"/>
                  </a:schemeClr>
                </a:solidFill>
                <a:latin typeface="MAW "/>
                <a:cs typeface="MAW "/>
              </a:rPr>
              <a:t>Search Blogger</a:t>
            </a:r>
            <a:endParaRPr lang="en-US" sz="2400" spc="300" dirty="0">
              <a:solidFill>
                <a:schemeClr val="tx2">
                  <a:lumMod val="75000"/>
                </a:schemeClr>
              </a:solidFill>
              <a:latin typeface="MAW "/>
              <a:cs typeface="MAW 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8035510" y="1474412"/>
            <a:ext cx="765383" cy="3620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latin typeface="MAW "/>
                <a:cs typeface="MAW "/>
              </a:rPr>
              <a:t>Talk </a:t>
            </a:r>
            <a:endParaRPr lang="en-US" sz="2000" spc="300" dirty="0">
              <a:latin typeface="MAW "/>
              <a:cs typeface="MAW 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7565213" y="2359737"/>
            <a:ext cx="1166467" cy="375271"/>
          </a:xfrm>
          <a:prstGeom prst="roundRect">
            <a:avLst/>
          </a:prstGeom>
          <a:solidFill>
            <a:srgbClr val="27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/>
              <a:t>Share</a:t>
            </a:r>
            <a:endParaRPr lang="en-US" dirty="0"/>
          </a:p>
        </p:txBody>
      </p:sp>
      <p:pic>
        <p:nvPicPr>
          <p:cNvPr id="57" name="Picture 56" descr="flaticon_facebook.gi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493" y="2366254"/>
            <a:ext cx="368754" cy="368754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7955006" y="3027568"/>
            <a:ext cx="776674" cy="39802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chemeClr val="bg1"/>
                </a:solidFill>
                <a:latin typeface="MAW "/>
                <a:cs typeface="MAW "/>
              </a:rPr>
              <a:t>Like</a:t>
            </a:r>
            <a:endParaRPr lang="en-US" sz="20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329022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ift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89" y="1955677"/>
            <a:ext cx="1405965" cy="1405965"/>
          </a:xfrm>
          <a:prstGeom prst="rect">
            <a:avLst/>
          </a:prstGeom>
        </p:spPr>
      </p:pic>
      <p:pic>
        <p:nvPicPr>
          <p:cNvPr id="3" name="Picture 2" descr="clothes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83" y="286219"/>
            <a:ext cx="1469851" cy="1469851"/>
          </a:xfrm>
          <a:prstGeom prst="rect">
            <a:avLst/>
          </a:prstGeom>
        </p:spPr>
      </p:pic>
      <p:pic>
        <p:nvPicPr>
          <p:cNvPr id="4" name="Picture 3" descr="garden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90" y="3507326"/>
            <a:ext cx="1538450" cy="1538450"/>
          </a:xfrm>
          <a:prstGeom prst="rect">
            <a:avLst/>
          </a:prstGeom>
        </p:spPr>
      </p:pic>
      <p:pic>
        <p:nvPicPr>
          <p:cNvPr id="5" name="Picture 4" descr="home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118" y="3539076"/>
            <a:ext cx="1548854" cy="1548854"/>
          </a:xfrm>
          <a:prstGeom prst="rect">
            <a:avLst/>
          </a:prstGeom>
        </p:spPr>
      </p:pic>
      <p:pic>
        <p:nvPicPr>
          <p:cNvPr id="6" name="Picture 5" descr="accessories1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0" y="338591"/>
            <a:ext cx="1397333" cy="1397333"/>
          </a:xfrm>
          <a:prstGeom prst="rect">
            <a:avLst/>
          </a:prstGeom>
        </p:spPr>
      </p:pic>
      <p:pic>
        <p:nvPicPr>
          <p:cNvPr id="7" name="Picture 6" descr="kid1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425" y="1944310"/>
            <a:ext cx="1437332" cy="1437332"/>
          </a:xfrm>
          <a:prstGeom prst="rect">
            <a:avLst/>
          </a:prstGeom>
        </p:spPr>
      </p:pic>
      <p:pic>
        <p:nvPicPr>
          <p:cNvPr id="8" name="Picture 7" descr="other2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229" y="5120990"/>
            <a:ext cx="1654145" cy="1654145"/>
          </a:xfrm>
          <a:prstGeom prst="rect">
            <a:avLst/>
          </a:prstGeom>
        </p:spPr>
      </p:pic>
      <p:pic>
        <p:nvPicPr>
          <p:cNvPr id="9" name="Picture 8" descr="pet1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45" y="5176076"/>
            <a:ext cx="1456184" cy="1456184"/>
          </a:xfrm>
          <a:prstGeom prst="rect">
            <a:avLst/>
          </a:prstGeom>
        </p:spPr>
      </p:pic>
      <p:pic>
        <p:nvPicPr>
          <p:cNvPr id="10" name="Picture 9" descr="DUser1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374" y="338591"/>
            <a:ext cx="1365250" cy="1365250"/>
          </a:xfrm>
          <a:prstGeom prst="rect">
            <a:avLst/>
          </a:prstGeom>
        </p:spPr>
      </p:pic>
      <p:pic>
        <p:nvPicPr>
          <p:cNvPr id="11" name="Picture 10" descr="stationaryicon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139" y="3502189"/>
            <a:ext cx="1439726" cy="1439726"/>
          </a:xfrm>
          <a:prstGeom prst="rect">
            <a:avLst/>
          </a:prstGeom>
        </p:spPr>
      </p:pic>
      <p:pic>
        <p:nvPicPr>
          <p:cNvPr id="12" name="Picture 11" descr="woodicon.pn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436" y="3594545"/>
            <a:ext cx="1324607" cy="1324607"/>
          </a:xfrm>
          <a:prstGeom prst="rect">
            <a:avLst/>
          </a:prstGeom>
        </p:spPr>
      </p:pic>
      <p:pic>
        <p:nvPicPr>
          <p:cNvPr id="13" name="Picture 12" descr="containericon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498" y="5368973"/>
            <a:ext cx="1234563" cy="1234563"/>
          </a:xfrm>
          <a:prstGeom prst="rect">
            <a:avLst/>
          </a:prstGeom>
        </p:spPr>
      </p:pic>
      <p:pic>
        <p:nvPicPr>
          <p:cNvPr id="14" name="Picture 13" descr="other2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820" y="5203855"/>
            <a:ext cx="1654145" cy="1654145"/>
          </a:xfrm>
          <a:prstGeom prst="rect">
            <a:avLst/>
          </a:prstGeom>
        </p:spPr>
      </p:pic>
      <p:pic>
        <p:nvPicPr>
          <p:cNvPr id="15" name="Picture 14" descr="button3icon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470" y="1914651"/>
            <a:ext cx="1387984" cy="1387984"/>
          </a:xfrm>
          <a:prstGeom prst="rect">
            <a:avLst/>
          </a:prstGeom>
        </p:spPr>
      </p:pic>
      <p:pic>
        <p:nvPicPr>
          <p:cNvPr id="16" name="Picture 15" descr="fabricicon4.p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436" y="1898576"/>
            <a:ext cx="1358955" cy="135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8431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381250" y="2454454"/>
            <a:ext cx="4730750" cy="1169551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7000" spc="600" dirty="0" smtClean="0">
                <a:solidFill>
                  <a:srgbClr val="FFAD24"/>
                </a:solidFill>
                <a:latin typeface="Peach Milk"/>
                <a:cs typeface="Peach Milk"/>
              </a:rPr>
              <a:t>Han</a:t>
            </a:r>
            <a:r>
              <a:rPr lang="en-US" sz="7000" spc="600" dirty="0" smtClean="0">
                <a:solidFill>
                  <a:srgbClr val="FFDE5B"/>
                </a:solidFill>
                <a:latin typeface="Peach Milk"/>
                <a:cs typeface="Peach Milk"/>
              </a:rPr>
              <a:t>DIY</a:t>
            </a:r>
            <a:r>
              <a:rPr lang="en-US" sz="7000" spc="600" dirty="0" smtClean="0">
                <a:solidFill>
                  <a:srgbClr val="FFAD24"/>
                </a:solidFill>
                <a:latin typeface="Peach Milk"/>
                <a:cs typeface="Peach Milk"/>
              </a:rPr>
              <a:t>craft</a:t>
            </a:r>
            <a:endParaRPr lang="en-US" sz="7000" spc="600" dirty="0">
              <a:solidFill>
                <a:srgbClr val="FFAD24"/>
              </a:solidFill>
              <a:latin typeface="Peach Milk"/>
              <a:cs typeface="Peach Milk"/>
            </a:endParaRPr>
          </a:p>
        </p:txBody>
      </p:sp>
    </p:spTree>
    <p:extLst>
      <p:ext uri="{BB962C8B-B14F-4D97-AF65-F5344CB8AC3E}">
        <p14:creationId xmlns:p14="http://schemas.microsoft.com/office/powerpoint/2010/main" val="14494960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413000" y="438329"/>
            <a:ext cx="4730750" cy="1169551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7000" spc="600" dirty="0" smtClean="0">
                <a:solidFill>
                  <a:srgbClr val="FFAD24"/>
                </a:solidFill>
                <a:latin typeface="Peach Milk"/>
                <a:cs typeface="Peach Milk"/>
              </a:rPr>
              <a:t>Han</a:t>
            </a:r>
            <a:r>
              <a:rPr lang="en-US" sz="7000" spc="600" dirty="0" smtClean="0">
                <a:solidFill>
                  <a:srgbClr val="FFDE5B"/>
                </a:solidFill>
                <a:latin typeface="Peach Milk"/>
                <a:cs typeface="Peach Milk"/>
              </a:rPr>
              <a:t>DIY</a:t>
            </a:r>
            <a:r>
              <a:rPr lang="en-US" sz="7000" spc="600" dirty="0" smtClean="0">
                <a:solidFill>
                  <a:srgbClr val="FFAD24"/>
                </a:solidFill>
                <a:latin typeface="Peach Milk"/>
                <a:cs typeface="Peach Milk"/>
              </a:rPr>
              <a:t>craft</a:t>
            </a:r>
            <a:endParaRPr lang="en-US" sz="7000" spc="600" dirty="0">
              <a:solidFill>
                <a:srgbClr val="FFAD24"/>
              </a:solidFill>
              <a:latin typeface="Peach Milk"/>
              <a:cs typeface="Peach Milk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603500" y="5593513"/>
            <a:ext cx="1730375" cy="682625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spc="300" dirty="0" smtClean="0">
                <a:solidFill>
                  <a:srgbClr val="325686"/>
                </a:solidFill>
                <a:latin typeface="MAW "/>
                <a:cs typeface="MAW "/>
              </a:rPr>
              <a:t>Log in</a:t>
            </a:r>
            <a:endParaRPr lang="en-US" sz="3200" spc="300" dirty="0">
              <a:solidFill>
                <a:srgbClr val="325686"/>
              </a:solidFill>
              <a:latin typeface="MAW "/>
              <a:cs typeface="MAW 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58394" y="2065662"/>
            <a:ext cx="3422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300" dirty="0" smtClean="0">
                <a:solidFill>
                  <a:srgbClr val="FFFFFF"/>
                </a:solidFill>
                <a:latin typeface="MAW "/>
                <a:cs typeface="MAW "/>
              </a:rPr>
              <a:t>Tab to get started !</a:t>
            </a:r>
            <a:endParaRPr lang="en-US" sz="2800" b="1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3810162" y="2586302"/>
            <a:ext cx="278793" cy="449197"/>
          </a:xfrm>
          <a:custGeom>
            <a:avLst/>
            <a:gdLst>
              <a:gd name="connsiteX0" fmla="*/ 278793 w 278793"/>
              <a:gd name="connsiteY0" fmla="*/ 449197 h 449197"/>
              <a:gd name="connsiteX1" fmla="*/ 170373 w 278793"/>
              <a:gd name="connsiteY1" fmla="*/ 402729 h 449197"/>
              <a:gd name="connsiteX2" fmla="*/ 77443 w 278793"/>
              <a:gd name="connsiteY2" fmla="*/ 263323 h 449197"/>
              <a:gd name="connsiteX3" fmla="*/ 15489 w 278793"/>
              <a:gd name="connsiteY3" fmla="*/ 77448 h 449197"/>
              <a:gd name="connsiteX4" fmla="*/ 0 w 278793"/>
              <a:gd name="connsiteY4" fmla="*/ 0 h 449197"/>
              <a:gd name="connsiteX5" fmla="*/ 0 w 278793"/>
              <a:gd name="connsiteY5" fmla="*/ 0 h 449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8793" h="449197">
                <a:moveTo>
                  <a:pt x="278793" y="449197"/>
                </a:moveTo>
                <a:cubicBezTo>
                  <a:pt x="241362" y="441452"/>
                  <a:pt x="203931" y="433708"/>
                  <a:pt x="170373" y="402729"/>
                </a:cubicBezTo>
                <a:cubicBezTo>
                  <a:pt x="136815" y="371750"/>
                  <a:pt x="103257" y="317537"/>
                  <a:pt x="77443" y="263323"/>
                </a:cubicBezTo>
                <a:cubicBezTo>
                  <a:pt x="51629" y="209109"/>
                  <a:pt x="28396" y="121335"/>
                  <a:pt x="15489" y="77448"/>
                </a:cubicBezTo>
                <a:cubicBezTo>
                  <a:pt x="2582" y="33561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741199" y="5593513"/>
            <a:ext cx="1730375" cy="682625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spc="300" dirty="0" smtClean="0">
                <a:solidFill>
                  <a:srgbClr val="325686"/>
                </a:solidFill>
                <a:latin typeface="MAW "/>
                <a:cs typeface="MAW "/>
              </a:rPr>
              <a:t>Sign up</a:t>
            </a:r>
            <a:endParaRPr lang="en-US" sz="3200" spc="300" dirty="0">
              <a:solidFill>
                <a:srgbClr val="325686"/>
              </a:solidFill>
              <a:latin typeface="MAW "/>
              <a:cs typeface="MAW "/>
            </a:endParaRPr>
          </a:p>
        </p:txBody>
      </p:sp>
      <p:sp>
        <p:nvSpPr>
          <p:cNvPr id="22" name="Rounded Rectangle 21"/>
          <p:cNvSpPr/>
          <p:nvPr/>
        </p:nvSpPr>
        <p:spPr>
          <a:xfrm rot="1006503">
            <a:off x="4048385" y="3031423"/>
            <a:ext cx="2001322" cy="1945884"/>
          </a:xfrm>
          <a:prstGeom prst="roundRect">
            <a:avLst/>
          </a:prstGeom>
          <a:solidFill>
            <a:srgbClr val="FFA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170363" y="3133179"/>
            <a:ext cx="1778146" cy="1724983"/>
          </a:xfrm>
          <a:prstGeom prst="ellipse">
            <a:avLst/>
          </a:prstGeom>
          <a:solidFill>
            <a:srgbClr val="234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mascot7.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4655">
            <a:off x="3992007" y="2928787"/>
            <a:ext cx="2063101" cy="206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8127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hevron 31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23491" y="3649487"/>
            <a:ext cx="452833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spc="300" dirty="0" smtClean="0">
                <a:solidFill>
                  <a:srgbClr val="FFDE5B"/>
                </a:solidFill>
                <a:latin typeface="MAW "/>
                <a:cs typeface="MAW "/>
              </a:rPr>
              <a:t>Sorry</a:t>
            </a:r>
            <a:r>
              <a:rPr lang="en-US" sz="3200" spc="300" dirty="0" smtClean="0">
                <a:solidFill>
                  <a:srgbClr val="FFDE5B"/>
                </a:solidFill>
                <a:latin typeface="MAW "/>
                <a:cs typeface="MAW "/>
              </a:rPr>
              <a:t>,</a:t>
            </a:r>
            <a:r>
              <a:rPr lang="en-US" sz="3200" spc="300" dirty="0" smtClean="0">
                <a:solidFill>
                  <a:srgbClr val="FCCB55"/>
                </a:solidFill>
                <a:latin typeface="MAW "/>
                <a:cs typeface="MAW "/>
              </a:rPr>
              <a:t> </a:t>
            </a:r>
            <a:r>
              <a:rPr lang="en-US" sz="3200" spc="300" dirty="0" smtClean="0">
                <a:solidFill>
                  <a:srgbClr val="FFAD24"/>
                </a:solidFill>
                <a:latin typeface="MAW "/>
                <a:cs typeface="MAW "/>
              </a:rPr>
              <a:t>you are not </a:t>
            </a:r>
          </a:p>
          <a:p>
            <a:pPr algn="ctr"/>
            <a:r>
              <a:rPr lang="en-US" sz="3200" spc="300" dirty="0" smtClean="0">
                <a:solidFill>
                  <a:srgbClr val="FFAD24"/>
                </a:solidFill>
                <a:latin typeface="MAW "/>
                <a:cs typeface="MAW "/>
              </a:rPr>
              <a:t>connected to the internet</a:t>
            </a:r>
            <a:endParaRPr lang="en-US" sz="3200" spc="300" dirty="0">
              <a:solidFill>
                <a:srgbClr val="FFAD24"/>
              </a:solidFill>
              <a:latin typeface="MAW "/>
              <a:cs typeface="MAW "/>
            </a:endParaRPr>
          </a:p>
        </p:txBody>
      </p:sp>
      <p:pic>
        <p:nvPicPr>
          <p:cNvPr id="2" name="Picture 1" descr="warning-ic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045" y="1314653"/>
            <a:ext cx="2334834" cy="233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2552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200400" y="-428625"/>
            <a:ext cx="4356100" cy="144655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8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sign</a:t>
            </a:r>
            <a:r>
              <a:rPr lang="en-US" sz="88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up</a:t>
            </a:r>
            <a:endParaRPr lang="en-US" sz="88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56037" y="3693852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56037" y="4259692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856037" y="4808462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671762" y="3657895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CCB55"/>
                </a:solidFill>
              </a:rPr>
              <a:t>Username</a:t>
            </a:r>
            <a:endParaRPr lang="en-US" dirty="0">
              <a:solidFill>
                <a:srgbClr val="FCCB55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19387" y="4223735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CCB55"/>
                </a:solidFill>
              </a:rPr>
              <a:t>Password</a:t>
            </a:r>
            <a:endParaRPr lang="en-US" dirty="0">
              <a:solidFill>
                <a:srgbClr val="FCCB5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5927" y="4813780"/>
            <a:ext cx="1606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CCB55"/>
                </a:solidFill>
              </a:rPr>
              <a:t>Re-Password</a:t>
            </a:r>
            <a:endParaRPr lang="en-US" dirty="0">
              <a:solidFill>
                <a:srgbClr val="FCCB55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69453" y="5844619"/>
            <a:ext cx="649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CCB55"/>
                </a:solidFill>
              </a:rPr>
              <a:t>I am</a:t>
            </a:r>
            <a:endParaRPr lang="en-US" dirty="0">
              <a:solidFill>
                <a:srgbClr val="FCCB55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3602162" y="5928353"/>
            <a:ext cx="248075" cy="243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661789" y="5975819"/>
            <a:ext cx="136154" cy="14880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813632" y="5844619"/>
            <a:ext cx="107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CCB55"/>
                </a:solidFill>
              </a:rPr>
              <a:t>Blogger</a:t>
            </a:r>
            <a:endParaRPr lang="en-US" dirty="0">
              <a:solidFill>
                <a:srgbClr val="FCCB55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4767721" y="5928353"/>
            <a:ext cx="248075" cy="2435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979191" y="5844619"/>
            <a:ext cx="1322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CCB55"/>
                </a:solidFill>
              </a:rPr>
              <a:t>Shopkeeper</a:t>
            </a:r>
            <a:endParaRPr lang="en-US" dirty="0">
              <a:solidFill>
                <a:srgbClr val="FCCB55"/>
              </a:solidFill>
            </a:endParaRPr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309219" y="6333896"/>
            <a:ext cx="870917" cy="397335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325686"/>
                </a:solidFill>
                <a:latin typeface="MAW "/>
                <a:cs typeface="MAW "/>
              </a:rPr>
              <a:t>Done</a:t>
            </a:r>
            <a:endParaRPr lang="en-US" sz="2000" spc="300" dirty="0">
              <a:solidFill>
                <a:srgbClr val="325686"/>
              </a:solidFill>
              <a:latin typeface="MAW "/>
              <a:cs typeface="MAW 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853746" y="5357915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122178" y="5357915"/>
            <a:ext cx="776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CCB55"/>
                </a:solidFill>
              </a:rPr>
              <a:t>Email</a:t>
            </a:r>
            <a:endParaRPr lang="en-US" dirty="0">
              <a:solidFill>
                <a:srgbClr val="FCCB55"/>
              </a:solidFill>
            </a:endParaRPr>
          </a:p>
        </p:txBody>
      </p:sp>
      <p:pic>
        <p:nvPicPr>
          <p:cNvPr id="29" name="Picture 28" descr="DUser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205" y="665323"/>
            <a:ext cx="2503603" cy="2503603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2890096" y="3020932"/>
            <a:ext cx="3259065" cy="45878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Select Picture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748316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454400" y="-422770"/>
            <a:ext cx="2752725" cy="144655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8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log</a:t>
            </a:r>
            <a:r>
              <a:rPr lang="en-US" sz="88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in</a:t>
            </a:r>
            <a:endParaRPr lang="en-US" sz="88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56037" y="2143125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13023" y="2143125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CCB55"/>
                </a:solidFill>
              </a:rPr>
              <a:t>Username</a:t>
            </a:r>
            <a:endParaRPr lang="en-US" dirty="0">
              <a:solidFill>
                <a:srgbClr val="FCCB55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56037" y="2867025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613023" y="2867025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CCB55"/>
                </a:solidFill>
              </a:rPr>
              <a:t>Password</a:t>
            </a:r>
            <a:endParaRPr lang="en-US" dirty="0">
              <a:solidFill>
                <a:srgbClr val="FCCB55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08516" y="3557588"/>
            <a:ext cx="971621" cy="384909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325686"/>
                </a:solidFill>
                <a:latin typeface="MAW "/>
                <a:cs typeface="MAW "/>
              </a:rPr>
              <a:t>Log in</a:t>
            </a:r>
            <a:endParaRPr lang="en-US" sz="2000" spc="300" dirty="0">
              <a:solidFill>
                <a:srgbClr val="325686"/>
              </a:solidFill>
              <a:latin typeface="MAW "/>
              <a:cs typeface="MAW 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79911" y="4119007"/>
            <a:ext cx="2076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>
                <a:solidFill>
                  <a:srgbClr val="FFAD24"/>
                </a:solidFill>
              </a:rPr>
              <a:t>Forgot Password ?</a:t>
            </a:r>
            <a:endParaRPr lang="en-US" u="sng" dirty="0">
              <a:solidFill>
                <a:srgbClr val="FFAD24"/>
              </a:solidFill>
            </a:endParaRPr>
          </a:p>
        </p:txBody>
      </p:sp>
      <p:sp>
        <p:nvSpPr>
          <p:cNvPr id="13" name="Chevron 12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503557" y="6293272"/>
            <a:ext cx="2704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 smtClean="0">
                <a:solidFill>
                  <a:srgbClr val="FFFFFF"/>
                </a:solidFill>
                <a:latin typeface="MAW "/>
                <a:cs typeface="MAW "/>
              </a:rPr>
              <a:t>Have no account?</a:t>
            </a:r>
            <a:endParaRPr lang="en-US" sz="2400" b="1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316445" y="6278261"/>
            <a:ext cx="1257895" cy="458788"/>
          </a:xfrm>
          <a:prstGeom prst="roundRect">
            <a:avLst/>
          </a:prstGeom>
          <a:solidFill>
            <a:srgbClr val="719EFE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FFFFFF"/>
                </a:solidFill>
                <a:latin typeface="MAW "/>
                <a:cs typeface="MAW "/>
              </a:rPr>
              <a:t>Sign up</a:t>
            </a:r>
            <a:endParaRPr lang="en-US" sz="24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5771519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hevron 31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82168" y="3339698"/>
            <a:ext cx="3599078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00" spc="300" dirty="0" smtClean="0">
                <a:solidFill>
                  <a:srgbClr val="FFDE5B"/>
                </a:solidFill>
                <a:latin typeface="MAW "/>
                <a:cs typeface="MAW "/>
              </a:rPr>
              <a:t>Your password </a:t>
            </a:r>
          </a:p>
          <a:p>
            <a:pPr algn="ctr"/>
            <a:r>
              <a:rPr lang="en-US" sz="3300" spc="300" dirty="0" smtClean="0">
                <a:solidFill>
                  <a:srgbClr val="FFDE5B"/>
                </a:solidFill>
                <a:latin typeface="MAW "/>
                <a:cs typeface="MAW "/>
              </a:rPr>
              <a:t>has been sent to </a:t>
            </a:r>
          </a:p>
          <a:p>
            <a:pPr algn="ctr"/>
            <a:r>
              <a:rPr lang="en-US" sz="3300" spc="300" dirty="0" smtClean="0">
                <a:solidFill>
                  <a:srgbClr val="FFDE5B"/>
                </a:solidFill>
                <a:latin typeface="MAW "/>
                <a:cs typeface="MAW "/>
              </a:rPr>
              <a:t>your Email</a:t>
            </a:r>
            <a:r>
              <a:rPr lang="en-US" sz="3300" spc="300" dirty="0">
                <a:solidFill>
                  <a:srgbClr val="FFDE5B"/>
                </a:solidFill>
                <a:latin typeface="MAW "/>
                <a:cs typeface="MAW "/>
              </a:rPr>
              <a:t>.</a:t>
            </a:r>
            <a:r>
              <a:rPr lang="en-US" sz="3300" spc="300" dirty="0" smtClean="0">
                <a:solidFill>
                  <a:srgbClr val="FCCB55"/>
                </a:solidFill>
                <a:latin typeface="MAW "/>
                <a:cs typeface="MAW "/>
              </a:rPr>
              <a:t> </a:t>
            </a:r>
          </a:p>
          <a:p>
            <a:pPr algn="ctr"/>
            <a:r>
              <a:rPr lang="en-US" sz="4400" spc="300" dirty="0" smtClean="0">
                <a:solidFill>
                  <a:srgbClr val="FFAD24"/>
                </a:solidFill>
                <a:latin typeface="MAW "/>
                <a:cs typeface="MAW "/>
              </a:rPr>
              <a:t>Please check.</a:t>
            </a:r>
            <a:endParaRPr lang="en-US" sz="4400" spc="300" dirty="0">
              <a:solidFill>
                <a:srgbClr val="FFAD24"/>
              </a:solidFill>
              <a:latin typeface="MAW "/>
              <a:cs typeface="MAW "/>
            </a:endParaRPr>
          </a:p>
        </p:txBody>
      </p:sp>
      <p:pic>
        <p:nvPicPr>
          <p:cNvPr id="2" name="Picture 1" descr="sendingicon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562" y="895448"/>
            <a:ext cx="2666030" cy="266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9771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15007"/>
            <a:ext cx="935503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spc="600" dirty="0" smtClean="0">
                <a:solidFill>
                  <a:srgbClr val="FFDE5B"/>
                </a:solidFill>
                <a:latin typeface="Sketch Rockwell"/>
                <a:cs typeface="Sketch Rockwell"/>
              </a:rPr>
              <a:t>VISITOR</a:t>
            </a:r>
          </a:p>
          <a:p>
            <a:pPr algn="ctr"/>
            <a:r>
              <a:rPr lang="en-US" sz="8000" spc="600" dirty="0" smtClean="0">
                <a:solidFill>
                  <a:schemeClr val="bg1">
                    <a:lumMod val="75000"/>
                  </a:schemeClr>
                </a:solidFill>
                <a:latin typeface="Sketch Rockwell"/>
                <a:cs typeface="Sketch Rockwell"/>
              </a:rPr>
              <a:t>PART</a:t>
            </a:r>
            <a:endParaRPr lang="en-US" sz="8000" spc="600" dirty="0">
              <a:solidFill>
                <a:schemeClr val="bg1">
                  <a:lumMod val="75000"/>
                </a:schemeClr>
              </a:solidFill>
              <a:latin typeface="Sketch Rockwell"/>
              <a:cs typeface="Sketch Rockwell"/>
            </a:endParaRPr>
          </a:p>
        </p:txBody>
      </p:sp>
    </p:spTree>
    <p:extLst>
      <p:ext uri="{BB962C8B-B14F-4D97-AF65-F5344CB8AC3E}">
        <p14:creationId xmlns:p14="http://schemas.microsoft.com/office/powerpoint/2010/main" val="7063104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558195" y="-460929"/>
            <a:ext cx="21582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ho</a:t>
            </a:r>
            <a:r>
              <a:rPr lang="en-US" sz="9600" dirty="0">
                <a:solidFill>
                  <a:srgbClr val="FFAD24"/>
                </a:solidFill>
                <a:latin typeface="KG A Little Swag"/>
                <a:cs typeface="KG A Little Swag"/>
              </a:rPr>
              <a:t>m</a:t>
            </a:r>
            <a:r>
              <a:rPr lang="en-US" sz="96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e</a:t>
            </a:r>
            <a:endParaRPr lang="en-US" sz="96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82875" y="2080140"/>
            <a:ext cx="3746500" cy="424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trip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25" y="4855626"/>
            <a:ext cx="6838950" cy="1905132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50000"/>
                <a:alpha val="43000"/>
              </a:scheme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2804023" y="2227644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13249" y="5589076"/>
            <a:ext cx="2447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“ HanDIYcraft ”</a:t>
            </a: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Heart 9"/>
          <p:cNvSpPr/>
          <p:nvPr/>
        </p:nvSpPr>
        <p:spPr>
          <a:xfrm>
            <a:off x="5000134" y="5754987"/>
            <a:ext cx="264634" cy="260213"/>
          </a:xfrm>
          <a:prstGeom prst="heart">
            <a:avLst/>
          </a:prstGeom>
          <a:solidFill>
            <a:srgbClr val="FE3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219768" y="5636160"/>
            <a:ext cx="496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2">
                    <a:lumMod val="75000"/>
                  </a:schemeClr>
                </a:solidFill>
              </a:rPr>
              <a:t>55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804023" y="2227644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804023" y="2227644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5594161" y="160512"/>
            <a:ext cx="979056" cy="45878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FFFFFF"/>
                </a:solidFill>
                <a:latin typeface="MAW "/>
                <a:cs typeface="MAW "/>
              </a:rPr>
              <a:t>Log in</a:t>
            </a:r>
            <a:endParaRPr lang="en-US" sz="20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572902" y="6301867"/>
            <a:ext cx="367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>
                <a:solidFill>
                  <a:srgbClr val="FFFFFF"/>
                </a:solidFill>
                <a:latin typeface="MAW "/>
                <a:cs typeface="MAW "/>
              </a:rPr>
              <a:t>t</a:t>
            </a:r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o create your own tutorial!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rgbClr val="719EFE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FFFFFF"/>
                </a:solidFill>
                <a:latin typeface="MAW "/>
                <a:cs typeface="MAW "/>
              </a:rPr>
              <a:t>Sign up</a:t>
            </a:r>
            <a:endParaRPr lang="en-US" sz="24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826863" y="1647027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858612" y="1626945"/>
            <a:ext cx="1572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chemeClr val="tx2">
                    <a:lumMod val="75000"/>
                  </a:schemeClr>
                </a:solidFill>
              </a:rPr>
              <a:t>...Search...</a:t>
            </a:r>
            <a:endParaRPr lang="en-US" i="1" spc="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1" name="Donut 30"/>
          <p:cNvSpPr/>
          <p:nvPr/>
        </p:nvSpPr>
        <p:spPr>
          <a:xfrm>
            <a:off x="4503907" y="1682751"/>
            <a:ext cx="261979" cy="264991"/>
          </a:xfrm>
          <a:prstGeom prst="donu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 rot="2586247">
            <a:off x="4663352" y="1899625"/>
            <a:ext cx="144143" cy="547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/>
          <p:cNvCxnSpPr/>
          <p:nvPr/>
        </p:nvCxnSpPr>
        <p:spPr>
          <a:xfrm>
            <a:off x="2420981" y="210108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2424096" y="398679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420981" y="576458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254250" y="1019291"/>
            <a:ext cx="4413869" cy="40667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255045" y="1019291"/>
            <a:ext cx="1494236" cy="406673"/>
          </a:xfrm>
          <a:prstGeom prst="rect">
            <a:avLst/>
          </a:prstGeom>
          <a:solidFill>
            <a:srgbClr val="FFA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3749281" y="1019291"/>
            <a:ext cx="0" cy="406673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263267" y="1019291"/>
            <a:ext cx="0" cy="406673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455680" y="964299"/>
            <a:ext cx="123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Random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12742" y="965585"/>
            <a:ext cx="123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Popular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367827" y="983515"/>
            <a:ext cx="1571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Following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13965775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558195" y="-460929"/>
            <a:ext cx="21582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ho</a:t>
            </a:r>
            <a:r>
              <a:rPr lang="en-US" sz="9600" dirty="0">
                <a:solidFill>
                  <a:srgbClr val="FFAD24"/>
                </a:solidFill>
                <a:latin typeface="KG A Little Swag"/>
                <a:cs typeface="KG A Little Swag"/>
              </a:rPr>
              <a:t>m</a:t>
            </a:r>
            <a:r>
              <a:rPr lang="en-US" sz="96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e</a:t>
            </a:r>
            <a:endParaRPr lang="en-US" sz="96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82875" y="2080140"/>
            <a:ext cx="3746500" cy="424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trip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25" y="4855626"/>
            <a:ext cx="6838950" cy="1905132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50000"/>
                <a:alpha val="43000"/>
              </a:scheme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2804023" y="2227644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13249" y="5589076"/>
            <a:ext cx="2447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“ HanDIYcraft ”</a:t>
            </a: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Heart 9"/>
          <p:cNvSpPr/>
          <p:nvPr/>
        </p:nvSpPr>
        <p:spPr>
          <a:xfrm>
            <a:off x="5000134" y="5754987"/>
            <a:ext cx="264634" cy="260213"/>
          </a:xfrm>
          <a:prstGeom prst="heart">
            <a:avLst/>
          </a:prstGeom>
          <a:solidFill>
            <a:srgbClr val="FE3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219768" y="5636160"/>
            <a:ext cx="496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2">
                    <a:lumMod val="75000"/>
                  </a:schemeClr>
                </a:solidFill>
              </a:rPr>
              <a:t>55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804023" y="2227644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804023" y="2227644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5594161" y="160512"/>
            <a:ext cx="979056" cy="45878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FFFFFF"/>
                </a:solidFill>
                <a:latin typeface="MAW "/>
                <a:cs typeface="MAW "/>
              </a:rPr>
              <a:t>Log in</a:t>
            </a:r>
            <a:endParaRPr lang="en-US" sz="20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572902" y="6301867"/>
            <a:ext cx="367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>
                <a:solidFill>
                  <a:srgbClr val="FFFFFF"/>
                </a:solidFill>
                <a:latin typeface="MAW "/>
                <a:cs typeface="MAW "/>
              </a:rPr>
              <a:t>t</a:t>
            </a:r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o create your own tutorial!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rgbClr val="719EFE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FFFFFF"/>
                </a:solidFill>
                <a:latin typeface="MAW "/>
                <a:cs typeface="MAW "/>
              </a:rPr>
              <a:t>Sign up</a:t>
            </a:r>
            <a:endParaRPr lang="en-US" sz="24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826863" y="1647027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858612" y="1626945"/>
            <a:ext cx="1572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chemeClr val="tx2">
                    <a:lumMod val="75000"/>
                  </a:schemeClr>
                </a:solidFill>
              </a:rPr>
              <a:t>...Search...</a:t>
            </a:r>
            <a:endParaRPr lang="en-US" i="1" spc="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1" name="Donut 30"/>
          <p:cNvSpPr/>
          <p:nvPr/>
        </p:nvSpPr>
        <p:spPr>
          <a:xfrm>
            <a:off x="4503907" y="1682751"/>
            <a:ext cx="261979" cy="264991"/>
          </a:xfrm>
          <a:prstGeom prst="donu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 rot="2586247">
            <a:off x="4663352" y="1899625"/>
            <a:ext cx="144143" cy="547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>
            <a:off x="2420981" y="210108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2424096" y="398679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2420981" y="576458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254250" y="1019291"/>
            <a:ext cx="4413869" cy="40667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749280" y="1019291"/>
            <a:ext cx="1515487" cy="406673"/>
          </a:xfrm>
          <a:prstGeom prst="rect">
            <a:avLst/>
          </a:prstGeom>
          <a:solidFill>
            <a:srgbClr val="FFA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/>
          <p:cNvCxnSpPr/>
          <p:nvPr/>
        </p:nvCxnSpPr>
        <p:spPr>
          <a:xfrm>
            <a:off x="3749281" y="1019291"/>
            <a:ext cx="0" cy="406673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5263267" y="1019291"/>
            <a:ext cx="0" cy="406673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455680" y="964299"/>
            <a:ext cx="123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Random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012742" y="965585"/>
            <a:ext cx="123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Popular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367827" y="983515"/>
            <a:ext cx="1571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Following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469486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558195" y="-460929"/>
            <a:ext cx="21582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ho</a:t>
            </a:r>
            <a:r>
              <a:rPr lang="en-US" sz="9600" dirty="0">
                <a:solidFill>
                  <a:srgbClr val="FFAD24"/>
                </a:solidFill>
                <a:latin typeface="KG A Little Swag"/>
                <a:cs typeface="KG A Little Swag"/>
              </a:rPr>
              <a:t>m</a:t>
            </a:r>
            <a:r>
              <a:rPr lang="en-US" sz="96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e</a:t>
            </a:r>
            <a:endParaRPr lang="en-US" sz="96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5594161" y="160512"/>
            <a:ext cx="979056" cy="45878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FFFFFF"/>
                </a:solidFill>
                <a:latin typeface="MAW "/>
                <a:cs typeface="MAW "/>
              </a:rPr>
              <a:t>Log in</a:t>
            </a:r>
            <a:endParaRPr lang="en-US" sz="20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572902" y="6301867"/>
            <a:ext cx="367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>
                <a:solidFill>
                  <a:srgbClr val="FFFFFF"/>
                </a:solidFill>
                <a:latin typeface="MAW "/>
                <a:cs typeface="MAW "/>
              </a:rPr>
              <a:t>t</a:t>
            </a:r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o create your own tutorial!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rgbClr val="719EFE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FFFFFF"/>
                </a:solidFill>
                <a:latin typeface="MAW "/>
                <a:cs typeface="MAW "/>
              </a:rPr>
              <a:t>Sign up</a:t>
            </a:r>
            <a:endParaRPr lang="en-US" sz="24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2420981" y="210108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2424096" y="398679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2420981" y="576458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254250" y="1019291"/>
            <a:ext cx="4413869" cy="40667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5264767" y="1019291"/>
            <a:ext cx="1403351" cy="406673"/>
          </a:xfrm>
          <a:prstGeom prst="rect">
            <a:avLst/>
          </a:prstGeom>
          <a:solidFill>
            <a:srgbClr val="FFA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/>
          <p:nvPr/>
        </p:nvCxnSpPr>
        <p:spPr>
          <a:xfrm>
            <a:off x="3749281" y="1019291"/>
            <a:ext cx="0" cy="406673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263267" y="1019291"/>
            <a:ext cx="0" cy="406673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455680" y="964299"/>
            <a:ext cx="123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Random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012742" y="965585"/>
            <a:ext cx="123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Popular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367827" y="983515"/>
            <a:ext cx="1571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Following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924269" y="5373492"/>
            <a:ext cx="1634582" cy="46166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spc="300" dirty="0" smtClean="0">
                <a:solidFill>
                  <a:srgbClr val="FFFFFF"/>
                </a:solidFill>
                <a:latin typeface="MAW "/>
                <a:cs typeface="MAW "/>
              </a:rPr>
              <a:t>Sign up</a:t>
            </a:r>
            <a:endParaRPr lang="en-US" sz="28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712680" y="3946134"/>
            <a:ext cx="379497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spc="150" dirty="0" smtClean="0">
                <a:solidFill>
                  <a:srgbClr val="FFDE5B"/>
                </a:solidFill>
                <a:latin typeface="MAW "/>
                <a:cs typeface="MAW "/>
              </a:rPr>
              <a:t>Sorry</a:t>
            </a:r>
            <a:r>
              <a:rPr lang="en-US" sz="4000" spc="150" dirty="0" smtClean="0">
                <a:solidFill>
                  <a:srgbClr val="FFDE5B"/>
                </a:solidFill>
                <a:latin typeface="MAW "/>
                <a:cs typeface="MAW "/>
              </a:rPr>
              <a:t>,</a:t>
            </a:r>
            <a:r>
              <a:rPr lang="en-US" sz="4000" spc="150" dirty="0" smtClean="0">
                <a:solidFill>
                  <a:srgbClr val="FCCB55"/>
                </a:solidFill>
                <a:latin typeface="MAW "/>
                <a:cs typeface="MAW "/>
              </a:rPr>
              <a:t> </a:t>
            </a:r>
            <a:r>
              <a:rPr lang="en-US" sz="4000" spc="150" dirty="0" smtClean="0">
                <a:solidFill>
                  <a:srgbClr val="FFAD24"/>
                </a:solidFill>
                <a:latin typeface="MAW "/>
                <a:cs typeface="MAW "/>
              </a:rPr>
              <a:t>you have to </a:t>
            </a:r>
          </a:p>
          <a:p>
            <a:pPr algn="ctr"/>
            <a:r>
              <a:rPr lang="en-US" sz="4000" spc="150" dirty="0" smtClean="0">
                <a:solidFill>
                  <a:srgbClr val="FFAD24"/>
                </a:solidFill>
                <a:latin typeface="MAW "/>
                <a:cs typeface="MAW "/>
              </a:rPr>
              <a:t>log in first.</a:t>
            </a:r>
            <a:endParaRPr lang="en-US" sz="4000" spc="150" dirty="0">
              <a:solidFill>
                <a:srgbClr val="FFAD24"/>
              </a:solidFill>
              <a:latin typeface="MAW "/>
              <a:cs typeface="MAW 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63060" y="5395773"/>
            <a:ext cx="24448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>
                <a:solidFill>
                  <a:schemeClr val="bg1"/>
                </a:solidFill>
                <a:latin typeface="Roboto Regular"/>
                <a:cs typeface="Roboto Regular"/>
              </a:rPr>
              <a:t>Have no account?</a:t>
            </a:r>
            <a:endParaRPr lang="en-US" sz="22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pic>
        <p:nvPicPr>
          <p:cNvPr id="46" name="Picture 45" descr="warning-ic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560" y="1704240"/>
            <a:ext cx="2334834" cy="233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358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572902" y="6301867"/>
            <a:ext cx="367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>
                <a:solidFill>
                  <a:srgbClr val="FFFFFF"/>
                </a:solidFill>
                <a:latin typeface="MAW "/>
                <a:cs typeface="MAW "/>
              </a:rPr>
              <a:t>t</a:t>
            </a:r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o create your own tutorial!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rgbClr val="719EFE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FFFFFF"/>
                </a:solidFill>
                <a:latin typeface="MAW "/>
                <a:cs typeface="MAW "/>
              </a:rPr>
              <a:t>Sign up</a:t>
            </a:r>
            <a:endParaRPr lang="en-US" sz="24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32" name="Chevron 31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85970" y="-410989"/>
            <a:ext cx="1893233" cy="144655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8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me</a:t>
            </a:r>
            <a:r>
              <a:rPr lang="en-US" sz="88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nu</a:t>
            </a:r>
            <a:endParaRPr lang="en-US" sz="88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416145" y="1654685"/>
            <a:ext cx="2343010" cy="554543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tx2">
                    <a:lumMod val="75000"/>
                  </a:schemeClr>
                </a:solidFill>
                <a:latin typeface="MAW "/>
                <a:cs typeface="MAW "/>
              </a:rPr>
              <a:t>Categories</a:t>
            </a:r>
            <a:endParaRPr lang="en-US" sz="2400" spc="300" dirty="0">
              <a:solidFill>
                <a:schemeClr val="tx2">
                  <a:lumMod val="75000"/>
                </a:schemeClr>
              </a:solidFill>
              <a:latin typeface="MAW "/>
              <a:cs typeface="MAW 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416145" y="2576290"/>
            <a:ext cx="2343010" cy="55454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tx2">
                    <a:lumMod val="75000"/>
                  </a:schemeClr>
                </a:solidFill>
                <a:latin typeface="MAW "/>
                <a:cs typeface="MAW "/>
              </a:rPr>
              <a:t>Shops</a:t>
            </a:r>
            <a:endParaRPr lang="en-US" sz="2400" spc="300" dirty="0">
              <a:solidFill>
                <a:schemeClr val="tx2">
                  <a:lumMod val="75000"/>
                </a:schemeClr>
              </a:solidFill>
              <a:latin typeface="MAW "/>
              <a:cs typeface="MAW 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416145" y="3488601"/>
            <a:ext cx="2343010" cy="55454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tx2">
                    <a:lumMod val="75000"/>
                  </a:schemeClr>
                </a:solidFill>
                <a:latin typeface="MAW "/>
                <a:cs typeface="MAW "/>
              </a:rPr>
              <a:t>Around Me</a:t>
            </a:r>
            <a:endParaRPr lang="en-US" sz="2400" spc="300" dirty="0">
              <a:solidFill>
                <a:schemeClr val="tx2">
                  <a:lumMod val="75000"/>
                </a:schemeClr>
              </a:solidFill>
              <a:latin typeface="MAW 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416145" y="4400912"/>
            <a:ext cx="2343010" cy="55454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tx2">
                    <a:lumMod val="75000"/>
                  </a:schemeClr>
                </a:solidFill>
                <a:latin typeface="MAW "/>
                <a:cs typeface="MAW "/>
              </a:rPr>
              <a:t>Log Out</a:t>
            </a:r>
            <a:endParaRPr lang="en-US" sz="2400" spc="300" dirty="0">
              <a:solidFill>
                <a:schemeClr val="tx2">
                  <a:lumMod val="75000"/>
                </a:schemeClr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3258070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hevron 31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901754" y="4674116"/>
            <a:ext cx="1634582" cy="46166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spc="300" dirty="0" smtClean="0">
                <a:solidFill>
                  <a:srgbClr val="FFFFFF"/>
                </a:solidFill>
                <a:latin typeface="MAW "/>
                <a:cs typeface="MAW "/>
              </a:rPr>
              <a:t>Sign up</a:t>
            </a:r>
            <a:endParaRPr lang="en-US" sz="28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40545" y="4696397"/>
            <a:ext cx="24448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>
                <a:solidFill>
                  <a:schemeClr val="bg1"/>
                </a:solidFill>
                <a:latin typeface="Roboto Regular"/>
                <a:cs typeface="Roboto Regular"/>
              </a:rPr>
              <a:t>Have no account?</a:t>
            </a:r>
            <a:endParaRPr lang="en-US" sz="22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pic>
        <p:nvPicPr>
          <p:cNvPr id="2" name="Picture 1" descr="warning-ic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045" y="1004864"/>
            <a:ext cx="2334834" cy="23348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12680" y="3180968"/>
            <a:ext cx="379497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spc="150" dirty="0" smtClean="0">
                <a:solidFill>
                  <a:srgbClr val="FFDE5B"/>
                </a:solidFill>
                <a:latin typeface="MAW "/>
                <a:cs typeface="MAW "/>
              </a:rPr>
              <a:t>Sorry</a:t>
            </a:r>
            <a:r>
              <a:rPr lang="en-US" sz="4000" spc="150" dirty="0" smtClean="0">
                <a:solidFill>
                  <a:srgbClr val="FFDE5B"/>
                </a:solidFill>
                <a:latin typeface="MAW "/>
                <a:cs typeface="MAW "/>
              </a:rPr>
              <a:t>,</a:t>
            </a:r>
            <a:r>
              <a:rPr lang="en-US" sz="4000" spc="150" dirty="0" smtClean="0">
                <a:solidFill>
                  <a:srgbClr val="FCCB55"/>
                </a:solidFill>
                <a:latin typeface="MAW "/>
                <a:cs typeface="MAW "/>
              </a:rPr>
              <a:t> </a:t>
            </a:r>
            <a:r>
              <a:rPr lang="en-US" sz="4000" spc="150" dirty="0" smtClean="0">
                <a:solidFill>
                  <a:srgbClr val="FFAD24"/>
                </a:solidFill>
                <a:latin typeface="MAW "/>
                <a:cs typeface="MAW "/>
              </a:rPr>
              <a:t>you have to </a:t>
            </a:r>
          </a:p>
          <a:p>
            <a:pPr algn="ctr"/>
            <a:r>
              <a:rPr lang="en-US" sz="4000" spc="150" dirty="0" smtClean="0">
                <a:solidFill>
                  <a:srgbClr val="FFAD24"/>
                </a:solidFill>
                <a:latin typeface="MAW "/>
                <a:cs typeface="MAW "/>
              </a:rPr>
              <a:t>log in first.</a:t>
            </a:r>
            <a:endParaRPr lang="en-US" sz="4000" spc="150" dirty="0">
              <a:solidFill>
                <a:srgbClr val="FFAD24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27848144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707709" y="-347961"/>
            <a:ext cx="4506090" cy="1246495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7500" dirty="0">
                <a:solidFill>
                  <a:srgbClr val="FFDE5B"/>
                </a:solidFill>
                <a:latin typeface="KG A Little Swag"/>
                <a:cs typeface="KG A Little Swag"/>
              </a:rPr>
              <a:t>c</a:t>
            </a:r>
            <a:r>
              <a:rPr lang="en-US" sz="75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atego</a:t>
            </a:r>
            <a:r>
              <a:rPr lang="en-US" sz="75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ries</a:t>
            </a:r>
            <a:endParaRPr lang="en-US" sz="75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pic>
        <p:nvPicPr>
          <p:cNvPr id="5" name="Picture 4" descr="gift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251" y="2581432"/>
            <a:ext cx="1405965" cy="1405965"/>
          </a:xfrm>
          <a:prstGeom prst="rect">
            <a:avLst/>
          </a:prstGeom>
        </p:spPr>
      </p:pic>
      <p:pic>
        <p:nvPicPr>
          <p:cNvPr id="6" name="Picture 5" descr="clothes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545" y="911974"/>
            <a:ext cx="1469851" cy="1469851"/>
          </a:xfrm>
          <a:prstGeom prst="rect">
            <a:avLst/>
          </a:prstGeom>
        </p:spPr>
      </p:pic>
      <p:pic>
        <p:nvPicPr>
          <p:cNvPr id="7" name="Picture 6" descr="garden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252" y="4275956"/>
            <a:ext cx="1538450" cy="1538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57311" y="2230596"/>
            <a:ext cx="8031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Outfit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30602" y="3867041"/>
            <a:ext cx="6426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Gift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42899" y="2230596"/>
            <a:ext cx="1555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Accessory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09280" y="5644099"/>
            <a:ext cx="9946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Garden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pic>
        <p:nvPicPr>
          <p:cNvPr id="13" name="Picture 12" descr="home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280" y="4307706"/>
            <a:ext cx="1548854" cy="15488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26345" y="5656829"/>
            <a:ext cx="1502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Home Decor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43607" y="3870186"/>
            <a:ext cx="539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Kid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pic>
        <p:nvPicPr>
          <p:cNvPr id="19" name="Picture 18" descr="accessories1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782" y="964346"/>
            <a:ext cx="1397333" cy="1397333"/>
          </a:xfrm>
          <a:prstGeom prst="rect">
            <a:avLst/>
          </a:prstGeom>
        </p:spPr>
      </p:pic>
      <p:pic>
        <p:nvPicPr>
          <p:cNvPr id="20" name="Picture 19" descr="kid1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587" y="2570065"/>
            <a:ext cx="1437332" cy="14373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6668119" y="84410"/>
            <a:ext cx="158750" cy="378908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572902" y="6301867"/>
            <a:ext cx="367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>
                <a:solidFill>
                  <a:srgbClr val="FFFFFF"/>
                </a:solidFill>
                <a:latin typeface="MAW "/>
                <a:cs typeface="MAW "/>
              </a:rPr>
              <a:t>t</a:t>
            </a:r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o create your own tutorial!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rgbClr val="719EFE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FFFFFF"/>
                </a:solidFill>
                <a:latin typeface="MAW "/>
                <a:cs typeface="MAW "/>
              </a:rPr>
              <a:t>Sign up</a:t>
            </a:r>
            <a:endParaRPr lang="en-US" sz="24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32" name="Chevron 31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0713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other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286" y="1129177"/>
            <a:ext cx="1654145" cy="1654145"/>
          </a:xfrm>
          <a:prstGeom prst="rect">
            <a:avLst/>
          </a:prstGeom>
        </p:spPr>
      </p:pic>
      <p:pic>
        <p:nvPicPr>
          <p:cNvPr id="20" name="Picture 19" descr="pe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302" y="1184263"/>
            <a:ext cx="1456184" cy="1456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483093" y="2519049"/>
            <a:ext cx="5174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Pet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17025" y="2519049"/>
            <a:ext cx="730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Other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6667500" y="2936430"/>
            <a:ext cx="158750" cy="378908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683381" y="-365510"/>
            <a:ext cx="4506090" cy="1246495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7500" dirty="0">
                <a:solidFill>
                  <a:srgbClr val="FFDE5B"/>
                </a:solidFill>
                <a:latin typeface="KG A Little Swag"/>
                <a:cs typeface="KG A Little Swag"/>
              </a:rPr>
              <a:t>c</a:t>
            </a:r>
            <a:r>
              <a:rPr lang="en-US" sz="75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atego</a:t>
            </a:r>
            <a:r>
              <a:rPr lang="en-US" sz="75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ries</a:t>
            </a:r>
            <a:endParaRPr lang="en-US" sz="75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572902" y="6301867"/>
            <a:ext cx="367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>
                <a:solidFill>
                  <a:srgbClr val="FFFFFF"/>
                </a:solidFill>
                <a:latin typeface="MAW "/>
                <a:cs typeface="MAW "/>
              </a:rPr>
              <a:t>t</a:t>
            </a:r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o create your own tutorial!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rgbClr val="719EFE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FFFFFF"/>
                </a:solidFill>
                <a:latin typeface="MAW "/>
                <a:cs typeface="MAW "/>
              </a:rPr>
              <a:t>Sign up</a:t>
            </a:r>
            <a:endParaRPr lang="en-US" sz="24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29" name="Chevron 2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2604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252622" y="-445439"/>
            <a:ext cx="2958860" cy="144655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8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out</a:t>
            </a:r>
            <a:r>
              <a:rPr lang="en-US" sz="88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fit</a:t>
            </a:r>
            <a:endParaRPr lang="en-US" sz="88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82875" y="1597164"/>
            <a:ext cx="3746500" cy="424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trip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25" y="4372650"/>
            <a:ext cx="6838950" cy="1905132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50000"/>
                <a:alpha val="43000"/>
              </a:scheme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2804023" y="1744668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13249" y="5106100"/>
            <a:ext cx="2447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“ HanDIYcraft ”</a:t>
            </a: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Heart 9"/>
          <p:cNvSpPr/>
          <p:nvPr/>
        </p:nvSpPr>
        <p:spPr>
          <a:xfrm>
            <a:off x="5000134" y="5272011"/>
            <a:ext cx="264634" cy="260213"/>
          </a:xfrm>
          <a:prstGeom prst="heart">
            <a:avLst/>
          </a:prstGeom>
          <a:solidFill>
            <a:srgbClr val="FE3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219768" y="5153184"/>
            <a:ext cx="496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2">
                    <a:lumMod val="75000"/>
                  </a:schemeClr>
                </a:solidFill>
              </a:rPr>
              <a:t>55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804023" y="1744668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804023" y="1744668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4832882" y="1055688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864631" y="1035606"/>
            <a:ext cx="1572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chemeClr val="tx2">
                    <a:lumMod val="75000"/>
                  </a:schemeClr>
                </a:solidFill>
              </a:rPr>
              <a:t>...Search...</a:t>
            </a:r>
            <a:endParaRPr lang="en-US" i="1" spc="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5" name="Donut 34"/>
          <p:cNvSpPr/>
          <p:nvPr/>
        </p:nvSpPr>
        <p:spPr>
          <a:xfrm>
            <a:off x="4509926" y="1091412"/>
            <a:ext cx="261979" cy="264991"/>
          </a:xfrm>
          <a:prstGeom prst="donu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 rot="2586247">
            <a:off x="4669372" y="1305149"/>
            <a:ext cx="144143" cy="547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3572902" y="6301867"/>
            <a:ext cx="367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>
                <a:solidFill>
                  <a:srgbClr val="FFFFFF"/>
                </a:solidFill>
                <a:latin typeface="MAW "/>
                <a:cs typeface="MAW "/>
              </a:rPr>
              <a:t>t</a:t>
            </a:r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o create your own tutorial!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rgbClr val="719EFE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FFFFFF"/>
                </a:solidFill>
                <a:latin typeface="MAW "/>
                <a:cs typeface="MAW "/>
              </a:rPr>
              <a:t>Sign up</a:t>
            </a:r>
            <a:endParaRPr lang="en-US" sz="24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37" name="Chevron 36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2824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2240574" y="1670755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070033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3572902" y="6301867"/>
            <a:ext cx="367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>
                <a:solidFill>
                  <a:srgbClr val="FFFFFF"/>
                </a:solidFill>
                <a:latin typeface="MAW "/>
                <a:cs typeface="MAW "/>
              </a:rPr>
              <a:t>t</a:t>
            </a:r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o create your own tutorial!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rgbClr val="719EFE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FFFFFF"/>
                </a:solidFill>
                <a:latin typeface="MAW "/>
                <a:cs typeface="MAW "/>
              </a:rPr>
              <a:t>Sign up</a:t>
            </a:r>
            <a:endParaRPr lang="en-US" sz="24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23331" y="583958"/>
            <a:ext cx="3242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HanDIYcraft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23331" y="1190509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Roboto Regular"/>
                <a:cs typeface="Roboto Regular"/>
              </a:rPr>
              <a:t>By </a:t>
            </a:r>
            <a:r>
              <a:rPr lang="en-US" u="sng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Roboto Regular"/>
                <a:cs typeface="Roboto Regular"/>
              </a:rPr>
              <a:t>Toey_555</a:t>
            </a:r>
            <a:endParaRPr lang="en-US" u="sng" dirty="0">
              <a:solidFill>
                <a:schemeClr val="tx2">
                  <a:lumMod val="20000"/>
                  <a:lumOff val="80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39" name="Heart 38"/>
          <p:cNvSpPr/>
          <p:nvPr/>
        </p:nvSpPr>
        <p:spPr>
          <a:xfrm>
            <a:off x="5362464" y="1285905"/>
            <a:ext cx="214825" cy="211236"/>
          </a:xfrm>
          <a:prstGeom prst="heart">
            <a:avLst/>
          </a:prstGeom>
          <a:solidFill>
            <a:srgbClr val="FE3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5520171" y="1180906"/>
            <a:ext cx="44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Roboto Regular"/>
                <a:cs typeface="Roboto Regular"/>
              </a:rPr>
              <a:t>55</a:t>
            </a:r>
            <a:endParaRPr lang="en-US" dirty="0">
              <a:solidFill>
                <a:schemeClr val="tx2">
                  <a:lumMod val="20000"/>
                  <a:lumOff val="80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540078" y="1781555"/>
            <a:ext cx="41216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Materials: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2334994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2334994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2334994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rgbClr val="27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/>
              <a:t>Share</a:t>
            </a:r>
            <a:endParaRPr lang="en-US" dirty="0"/>
          </a:p>
        </p:txBody>
      </p:sp>
      <p:pic>
        <p:nvPicPr>
          <p:cNvPr id="25" name="Picture 24" descr="flaticon_facebook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6521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231025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1267534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1267534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1267534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rgbClr val="27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/>
              <a:t>Share</a:t>
            </a:r>
            <a:endParaRPr lang="en-US" dirty="0"/>
          </a:p>
        </p:txBody>
      </p:sp>
      <p:pic>
        <p:nvPicPr>
          <p:cNvPr id="25" name="Picture 24" descr="flaticon_facebook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20" name="Isosceles Triangle 19"/>
          <p:cNvSpPr/>
          <p:nvPr/>
        </p:nvSpPr>
        <p:spPr>
          <a:xfrm rot="5400000">
            <a:off x="4044125" y="2416192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695509" y="830428"/>
            <a:ext cx="359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Step1: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795132" y="4848386"/>
            <a:ext cx="359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Step2: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788327" y="5330770"/>
            <a:ext cx="3496781" cy="86881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5362464" y="5330770"/>
            <a:ext cx="901528" cy="868817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780199" y="5330770"/>
            <a:ext cx="1021205" cy="876537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3572902" y="6301867"/>
            <a:ext cx="367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>
                <a:solidFill>
                  <a:srgbClr val="FFFFFF"/>
                </a:solidFill>
                <a:latin typeface="MAW "/>
                <a:cs typeface="MAW "/>
              </a:rPr>
              <a:t>t</a:t>
            </a:r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o create your own tutorial!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rgbClr val="719EFE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FFFFFF"/>
                </a:solidFill>
                <a:latin typeface="MAW "/>
                <a:cs typeface="MAW "/>
              </a:rPr>
              <a:t>Sign up</a:t>
            </a:r>
            <a:endParaRPr lang="en-US" sz="24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11257214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070033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88327" y="1322843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88327" y="1322843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88327" y="1322843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rgbClr val="27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/>
              <a:t>Share</a:t>
            </a:r>
            <a:endParaRPr lang="en-US" dirty="0"/>
          </a:p>
        </p:txBody>
      </p:sp>
      <p:pic>
        <p:nvPicPr>
          <p:cNvPr id="25" name="Picture 24" descr="flaticon_facebook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20" name="Isosceles Triangle 19"/>
          <p:cNvSpPr/>
          <p:nvPr/>
        </p:nvSpPr>
        <p:spPr>
          <a:xfrm rot="5400000">
            <a:off x="4044125" y="3483652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716581" y="918297"/>
            <a:ext cx="359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Step1: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435920" y="2041527"/>
            <a:ext cx="4067567" cy="2448964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noFill/>
          </a:ln>
          <a:effectLst>
            <a:outerShdw blurRad="40000" dist="76200" dir="336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637904" y="2838437"/>
            <a:ext cx="3665090" cy="1176457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686174" y="2885797"/>
            <a:ext cx="1115230" cy="10858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>
            <a:off x="2686174" y="2885797"/>
            <a:ext cx="1115230" cy="108589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2686174" y="2885797"/>
            <a:ext cx="1115230" cy="1085898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171337" y="2242303"/>
            <a:ext cx="2647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Roboto Regular"/>
                <a:cs typeface="Roboto Regular"/>
              </a:rPr>
              <a:t>xxxxxxxxxxxxxx</a:t>
            </a:r>
            <a:endParaRPr lang="en-US" dirty="0">
              <a:latin typeface="Roboto Regular"/>
              <a:cs typeface="Roboto Regular"/>
            </a:endParaRPr>
          </a:p>
        </p:txBody>
      </p:sp>
      <p:pic>
        <p:nvPicPr>
          <p:cNvPr id="35" name="Picture 34" descr="facebook (1)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904" y="2235701"/>
            <a:ext cx="459697" cy="459697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674324" y="4070916"/>
            <a:ext cx="630397" cy="318526"/>
          </a:xfrm>
          <a:prstGeom prst="roundRect">
            <a:avLst/>
          </a:prstGeom>
          <a:solidFill>
            <a:srgbClr val="2A4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Post</a:t>
            </a:r>
            <a:endParaRPr lang="en-US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3907256" y="2933401"/>
            <a:ext cx="2356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>
                    <a:lumMod val="65000"/>
                  </a:schemeClr>
                </a:solidFill>
                <a:latin typeface="Roboto Regular"/>
                <a:cs typeface="Roboto Regular"/>
              </a:rPr>
              <a:t>HanDIYcraft</a:t>
            </a:r>
          </a:p>
          <a:p>
            <a:pPr algn="ctr"/>
            <a:r>
              <a:rPr lang="en-US" sz="1600" dirty="0" err="1" smtClean="0">
                <a:solidFill>
                  <a:schemeClr val="bg1">
                    <a:lumMod val="65000"/>
                  </a:schemeClr>
                </a:solidFill>
                <a:latin typeface="Roboto Regular"/>
                <a:cs typeface="Roboto Regular"/>
              </a:rPr>
              <a:t>Xxxxxxxxxxxxxxxxxxxx</a:t>
            </a:r>
            <a:r>
              <a:rPr lang="en-US" sz="1600" dirty="0" smtClean="0">
                <a:solidFill>
                  <a:schemeClr val="bg1">
                    <a:lumMod val="65000"/>
                  </a:schemeClr>
                </a:solidFill>
                <a:latin typeface="Roboto Regular"/>
                <a:cs typeface="Roboto Regular"/>
              </a:rPr>
              <a:t/>
            </a:r>
            <a:br>
              <a:rPr lang="en-US" sz="1600" dirty="0" smtClean="0">
                <a:solidFill>
                  <a:schemeClr val="bg1">
                    <a:lumMod val="65000"/>
                  </a:schemeClr>
                </a:solidFill>
                <a:latin typeface="Roboto Regular"/>
                <a:cs typeface="Roboto Regular"/>
              </a:rPr>
            </a:br>
            <a:r>
              <a:rPr lang="en-US" sz="1600" dirty="0" err="1" smtClean="0">
                <a:solidFill>
                  <a:schemeClr val="bg1">
                    <a:lumMod val="65000"/>
                  </a:schemeClr>
                </a:solidFill>
                <a:latin typeface="Roboto Regular"/>
                <a:cs typeface="Roboto Regular"/>
              </a:rPr>
              <a:t>xxxxxxxxxxxxxxxxxxxx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778851" y="4880946"/>
            <a:ext cx="359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Step2: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788327" y="5330770"/>
            <a:ext cx="3496781" cy="86881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Connector 56"/>
          <p:cNvCxnSpPr/>
          <p:nvPr/>
        </p:nvCxnSpPr>
        <p:spPr>
          <a:xfrm flipV="1">
            <a:off x="5362464" y="5330770"/>
            <a:ext cx="901528" cy="868817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2780199" y="5330770"/>
            <a:ext cx="1021205" cy="876537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572902" y="6301867"/>
            <a:ext cx="367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>
                <a:solidFill>
                  <a:srgbClr val="FFFFFF"/>
                </a:solidFill>
                <a:latin typeface="MAW "/>
                <a:cs typeface="MAW "/>
              </a:rPr>
              <a:t>t</a:t>
            </a:r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o create your own tutorial!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rgbClr val="719EFE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FFFFFF"/>
                </a:solidFill>
                <a:latin typeface="MAW "/>
                <a:cs typeface="MAW "/>
              </a:rPr>
              <a:t>Sign up</a:t>
            </a:r>
            <a:endParaRPr lang="en-US" sz="24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11075528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070033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rgbClr val="27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/>
              <a:t>Share</a:t>
            </a:r>
            <a:endParaRPr lang="en-US" dirty="0"/>
          </a:p>
        </p:txBody>
      </p:sp>
      <p:pic>
        <p:nvPicPr>
          <p:cNvPr id="52" name="Picture 51" descr="flaticon_facebook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pic>
        <p:nvPicPr>
          <p:cNvPr id="29" name="Picture 28" descr="DUser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906" y="2207771"/>
            <a:ext cx="649564" cy="64956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360163" y="2230849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CCB55"/>
                </a:solidFill>
                <a:latin typeface="Roboto Regular"/>
                <a:cs typeface="Roboto Regular"/>
              </a:rPr>
              <a:t>Asciidaitoon</a:t>
            </a:r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 :  </a:t>
            </a:r>
          </a:p>
          <a:p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This is awesome! love it!!!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pic>
        <p:nvPicPr>
          <p:cNvPr id="31" name="Picture 30" descr="DUser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906" y="3081808"/>
            <a:ext cx="649564" cy="6495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376442" y="3104886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Galaxxy001 :</a:t>
            </a:r>
          </a:p>
          <a:p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Nice 1 :-)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396698" y="3935625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Nomad :</a:t>
            </a:r>
          </a:p>
          <a:p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Cooooooooooooool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 !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778513" y="677633"/>
            <a:ext cx="3496781" cy="100388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5152884" y="677633"/>
            <a:ext cx="1068848" cy="96266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2795686" y="677633"/>
            <a:ext cx="1041273" cy="96266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3572902" y="6301867"/>
            <a:ext cx="367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>
                <a:solidFill>
                  <a:srgbClr val="FFFFFF"/>
                </a:solidFill>
                <a:latin typeface="MAW "/>
                <a:cs typeface="MAW "/>
              </a:rPr>
              <a:t>t</a:t>
            </a:r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o create your own tutorial!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rgbClr val="719EFE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FFFFFF"/>
                </a:solidFill>
                <a:latin typeface="MAW "/>
                <a:cs typeface="MAW "/>
              </a:rPr>
              <a:t>Sign up</a:t>
            </a:r>
            <a:endParaRPr lang="en-US" sz="24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pic>
        <p:nvPicPr>
          <p:cNvPr id="20" name="Picture 19" descr="DUser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551" y="3912547"/>
            <a:ext cx="649564" cy="649564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>
            <a:off x="2922637" y="2937659"/>
            <a:ext cx="3272542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922637" y="3826177"/>
            <a:ext cx="3272542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922637" y="4685877"/>
            <a:ext cx="3272542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3933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78121" y="-382155"/>
            <a:ext cx="4356100" cy="1323439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pro</a:t>
            </a:r>
            <a:r>
              <a:rPr lang="en-US" sz="80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file</a:t>
            </a:r>
            <a:endParaRPr lang="en-US" sz="80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254250" y="2395710"/>
            <a:ext cx="4572619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063132" y="1458509"/>
            <a:ext cx="1216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Follower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DUser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552" y="734727"/>
            <a:ext cx="1447563" cy="14475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67814" y="1458509"/>
            <a:ext cx="11598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Following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92972" y="1689645"/>
            <a:ext cx="552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555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60541" y="1695434"/>
            <a:ext cx="552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555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696279" y="2547228"/>
            <a:ext cx="3746500" cy="424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strip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29" y="5322714"/>
            <a:ext cx="6838950" cy="1905132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3" name="Rectangle 32"/>
          <p:cNvSpPr/>
          <p:nvPr/>
        </p:nvSpPr>
        <p:spPr>
          <a:xfrm>
            <a:off x="2817427" y="2694732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2626653" y="6056164"/>
            <a:ext cx="2447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“ HanDIYcraft ”</a:t>
            </a: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233172" y="6103248"/>
            <a:ext cx="496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2">
                    <a:lumMod val="75000"/>
                  </a:schemeClr>
                </a:solidFill>
              </a:rPr>
              <a:t>55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>
            <a:off x="2817427" y="2694732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817427" y="2694732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Heart 41"/>
          <p:cNvSpPr/>
          <p:nvPr/>
        </p:nvSpPr>
        <p:spPr>
          <a:xfrm>
            <a:off x="5000134" y="6225004"/>
            <a:ext cx="264634" cy="260213"/>
          </a:xfrm>
          <a:prstGeom prst="heart">
            <a:avLst/>
          </a:prstGeom>
          <a:solidFill>
            <a:srgbClr val="FE3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hevron 3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170770" y="1500654"/>
            <a:ext cx="0" cy="51496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3572902" y="6301867"/>
            <a:ext cx="367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>
                <a:solidFill>
                  <a:srgbClr val="FFFFFF"/>
                </a:solidFill>
                <a:latin typeface="MAW "/>
                <a:cs typeface="MAW "/>
              </a:rPr>
              <a:t>t</a:t>
            </a:r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o create your own tutorial!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2327396" y="6288573"/>
            <a:ext cx="1257895" cy="458788"/>
          </a:xfrm>
          <a:prstGeom prst="roundRect">
            <a:avLst/>
          </a:prstGeom>
          <a:solidFill>
            <a:srgbClr val="719EFE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FFFFFF"/>
                </a:solidFill>
                <a:latin typeface="MAW "/>
                <a:cs typeface="MAW "/>
              </a:rPr>
              <a:t>Sign up</a:t>
            </a:r>
            <a:endParaRPr lang="en-US" sz="24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78121" y="2055599"/>
            <a:ext cx="3479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Email: </a:t>
            </a:r>
            <a:r>
              <a:rPr lang="en-US" sz="16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helloimtoey@gmail.com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273615" y="977434"/>
            <a:ext cx="2124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 smtClean="0">
                <a:solidFill>
                  <a:srgbClr val="FCCB55"/>
                </a:solidFill>
                <a:latin typeface="Roboto Regular"/>
                <a:cs typeface="Roboto Regular"/>
              </a:rPr>
              <a:t>Toey_555</a:t>
            </a:r>
            <a:endParaRPr lang="en-US" sz="2400" b="1" spc="3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8739651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15007"/>
            <a:ext cx="935503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spc="600" dirty="0" smtClean="0">
                <a:solidFill>
                  <a:srgbClr val="FFDE5B"/>
                </a:solidFill>
                <a:latin typeface="Sketch Rockwell"/>
                <a:cs typeface="Sketch Rockwell"/>
              </a:rPr>
              <a:t>BLOGGER </a:t>
            </a:r>
          </a:p>
          <a:p>
            <a:pPr algn="ctr"/>
            <a:r>
              <a:rPr lang="en-US" sz="8000" spc="600" dirty="0" smtClean="0">
                <a:solidFill>
                  <a:srgbClr val="BFBFBF"/>
                </a:solidFill>
                <a:latin typeface="Sketch Rockwell"/>
                <a:cs typeface="Sketch Rockwell"/>
              </a:rPr>
              <a:t>PART</a:t>
            </a:r>
            <a:endParaRPr lang="en-US" sz="8000" spc="600" dirty="0">
              <a:solidFill>
                <a:srgbClr val="BFBFBF"/>
              </a:solidFill>
              <a:latin typeface="Sketch Rockwell"/>
              <a:cs typeface="Sketch Rockwell"/>
            </a:endParaRPr>
          </a:p>
        </p:txBody>
      </p:sp>
    </p:spTree>
    <p:extLst>
      <p:ext uri="{BB962C8B-B14F-4D97-AF65-F5344CB8AC3E}">
        <p14:creationId xmlns:p14="http://schemas.microsoft.com/office/powerpoint/2010/main" val="17534727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522492" y="-460929"/>
            <a:ext cx="4419601" cy="156966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ho</a:t>
            </a:r>
            <a:r>
              <a:rPr lang="en-US" sz="9600" dirty="0">
                <a:solidFill>
                  <a:srgbClr val="FFAD24"/>
                </a:solidFill>
                <a:latin typeface="KG A Little Swag"/>
                <a:cs typeface="KG A Little Swag"/>
              </a:rPr>
              <a:t>m</a:t>
            </a:r>
            <a:r>
              <a:rPr lang="en-US" sz="96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e</a:t>
            </a:r>
            <a:endParaRPr lang="en-US" sz="96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82875" y="2199264"/>
            <a:ext cx="3746500" cy="424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trip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25" y="4921086"/>
            <a:ext cx="6838950" cy="1905132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50000"/>
                <a:alpha val="43000"/>
              </a:scheme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2804023" y="2346768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13249" y="5708200"/>
            <a:ext cx="2447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“ HanDIYcraft ”</a:t>
            </a: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Heart 9"/>
          <p:cNvSpPr/>
          <p:nvPr/>
        </p:nvSpPr>
        <p:spPr>
          <a:xfrm>
            <a:off x="5000134" y="5874111"/>
            <a:ext cx="264634" cy="260213"/>
          </a:xfrm>
          <a:prstGeom prst="heart">
            <a:avLst/>
          </a:prstGeom>
          <a:solidFill>
            <a:srgbClr val="FE3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219768" y="5755284"/>
            <a:ext cx="496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2">
                    <a:lumMod val="75000"/>
                  </a:schemeClr>
                </a:solidFill>
              </a:rPr>
              <a:t>55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804023" y="2346768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804023" y="2346768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4826863" y="1647027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858612" y="1626945"/>
            <a:ext cx="1572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chemeClr val="tx2">
                    <a:lumMod val="75000"/>
                  </a:schemeClr>
                </a:solidFill>
              </a:rPr>
              <a:t>...Search...</a:t>
            </a:r>
            <a:endParaRPr lang="en-US" i="1" spc="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8" name="Donut 37"/>
          <p:cNvSpPr/>
          <p:nvPr/>
        </p:nvSpPr>
        <p:spPr>
          <a:xfrm>
            <a:off x="4503907" y="1682751"/>
            <a:ext cx="261979" cy="264991"/>
          </a:xfrm>
          <a:prstGeom prst="donu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 rot="2586247">
            <a:off x="4663352" y="1899625"/>
            <a:ext cx="144143" cy="547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/>
          <p:cNvCxnSpPr/>
          <p:nvPr/>
        </p:nvCxnSpPr>
        <p:spPr>
          <a:xfrm>
            <a:off x="2420981" y="210108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2424096" y="398679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420981" y="576458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 descr="home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1" name="Picture 50" descr="comment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52" name="Heart 51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 descr="create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54" name="Straight Connector 53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Delay 58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54250" y="1019291"/>
            <a:ext cx="4413869" cy="40667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2255045" y="1019291"/>
            <a:ext cx="1494236" cy="406673"/>
          </a:xfrm>
          <a:prstGeom prst="rect">
            <a:avLst/>
          </a:prstGeom>
          <a:solidFill>
            <a:srgbClr val="FFA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3749281" y="1019291"/>
            <a:ext cx="0" cy="406673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5263267" y="1019291"/>
            <a:ext cx="0" cy="406673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455680" y="964299"/>
            <a:ext cx="123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Random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012742" y="965585"/>
            <a:ext cx="123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Popular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367827" y="983515"/>
            <a:ext cx="1571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Following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4656345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522492" y="-460929"/>
            <a:ext cx="4419601" cy="156966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ho</a:t>
            </a:r>
            <a:r>
              <a:rPr lang="en-US" sz="9600" dirty="0">
                <a:solidFill>
                  <a:srgbClr val="FFAD24"/>
                </a:solidFill>
                <a:latin typeface="KG A Little Swag"/>
                <a:cs typeface="KG A Little Swag"/>
              </a:rPr>
              <a:t>m</a:t>
            </a:r>
            <a:r>
              <a:rPr lang="en-US" sz="96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e</a:t>
            </a:r>
            <a:endParaRPr lang="en-US" sz="96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82875" y="2199264"/>
            <a:ext cx="3746500" cy="424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trip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25" y="4921086"/>
            <a:ext cx="6838950" cy="1905132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50000"/>
                <a:alpha val="43000"/>
              </a:scheme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2804023" y="2346768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13249" y="5708200"/>
            <a:ext cx="2447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“ HanDIYcraft ”</a:t>
            </a: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Heart 9"/>
          <p:cNvSpPr/>
          <p:nvPr/>
        </p:nvSpPr>
        <p:spPr>
          <a:xfrm>
            <a:off x="5000134" y="5874111"/>
            <a:ext cx="264634" cy="260213"/>
          </a:xfrm>
          <a:prstGeom prst="heart">
            <a:avLst/>
          </a:prstGeom>
          <a:solidFill>
            <a:srgbClr val="FE3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219768" y="5755284"/>
            <a:ext cx="496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2">
                    <a:lumMod val="75000"/>
                  </a:schemeClr>
                </a:solidFill>
              </a:rPr>
              <a:t>55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804023" y="2346768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804023" y="2346768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4826863" y="1647027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858612" y="1626945"/>
            <a:ext cx="1572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chemeClr val="tx2">
                    <a:lumMod val="75000"/>
                  </a:schemeClr>
                </a:solidFill>
              </a:rPr>
              <a:t>...Search...</a:t>
            </a:r>
            <a:endParaRPr lang="en-US" i="1" spc="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8" name="Donut 37"/>
          <p:cNvSpPr/>
          <p:nvPr/>
        </p:nvSpPr>
        <p:spPr>
          <a:xfrm>
            <a:off x="4503907" y="1682751"/>
            <a:ext cx="261979" cy="264991"/>
          </a:xfrm>
          <a:prstGeom prst="donu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 rot="2586247">
            <a:off x="4663352" y="1899625"/>
            <a:ext cx="144143" cy="547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/>
          <p:cNvCxnSpPr/>
          <p:nvPr/>
        </p:nvCxnSpPr>
        <p:spPr>
          <a:xfrm>
            <a:off x="2420981" y="210108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2424096" y="398679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420981" y="576458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 descr="home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1" name="Picture 50" descr="comment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52" name="Heart 51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 descr="create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54" name="Straight Connector 53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Delay 58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54250" y="1019291"/>
            <a:ext cx="4413869" cy="40667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3749280" y="1019291"/>
            <a:ext cx="1515487" cy="406673"/>
          </a:xfrm>
          <a:prstGeom prst="rect">
            <a:avLst/>
          </a:prstGeom>
          <a:solidFill>
            <a:srgbClr val="FFA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/>
          <p:cNvCxnSpPr/>
          <p:nvPr/>
        </p:nvCxnSpPr>
        <p:spPr>
          <a:xfrm>
            <a:off x="3749281" y="1019291"/>
            <a:ext cx="0" cy="406673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5263267" y="1019291"/>
            <a:ext cx="0" cy="406673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455680" y="964299"/>
            <a:ext cx="123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Random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012742" y="965585"/>
            <a:ext cx="123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Popular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367827" y="983515"/>
            <a:ext cx="1571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Following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3643058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522492" y="-460929"/>
            <a:ext cx="4419601" cy="156966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ho</a:t>
            </a:r>
            <a:r>
              <a:rPr lang="en-US" sz="9600" dirty="0">
                <a:solidFill>
                  <a:srgbClr val="FFAD24"/>
                </a:solidFill>
                <a:latin typeface="KG A Little Swag"/>
                <a:cs typeface="KG A Little Swag"/>
              </a:rPr>
              <a:t>m</a:t>
            </a:r>
            <a:r>
              <a:rPr lang="en-US" sz="96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e</a:t>
            </a:r>
            <a:endParaRPr lang="en-US" sz="96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82875" y="2199264"/>
            <a:ext cx="3746500" cy="424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trip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25" y="4921086"/>
            <a:ext cx="6838950" cy="1905132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50000"/>
                <a:alpha val="43000"/>
              </a:scheme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2804023" y="2346768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13249" y="5708200"/>
            <a:ext cx="2447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“ HanDIYcraft ”</a:t>
            </a: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Heart 9"/>
          <p:cNvSpPr/>
          <p:nvPr/>
        </p:nvSpPr>
        <p:spPr>
          <a:xfrm>
            <a:off x="5000134" y="5874111"/>
            <a:ext cx="264634" cy="260213"/>
          </a:xfrm>
          <a:prstGeom prst="heart">
            <a:avLst/>
          </a:prstGeom>
          <a:solidFill>
            <a:srgbClr val="FE3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219768" y="5755284"/>
            <a:ext cx="496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2">
                    <a:lumMod val="75000"/>
                  </a:schemeClr>
                </a:solidFill>
              </a:rPr>
              <a:t>55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804023" y="2346768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804023" y="2346768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4826863" y="1647027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858612" y="1626945"/>
            <a:ext cx="1572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chemeClr val="tx2">
                    <a:lumMod val="75000"/>
                  </a:schemeClr>
                </a:solidFill>
              </a:rPr>
              <a:t>...Search...</a:t>
            </a:r>
            <a:endParaRPr lang="en-US" i="1" spc="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8" name="Donut 37"/>
          <p:cNvSpPr/>
          <p:nvPr/>
        </p:nvSpPr>
        <p:spPr>
          <a:xfrm>
            <a:off x="4503907" y="1682751"/>
            <a:ext cx="261979" cy="264991"/>
          </a:xfrm>
          <a:prstGeom prst="donu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 rot="2586247">
            <a:off x="4663352" y="1899625"/>
            <a:ext cx="144143" cy="547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/>
          <p:cNvCxnSpPr/>
          <p:nvPr/>
        </p:nvCxnSpPr>
        <p:spPr>
          <a:xfrm>
            <a:off x="2420981" y="210108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2424096" y="398679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420981" y="576458"/>
            <a:ext cx="489447" cy="0"/>
          </a:xfrm>
          <a:prstGeom prst="line">
            <a:avLst/>
          </a:prstGeom>
          <a:ln w="76200" cmpd="sng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 descr="home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1" name="Picture 50" descr="comment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52" name="Heart 51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 descr="create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54" name="Straight Connector 53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Delay 58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54250" y="1019291"/>
            <a:ext cx="4413869" cy="40667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264767" y="1019291"/>
            <a:ext cx="1403351" cy="406673"/>
          </a:xfrm>
          <a:prstGeom prst="rect">
            <a:avLst/>
          </a:prstGeom>
          <a:solidFill>
            <a:srgbClr val="FFA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3749281" y="1019291"/>
            <a:ext cx="0" cy="406673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5263267" y="1019291"/>
            <a:ext cx="0" cy="406673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455680" y="964299"/>
            <a:ext cx="123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Random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12742" y="965585"/>
            <a:ext cx="123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Popular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367827" y="983515"/>
            <a:ext cx="1571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10" dirty="0" smtClean="0">
                <a:solidFill>
                  <a:srgbClr val="FFFFFF"/>
                </a:solidFill>
                <a:latin typeface="MAW "/>
                <a:cs typeface="MAW "/>
              </a:rPr>
              <a:t>Following</a:t>
            </a:r>
            <a:endParaRPr lang="en-US" sz="2400" b="1" spc="110" dirty="0">
              <a:solidFill>
                <a:srgbClr val="FFFFFF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3643058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2" name="Picture 31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3" name="Heart 32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6" name="Straight Connector 35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elay 40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3685970" y="-410989"/>
            <a:ext cx="1893233" cy="144655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8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me</a:t>
            </a:r>
            <a:r>
              <a:rPr lang="en-US" sz="88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nu</a:t>
            </a:r>
            <a:endParaRPr lang="en-US" sz="88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416145" y="1654685"/>
            <a:ext cx="2343010" cy="554543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tx2">
                    <a:lumMod val="75000"/>
                  </a:schemeClr>
                </a:solidFill>
                <a:latin typeface="MAW "/>
                <a:cs typeface="MAW "/>
              </a:rPr>
              <a:t>Categories</a:t>
            </a:r>
            <a:endParaRPr lang="en-US" sz="2400" spc="300" dirty="0">
              <a:solidFill>
                <a:schemeClr val="tx2">
                  <a:lumMod val="75000"/>
                </a:schemeClr>
              </a:solidFill>
              <a:latin typeface="MAW "/>
              <a:cs typeface="MAW 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3416145" y="2576290"/>
            <a:ext cx="2343010" cy="554543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tx2">
                    <a:lumMod val="75000"/>
                  </a:schemeClr>
                </a:solidFill>
                <a:latin typeface="MAW "/>
                <a:cs typeface="MAW "/>
              </a:rPr>
              <a:t>Shops</a:t>
            </a:r>
            <a:endParaRPr lang="en-US" sz="2400" spc="300" dirty="0">
              <a:solidFill>
                <a:schemeClr val="tx2">
                  <a:lumMod val="75000"/>
                </a:schemeClr>
              </a:solidFill>
              <a:latin typeface="MAW "/>
              <a:cs typeface="MAW 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3416145" y="3417049"/>
            <a:ext cx="2343010" cy="554543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tx2">
                    <a:lumMod val="75000"/>
                  </a:schemeClr>
                </a:solidFill>
                <a:latin typeface="MAW "/>
                <a:cs typeface="MAW "/>
              </a:rPr>
              <a:t>Around Me</a:t>
            </a:r>
            <a:endParaRPr lang="en-US" sz="2400" spc="300" dirty="0">
              <a:solidFill>
                <a:schemeClr val="tx2">
                  <a:lumMod val="75000"/>
                </a:schemeClr>
              </a:solidFill>
              <a:latin typeface="MAW "/>
              <a:cs typeface="MAW 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416145" y="4383028"/>
            <a:ext cx="2343010" cy="554543"/>
          </a:xfrm>
          <a:prstGeom prst="roundRect">
            <a:avLst/>
          </a:prstGeom>
          <a:solidFill>
            <a:srgbClr val="BC435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FFFFFF"/>
                </a:solidFill>
                <a:latin typeface="MAW "/>
                <a:cs typeface="MAW "/>
              </a:rPr>
              <a:t>Log Out</a:t>
            </a:r>
            <a:endParaRPr lang="en-US" sz="24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19" name="Chevron 1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2721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91047" y="-347961"/>
            <a:ext cx="4506090" cy="1246495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7500" dirty="0">
                <a:solidFill>
                  <a:srgbClr val="FFDE5B"/>
                </a:solidFill>
                <a:latin typeface="KG A Little Swag"/>
                <a:cs typeface="KG A Little Swag"/>
              </a:rPr>
              <a:t>c</a:t>
            </a:r>
            <a:r>
              <a:rPr lang="en-US" sz="75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atego</a:t>
            </a:r>
            <a:r>
              <a:rPr lang="en-US" sz="75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ries</a:t>
            </a:r>
            <a:endParaRPr lang="en-US" sz="75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pic>
        <p:nvPicPr>
          <p:cNvPr id="5" name="Picture 4" descr="gift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251" y="2581432"/>
            <a:ext cx="1405965" cy="1405965"/>
          </a:xfrm>
          <a:prstGeom prst="rect">
            <a:avLst/>
          </a:prstGeom>
        </p:spPr>
      </p:pic>
      <p:pic>
        <p:nvPicPr>
          <p:cNvPr id="6" name="Picture 5" descr="clothes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545" y="911974"/>
            <a:ext cx="1469851" cy="1469851"/>
          </a:xfrm>
          <a:prstGeom prst="rect">
            <a:avLst/>
          </a:prstGeom>
        </p:spPr>
      </p:pic>
      <p:pic>
        <p:nvPicPr>
          <p:cNvPr id="7" name="Picture 6" descr="garden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252" y="4275956"/>
            <a:ext cx="1538450" cy="1538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46883" y="3867041"/>
            <a:ext cx="6426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Gift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59180" y="2230596"/>
            <a:ext cx="1555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Accessory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92999" y="5644099"/>
            <a:ext cx="9946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Garden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pic>
        <p:nvPicPr>
          <p:cNvPr id="13" name="Picture 12" descr="home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280" y="4307706"/>
            <a:ext cx="1548854" cy="15488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42626" y="5656829"/>
            <a:ext cx="1502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Home Decor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43607" y="3870186"/>
            <a:ext cx="539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Kid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pic>
        <p:nvPicPr>
          <p:cNvPr id="19" name="Picture 18" descr="accessories1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782" y="964346"/>
            <a:ext cx="1397333" cy="1397333"/>
          </a:xfrm>
          <a:prstGeom prst="rect">
            <a:avLst/>
          </a:prstGeom>
        </p:spPr>
      </p:pic>
      <p:pic>
        <p:nvPicPr>
          <p:cNvPr id="20" name="Picture 19" descr="kid1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587" y="2570065"/>
            <a:ext cx="1437332" cy="14373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6668119" y="84410"/>
            <a:ext cx="158750" cy="378908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57311" y="2230596"/>
            <a:ext cx="8031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Outfit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 descr="home1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9" name="Picture 58" descr="comment1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60" name="Heart 5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Picture 60" descr="create1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62" name="Straight Connector 6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Delay 6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Chevron 6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358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other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286" y="1129177"/>
            <a:ext cx="1654145" cy="1654145"/>
          </a:xfrm>
          <a:prstGeom prst="rect">
            <a:avLst/>
          </a:prstGeom>
        </p:spPr>
      </p:pic>
      <p:pic>
        <p:nvPicPr>
          <p:cNvPr id="20" name="Picture 19" descr="pe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302" y="1184263"/>
            <a:ext cx="1456184" cy="1456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450531" y="2519049"/>
            <a:ext cx="5174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Pet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33306" y="2519049"/>
            <a:ext cx="730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Other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6667500" y="2936430"/>
            <a:ext cx="158750" cy="378908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691047" y="-365510"/>
            <a:ext cx="4506090" cy="1246495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7500" dirty="0">
                <a:solidFill>
                  <a:srgbClr val="FFDE5B"/>
                </a:solidFill>
                <a:latin typeface="KG A Little Swag"/>
                <a:cs typeface="KG A Little Swag"/>
              </a:rPr>
              <a:t>c</a:t>
            </a:r>
            <a:r>
              <a:rPr lang="en-US" sz="75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atego</a:t>
            </a:r>
            <a:r>
              <a:rPr lang="en-US" sz="75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ries</a:t>
            </a:r>
            <a:endParaRPr lang="en-US" sz="75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hom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2" name="Picture 51" descr="comment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53" name="Heart 52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 descr="create1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55" name="Straight Connector 54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Delay 59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hevron 60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7755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682875" y="1597164"/>
            <a:ext cx="3746500" cy="424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trip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25" y="4372650"/>
            <a:ext cx="6838950" cy="1905132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50000"/>
                <a:alpha val="43000"/>
              </a:scheme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2804023" y="1744668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13249" y="5171220"/>
            <a:ext cx="2286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  <a:latin typeface="Roboto Regular"/>
                <a:cs typeface="Roboto Regular"/>
              </a:rPr>
              <a:t>“ HanDIYcraft ”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10" name="Heart 9"/>
          <p:cNvSpPr/>
          <p:nvPr/>
        </p:nvSpPr>
        <p:spPr>
          <a:xfrm>
            <a:off x="5000134" y="5272011"/>
            <a:ext cx="264634" cy="260213"/>
          </a:xfrm>
          <a:prstGeom prst="heart">
            <a:avLst/>
          </a:prstGeom>
          <a:solidFill>
            <a:srgbClr val="FE3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219768" y="5218304"/>
            <a:ext cx="4727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Roboto Regular"/>
                <a:cs typeface="Roboto Regular"/>
              </a:rPr>
              <a:t>55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Roboto Regular"/>
              <a:cs typeface="Roboto Regular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804023" y="1744668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804023" y="1744668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4832882" y="1055688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864631" y="1035606"/>
            <a:ext cx="1572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chemeClr val="tx2">
                    <a:lumMod val="75000"/>
                  </a:schemeClr>
                </a:solidFill>
              </a:rPr>
              <a:t>...Search...</a:t>
            </a:r>
            <a:endParaRPr lang="en-US" i="1" spc="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5" name="Donut 34"/>
          <p:cNvSpPr/>
          <p:nvPr/>
        </p:nvSpPr>
        <p:spPr>
          <a:xfrm>
            <a:off x="4509926" y="1091412"/>
            <a:ext cx="261979" cy="264991"/>
          </a:xfrm>
          <a:prstGeom prst="donu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 rot="2586247">
            <a:off x="4669372" y="1305149"/>
            <a:ext cx="144143" cy="547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3252622" y="-445439"/>
            <a:ext cx="2958860" cy="144655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8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out</a:t>
            </a:r>
            <a:r>
              <a:rPr lang="en-US" sz="88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fit</a:t>
            </a:r>
            <a:endParaRPr lang="en-US" sz="88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 descr="home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60" name="Picture 59" descr="comment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61" name="Heart 60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 descr="create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63" name="Straight Connector 62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Delay 67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hevron 6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6018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2240574" y="1670755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117773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23331" y="583958"/>
            <a:ext cx="3242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HanDIYcraft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23331" y="1206789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Roboto Regular"/>
                <a:cs typeface="Roboto Regular"/>
              </a:rPr>
              <a:t>By </a:t>
            </a:r>
            <a:r>
              <a:rPr lang="en-US" u="sng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Roboto Regular"/>
                <a:cs typeface="Roboto Regular"/>
              </a:rPr>
              <a:t>Toey_555</a:t>
            </a:r>
            <a:endParaRPr lang="en-US" u="sng" dirty="0">
              <a:solidFill>
                <a:schemeClr val="tx2">
                  <a:lumMod val="20000"/>
                  <a:lumOff val="80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39" name="Heart 38"/>
          <p:cNvSpPr/>
          <p:nvPr/>
        </p:nvSpPr>
        <p:spPr>
          <a:xfrm>
            <a:off x="5362464" y="1302185"/>
            <a:ext cx="214825" cy="211236"/>
          </a:xfrm>
          <a:prstGeom prst="heart">
            <a:avLst/>
          </a:prstGeom>
          <a:solidFill>
            <a:srgbClr val="FE3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Roboto Regular"/>
              <a:cs typeface="Roboto Regular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520171" y="1197186"/>
            <a:ext cx="44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Roboto Regular"/>
                <a:cs typeface="Roboto Regular"/>
              </a:rPr>
              <a:t>55</a:t>
            </a:r>
            <a:endParaRPr lang="en-US" dirty="0">
              <a:solidFill>
                <a:schemeClr val="tx2">
                  <a:lumMod val="20000"/>
                  <a:lumOff val="80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556359" y="1846675"/>
            <a:ext cx="41216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Materials: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2334994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2334994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2334994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rgbClr val="27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/>
              <a:t>Share</a:t>
            </a:r>
            <a:endParaRPr lang="en-US" dirty="0"/>
          </a:p>
        </p:txBody>
      </p:sp>
      <p:pic>
        <p:nvPicPr>
          <p:cNvPr id="25" name="Picture 24" descr="flaticon_facebook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home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3" name="Picture 22" descr="comment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4" name="Heart 23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create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27" name="Straight Connector 26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2744268" y="170442"/>
            <a:ext cx="776674" cy="39802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chemeClr val="bg1"/>
                </a:solidFill>
                <a:latin typeface="MAW "/>
                <a:cs typeface="MAW "/>
              </a:rPr>
              <a:t>Like</a:t>
            </a:r>
            <a:endParaRPr lang="en-US" sz="20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8058005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1766338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Roboto Regular"/>
              <a:cs typeface="Roboto Regular"/>
            </a:endParaRPr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1267534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Roboto Regular"/>
              <a:cs typeface="Roboto Regular"/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1267534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1267534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rgbClr val="27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/>
              <a:t>Share</a:t>
            </a:r>
            <a:endParaRPr lang="en-US" dirty="0"/>
          </a:p>
        </p:txBody>
      </p:sp>
      <p:pic>
        <p:nvPicPr>
          <p:cNvPr id="25" name="Picture 24" descr="flaticon_facebook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20" name="Isosceles Triangle 19"/>
          <p:cNvSpPr/>
          <p:nvPr/>
        </p:nvSpPr>
        <p:spPr>
          <a:xfrm rot="5400000">
            <a:off x="4044125" y="2416192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Roboto Regular"/>
              <a:cs typeface="Roboto Regula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46666" y="781588"/>
            <a:ext cx="359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Step1: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home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6" name="Picture 25" descr="comment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7" name="Heart 26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create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4" name="Straight Connector 33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elay 4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2746289" y="4799546"/>
            <a:ext cx="359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Step2: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788327" y="5330770"/>
            <a:ext cx="3496781" cy="86881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5362464" y="5330770"/>
            <a:ext cx="901528" cy="868817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780199" y="5330770"/>
            <a:ext cx="1021205" cy="876537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744268" y="170442"/>
            <a:ext cx="776674" cy="39802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chemeClr val="bg1"/>
                </a:solidFill>
                <a:latin typeface="MAW "/>
                <a:cs typeface="MAW "/>
              </a:rPr>
              <a:t>Like</a:t>
            </a:r>
            <a:endParaRPr lang="en-US" sz="20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3591464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88327" y="1322843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88327" y="1322843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88327" y="1322843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rgbClr val="27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/>
              <a:t>Share</a:t>
            </a:r>
            <a:endParaRPr lang="en-US" dirty="0"/>
          </a:p>
        </p:txBody>
      </p:sp>
      <p:pic>
        <p:nvPicPr>
          <p:cNvPr id="25" name="Picture 24" descr="flaticon_facebook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20" name="Isosceles Triangle 19"/>
          <p:cNvSpPr/>
          <p:nvPr/>
        </p:nvSpPr>
        <p:spPr>
          <a:xfrm rot="5400000">
            <a:off x="4044125" y="3483652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684019" y="820617"/>
            <a:ext cx="393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Step1: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435920" y="2041527"/>
            <a:ext cx="4067567" cy="2448964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noFill/>
          </a:ln>
          <a:effectLst>
            <a:outerShdw blurRad="40000" dist="86487" dir="402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637904" y="2838437"/>
            <a:ext cx="3665090" cy="1176457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686174" y="2885797"/>
            <a:ext cx="1115230" cy="10858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>
            <a:off x="2686174" y="2885797"/>
            <a:ext cx="1115230" cy="108589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2686174" y="2885797"/>
            <a:ext cx="1115230" cy="1085898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171337" y="2274863"/>
            <a:ext cx="273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Roboto Regular"/>
                <a:cs typeface="Roboto Regular"/>
              </a:rPr>
              <a:t>xxxxxxxxxxxxxx</a:t>
            </a:r>
            <a:endParaRPr lang="en-US" dirty="0">
              <a:latin typeface="Roboto Regular"/>
              <a:cs typeface="Roboto Regular"/>
            </a:endParaRPr>
          </a:p>
        </p:txBody>
      </p:sp>
      <p:pic>
        <p:nvPicPr>
          <p:cNvPr id="35" name="Picture 34" descr="facebook (1)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904" y="2235701"/>
            <a:ext cx="459697" cy="459697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674324" y="4070916"/>
            <a:ext cx="630397" cy="318526"/>
          </a:xfrm>
          <a:prstGeom prst="roundRect">
            <a:avLst/>
          </a:prstGeom>
          <a:solidFill>
            <a:srgbClr val="2A4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Post</a:t>
            </a:r>
            <a:endParaRPr lang="en-US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3907257" y="2965961"/>
            <a:ext cx="2437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>
                    <a:lumMod val="65000"/>
                  </a:schemeClr>
                </a:solidFill>
                <a:latin typeface="Roboto Regular"/>
                <a:cs typeface="Roboto Regular"/>
              </a:rPr>
              <a:t>HanDIYcraft</a:t>
            </a:r>
          </a:p>
          <a:p>
            <a:pPr algn="ctr"/>
            <a:r>
              <a:rPr lang="en-US" sz="1600" dirty="0" err="1" smtClean="0">
                <a:solidFill>
                  <a:schemeClr val="bg1">
                    <a:lumMod val="65000"/>
                  </a:schemeClr>
                </a:solidFill>
                <a:latin typeface="Roboto Regular"/>
                <a:cs typeface="Roboto Regular"/>
              </a:rPr>
              <a:t>Xxxxxxxxxxxxxxxxxxxx</a:t>
            </a:r>
            <a:r>
              <a:rPr lang="en-US" sz="1600" dirty="0" smtClean="0">
                <a:solidFill>
                  <a:schemeClr val="bg1">
                    <a:lumMod val="65000"/>
                  </a:schemeClr>
                </a:solidFill>
                <a:latin typeface="Roboto Regular"/>
                <a:cs typeface="Roboto Regular"/>
              </a:rPr>
              <a:t/>
            </a:r>
            <a:br>
              <a:rPr lang="en-US" sz="1600" dirty="0" smtClean="0">
                <a:solidFill>
                  <a:schemeClr val="bg1">
                    <a:lumMod val="65000"/>
                  </a:schemeClr>
                </a:solidFill>
                <a:latin typeface="Roboto Regular"/>
                <a:cs typeface="Roboto Regular"/>
              </a:rPr>
            </a:br>
            <a:r>
              <a:rPr lang="en-US" sz="1600" dirty="0" err="1" smtClean="0">
                <a:solidFill>
                  <a:schemeClr val="bg1">
                    <a:lumMod val="65000"/>
                  </a:schemeClr>
                </a:solidFill>
                <a:latin typeface="Roboto Regular"/>
                <a:cs typeface="Roboto Regular"/>
              </a:rPr>
              <a:t>xxxxxxxxxxxxxxxxxxxx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 descr="hom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6" name="Picture 45" descr="comment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7" name="Heart 46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 descr="create1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49" name="Straight Connector 48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Delay 53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2746289" y="4783266"/>
            <a:ext cx="393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Step2: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788327" y="5330770"/>
            <a:ext cx="3496781" cy="86881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Connector 56"/>
          <p:cNvCxnSpPr/>
          <p:nvPr/>
        </p:nvCxnSpPr>
        <p:spPr>
          <a:xfrm flipV="1">
            <a:off x="5362464" y="5330770"/>
            <a:ext cx="901528" cy="868817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2780199" y="5330770"/>
            <a:ext cx="1021205" cy="876537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668119" y="1766338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2744268" y="170442"/>
            <a:ext cx="776674" cy="39802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chemeClr val="bg1"/>
                </a:solidFill>
                <a:latin typeface="MAW "/>
                <a:cs typeface="MAW "/>
              </a:rPr>
              <a:t>Like</a:t>
            </a:r>
            <a:endParaRPr lang="en-US" sz="20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4083691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3477868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68860" y="660844"/>
            <a:ext cx="3496781" cy="32448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68860" y="660844"/>
            <a:ext cx="3478092" cy="3244819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68860" y="660844"/>
            <a:ext cx="3523387" cy="3244822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3" name="Picture 32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4" name="Heart 33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6" name="Straight Connector 35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elay 47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734" y="4133217"/>
            <a:ext cx="860058" cy="860058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5107589" y="5205068"/>
            <a:ext cx="1139363" cy="394691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spc="300" dirty="0" smtClean="0">
                <a:solidFill>
                  <a:srgbClr val="FFFFFF"/>
                </a:solidFill>
                <a:latin typeface="MAW "/>
                <a:cs typeface="MAW "/>
              </a:rPr>
              <a:t>Comment</a:t>
            </a:r>
            <a:endParaRPr lang="en-US" sz="16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rgbClr val="27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/>
              <a:t>Share</a:t>
            </a:r>
            <a:endParaRPr lang="en-US" dirty="0"/>
          </a:p>
        </p:txBody>
      </p:sp>
      <p:pic>
        <p:nvPicPr>
          <p:cNvPr id="52" name="Picture 51" descr="flaticon_facebook.gi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3396793" y="4133217"/>
            <a:ext cx="2850159" cy="86005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2744268" y="170442"/>
            <a:ext cx="776674" cy="39802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chemeClr val="bg1"/>
                </a:solidFill>
                <a:latin typeface="MAW "/>
                <a:cs typeface="MAW "/>
              </a:rPr>
              <a:t>Like</a:t>
            </a:r>
            <a:endParaRPr lang="en-US" sz="20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3965279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4472387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3" name="Picture 32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4" name="Heart 33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6" name="Straight Connector 35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269476" y="6334450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elay 47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128" y="1986596"/>
            <a:ext cx="860058" cy="860058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5110790" y="3027467"/>
            <a:ext cx="1139363" cy="394691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spc="300" dirty="0" smtClean="0">
                <a:solidFill>
                  <a:srgbClr val="FFFFFF"/>
                </a:solidFill>
                <a:latin typeface="MAW "/>
                <a:cs typeface="MAW "/>
              </a:rPr>
              <a:t>Comment</a:t>
            </a:r>
            <a:endParaRPr lang="en-US" sz="16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rgbClr val="27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/>
              <a:t>Share</a:t>
            </a:r>
            <a:endParaRPr lang="en-US" dirty="0"/>
          </a:p>
        </p:txBody>
      </p:sp>
      <p:pic>
        <p:nvPicPr>
          <p:cNvPr id="52" name="Picture 51" descr="flaticon_facebook.gi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pic>
        <p:nvPicPr>
          <p:cNvPr id="29" name="Picture 28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057" y="3560511"/>
            <a:ext cx="649564" cy="64956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427314" y="3611531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CCB55"/>
                </a:solidFill>
                <a:latin typeface="Roboto Regular"/>
                <a:cs typeface="Roboto Regular"/>
              </a:rPr>
              <a:t>Asciidaitoon</a:t>
            </a:r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 :  </a:t>
            </a:r>
          </a:p>
          <a:p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This is awesome! love it!!!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pic>
        <p:nvPicPr>
          <p:cNvPr id="31" name="Picture 30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336" y="4486794"/>
            <a:ext cx="649564" cy="6495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443593" y="4515948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Galaxxy001 :</a:t>
            </a:r>
          </a:p>
          <a:p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Nice 1 :-)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pic>
        <p:nvPicPr>
          <p:cNvPr id="38" name="Picture 37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592" y="5384369"/>
            <a:ext cx="649564" cy="64956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463849" y="5407447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Nomad :</a:t>
            </a:r>
          </a:p>
          <a:p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Cooooooooooooool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 !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778513" y="677633"/>
            <a:ext cx="3496781" cy="100388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5152884" y="677633"/>
            <a:ext cx="1068848" cy="96266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2795686" y="677633"/>
            <a:ext cx="1041273" cy="96266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396793" y="1955616"/>
            <a:ext cx="2850160" cy="86005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/>
          <p:cNvSpPr/>
          <p:nvPr/>
        </p:nvSpPr>
        <p:spPr>
          <a:xfrm>
            <a:off x="2744268" y="170442"/>
            <a:ext cx="776674" cy="39802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chemeClr val="bg1"/>
                </a:solidFill>
                <a:latin typeface="MAW "/>
                <a:cs typeface="MAW "/>
              </a:rPr>
              <a:t>Like</a:t>
            </a:r>
            <a:endParaRPr lang="en-US" sz="20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>
            <a:off x="2977611" y="4298777"/>
            <a:ext cx="3272542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2977611" y="5235520"/>
            <a:ext cx="3272542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8498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682875" y="1757756"/>
            <a:ext cx="3746500" cy="424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trip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25" y="4528877"/>
            <a:ext cx="6838950" cy="1905132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50000"/>
                <a:alpha val="43000"/>
              </a:scheme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2804023" y="1905260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882189" y="5364372"/>
            <a:ext cx="197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  <a:latin typeface="Roboto Regular"/>
                <a:cs typeface="Roboto Regular"/>
              </a:rPr>
              <a:t>“ ABC Shop ”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Roboto Regular"/>
              <a:cs typeface="Roboto Regular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804023" y="1905260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804023" y="1905260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4801133" y="115682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832882" y="1136741"/>
            <a:ext cx="1572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chemeClr val="tx2">
                    <a:lumMod val="75000"/>
                  </a:schemeClr>
                </a:solidFill>
              </a:rPr>
              <a:t>...Search...</a:t>
            </a:r>
            <a:endParaRPr lang="en-US" i="1" spc="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5" name="Donut 34"/>
          <p:cNvSpPr/>
          <p:nvPr/>
        </p:nvSpPr>
        <p:spPr>
          <a:xfrm>
            <a:off x="4478177" y="1192547"/>
            <a:ext cx="261979" cy="264991"/>
          </a:xfrm>
          <a:prstGeom prst="donu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 rot="2586247">
            <a:off x="4637623" y="1406284"/>
            <a:ext cx="144143" cy="547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3385201" y="-445439"/>
            <a:ext cx="2958860" cy="144655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8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sho</a:t>
            </a:r>
            <a:r>
              <a:rPr lang="en-US" sz="88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ps</a:t>
            </a:r>
            <a:endParaRPr lang="en-US" sz="88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 descr="home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60" name="Picture 59" descr="comment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61" name="Heart 60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 descr="create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63" name="Straight Connector 62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Delay 67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hevron 6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651126" y="1164287"/>
            <a:ext cx="1554494" cy="35472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latin typeface="MAW "/>
                <a:cs typeface="MAW "/>
              </a:rPr>
              <a:t>Categories </a:t>
            </a:r>
            <a:endParaRPr lang="en-US" sz="2000" spc="300" dirty="0"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7774214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91047" y="-347961"/>
            <a:ext cx="4506090" cy="1246495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7500" dirty="0">
                <a:solidFill>
                  <a:srgbClr val="FFDE5B"/>
                </a:solidFill>
                <a:latin typeface="KG A Little Swag"/>
                <a:cs typeface="KG A Little Swag"/>
              </a:rPr>
              <a:t>c</a:t>
            </a:r>
            <a:r>
              <a:rPr lang="en-US" sz="75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atego</a:t>
            </a:r>
            <a:r>
              <a:rPr lang="en-US" sz="75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ries</a:t>
            </a:r>
            <a:endParaRPr lang="en-US" sz="75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06109" y="3850761"/>
            <a:ext cx="949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Wood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79361" y="2214316"/>
            <a:ext cx="1555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Accessory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68302" y="5627819"/>
            <a:ext cx="1417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Container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40472" y="5621630"/>
            <a:ext cx="946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Others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32947" y="3889779"/>
            <a:ext cx="15245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Stationary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6668119" y="84410"/>
            <a:ext cx="158750" cy="378908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12591" y="2214316"/>
            <a:ext cx="8031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Fabric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9" name="Picture 5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60" name="Heart 5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Picture 6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62" name="Straight Connector 6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Delay 6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Chevron 6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 descr="stationaryico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880" y="2502147"/>
            <a:ext cx="1439726" cy="1439726"/>
          </a:xfrm>
          <a:prstGeom prst="rect">
            <a:avLst/>
          </a:prstGeom>
        </p:spPr>
      </p:pic>
      <p:pic>
        <p:nvPicPr>
          <p:cNvPr id="12" name="Picture 11" descr="woodicon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177" y="2594503"/>
            <a:ext cx="1324607" cy="1324607"/>
          </a:xfrm>
          <a:prstGeom prst="rect">
            <a:avLst/>
          </a:prstGeom>
        </p:spPr>
      </p:pic>
      <p:pic>
        <p:nvPicPr>
          <p:cNvPr id="15" name="Picture 14" descr="containericon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239" y="4368931"/>
            <a:ext cx="1234563" cy="1234563"/>
          </a:xfrm>
          <a:prstGeom prst="rect">
            <a:avLst/>
          </a:prstGeom>
        </p:spPr>
      </p:pic>
      <p:pic>
        <p:nvPicPr>
          <p:cNvPr id="35" name="Picture 34" descr="other2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561" y="4203813"/>
            <a:ext cx="1654145" cy="1654145"/>
          </a:xfrm>
          <a:prstGeom prst="rect">
            <a:avLst/>
          </a:prstGeom>
        </p:spPr>
      </p:pic>
      <p:pic>
        <p:nvPicPr>
          <p:cNvPr id="17" name="Picture 16" descr="button3icon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211" y="914609"/>
            <a:ext cx="1387984" cy="1387984"/>
          </a:xfrm>
          <a:prstGeom prst="rect">
            <a:avLst/>
          </a:prstGeom>
        </p:spPr>
      </p:pic>
      <p:pic>
        <p:nvPicPr>
          <p:cNvPr id="8" name="Picture 7" descr="fabricicon4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177" y="898534"/>
            <a:ext cx="1358955" cy="135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0139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2240574" y="1126170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5515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58000" y="311188"/>
            <a:ext cx="27681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ABC Shop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2817970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2817970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2817970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3" name="Picture 22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4" name="Heart 23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27" name="Straight Connector 26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2717065" y="2024954"/>
            <a:ext cx="3538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Information: </a:t>
            </a:r>
            <a:r>
              <a:rPr lang="en-US" dirty="0" err="1" smtClean="0">
                <a:solidFill>
                  <a:srgbClr val="FFFFFF"/>
                </a:solidFill>
                <a:latin typeface="Roboto Regular"/>
                <a:cs typeface="Roboto Regular"/>
              </a:rPr>
              <a:t>xxxxxxxxxxxxxxxxx</a:t>
            </a:r>
            <a:r>
              <a:rPr lang="en-US" dirty="0" smtClean="0">
                <a:solidFill>
                  <a:srgbClr val="FFFFFF"/>
                </a:solidFill>
                <a:latin typeface="Roboto Regular"/>
                <a:cs typeface="Roboto Regular"/>
              </a:rPr>
              <a:t/>
            </a:r>
            <a:br>
              <a:rPr lang="en-US" dirty="0" smtClean="0">
                <a:solidFill>
                  <a:srgbClr val="FFFFFF"/>
                </a:solidFill>
                <a:latin typeface="Roboto Regular"/>
                <a:cs typeface="Roboto Regular"/>
              </a:rPr>
            </a:br>
            <a:r>
              <a:rPr lang="en-US" dirty="0" err="1" smtClean="0">
                <a:solidFill>
                  <a:srgbClr val="FFFFFF"/>
                </a:solidFill>
                <a:latin typeface="Roboto Regular"/>
                <a:cs typeface="Roboto Regular"/>
              </a:rPr>
              <a:t>xxxxxxxxxxxxxxxxxxxxxxxxxxxxx</a:t>
            </a:r>
            <a:endParaRPr lang="en-US" dirty="0">
              <a:solidFill>
                <a:srgbClr val="FFFFFF"/>
              </a:solidFill>
              <a:latin typeface="Roboto Regular"/>
              <a:cs typeface="Roboto Regular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719998" y="1224734"/>
            <a:ext cx="139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Branch: </a:t>
            </a:r>
            <a:r>
              <a:rPr lang="en-US" dirty="0" smtClean="0">
                <a:solidFill>
                  <a:srgbClr val="FFFFFF"/>
                </a:solidFill>
                <a:latin typeface="Roboto Regular"/>
                <a:cs typeface="Roboto Regular"/>
              </a:rPr>
              <a:t>xxx</a:t>
            </a:r>
            <a:endParaRPr lang="en-US" dirty="0">
              <a:solidFill>
                <a:srgbClr val="FFFFFF"/>
              </a:solidFill>
              <a:latin typeface="Roboto Regular"/>
              <a:cs typeface="Roboto Regular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717065" y="1624844"/>
            <a:ext cx="2128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Tel.: </a:t>
            </a:r>
            <a:r>
              <a:rPr lang="en-US" dirty="0" smtClean="0">
                <a:solidFill>
                  <a:srgbClr val="FFFFFF"/>
                </a:solidFill>
                <a:latin typeface="Roboto Regular"/>
                <a:cs typeface="Roboto Regular"/>
              </a:rPr>
              <a:t>000-000-0000</a:t>
            </a:r>
            <a:endParaRPr lang="en-US" dirty="0">
              <a:solidFill>
                <a:srgbClr val="FFFFFF"/>
              </a:solidFill>
              <a:latin typeface="Roboto Regular"/>
              <a:cs typeface="Roboto Regular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836128" y="177143"/>
            <a:ext cx="765383" cy="3620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latin typeface="MAW "/>
                <a:cs typeface="MAW "/>
              </a:rPr>
              <a:t>Talk </a:t>
            </a:r>
            <a:endParaRPr lang="en-US" sz="2000" spc="300" dirty="0"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9064379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231025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80199" y="784558"/>
            <a:ext cx="3467556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80199" y="784558"/>
            <a:ext cx="3467556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784558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6" name="Picture 25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7" name="Heart 26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4" name="Straight Connector 33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elay 4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2767211" y="4364805"/>
            <a:ext cx="3496781" cy="18425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4292538" y="4364807"/>
            <a:ext cx="1971454" cy="1834780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780199" y="4364805"/>
            <a:ext cx="2199665" cy="1834782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836128" y="177143"/>
            <a:ext cx="765383" cy="3620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latin typeface="MAW "/>
                <a:cs typeface="MAW "/>
              </a:rPr>
              <a:t>Talk </a:t>
            </a:r>
            <a:endParaRPr lang="en-US" sz="2000" spc="300" dirty="0"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4736858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4404334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784558"/>
            <a:ext cx="3496781" cy="1737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4292538" y="784558"/>
            <a:ext cx="1954414" cy="1737719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784558"/>
            <a:ext cx="1935047" cy="1737720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6" name="Picture 25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7" name="Heart 26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4" name="Straight Connector 33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elay 4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750973" y="3296351"/>
            <a:ext cx="3496781" cy="1887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Screen Shot 2557-05-11 at 11.25.14 A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101" y="3348649"/>
            <a:ext cx="3390571" cy="1783188"/>
          </a:xfrm>
          <a:prstGeom prst="rect">
            <a:avLst/>
          </a:prstGeom>
        </p:spPr>
      </p:pic>
      <p:sp>
        <p:nvSpPr>
          <p:cNvPr id="40" name="Teardrop 39"/>
          <p:cNvSpPr/>
          <p:nvPr/>
        </p:nvSpPr>
        <p:spPr>
          <a:xfrm rot="7921972">
            <a:off x="4534471" y="4145433"/>
            <a:ext cx="408752" cy="408724"/>
          </a:xfrm>
          <a:prstGeom prst="teardrop">
            <a:avLst/>
          </a:prstGeom>
          <a:solidFill>
            <a:srgbClr val="FFAD24"/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642876" y="4251021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5665760" y="177143"/>
            <a:ext cx="765383" cy="3620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latin typeface="MAW "/>
                <a:cs typeface="MAW "/>
              </a:rPr>
              <a:t>Talk </a:t>
            </a:r>
            <a:endParaRPr lang="en-US" sz="2000" spc="300" dirty="0">
              <a:latin typeface="MAW "/>
              <a:cs typeface="MAW 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675462" y="2896241"/>
            <a:ext cx="108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Location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61737" y="4677699"/>
            <a:ext cx="1178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Roboto Regular"/>
                <a:cs typeface="Roboto Regular"/>
              </a:rPr>
              <a:t>ABC Shop</a:t>
            </a:r>
            <a:endParaRPr lang="en-US" sz="2000" b="1" dirty="0">
              <a:latin typeface="Roboto Regular"/>
              <a:cs typeface="Roboto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5966131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60" name="Picture 59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61" name="Heart 60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63" name="Straight Connector 62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Delay 67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creen Shot 2557-05-11 at 11.25.14 A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59" y="1"/>
            <a:ext cx="4511789" cy="6192562"/>
          </a:xfrm>
          <a:prstGeom prst="rect">
            <a:avLst/>
          </a:prstGeom>
        </p:spPr>
      </p:pic>
      <p:sp>
        <p:nvSpPr>
          <p:cNvPr id="22" name="Teardrop 21"/>
          <p:cNvSpPr/>
          <p:nvPr/>
        </p:nvSpPr>
        <p:spPr>
          <a:xfrm rot="7921972">
            <a:off x="4619301" y="1720200"/>
            <a:ext cx="408752" cy="408724"/>
          </a:xfrm>
          <a:prstGeom prst="teardrop">
            <a:avLst/>
          </a:prstGeom>
          <a:solidFill>
            <a:srgbClr val="FFAD24"/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727706" y="1825788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Chevron 6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336880" y="2171965"/>
            <a:ext cx="1178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Roboto Regular"/>
                <a:cs typeface="Roboto Regular"/>
              </a:rPr>
              <a:t>ABC Shop</a:t>
            </a:r>
            <a:endParaRPr lang="en-US" sz="2000" b="1" dirty="0">
              <a:latin typeface="Roboto Regular"/>
              <a:cs typeface="Roboto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5620130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2958862" y="-395569"/>
            <a:ext cx="3470514" cy="1323439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000" dirty="0" err="1" smtClean="0">
                <a:solidFill>
                  <a:srgbClr val="FFDE5B"/>
                </a:solidFill>
                <a:latin typeface="KG A Little Swag"/>
                <a:cs typeface="KG A Little Swag"/>
              </a:rPr>
              <a:t>around</a:t>
            </a:r>
            <a:r>
              <a:rPr lang="en-US" sz="8000" dirty="0" err="1" smtClean="0">
                <a:solidFill>
                  <a:srgbClr val="FFAD24"/>
                </a:solidFill>
                <a:latin typeface="KG A Little Swag"/>
                <a:cs typeface="KG A Little Swag"/>
              </a:rPr>
              <a:t>me</a:t>
            </a:r>
            <a:endParaRPr lang="en-US" sz="80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60" name="Picture 59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61" name="Heart 60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63" name="Straight Connector 62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Delay 67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hevron 6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682875" y="1004511"/>
            <a:ext cx="3746500" cy="48413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creen Shot 2557-05-11 at 11.25.14 A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005" y="1101312"/>
            <a:ext cx="3579294" cy="4639561"/>
          </a:xfrm>
          <a:prstGeom prst="rect">
            <a:avLst/>
          </a:prstGeom>
        </p:spPr>
      </p:pic>
      <p:sp>
        <p:nvSpPr>
          <p:cNvPr id="22" name="Teardrop 21"/>
          <p:cNvSpPr/>
          <p:nvPr/>
        </p:nvSpPr>
        <p:spPr>
          <a:xfrm rot="7921972">
            <a:off x="4619301" y="1720200"/>
            <a:ext cx="408752" cy="408724"/>
          </a:xfrm>
          <a:prstGeom prst="teardrop">
            <a:avLst/>
          </a:prstGeom>
          <a:solidFill>
            <a:srgbClr val="FFAD24"/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727706" y="1825788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Teardrop 23"/>
          <p:cNvSpPr/>
          <p:nvPr/>
        </p:nvSpPr>
        <p:spPr>
          <a:xfrm rot="7921972">
            <a:off x="2988780" y="3426171"/>
            <a:ext cx="408752" cy="408724"/>
          </a:xfrm>
          <a:prstGeom prst="teardrop">
            <a:avLst/>
          </a:prstGeom>
          <a:solidFill>
            <a:srgbClr val="FFA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097185" y="3531759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Teardrop 25"/>
          <p:cNvSpPr/>
          <p:nvPr/>
        </p:nvSpPr>
        <p:spPr>
          <a:xfrm rot="7921972">
            <a:off x="4427838" y="4693725"/>
            <a:ext cx="408752" cy="408724"/>
          </a:xfrm>
          <a:prstGeom prst="teardrop">
            <a:avLst/>
          </a:prstGeom>
          <a:solidFill>
            <a:srgbClr val="FFA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536243" y="4799313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Teardrop 27"/>
          <p:cNvSpPr/>
          <p:nvPr/>
        </p:nvSpPr>
        <p:spPr>
          <a:xfrm rot="7921972">
            <a:off x="5681359" y="2951052"/>
            <a:ext cx="408752" cy="408724"/>
          </a:xfrm>
          <a:prstGeom prst="teardrop">
            <a:avLst/>
          </a:prstGeom>
          <a:solidFill>
            <a:srgbClr val="FFA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789764" y="3056640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4418285" y="2139405"/>
            <a:ext cx="10522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Roboto Regular"/>
                <a:cs typeface="Roboto Regular"/>
              </a:rPr>
              <a:t>Shop A</a:t>
            </a:r>
            <a:endParaRPr lang="en-US" sz="2000" b="1" dirty="0">
              <a:latin typeface="Roboto Regular"/>
              <a:cs typeface="Roboto Regular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25099" y="3828683"/>
            <a:ext cx="1154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Roboto Regular"/>
                <a:cs typeface="Roboto Regular"/>
              </a:rPr>
              <a:t>Shop B</a:t>
            </a:r>
            <a:endParaRPr lang="en-US" sz="2000" b="1" dirty="0">
              <a:latin typeface="Roboto Regular"/>
              <a:cs typeface="Roboto Regular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57501" y="3379414"/>
            <a:ext cx="1239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Roboto Regular"/>
                <a:cs typeface="Roboto Regular"/>
              </a:rPr>
              <a:t>Shop C</a:t>
            </a:r>
            <a:endParaRPr lang="en-US" sz="2000" b="1" dirty="0">
              <a:latin typeface="Roboto Regular"/>
              <a:cs typeface="Roboto Regular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246320" y="5103280"/>
            <a:ext cx="12333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Roboto Regular"/>
                <a:cs typeface="Roboto Regular"/>
              </a:rPr>
              <a:t>Shop D</a:t>
            </a:r>
            <a:endParaRPr lang="en-US" sz="2000" b="1" dirty="0">
              <a:latin typeface="Roboto Regular"/>
              <a:cs typeface="Roboto Regular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715466" y="3284124"/>
            <a:ext cx="193141" cy="182676"/>
          </a:xfrm>
          <a:prstGeom prst="ellipse">
            <a:avLst/>
          </a:prstGeom>
          <a:solidFill>
            <a:srgbClr val="3366FF"/>
          </a:solidFill>
          <a:ln>
            <a:noFill/>
          </a:ln>
          <a:effectLst>
            <a:glow rad="469900">
              <a:schemeClr val="tx2">
                <a:lumMod val="40000"/>
                <a:lumOff val="60000"/>
                <a:alpha val="48000"/>
              </a:scheme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7774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" name="Picture 4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6" name="Heart 5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lay 12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979975" y="-365805"/>
            <a:ext cx="5675551" cy="1323439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000" dirty="0" err="1" smtClean="0">
                <a:solidFill>
                  <a:srgbClr val="FFDE5B"/>
                </a:solidFill>
                <a:latin typeface="KG A Little Swag"/>
                <a:cs typeface="KG A Little Swag"/>
              </a:rPr>
              <a:t>whats</a:t>
            </a:r>
            <a:r>
              <a:rPr lang="en-US" sz="8000" dirty="0" err="1" smtClean="0">
                <a:solidFill>
                  <a:srgbClr val="FFAD24"/>
                </a:solidFill>
                <a:latin typeface="KG A Little Swag"/>
                <a:cs typeface="KG A Little Swag"/>
              </a:rPr>
              <a:t>new</a:t>
            </a:r>
            <a:endParaRPr lang="en-US" sz="80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15" name="Chevron 14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2441400" y="1888052"/>
            <a:ext cx="4210300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441400" y="2985313"/>
            <a:ext cx="4210300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441400" y="4067086"/>
            <a:ext cx="4210300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01457" y="1044274"/>
            <a:ext cx="3540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Galaxxy001</a:t>
            </a:r>
          </a:p>
          <a:p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Commented on your tutorial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01458" y="2092337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Galaxxy001</a:t>
            </a:r>
          </a:p>
          <a:p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Liked your tutorial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21714" y="3201896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CCB55"/>
                </a:solidFill>
                <a:latin typeface="Roboto Regular"/>
                <a:cs typeface="Roboto Regular"/>
              </a:rPr>
              <a:t>Asciidaitoon</a:t>
            </a:r>
            <a:endParaRPr lang="en-US" b="1" dirty="0" smtClean="0">
              <a:solidFill>
                <a:srgbClr val="FCCB55"/>
              </a:solidFill>
              <a:latin typeface="Roboto Regular"/>
              <a:cs typeface="Roboto Regular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Liked your tutorial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pic>
        <p:nvPicPr>
          <p:cNvPr id="29" name="Picture 28" descr="commenticon3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488" y="1038578"/>
            <a:ext cx="738995" cy="738995"/>
          </a:xfrm>
          <a:prstGeom prst="rect">
            <a:avLst/>
          </a:prstGeom>
        </p:spPr>
      </p:pic>
      <p:pic>
        <p:nvPicPr>
          <p:cNvPr id="30" name="Picture 29" descr="likeicon2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306" y="2092132"/>
            <a:ext cx="729121" cy="729121"/>
          </a:xfrm>
          <a:prstGeom prst="rect">
            <a:avLst/>
          </a:prstGeom>
        </p:spPr>
      </p:pic>
      <p:pic>
        <p:nvPicPr>
          <p:cNvPr id="32" name="Picture 31" descr="likeicon2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578" y="3180456"/>
            <a:ext cx="729121" cy="729121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6436212" y="1479426"/>
            <a:ext cx="139614" cy="139614"/>
          </a:xfrm>
          <a:prstGeom prst="ellipse">
            <a:avLst/>
          </a:prstGeom>
          <a:solidFill>
            <a:srgbClr val="719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6431465" y="2542489"/>
            <a:ext cx="139614" cy="139614"/>
          </a:xfrm>
          <a:prstGeom prst="ellipse">
            <a:avLst/>
          </a:prstGeom>
          <a:solidFill>
            <a:srgbClr val="719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2441400" y="5131172"/>
            <a:ext cx="4210300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328629" y="4282262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CCB55"/>
                </a:solidFill>
                <a:latin typeface="Roboto Regular"/>
                <a:cs typeface="Roboto Regular"/>
              </a:rPr>
              <a:t>Asciidaitoon</a:t>
            </a:r>
            <a:endParaRPr lang="en-US" b="1" dirty="0" smtClean="0">
              <a:solidFill>
                <a:srgbClr val="FCCB55"/>
              </a:solidFill>
              <a:latin typeface="Roboto Regular"/>
              <a:cs typeface="Roboto Regular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Followed you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pic>
        <p:nvPicPr>
          <p:cNvPr id="16" name="Picture 15" descr="followedicon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425" y="4232558"/>
            <a:ext cx="751344" cy="75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7579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281897" y="-349780"/>
            <a:ext cx="3104148" cy="1323439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cre</a:t>
            </a:r>
            <a:r>
              <a:rPr lang="en-US" sz="80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ate</a:t>
            </a:r>
            <a:endParaRPr lang="en-US" sz="80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9025" y="4283454"/>
            <a:ext cx="2264533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  <a:latin typeface="Roboto Regular"/>
                <a:cs typeface="Roboto Regular"/>
              </a:rPr>
              <a:t>HanDIYcraft</a:t>
            </a:r>
            <a:endParaRPr lang="en-US" sz="1600" dirty="0">
              <a:solidFill>
                <a:schemeClr val="tx1"/>
              </a:solidFill>
              <a:latin typeface="Roboto Regular"/>
              <a:cs typeface="Roboto Regula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77890" y="4283454"/>
            <a:ext cx="6080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CCB55"/>
                </a:solidFill>
                <a:latin typeface="Roboto Regular"/>
                <a:cs typeface="Roboto Regular"/>
              </a:rPr>
              <a:t>Title</a:t>
            </a:r>
            <a:endParaRPr lang="en-US" sz="16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Next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577155" y="4946966"/>
            <a:ext cx="1187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CCB55"/>
                </a:solidFill>
                <a:latin typeface="Roboto Regular"/>
                <a:cs typeface="Roboto Regular"/>
              </a:rPr>
              <a:t>Category</a:t>
            </a:r>
            <a:endParaRPr lang="en-US" sz="16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46146" y="4960086"/>
            <a:ext cx="2264533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5518026" y="4959894"/>
            <a:ext cx="394559" cy="381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19242" y="5107551"/>
            <a:ext cx="206003" cy="140066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cameraicon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635" y="1073709"/>
            <a:ext cx="2302059" cy="2302059"/>
          </a:xfrm>
          <a:prstGeom prst="rect">
            <a:avLst/>
          </a:prstGeom>
          <a:effectLst/>
        </p:spPr>
      </p:pic>
      <p:sp>
        <p:nvSpPr>
          <p:cNvPr id="25" name="Rounded Rectangle 24"/>
          <p:cNvSpPr/>
          <p:nvPr/>
        </p:nvSpPr>
        <p:spPr>
          <a:xfrm>
            <a:off x="2955325" y="3491210"/>
            <a:ext cx="3259065" cy="45878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Select Picture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22439616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Done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827794" y="-82888"/>
            <a:ext cx="3459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HanDIYcraft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2255830" y="2273338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2255830" y="3881755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095802" y="1303303"/>
            <a:ext cx="1158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Material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7443" y="2883880"/>
            <a:ext cx="995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Step 1</a:t>
            </a:r>
          </a:p>
        </p:txBody>
      </p:sp>
      <p:sp>
        <p:nvSpPr>
          <p:cNvPr id="45" name="Chevron 44"/>
          <p:cNvSpPr/>
          <p:nvPr/>
        </p:nvSpPr>
        <p:spPr>
          <a:xfrm>
            <a:off x="6451776" y="1335595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Chevron 45"/>
          <p:cNvSpPr/>
          <p:nvPr/>
        </p:nvSpPr>
        <p:spPr>
          <a:xfrm>
            <a:off x="6451776" y="2912901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3125176" y="4364848"/>
            <a:ext cx="2926189" cy="638277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325686"/>
                </a:solidFill>
                <a:latin typeface="MAW "/>
                <a:cs typeface="MAW "/>
              </a:rPr>
              <a:t>Add Step</a:t>
            </a:r>
            <a:endParaRPr lang="en-US" sz="2400" spc="300" dirty="0">
              <a:solidFill>
                <a:srgbClr val="325686"/>
              </a:solidFill>
              <a:latin typeface="MAW "/>
              <a:cs typeface="MAW "/>
            </a:endParaRPr>
          </a:p>
        </p:txBody>
      </p:sp>
      <p:pic>
        <p:nvPicPr>
          <p:cNvPr id="48" name="Picture 47" descr="cameraicon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141" y="843063"/>
            <a:ext cx="1335240" cy="1335240"/>
          </a:xfrm>
          <a:prstGeom prst="rect">
            <a:avLst/>
          </a:prstGeom>
          <a:effectLst/>
        </p:spPr>
      </p:pic>
      <p:pic>
        <p:nvPicPr>
          <p:cNvPr id="49" name="Picture 48" descr="cameraicon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141" y="2411078"/>
            <a:ext cx="1335240" cy="1335240"/>
          </a:xfrm>
          <a:prstGeom prst="rect">
            <a:avLst/>
          </a:prstGeom>
          <a:effectLst/>
        </p:spPr>
      </p:pic>
      <p:sp>
        <p:nvSpPr>
          <p:cNvPr id="42" name="Rounded Rectangle 41"/>
          <p:cNvSpPr/>
          <p:nvPr/>
        </p:nvSpPr>
        <p:spPr>
          <a:xfrm>
            <a:off x="3125176" y="5262237"/>
            <a:ext cx="2926190" cy="58232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Select Video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10897251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Done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547531" y="-82888"/>
            <a:ext cx="21520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Material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2679246" y="3750478"/>
            <a:ext cx="3738247" cy="2292454"/>
          </a:xfrm>
          <a:prstGeom prst="roundRect">
            <a:avLst>
              <a:gd name="adj" fmla="val 923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cameraicon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635" y="748109"/>
            <a:ext cx="2302059" cy="2302059"/>
          </a:xfrm>
          <a:prstGeom prst="rect">
            <a:avLst/>
          </a:prstGeom>
          <a:effectLst/>
        </p:spPr>
      </p:pic>
      <p:sp>
        <p:nvSpPr>
          <p:cNvPr id="22" name="Rounded Rectangle 21"/>
          <p:cNvSpPr/>
          <p:nvPr/>
        </p:nvSpPr>
        <p:spPr>
          <a:xfrm>
            <a:off x="2955325" y="3116770"/>
            <a:ext cx="3259065" cy="45878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Select Picture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681775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Done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741488" y="-82888"/>
            <a:ext cx="21520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Step 1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679246" y="3750478"/>
            <a:ext cx="3738247" cy="2292454"/>
          </a:xfrm>
          <a:prstGeom prst="roundRect">
            <a:avLst>
              <a:gd name="adj" fmla="val 923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cameraicon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635" y="748109"/>
            <a:ext cx="2302059" cy="2302059"/>
          </a:xfrm>
          <a:prstGeom prst="rect">
            <a:avLst/>
          </a:prstGeom>
          <a:effectLst/>
        </p:spPr>
      </p:pic>
      <p:sp>
        <p:nvSpPr>
          <p:cNvPr id="40" name="Rounded Rectangle 39"/>
          <p:cNvSpPr/>
          <p:nvPr/>
        </p:nvSpPr>
        <p:spPr>
          <a:xfrm>
            <a:off x="2955325" y="3116770"/>
            <a:ext cx="3259065" cy="45878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Select Picture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41216808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010876" y="-82888"/>
            <a:ext cx="3459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HanDIYcraft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223263" y="3480157"/>
            <a:ext cx="2728807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spc="300" dirty="0" smtClean="0">
                <a:solidFill>
                  <a:srgbClr val="FFDE5B"/>
                </a:solidFill>
                <a:latin typeface="MAW "/>
                <a:cs typeface="MAW "/>
              </a:rPr>
              <a:t>Success</a:t>
            </a:r>
            <a:r>
              <a:rPr lang="en-US" sz="5400" spc="300" dirty="0" smtClean="0">
                <a:solidFill>
                  <a:srgbClr val="FCCB55"/>
                </a:solidFill>
                <a:latin typeface="MAW "/>
                <a:cs typeface="MAW "/>
              </a:rPr>
              <a:t> </a:t>
            </a:r>
            <a:r>
              <a:rPr lang="en-US" sz="3200" spc="300" dirty="0" smtClean="0">
                <a:solidFill>
                  <a:srgbClr val="FCCB55"/>
                </a:solidFill>
                <a:latin typeface="MAW "/>
                <a:cs typeface="MAW "/>
              </a:rPr>
              <a:t/>
            </a:r>
            <a:br>
              <a:rPr lang="en-US" sz="3200" spc="300" dirty="0" smtClean="0">
                <a:solidFill>
                  <a:srgbClr val="FCCB55"/>
                </a:solidFill>
                <a:latin typeface="MAW "/>
                <a:cs typeface="MAW "/>
              </a:rPr>
            </a:br>
            <a:r>
              <a:rPr lang="en-US" sz="3200" spc="300" dirty="0" smtClean="0">
                <a:solidFill>
                  <a:srgbClr val="FFAD24"/>
                </a:solidFill>
                <a:latin typeface="MAW "/>
                <a:cs typeface="MAW "/>
              </a:rPr>
              <a:t>Your tutorial is </a:t>
            </a:r>
            <a:br>
              <a:rPr lang="en-US" sz="3200" spc="300" dirty="0" smtClean="0">
                <a:solidFill>
                  <a:srgbClr val="FFAD24"/>
                </a:solidFill>
                <a:latin typeface="MAW "/>
                <a:cs typeface="MAW "/>
              </a:rPr>
            </a:br>
            <a:r>
              <a:rPr lang="en-US" sz="3200" spc="300" dirty="0" smtClean="0">
                <a:solidFill>
                  <a:srgbClr val="FFAD24"/>
                </a:solidFill>
                <a:latin typeface="MAW "/>
                <a:cs typeface="MAW "/>
              </a:rPr>
              <a:t>now published.</a:t>
            </a:r>
            <a:endParaRPr lang="en-US" sz="3200" spc="300" dirty="0">
              <a:solidFill>
                <a:srgbClr val="FFAD24"/>
              </a:solidFill>
              <a:latin typeface="MAW "/>
              <a:cs typeface="MAW "/>
            </a:endParaRPr>
          </a:p>
        </p:txBody>
      </p:sp>
      <p:pic>
        <p:nvPicPr>
          <p:cNvPr id="2" name="Picture 1" descr="successico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604" y="1129489"/>
            <a:ext cx="2740132" cy="274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0931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" name="Picture 4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6" name="Heart 5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lay 12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967010" y="-388385"/>
            <a:ext cx="5025033" cy="1323439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mess</a:t>
            </a:r>
            <a:r>
              <a:rPr lang="en-US" sz="80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ages</a:t>
            </a:r>
            <a:endParaRPr lang="en-US" sz="80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15" name="Chevron 14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6" name="Picture 15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400" y="966034"/>
            <a:ext cx="860058" cy="860058"/>
          </a:xfrm>
          <a:prstGeom prst="rect">
            <a:avLst/>
          </a:prstGeom>
        </p:spPr>
      </p:pic>
      <p:pic>
        <p:nvPicPr>
          <p:cNvPr id="17" name="Picture 16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094" y="2016825"/>
            <a:ext cx="860058" cy="860058"/>
          </a:xfrm>
          <a:prstGeom prst="rect">
            <a:avLst/>
          </a:prstGeom>
        </p:spPr>
      </p:pic>
      <p:pic>
        <p:nvPicPr>
          <p:cNvPr id="18" name="Picture 17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400" y="3101092"/>
            <a:ext cx="860058" cy="860058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>
          <a:xfrm>
            <a:off x="2441400" y="1888052"/>
            <a:ext cx="4210300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441400" y="2985313"/>
            <a:ext cx="4210300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441400" y="4067086"/>
            <a:ext cx="4210300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01458" y="1060554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Shopkeeper A</a:t>
            </a:r>
          </a:p>
          <a:p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This is awesome! love it!!!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01458" y="2108617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CCB55"/>
                </a:solidFill>
                <a:latin typeface="Roboto Regular"/>
                <a:cs typeface="Roboto Regular"/>
              </a:rPr>
              <a:t>Shopkeeper </a:t>
            </a:r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B</a:t>
            </a:r>
          </a:p>
          <a:p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Nice 1 :-)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21714" y="3218176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CCB55"/>
                </a:solidFill>
                <a:latin typeface="Roboto Regular"/>
                <a:cs typeface="Roboto Regular"/>
              </a:rPr>
              <a:t>Shopkeeper C</a:t>
            </a:r>
            <a:endParaRPr lang="en-US" b="1" dirty="0" smtClean="0">
              <a:solidFill>
                <a:srgbClr val="FCCB55"/>
              </a:solidFill>
              <a:latin typeface="Roboto Regular"/>
              <a:cs typeface="Roboto Regular"/>
            </a:endParaRPr>
          </a:p>
          <a:p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Cooooooooooooool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 !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289683" y="1479426"/>
            <a:ext cx="139614" cy="139614"/>
          </a:xfrm>
          <a:prstGeom prst="ellipse">
            <a:avLst/>
          </a:prstGeom>
          <a:solidFill>
            <a:srgbClr val="719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6284936" y="2542489"/>
            <a:ext cx="139614" cy="139614"/>
          </a:xfrm>
          <a:prstGeom prst="ellipse">
            <a:avLst/>
          </a:prstGeom>
          <a:solidFill>
            <a:srgbClr val="719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752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" name="Picture 4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6" name="Heart 5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lay 12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evron 14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19024" y="-17768"/>
            <a:ext cx="335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FCCB55"/>
                </a:solidFill>
                <a:latin typeface="MAW "/>
                <a:cs typeface="MAW "/>
              </a:rPr>
              <a:t>Shopkeeper A</a:t>
            </a:r>
            <a:endParaRPr lang="en-US" sz="40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254018" y="5560697"/>
            <a:ext cx="4572619" cy="65069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2475614" y="5659464"/>
            <a:ext cx="3162186" cy="449197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2529874" y="5695845"/>
            <a:ext cx="317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chemeClr val="tx2">
                    <a:lumMod val="75000"/>
                  </a:schemeClr>
                </a:solidFill>
              </a:rPr>
              <a:t>Type Message Here ...</a:t>
            </a:r>
            <a:endParaRPr lang="en-US" i="1" spc="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914130" y="177143"/>
            <a:ext cx="746463" cy="3620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 smtClean="0">
                <a:latin typeface="MAW "/>
                <a:cs typeface="MAW "/>
              </a:rPr>
              <a:t>Shop </a:t>
            </a:r>
            <a:endParaRPr lang="en-US" spc="300" dirty="0">
              <a:latin typeface="MAW "/>
              <a:cs typeface="MAW 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763548" y="5674954"/>
            <a:ext cx="900470" cy="40625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17375E"/>
                </a:solidFill>
              </a:rPr>
              <a:t>Send</a:t>
            </a:r>
            <a:endParaRPr lang="en-US" dirty="0">
              <a:solidFill>
                <a:srgbClr val="17375E"/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557" y="966034"/>
            <a:ext cx="860058" cy="860058"/>
          </a:xfrm>
          <a:prstGeom prst="rect">
            <a:avLst/>
          </a:prstGeom>
        </p:spPr>
      </p:pic>
      <p:pic>
        <p:nvPicPr>
          <p:cNvPr id="26" name="Picture 25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251" y="2016825"/>
            <a:ext cx="860058" cy="860058"/>
          </a:xfrm>
          <a:prstGeom prst="rect">
            <a:avLst/>
          </a:prstGeom>
        </p:spPr>
      </p:pic>
      <p:pic>
        <p:nvPicPr>
          <p:cNvPr id="31" name="Picture 30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557" y="3345292"/>
            <a:ext cx="860058" cy="860058"/>
          </a:xfrm>
          <a:prstGeom prst="rect">
            <a:avLst/>
          </a:prstGeom>
        </p:spPr>
      </p:pic>
      <p:cxnSp>
        <p:nvCxnSpPr>
          <p:cNvPr id="34" name="Straight Connector 33"/>
          <p:cNvCxnSpPr/>
          <p:nvPr/>
        </p:nvCxnSpPr>
        <p:spPr>
          <a:xfrm>
            <a:off x="2441400" y="1888052"/>
            <a:ext cx="4210300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2441400" y="2985313"/>
            <a:ext cx="4210300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2453718" y="4545802"/>
            <a:ext cx="4210300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220053" y="1060554"/>
            <a:ext cx="14201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Toey_555</a:t>
            </a:r>
          </a:p>
          <a:p>
            <a:r>
              <a:rPr lang="en-US" sz="1600" dirty="0">
                <a:solidFill>
                  <a:schemeClr val="bg1"/>
                </a:solidFill>
                <a:latin typeface="Roboto Regular"/>
                <a:cs typeface="Roboto Regular"/>
              </a:rPr>
              <a:t>Hi :-)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20053" y="2108617"/>
            <a:ext cx="31028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Shopkeeper A</a:t>
            </a:r>
          </a:p>
          <a:p>
            <a:r>
              <a:rPr lang="en-US" sz="1600" dirty="0">
                <a:solidFill>
                  <a:srgbClr val="FFFFFF"/>
                </a:solidFill>
                <a:latin typeface="Roboto Regular"/>
                <a:cs typeface="Roboto Regular"/>
              </a:rPr>
              <a:t>Hello, may I help you?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0309" y="3218176"/>
            <a:ext cx="27186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Toey_555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  <a:p>
            <a:r>
              <a:rPr lang="en-US" sz="1600" dirty="0">
                <a:solidFill>
                  <a:srgbClr val="FFFFFF"/>
                </a:solidFill>
                <a:latin typeface="Roboto Regular"/>
                <a:cs typeface="Roboto Regular"/>
              </a:rPr>
              <a:t>I want to ask you about the knitting wools. </a:t>
            </a:r>
            <a:endParaRPr lang="en-US" sz="1600" dirty="0" smtClean="0">
              <a:solidFill>
                <a:srgbClr val="FFFFFF"/>
              </a:solidFill>
              <a:latin typeface="Roboto Regular"/>
              <a:cs typeface="Roboto Regular"/>
            </a:endParaRPr>
          </a:p>
          <a:p>
            <a:r>
              <a:rPr lang="en-US" sz="1600" dirty="0" smtClean="0">
                <a:solidFill>
                  <a:srgbClr val="FFFFFF"/>
                </a:solidFill>
                <a:latin typeface="Roboto Regular"/>
                <a:cs typeface="Roboto Regular"/>
              </a:rPr>
              <a:t>Is </a:t>
            </a:r>
            <a:r>
              <a:rPr lang="en-US" sz="1600" dirty="0">
                <a:solidFill>
                  <a:srgbClr val="FFFFFF"/>
                </a:solidFill>
                <a:latin typeface="Roboto Regular"/>
                <a:cs typeface="Roboto Regular"/>
              </a:rPr>
              <a:t>it available in your shop?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33663" y="1245752"/>
            <a:ext cx="8594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Roboto Regular"/>
                <a:cs typeface="Roboto Regular"/>
              </a:rPr>
              <a:t>11.11 am</a:t>
            </a:r>
            <a:endParaRPr lang="en-US" sz="1200" dirty="0">
              <a:solidFill>
                <a:schemeClr val="accent1">
                  <a:lumMod val="40000"/>
                  <a:lumOff val="60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871559" y="2293559"/>
            <a:ext cx="8594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Roboto Regular"/>
                <a:cs typeface="Roboto Regular"/>
              </a:rPr>
              <a:t>11.11 am</a:t>
            </a:r>
            <a:endParaRPr lang="en-US" sz="1200" dirty="0">
              <a:solidFill>
                <a:schemeClr val="accent1">
                  <a:lumMod val="40000"/>
                  <a:lumOff val="60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880478" y="3666968"/>
            <a:ext cx="8594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Roboto Regular"/>
                <a:cs typeface="Roboto Regular"/>
              </a:rPr>
              <a:t>11.11 am</a:t>
            </a:r>
            <a:endParaRPr lang="en-US" sz="1200" dirty="0">
              <a:solidFill>
                <a:schemeClr val="accent1">
                  <a:lumMod val="40000"/>
                  <a:lumOff val="60000"/>
                </a:schemeClr>
              </a:solidFill>
              <a:latin typeface="Roboto Regular"/>
              <a:cs typeface="Roboto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6030026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" name="Picture 4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6" name="Heart 5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lay 12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evron 14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96042" y="-82888"/>
            <a:ext cx="2696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ABC Shop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475614" y="1781294"/>
            <a:ext cx="2471052" cy="54213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17375E"/>
                </a:solidFill>
                <a:latin typeface="Roboto Regular"/>
                <a:cs typeface="Roboto Regular"/>
              </a:rPr>
              <a:t>Hello, may I help you?</a:t>
            </a:r>
            <a:endParaRPr lang="en-US" sz="1600" dirty="0">
              <a:solidFill>
                <a:srgbClr val="17375E"/>
              </a:solidFill>
              <a:latin typeface="Roboto Regular"/>
              <a:cs typeface="Roboto Regular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35959" y="1092013"/>
            <a:ext cx="966083" cy="542135"/>
          </a:xfrm>
          <a:prstGeom prst="roundRect">
            <a:avLst/>
          </a:prstGeom>
          <a:solidFill>
            <a:srgbClr val="FCC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Roboto Regular"/>
                <a:cs typeface="Roboto Regular"/>
              </a:rPr>
              <a:t>Hi :-)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035005" y="2599749"/>
            <a:ext cx="2567037" cy="978341"/>
          </a:xfrm>
          <a:prstGeom prst="roundRect">
            <a:avLst/>
          </a:prstGeom>
          <a:solidFill>
            <a:srgbClr val="FCC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Roboto Regular"/>
                <a:cs typeface="Roboto Regular"/>
              </a:rPr>
              <a:t>I want to ask you about the knitting wools. Is it available in your shop?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254018" y="5560697"/>
            <a:ext cx="4572619" cy="65069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2475614" y="5659464"/>
            <a:ext cx="3162186" cy="449197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2529874" y="5695845"/>
            <a:ext cx="317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chemeClr val="tx2">
                    <a:lumMod val="75000"/>
                  </a:schemeClr>
                </a:solidFill>
              </a:rPr>
              <a:t>Type Message Here ...</a:t>
            </a:r>
            <a:endParaRPr lang="en-US" i="1" spc="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914130" y="177143"/>
            <a:ext cx="746463" cy="3620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 smtClean="0">
                <a:latin typeface="MAW "/>
                <a:cs typeface="MAW "/>
              </a:rPr>
              <a:t>Shop </a:t>
            </a:r>
            <a:endParaRPr lang="en-US" spc="300" dirty="0">
              <a:latin typeface="MAW "/>
              <a:cs typeface="MAW 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763548" y="5674954"/>
            <a:ext cx="900470" cy="40625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17375E"/>
                </a:solidFill>
              </a:rPr>
              <a:t>Send</a:t>
            </a:r>
            <a:endParaRPr lang="en-US" dirty="0">
              <a:solidFill>
                <a:srgbClr val="17375E"/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9917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2240574" y="2406281"/>
            <a:ext cx="4601551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78121" y="-382155"/>
            <a:ext cx="4356100" cy="1323439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pro</a:t>
            </a:r>
            <a:r>
              <a:rPr lang="en-US" sz="80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file</a:t>
            </a:r>
            <a:endParaRPr lang="en-US" sz="80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063132" y="1474789"/>
            <a:ext cx="1216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Follower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DUser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552" y="734727"/>
            <a:ext cx="1447563" cy="14475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67814" y="1474789"/>
            <a:ext cx="11598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Following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92972" y="1705925"/>
            <a:ext cx="552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555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60541" y="1711714"/>
            <a:ext cx="552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555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22259" y="993714"/>
            <a:ext cx="2305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 smtClean="0">
                <a:solidFill>
                  <a:srgbClr val="FCCB55"/>
                </a:solidFill>
                <a:latin typeface="Roboto Regular"/>
                <a:cs typeface="Roboto Regular"/>
              </a:rPr>
              <a:t>Galaxxy001</a:t>
            </a:r>
            <a:endParaRPr lang="en-US" sz="2400" b="1" spc="3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696279" y="2547228"/>
            <a:ext cx="3746500" cy="424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strip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29" y="5322714"/>
            <a:ext cx="6838950" cy="1905132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3" name="Rectangle 32"/>
          <p:cNvSpPr/>
          <p:nvPr/>
        </p:nvSpPr>
        <p:spPr>
          <a:xfrm>
            <a:off x="2817427" y="2694732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/>
          <p:nvPr/>
        </p:nvCxnSpPr>
        <p:spPr>
          <a:xfrm>
            <a:off x="2817427" y="2694732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817427" y="2694732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hevron 3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170770" y="1500654"/>
            <a:ext cx="0" cy="51496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044396" y="2006759"/>
            <a:ext cx="3479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Email: galaxxy001@gmail.com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hom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3" name="Picture 42" descr="comment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4" name="Heart 43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 descr="create1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46" name="Straight Connector 45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elay 50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5975480" y="142740"/>
            <a:ext cx="580130" cy="56787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pic>
        <p:nvPicPr>
          <p:cNvPr id="36" name="Picture 35" descr="plus_icon_white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487" y="-3385"/>
            <a:ext cx="844763" cy="84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1894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78121" y="-382155"/>
            <a:ext cx="4356100" cy="1323439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pro</a:t>
            </a:r>
            <a:r>
              <a:rPr lang="en-US" sz="80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file</a:t>
            </a:r>
            <a:endParaRPr lang="en-US" sz="80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2240574" y="2406281"/>
            <a:ext cx="4601551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696279" y="2547228"/>
            <a:ext cx="3746500" cy="424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strip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29" y="5322714"/>
            <a:ext cx="6838950" cy="1905132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3" name="Rectangle 32"/>
          <p:cNvSpPr/>
          <p:nvPr/>
        </p:nvSpPr>
        <p:spPr>
          <a:xfrm>
            <a:off x="2817427" y="2694732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/>
          <p:nvPr/>
        </p:nvCxnSpPr>
        <p:spPr>
          <a:xfrm>
            <a:off x="2817427" y="2694732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817427" y="2694732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hevron 3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home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3" name="Picture 42" descr="comment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4" name="Heart 43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 descr="create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46" name="Straight Connector 45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elay 50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5975480" y="142740"/>
            <a:ext cx="580130" cy="56787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pic>
        <p:nvPicPr>
          <p:cNvPr id="35" name="Picture 34" descr="checked-checkbox-xxl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309" y="207027"/>
            <a:ext cx="450221" cy="45022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063132" y="1474789"/>
            <a:ext cx="1216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Follower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pic>
        <p:nvPicPr>
          <p:cNvPr id="41" name="Picture 40" descr="DUser1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552" y="734727"/>
            <a:ext cx="1447563" cy="144756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267814" y="1474789"/>
            <a:ext cx="11598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Following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292972" y="1705925"/>
            <a:ext cx="552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555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560541" y="1711714"/>
            <a:ext cx="552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555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122259" y="993714"/>
            <a:ext cx="2305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 smtClean="0">
                <a:solidFill>
                  <a:srgbClr val="FCCB55"/>
                </a:solidFill>
                <a:latin typeface="Roboto Regular"/>
                <a:cs typeface="Roboto Regular"/>
              </a:rPr>
              <a:t>Galaxxy001</a:t>
            </a:r>
            <a:endParaRPr lang="en-US" sz="2400" b="1" spc="3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cxnSp>
        <p:nvCxnSpPr>
          <p:cNvPr id="57" name="Straight Connector 56"/>
          <p:cNvCxnSpPr/>
          <p:nvPr/>
        </p:nvCxnSpPr>
        <p:spPr>
          <a:xfrm flipV="1">
            <a:off x="5170770" y="1500654"/>
            <a:ext cx="0" cy="51496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044396" y="2006759"/>
            <a:ext cx="3479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Email: galaxxy001@gmail.com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5675603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78121" y="-382155"/>
            <a:ext cx="4356100" cy="1323439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pro</a:t>
            </a:r>
            <a:r>
              <a:rPr lang="en-US" sz="80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file</a:t>
            </a:r>
            <a:endParaRPr lang="en-US" sz="80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pic>
        <p:nvPicPr>
          <p:cNvPr id="3" name="Picture 2" descr="DUser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552" y="734727"/>
            <a:ext cx="1447563" cy="1447563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2696279" y="2547228"/>
            <a:ext cx="3746500" cy="424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strip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29" y="5322714"/>
            <a:ext cx="6838950" cy="1905132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3" name="Rectangle 32"/>
          <p:cNvSpPr/>
          <p:nvPr/>
        </p:nvSpPr>
        <p:spPr>
          <a:xfrm>
            <a:off x="2817427" y="2694732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/>
          <p:nvPr/>
        </p:nvCxnSpPr>
        <p:spPr>
          <a:xfrm>
            <a:off x="2817427" y="2694732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817427" y="2694732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hevron 3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893558" y="189693"/>
            <a:ext cx="698335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Edit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2240574" y="2406281"/>
            <a:ext cx="4601551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063132" y="1474789"/>
            <a:ext cx="1216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Follower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267814" y="1474789"/>
            <a:ext cx="11598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Following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292972" y="1705925"/>
            <a:ext cx="552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555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560541" y="1711714"/>
            <a:ext cx="552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555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308956" y="993714"/>
            <a:ext cx="1803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 smtClean="0">
                <a:solidFill>
                  <a:srgbClr val="FCCB55"/>
                </a:solidFill>
                <a:latin typeface="Roboto Regular"/>
                <a:cs typeface="Roboto Regular"/>
              </a:rPr>
              <a:t>Toey_555</a:t>
            </a:r>
            <a:endParaRPr lang="en-US" sz="2400" b="1" spc="3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cxnSp>
        <p:nvCxnSpPr>
          <p:cNvPr id="55" name="Straight Connector 54"/>
          <p:cNvCxnSpPr/>
          <p:nvPr/>
        </p:nvCxnSpPr>
        <p:spPr>
          <a:xfrm flipV="1">
            <a:off x="5170770" y="1500654"/>
            <a:ext cx="0" cy="51496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849024" y="2006759"/>
            <a:ext cx="3479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Email: </a:t>
            </a:r>
            <a:r>
              <a:rPr lang="en-US" sz="16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mynameistoey@gmail.com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 descr="hom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9" name="Picture 58" descr="comment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60" name="Heart 5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Picture 60" descr="create1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62" name="Straight Connector 6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Delay 6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6787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2240574" y="1670755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117773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23331" y="583958"/>
            <a:ext cx="3242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HanDIYcraft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23331" y="1206789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Roboto Regular"/>
                <a:cs typeface="Roboto Regular"/>
              </a:rPr>
              <a:t>By </a:t>
            </a:r>
            <a:r>
              <a:rPr lang="en-US" u="sng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Roboto Regular"/>
                <a:cs typeface="Roboto Regular"/>
              </a:rPr>
              <a:t>Toey_555</a:t>
            </a:r>
            <a:endParaRPr lang="en-US" u="sng" dirty="0">
              <a:solidFill>
                <a:schemeClr val="tx2">
                  <a:lumMod val="20000"/>
                  <a:lumOff val="80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39" name="Heart 38"/>
          <p:cNvSpPr/>
          <p:nvPr/>
        </p:nvSpPr>
        <p:spPr>
          <a:xfrm>
            <a:off x="5362464" y="1285905"/>
            <a:ext cx="214825" cy="211236"/>
          </a:xfrm>
          <a:prstGeom prst="heart">
            <a:avLst/>
          </a:prstGeom>
          <a:solidFill>
            <a:srgbClr val="FE3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Roboto Regular"/>
              <a:cs typeface="Roboto Regular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520171" y="1197186"/>
            <a:ext cx="44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Roboto Regular"/>
                <a:cs typeface="Roboto Regular"/>
              </a:rPr>
              <a:t>55</a:t>
            </a:r>
            <a:endParaRPr lang="en-US" dirty="0">
              <a:solidFill>
                <a:schemeClr val="tx2">
                  <a:lumMod val="20000"/>
                  <a:lumOff val="80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42392" y="1781555"/>
            <a:ext cx="41216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Materials: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2334994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2334994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2334994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3" name="Picture 22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4" name="Heart 23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27" name="Straight Connector 26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/>
          <p:cNvSpPr/>
          <p:nvPr/>
        </p:nvSpPr>
        <p:spPr>
          <a:xfrm>
            <a:off x="5893558" y="189693"/>
            <a:ext cx="698335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Edit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8259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Save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827794" y="-82888"/>
            <a:ext cx="3459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HanDIYcraft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2255830" y="2273338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2255830" y="3881755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095802" y="1335863"/>
            <a:ext cx="1158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Material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7443" y="2916440"/>
            <a:ext cx="995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Step 1</a:t>
            </a:r>
          </a:p>
        </p:txBody>
      </p:sp>
      <p:sp>
        <p:nvSpPr>
          <p:cNvPr id="45" name="Chevron 44"/>
          <p:cNvSpPr/>
          <p:nvPr/>
        </p:nvSpPr>
        <p:spPr>
          <a:xfrm>
            <a:off x="6451776" y="1335595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Chevron 45"/>
          <p:cNvSpPr/>
          <p:nvPr/>
        </p:nvSpPr>
        <p:spPr>
          <a:xfrm>
            <a:off x="6451776" y="2912901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3125175" y="5552983"/>
            <a:ext cx="2926189" cy="458788"/>
          </a:xfrm>
          <a:prstGeom prst="roundRect">
            <a:avLst/>
          </a:prstGeom>
          <a:solidFill>
            <a:srgbClr val="BC435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Delete Tutorial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pic>
        <p:nvPicPr>
          <p:cNvPr id="48" name="Picture 47" descr="cameraicon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141" y="843063"/>
            <a:ext cx="1335240" cy="1335240"/>
          </a:xfrm>
          <a:prstGeom prst="rect">
            <a:avLst/>
          </a:prstGeom>
          <a:effectLst/>
        </p:spPr>
      </p:pic>
      <p:pic>
        <p:nvPicPr>
          <p:cNvPr id="49" name="Picture 48" descr="cameraicon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141" y="2411078"/>
            <a:ext cx="1335240" cy="1335240"/>
          </a:xfrm>
          <a:prstGeom prst="rect">
            <a:avLst/>
          </a:prstGeom>
          <a:effectLst/>
        </p:spPr>
      </p:pic>
      <p:sp>
        <p:nvSpPr>
          <p:cNvPr id="50" name="Rounded Rectangle 49"/>
          <p:cNvSpPr/>
          <p:nvPr/>
        </p:nvSpPr>
        <p:spPr>
          <a:xfrm>
            <a:off x="3125175" y="4106142"/>
            <a:ext cx="2926189" cy="638277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325686"/>
                </a:solidFill>
                <a:latin typeface="MAW "/>
                <a:cs typeface="MAW "/>
              </a:rPr>
              <a:t>Add Step</a:t>
            </a:r>
            <a:endParaRPr lang="en-US" sz="2400" spc="300" dirty="0">
              <a:solidFill>
                <a:srgbClr val="325686"/>
              </a:solidFill>
              <a:latin typeface="MAW "/>
              <a:cs typeface="MAW 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125175" y="4861698"/>
            <a:ext cx="2926190" cy="58232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Select Video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8088103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Done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417283" y="-82888"/>
            <a:ext cx="21520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Material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679246" y="3750478"/>
            <a:ext cx="3738247" cy="2292454"/>
          </a:xfrm>
          <a:prstGeom prst="roundRect">
            <a:avLst>
              <a:gd name="adj" fmla="val 923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 descr="cameraicon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635" y="748109"/>
            <a:ext cx="2302059" cy="2302059"/>
          </a:xfrm>
          <a:prstGeom prst="rect">
            <a:avLst/>
          </a:prstGeom>
          <a:effectLst/>
        </p:spPr>
      </p:pic>
      <p:sp>
        <p:nvSpPr>
          <p:cNvPr id="39" name="Rounded Rectangle 38"/>
          <p:cNvSpPr/>
          <p:nvPr/>
        </p:nvSpPr>
        <p:spPr>
          <a:xfrm>
            <a:off x="2955325" y="3116770"/>
            <a:ext cx="3259065" cy="45878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Select Picture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18535086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010876" y="-82888"/>
            <a:ext cx="3459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HanDIYcraft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36559" y="3480157"/>
            <a:ext cx="3702205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spc="300" dirty="0" smtClean="0">
                <a:solidFill>
                  <a:srgbClr val="FFDE5B"/>
                </a:solidFill>
                <a:latin typeface="MAW "/>
                <a:cs typeface="MAW "/>
              </a:rPr>
              <a:t>Success</a:t>
            </a:r>
            <a:r>
              <a:rPr lang="en-US" sz="5400" spc="300" dirty="0" smtClean="0">
                <a:solidFill>
                  <a:srgbClr val="FCCB55"/>
                </a:solidFill>
                <a:latin typeface="MAW "/>
                <a:cs typeface="MAW "/>
              </a:rPr>
              <a:t> </a:t>
            </a:r>
            <a:r>
              <a:rPr lang="en-US" sz="3200" spc="300" dirty="0" smtClean="0">
                <a:solidFill>
                  <a:srgbClr val="FCCB55"/>
                </a:solidFill>
                <a:latin typeface="MAW "/>
                <a:cs typeface="MAW "/>
              </a:rPr>
              <a:t/>
            </a:r>
            <a:br>
              <a:rPr lang="en-US" sz="3200" spc="300" dirty="0" smtClean="0">
                <a:solidFill>
                  <a:srgbClr val="FCCB55"/>
                </a:solidFill>
                <a:latin typeface="MAW "/>
                <a:cs typeface="MAW "/>
              </a:rPr>
            </a:br>
            <a:r>
              <a:rPr lang="en-US" sz="3200" spc="300" dirty="0" smtClean="0">
                <a:solidFill>
                  <a:srgbClr val="FFAD24"/>
                </a:solidFill>
                <a:latin typeface="MAW "/>
                <a:cs typeface="MAW "/>
              </a:rPr>
              <a:t>Your tutorial has </a:t>
            </a:r>
          </a:p>
          <a:p>
            <a:pPr algn="ctr"/>
            <a:r>
              <a:rPr lang="en-US" sz="3200" spc="300" dirty="0" smtClean="0">
                <a:solidFill>
                  <a:srgbClr val="FFAD24"/>
                </a:solidFill>
                <a:latin typeface="MAW "/>
                <a:cs typeface="MAW "/>
              </a:rPr>
              <a:t>already been saved.</a:t>
            </a:r>
            <a:endParaRPr lang="en-US" sz="3200" spc="300" dirty="0">
              <a:solidFill>
                <a:srgbClr val="FFAD24"/>
              </a:solidFill>
              <a:latin typeface="MAW "/>
              <a:cs typeface="MAW "/>
            </a:endParaRPr>
          </a:p>
        </p:txBody>
      </p:sp>
      <p:pic>
        <p:nvPicPr>
          <p:cNvPr id="2" name="Picture 1" descr="successico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604" y="1129489"/>
            <a:ext cx="2740132" cy="274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9477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Save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827794" y="-82888"/>
            <a:ext cx="3459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HanDIYcraft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2255830" y="2273338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2255830" y="3881755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095802" y="1335863"/>
            <a:ext cx="1158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Material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7443" y="2916440"/>
            <a:ext cx="995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Step 1</a:t>
            </a:r>
          </a:p>
        </p:txBody>
      </p:sp>
      <p:sp>
        <p:nvSpPr>
          <p:cNvPr id="45" name="Chevron 44"/>
          <p:cNvSpPr/>
          <p:nvPr/>
        </p:nvSpPr>
        <p:spPr>
          <a:xfrm>
            <a:off x="6451776" y="1335595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Chevron 45"/>
          <p:cNvSpPr/>
          <p:nvPr/>
        </p:nvSpPr>
        <p:spPr>
          <a:xfrm>
            <a:off x="6451776" y="2912901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3125175" y="5552983"/>
            <a:ext cx="2926189" cy="458788"/>
          </a:xfrm>
          <a:prstGeom prst="roundRect">
            <a:avLst/>
          </a:prstGeom>
          <a:solidFill>
            <a:srgbClr val="BC435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Delete Tutorial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pic>
        <p:nvPicPr>
          <p:cNvPr id="48" name="Picture 47" descr="cameraicon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141" y="843063"/>
            <a:ext cx="1335240" cy="1335240"/>
          </a:xfrm>
          <a:prstGeom prst="rect">
            <a:avLst/>
          </a:prstGeom>
          <a:effectLst/>
        </p:spPr>
      </p:pic>
      <p:pic>
        <p:nvPicPr>
          <p:cNvPr id="49" name="Picture 48" descr="cameraicon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141" y="2411078"/>
            <a:ext cx="1335240" cy="1335240"/>
          </a:xfrm>
          <a:prstGeom prst="rect">
            <a:avLst/>
          </a:prstGeom>
          <a:effectLst/>
        </p:spPr>
      </p:pic>
      <p:sp>
        <p:nvSpPr>
          <p:cNvPr id="50" name="Rounded Rectangle 49"/>
          <p:cNvSpPr/>
          <p:nvPr/>
        </p:nvSpPr>
        <p:spPr>
          <a:xfrm>
            <a:off x="3125175" y="4106142"/>
            <a:ext cx="2926189" cy="638277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325686"/>
                </a:solidFill>
                <a:latin typeface="MAW "/>
                <a:cs typeface="MAW "/>
              </a:rPr>
              <a:t>Add Step</a:t>
            </a:r>
            <a:endParaRPr lang="en-US" sz="2400" spc="300" dirty="0">
              <a:solidFill>
                <a:srgbClr val="325686"/>
              </a:solidFill>
              <a:latin typeface="MAW "/>
              <a:cs typeface="MAW 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125175" y="4861698"/>
            <a:ext cx="2926190" cy="58232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Select Video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2498701" y="2041527"/>
            <a:ext cx="4067567" cy="2448964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noFill/>
          </a:ln>
          <a:effectLst>
            <a:outerShdw blurRad="40000" dist="86487" dir="378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warning-icon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977" y="2319550"/>
            <a:ext cx="1206028" cy="120602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988541" y="2631379"/>
            <a:ext cx="240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Roboto Regular"/>
                <a:cs typeface="Roboto Regular"/>
              </a:rPr>
              <a:t>Are you sure to </a:t>
            </a:r>
          </a:p>
          <a:p>
            <a:pPr algn="ctr"/>
            <a:r>
              <a:rPr lang="en-US" dirty="0" smtClean="0">
                <a:latin typeface="Roboto Regular"/>
                <a:cs typeface="Roboto Regular"/>
              </a:rPr>
              <a:t>delete your tutorial?</a:t>
            </a:r>
            <a:endParaRPr lang="en-US" dirty="0">
              <a:latin typeface="Roboto Regular"/>
              <a:cs typeface="Roboto Regular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4706986" y="3855500"/>
            <a:ext cx="1532547" cy="459499"/>
          </a:xfrm>
          <a:prstGeom prst="roundRect">
            <a:avLst>
              <a:gd name="adj" fmla="val 644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MAW "/>
                <a:cs typeface="MAW "/>
              </a:rPr>
              <a:t>No</a:t>
            </a:r>
            <a:endParaRPr lang="en-US" sz="24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2863590" y="3847479"/>
            <a:ext cx="1532547" cy="459499"/>
          </a:xfrm>
          <a:prstGeom prst="roundRect">
            <a:avLst>
              <a:gd name="adj" fmla="val 644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MAW "/>
                <a:cs typeface="MAW "/>
              </a:rPr>
              <a:t>Yes</a:t>
            </a:r>
            <a:endParaRPr lang="en-US" sz="24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cxnSp>
        <p:nvCxnSpPr>
          <p:cNvPr id="54" name="Straight Connector 53"/>
          <p:cNvCxnSpPr/>
          <p:nvPr/>
        </p:nvCxnSpPr>
        <p:spPr>
          <a:xfrm>
            <a:off x="2849608" y="3680478"/>
            <a:ext cx="337594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6366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010876" y="-82888"/>
            <a:ext cx="3459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HanDIYcraft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510966" y="3480157"/>
            <a:ext cx="4153394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spc="300" dirty="0" smtClean="0">
                <a:solidFill>
                  <a:srgbClr val="FFDE5B"/>
                </a:solidFill>
                <a:latin typeface="MAW "/>
                <a:cs typeface="MAW "/>
              </a:rPr>
              <a:t>Success</a:t>
            </a:r>
            <a:r>
              <a:rPr lang="en-US" sz="5400" spc="300" dirty="0" smtClean="0">
                <a:solidFill>
                  <a:srgbClr val="FCCB55"/>
                </a:solidFill>
                <a:latin typeface="MAW "/>
                <a:cs typeface="MAW "/>
              </a:rPr>
              <a:t> </a:t>
            </a:r>
            <a:r>
              <a:rPr lang="en-US" sz="3200" spc="300" dirty="0" smtClean="0">
                <a:solidFill>
                  <a:srgbClr val="FCCB55"/>
                </a:solidFill>
                <a:latin typeface="MAW "/>
                <a:cs typeface="MAW "/>
              </a:rPr>
              <a:t/>
            </a:r>
            <a:br>
              <a:rPr lang="en-US" sz="3200" spc="300" dirty="0" smtClean="0">
                <a:solidFill>
                  <a:srgbClr val="FCCB55"/>
                </a:solidFill>
                <a:latin typeface="MAW "/>
                <a:cs typeface="MAW "/>
              </a:rPr>
            </a:br>
            <a:r>
              <a:rPr lang="en-US" sz="3200" spc="300" dirty="0" smtClean="0">
                <a:solidFill>
                  <a:srgbClr val="FFAD24"/>
                </a:solidFill>
                <a:latin typeface="MAW "/>
                <a:cs typeface="MAW "/>
              </a:rPr>
              <a:t>Your tutorial has </a:t>
            </a:r>
          </a:p>
          <a:p>
            <a:pPr algn="ctr"/>
            <a:r>
              <a:rPr lang="en-US" sz="3200" spc="300" dirty="0" smtClean="0">
                <a:solidFill>
                  <a:srgbClr val="FFAD24"/>
                </a:solidFill>
                <a:latin typeface="MAW "/>
                <a:cs typeface="MAW "/>
              </a:rPr>
              <a:t>already been removed.</a:t>
            </a:r>
            <a:endParaRPr lang="en-US" sz="3200" spc="300" dirty="0">
              <a:solidFill>
                <a:srgbClr val="FFAD24"/>
              </a:solidFill>
              <a:latin typeface="MAW "/>
              <a:cs typeface="MAW "/>
            </a:endParaRPr>
          </a:p>
        </p:txBody>
      </p:sp>
      <p:pic>
        <p:nvPicPr>
          <p:cNvPr id="2" name="Picture 1" descr="successico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604" y="1129489"/>
            <a:ext cx="2740132" cy="274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9477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631370" y="-428625"/>
            <a:ext cx="2073330" cy="144655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8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ed</a:t>
            </a:r>
            <a:r>
              <a:rPr lang="en-US" sz="88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it</a:t>
            </a:r>
            <a:endParaRPr lang="en-US" sz="88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25061" y="3747886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640786" y="3744489"/>
            <a:ext cx="1216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CCB55"/>
                </a:solidFill>
                <a:latin typeface="Roboto Regular"/>
                <a:cs typeface="Roboto Regular"/>
              </a:rPr>
              <a:t>Username</a:t>
            </a:r>
            <a:endParaRPr lang="en-US" sz="16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895168" y="4980626"/>
            <a:ext cx="3284969" cy="458788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325686"/>
                </a:solidFill>
                <a:latin typeface="MAW "/>
                <a:cs typeface="MAW "/>
              </a:rPr>
              <a:t>Change password</a:t>
            </a:r>
            <a:endParaRPr lang="en-US" sz="2400" spc="300" dirty="0">
              <a:solidFill>
                <a:srgbClr val="325686"/>
              </a:solidFill>
              <a:latin typeface="MAW "/>
              <a:cs typeface="MAW 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Save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2890096" y="5591439"/>
            <a:ext cx="3284969" cy="458788"/>
          </a:xfrm>
          <a:prstGeom prst="roundRect">
            <a:avLst/>
          </a:prstGeom>
          <a:solidFill>
            <a:srgbClr val="BC435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Delete Account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25061" y="4383189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046048" y="4410772"/>
            <a:ext cx="7064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CCB55"/>
                </a:solidFill>
                <a:latin typeface="Roboto Regular"/>
                <a:cs typeface="Roboto Regular"/>
              </a:rPr>
              <a:t>Email</a:t>
            </a:r>
            <a:endParaRPr lang="en-US" sz="16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pic>
        <p:nvPicPr>
          <p:cNvPr id="40" name="Picture 39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205" y="714163"/>
            <a:ext cx="2503603" cy="2503603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890096" y="3053492"/>
            <a:ext cx="3259065" cy="45878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Select Picture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42053931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78712" y="-393701"/>
            <a:ext cx="4825330" cy="1323439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pass</a:t>
            </a:r>
            <a:r>
              <a:rPr lang="en-US" sz="80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word</a:t>
            </a:r>
            <a:endParaRPr lang="en-US" sz="96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990834" y="2823170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990834" y="3547070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857449" y="2652359"/>
            <a:ext cx="122305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CCB55"/>
                </a:solidFill>
                <a:latin typeface="Roboto Regular"/>
                <a:cs typeface="Roboto Regular"/>
              </a:rPr>
              <a:t>New</a:t>
            </a:r>
          </a:p>
          <a:p>
            <a:r>
              <a:rPr lang="en-US" sz="1600" dirty="0" smtClean="0">
                <a:solidFill>
                  <a:srgbClr val="FCCB55"/>
                </a:solidFill>
                <a:latin typeface="Roboto Regular"/>
                <a:cs typeface="Roboto Regular"/>
              </a:rPr>
              <a:t>Password</a:t>
            </a:r>
            <a:endParaRPr lang="en-US" sz="16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60724" y="3584948"/>
            <a:ext cx="1606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CCB55"/>
                </a:solidFill>
                <a:latin typeface="Roboto Regular"/>
                <a:cs typeface="Roboto Regular"/>
              </a:rPr>
              <a:t>Re-Password</a:t>
            </a:r>
            <a:endParaRPr lang="en-US" sz="16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294576" y="4375236"/>
            <a:ext cx="1016000" cy="458788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325686"/>
                </a:solidFill>
                <a:latin typeface="MAW "/>
                <a:cs typeface="MAW "/>
              </a:rPr>
              <a:t>Save</a:t>
            </a:r>
            <a:endParaRPr lang="en-US" sz="2400" spc="300" dirty="0">
              <a:solidFill>
                <a:srgbClr val="325686"/>
              </a:solidFill>
              <a:latin typeface="MAW "/>
              <a:cs typeface="MAW 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990834" y="2139134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2841959" y="1968284"/>
            <a:ext cx="164925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CCB55"/>
                </a:solidFill>
                <a:latin typeface="Roboto Regular"/>
                <a:cs typeface="Roboto Regular"/>
              </a:rPr>
              <a:t>Current </a:t>
            </a:r>
          </a:p>
          <a:p>
            <a:r>
              <a:rPr lang="en-US" sz="1600" dirty="0" smtClean="0">
                <a:solidFill>
                  <a:srgbClr val="FCCB55"/>
                </a:solidFill>
                <a:latin typeface="Roboto Regular"/>
                <a:cs typeface="Roboto Regular"/>
              </a:rPr>
              <a:t>Password</a:t>
            </a:r>
            <a:endParaRPr lang="en-US" sz="16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2936825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631370" y="-428625"/>
            <a:ext cx="2073330" cy="144655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8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ed</a:t>
            </a:r>
            <a:r>
              <a:rPr lang="en-US" sz="88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it</a:t>
            </a:r>
            <a:endParaRPr lang="en-US" sz="88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25061" y="3247543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640786" y="3211586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CCB55"/>
                </a:solidFill>
              </a:rPr>
              <a:t>Username</a:t>
            </a:r>
            <a:endParaRPr lang="en-US" dirty="0">
              <a:solidFill>
                <a:srgbClr val="FCCB55"/>
              </a:solidFill>
            </a:endParaRPr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895168" y="4594243"/>
            <a:ext cx="3284969" cy="458788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325686"/>
                </a:solidFill>
                <a:latin typeface="MAW "/>
                <a:cs typeface="MAW "/>
              </a:rPr>
              <a:t>Change password</a:t>
            </a:r>
            <a:endParaRPr lang="en-US" sz="2400" spc="300" dirty="0">
              <a:solidFill>
                <a:srgbClr val="325686"/>
              </a:solidFill>
              <a:latin typeface="MAW "/>
              <a:cs typeface="MAW 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Save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2890096" y="5319016"/>
            <a:ext cx="3284969" cy="458788"/>
          </a:xfrm>
          <a:prstGeom prst="roundRect">
            <a:avLst/>
          </a:prstGeom>
          <a:solidFill>
            <a:srgbClr val="FE4867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Delete Account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25061" y="3882846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046048" y="3877869"/>
            <a:ext cx="706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CCB55"/>
                </a:solidFill>
              </a:rPr>
              <a:t>Email</a:t>
            </a:r>
            <a:endParaRPr lang="en-US" dirty="0">
              <a:solidFill>
                <a:srgbClr val="FCCB55"/>
              </a:solidFill>
            </a:endParaRPr>
          </a:p>
        </p:txBody>
      </p:sp>
      <p:pic>
        <p:nvPicPr>
          <p:cNvPr id="40" name="Picture 39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205" y="811843"/>
            <a:ext cx="2503603" cy="2503603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3856037" y="3857612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2671762" y="3821655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CCB55"/>
                </a:solidFill>
              </a:rPr>
              <a:t>Username</a:t>
            </a:r>
            <a:endParaRPr lang="en-US" dirty="0">
              <a:solidFill>
                <a:srgbClr val="FCCB55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2498701" y="2041527"/>
            <a:ext cx="4067567" cy="2448964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noFill/>
          </a:ln>
          <a:effectLst>
            <a:outerShdw blurRad="40000" dist="86487" dir="378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 descr="warning-icon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977" y="2319550"/>
            <a:ext cx="1206028" cy="120602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988541" y="2631379"/>
            <a:ext cx="240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Roboto Regular"/>
                <a:cs typeface="Roboto Regular"/>
              </a:rPr>
              <a:t>Are you sure to </a:t>
            </a:r>
          </a:p>
          <a:p>
            <a:pPr algn="ctr"/>
            <a:r>
              <a:rPr lang="en-US" dirty="0" smtClean="0">
                <a:latin typeface="Roboto Regular"/>
                <a:cs typeface="Roboto Regular"/>
              </a:rPr>
              <a:t>delete your account?</a:t>
            </a:r>
            <a:endParaRPr lang="en-US" dirty="0">
              <a:latin typeface="Roboto Regular"/>
              <a:cs typeface="Roboto Regular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706986" y="3855500"/>
            <a:ext cx="1532547" cy="459499"/>
          </a:xfrm>
          <a:prstGeom prst="roundRect">
            <a:avLst>
              <a:gd name="adj" fmla="val 644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MAW "/>
                <a:cs typeface="MAW "/>
              </a:rPr>
              <a:t>No</a:t>
            </a:r>
            <a:endParaRPr lang="en-US" sz="24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863590" y="3847479"/>
            <a:ext cx="1532547" cy="459499"/>
          </a:xfrm>
          <a:prstGeom prst="roundRect">
            <a:avLst>
              <a:gd name="adj" fmla="val 644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MAW "/>
                <a:cs typeface="MAW "/>
              </a:rPr>
              <a:t>Yes</a:t>
            </a:r>
            <a:endParaRPr lang="en-US" sz="24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2849608" y="3680478"/>
            <a:ext cx="337594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5457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15007"/>
            <a:ext cx="935503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spc="600" dirty="0" smtClean="0">
                <a:solidFill>
                  <a:srgbClr val="FFDE5B"/>
                </a:solidFill>
                <a:latin typeface="Sketch Rockwell"/>
                <a:cs typeface="Sketch Rockwell"/>
              </a:rPr>
              <a:t>SHOPKEEPER</a:t>
            </a:r>
          </a:p>
          <a:p>
            <a:pPr algn="ctr"/>
            <a:r>
              <a:rPr lang="en-US" sz="8000" spc="600" dirty="0" smtClean="0">
                <a:solidFill>
                  <a:srgbClr val="BFBFBF"/>
                </a:solidFill>
                <a:latin typeface="Sketch Rockwell"/>
                <a:cs typeface="Sketch Rockwell"/>
              </a:rPr>
              <a:t>PART</a:t>
            </a:r>
            <a:endParaRPr lang="en-US" sz="8000" spc="600" dirty="0">
              <a:solidFill>
                <a:srgbClr val="BFBFBF"/>
              </a:solidFill>
              <a:latin typeface="Sketch Rockwell"/>
              <a:cs typeface="Sketch Rockwell"/>
            </a:endParaRPr>
          </a:p>
        </p:txBody>
      </p:sp>
    </p:spTree>
    <p:extLst>
      <p:ext uri="{BB962C8B-B14F-4D97-AF65-F5344CB8AC3E}">
        <p14:creationId xmlns:p14="http://schemas.microsoft.com/office/powerpoint/2010/main" val="17457697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3691948" y="-429949"/>
            <a:ext cx="2958860" cy="144655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8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ho</a:t>
            </a:r>
            <a:r>
              <a:rPr lang="en-US" sz="88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me</a:t>
            </a:r>
            <a:endParaRPr lang="en-US" sz="88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60" name="Picture 59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61" name="Heart 60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63" name="Straight Connector 62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Delay 67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hevron 6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682875" y="1757756"/>
            <a:ext cx="3746500" cy="424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strip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25" y="4528877"/>
            <a:ext cx="6838950" cy="1905132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50000"/>
                <a:alpha val="43000"/>
              </a:schemeClr>
            </a:outerShdw>
          </a:effectLst>
        </p:spPr>
      </p:pic>
      <p:sp>
        <p:nvSpPr>
          <p:cNvPr id="41" name="Rectangle 40"/>
          <p:cNvSpPr/>
          <p:nvPr/>
        </p:nvSpPr>
        <p:spPr>
          <a:xfrm>
            <a:off x="2804023" y="1905260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2882189" y="5364372"/>
            <a:ext cx="197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  <a:latin typeface="Roboto Regular"/>
                <a:cs typeface="Roboto Regular"/>
              </a:rPr>
              <a:t>“ ABC Shop ”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Roboto Regular"/>
              <a:cs typeface="Roboto Regular"/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>
            <a:off x="2804023" y="1905260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04023" y="1905260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801133" y="115682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4832882" y="1136741"/>
            <a:ext cx="1572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chemeClr val="tx2">
                    <a:lumMod val="75000"/>
                  </a:schemeClr>
                </a:solidFill>
              </a:rPr>
              <a:t>...Search...</a:t>
            </a:r>
            <a:endParaRPr lang="en-US" i="1" spc="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8" name="Donut 47"/>
          <p:cNvSpPr/>
          <p:nvPr/>
        </p:nvSpPr>
        <p:spPr>
          <a:xfrm>
            <a:off x="4478177" y="1192547"/>
            <a:ext cx="261979" cy="264991"/>
          </a:xfrm>
          <a:prstGeom prst="donu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 rot="2586247">
            <a:off x="4637623" y="1406284"/>
            <a:ext cx="144143" cy="547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8773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2" name="Picture 31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3" name="Heart 32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6" name="Straight Connector 35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elay 40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3685970" y="-410989"/>
            <a:ext cx="1893233" cy="144655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8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me</a:t>
            </a:r>
            <a:r>
              <a:rPr lang="en-US" sz="88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nu</a:t>
            </a:r>
            <a:endParaRPr lang="en-US" sz="88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416145" y="1654685"/>
            <a:ext cx="2343010" cy="554543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tx2">
                    <a:lumMod val="75000"/>
                  </a:schemeClr>
                </a:solidFill>
                <a:latin typeface="MAW "/>
                <a:cs typeface="MAW "/>
              </a:rPr>
              <a:t>Categories</a:t>
            </a:r>
            <a:endParaRPr lang="en-US" sz="2400" spc="300" dirty="0">
              <a:solidFill>
                <a:schemeClr val="tx2">
                  <a:lumMod val="75000"/>
                </a:schemeClr>
              </a:solidFill>
              <a:latin typeface="MAW "/>
              <a:cs typeface="MAW 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420538" y="2539771"/>
            <a:ext cx="2343010" cy="554543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tx2">
                    <a:lumMod val="75000"/>
                  </a:schemeClr>
                </a:solidFill>
                <a:latin typeface="MAW "/>
                <a:cs typeface="MAW "/>
              </a:rPr>
              <a:t>Search Blogger</a:t>
            </a:r>
            <a:endParaRPr lang="en-US" sz="2400" spc="300" dirty="0">
              <a:solidFill>
                <a:schemeClr val="tx2">
                  <a:lumMod val="75000"/>
                </a:schemeClr>
              </a:solidFill>
              <a:latin typeface="MAW "/>
              <a:cs typeface="MAW "/>
            </a:endParaRPr>
          </a:p>
        </p:txBody>
      </p:sp>
      <p:sp>
        <p:nvSpPr>
          <p:cNvPr id="19" name="Chevron 1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420538" y="3466648"/>
            <a:ext cx="2343010" cy="554543"/>
          </a:xfrm>
          <a:prstGeom prst="roundRect">
            <a:avLst/>
          </a:prstGeom>
          <a:solidFill>
            <a:srgbClr val="BC435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FFFFFF"/>
                </a:solidFill>
                <a:latin typeface="MAW "/>
                <a:cs typeface="MAW "/>
              </a:rPr>
              <a:t>Log Out</a:t>
            </a:r>
            <a:endParaRPr lang="en-US" sz="2400" spc="300" dirty="0">
              <a:solidFill>
                <a:srgbClr val="FFFFFF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1023469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91047" y="-347961"/>
            <a:ext cx="4506090" cy="1246495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7500" dirty="0">
                <a:solidFill>
                  <a:srgbClr val="FFDE5B"/>
                </a:solidFill>
                <a:latin typeface="KG A Little Swag"/>
                <a:cs typeface="KG A Little Swag"/>
              </a:rPr>
              <a:t>c</a:t>
            </a:r>
            <a:r>
              <a:rPr lang="en-US" sz="75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atego</a:t>
            </a:r>
            <a:r>
              <a:rPr lang="en-US" sz="75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ries</a:t>
            </a:r>
            <a:endParaRPr lang="en-US" sz="75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06109" y="3850761"/>
            <a:ext cx="949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Wood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79361" y="2214316"/>
            <a:ext cx="1555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Accessory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68302" y="5627819"/>
            <a:ext cx="1417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Container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40472" y="5621630"/>
            <a:ext cx="946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Others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32947" y="3889779"/>
            <a:ext cx="15245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Stationary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6668119" y="84410"/>
            <a:ext cx="158750" cy="378908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12591" y="2214316"/>
            <a:ext cx="8031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Fabric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9" name="Picture 5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60" name="Heart 5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Picture 6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62" name="Straight Connector 6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Delay 6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Chevron 6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 descr="stationaryico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880" y="2502147"/>
            <a:ext cx="1439726" cy="1439726"/>
          </a:xfrm>
          <a:prstGeom prst="rect">
            <a:avLst/>
          </a:prstGeom>
        </p:spPr>
      </p:pic>
      <p:pic>
        <p:nvPicPr>
          <p:cNvPr id="12" name="Picture 11" descr="woodicon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177" y="2594503"/>
            <a:ext cx="1324607" cy="1324607"/>
          </a:xfrm>
          <a:prstGeom prst="rect">
            <a:avLst/>
          </a:prstGeom>
        </p:spPr>
      </p:pic>
      <p:pic>
        <p:nvPicPr>
          <p:cNvPr id="15" name="Picture 14" descr="containericon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239" y="4368931"/>
            <a:ext cx="1234563" cy="1234563"/>
          </a:xfrm>
          <a:prstGeom prst="rect">
            <a:avLst/>
          </a:prstGeom>
        </p:spPr>
      </p:pic>
      <p:pic>
        <p:nvPicPr>
          <p:cNvPr id="35" name="Picture 34" descr="other2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561" y="4203813"/>
            <a:ext cx="1654145" cy="1654145"/>
          </a:xfrm>
          <a:prstGeom prst="rect">
            <a:avLst/>
          </a:prstGeom>
        </p:spPr>
      </p:pic>
      <p:pic>
        <p:nvPicPr>
          <p:cNvPr id="17" name="Picture 16" descr="button3icon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211" y="914609"/>
            <a:ext cx="1387984" cy="1387984"/>
          </a:xfrm>
          <a:prstGeom prst="rect">
            <a:avLst/>
          </a:prstGeom>
        </p:spPr>
      </p:pic>
      <p:pic>
        <p:nvPicPr>
          <p:cNvPr id="8" name="Picture 7" descr="fabricicon4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177" y="898534"/>
            <a:ext cx="1358955" cy="135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0033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2240574" y="2762551"/>
            <a:ext cx="4601551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78121" y="-382155"/>
            <a:ext cx="4356100" cy="1323439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pro</a:t>
            </a:r>
            <a:r>
              <a:rPr lang="en-US" sz="80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file</a:t>
            </a:r>
            <a:endParaRPr lang="en-US" sz="80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DUser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785" y="730402"/>
            <a:ext cx="1447563" cy="14475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05321" y="1950635"/>
            <a:ext cx="1902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 smtClean="0">
                <a:solidFill>
                  <a:srgbClr val="FCCB55"/>
                </a:solidFill>
                <a:latin typeface="Roboto Regular"/>
                <a:cs typeface="Roboto Regular"/>
              </a:rPr>
              <a:t>Shopper</a:t>
            </a:r>
            <a:endParaRPr lang="en-US" sz="2400" b="1" spc="3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696279" y="2903498"/>
            <a:ext cx="3746500" cy="3512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817427" y="3051002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/>
          <p:nvPr/>
        </p:nvCxnSpPr>
        <p:spPr>
          <a:xfrm>
            <a:off x="2817427" y="3051002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817427" y="3051002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hevron 3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38485" y="2362605"/>
            <a:ext cx="3479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Email: </a:t>
            </a:r>
            <a:r>
              <a:rPr lang="en-US" sz="16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shopismylife@gmail.com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893558" y="189693"/>
            <a:ext cx="698335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Edit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home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3" name="Picture 42" descr="comment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4" name="Heart 43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 descr="create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46" name="Straight Connector 45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elay 50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617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631370" y="-428625"/>
            <a:ext cx="2073330" cy="144655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8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ed</a:t>
            </a:r>
            <a:r>
              <a:rPr lang="en-US" sz="88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it</a:t>
            </a:r>
            <a:endParaRPr lang="en-US" sz="88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25061" y="3247543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640786" y="3244146"/>
            <a:ext cx="1216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CCB55"/>
                </a:solidFill>
                <a:latin typeface="Roboto Regular"/>
                <a:cs typeface="Roboto Regular"/>
              </a:rPr>
              <a:t>Username</a:t>
            </a:r>
            <a:endParaRPr lang="en-US" sz="16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895168" y="4594243"/>
            <a:ext cx="3284969" cy="458788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325686"/>
                </a:solidFill>
                <a:latin typeface="MAW "/>
                <a:cs typeface="MAW "/>
              </a:rPr>
              <a:t>Change password</a:t>
            </a:r>
            <a:endParaRPr lang="en-US" sz="2400" spc="300" dirty="0">
              <a:solidFill>
                <a:srgbClr val="325686"/>
              </a:solidFill>
              <a:latin typeface="MAW "/>
              <a:cs typeface="MAW 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Save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2890096" y="5319016"/>
            <a:ext cx="3284969" cy="458788"/>
          </a:xfrm>
          <a:prstGeom prst="roundRect">
            <a:avLst/>
          </a:prstGeom>
          <a:solidFill>
            <a:srgbClr val="BC435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Delete Account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25061" y="3882846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046048" y="3910429"/>
            <a:ext cx="7064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CCB55"/>
                </a:solidFill>
                <a:latin typeface="Roboto Regular"/>
                <a:cs typeface="Roboto Regular"/>
              </a:rPr>
              <a:t>Email</a:t>
            </a:r>
            <a:endParaRPr lang="en-US" sz="16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pic>
        <p:nvPicPr>
          <p:cNvPr id="40" name="Picture 39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205" y="811843"/>
            <a:ext cx="2503603" cy="250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588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78712" y="-393701"/>
            <a:ext cx="4825330" cy="1323439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pass</a:t>
            </a:r>
            <a:r>
              <a:rPr lang="en-US" sz="80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word</a:t>
            </a:r>
            <a:endParaRPr lang="en-US" sz="96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990834" y="2823170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990834" y="3547070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857449" y="2652359"/>
            <a:ext cx="122305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CCB55"/>
                </a:solidFill>
                <a:latin typeface="Roboto Regular"/>
                <a:cs typeface="Roboto Regular"/>
              </a:rPr>
              <a:t>New</a:t>
            </a:r>
          </a:p>
          <a:p>
            <a:r>
              <a:rPr lang="en-US" sz="1600" dirty="0" smtClean="0">
                <a:solidFill>
                  <a:srgbClr val="FCCB55"/>
                </a:solidFill>
                <a:latin typeface="Roboto Regular"/>
                <a:cs typeface="Roboto Regular"/>
              </a:rPr>
              <a:t>Password</a:t>
            </a:r>
            <a:endParaRPr lang="en-US" sz="16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60724" y="3584948"/>
            <a:ext cx="1606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CCB55"/>
                </a:solidFill>
                <a:latin typeface="Roboto Regular"/>
                <a:cs typeface="Roboto Regular"/>
              </a:rPr>
              <a:t>Re-Password</a:t>
            </a:r>
            <a:endParaRPr lang="en-US" sz="16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294576" y="4375236"/>
            <a:ext cx="1016000" cy="458788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325686"/>
                </a:solidFill>
                <a:latin typeface="MAW "/>
                <a:cs typeface="MAW "/>
              </a:rPr>
              <a:t>Save</a:t>
            </a:r>
            <a:endParaRPr lang="en-US" sz="2400" spc="300" dirty="0">
              <a:solidFill>
                <a:srgbClr val="325686"/>
              </a:solidFill>
              <a:latin typeface="MAW "/>
              <a:cs typeface="MAW 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990834" y="2139134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2841959" y="1968284"/>
            <a:ext cx="164925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CCB55"/>
                </a:solidFill>
                <a:latin typeface="Roboto Regular"/>
                <a:cs typeface="Roboto Regular"/>
              </a:rPr>
              <a:t>Current </a:t>
            </a:r>
          </a:p>
          <a:p>
            <a:r>
              <a:rPr lang="en-US" sz="1600" dirty="0" smtClean="0">
                <a:solidFill>
                  <a:srgbClr val="FCCB55"/>
                </a:solidFill>
                <a:latin typeface="Roboto Regular"/>
                <a:cs typeface="Roboto Regular"/>
              </a:rPr>
              <a:t>Password</a:t>
            </a:r>
            <a:endParaRPr lang="en-US" sz="16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9446793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631370" y="-428625"/>
            <a:ext cx="2073330" cy="144655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8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ed</a:t>
            </a:r>
            <a:r>
              <a:rPr lang="en-US" sz="88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it</a:t>
            </a:r>
            <a:endParaRPr lang="en-US" sz="88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25061" y="3247543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640786" y="3211586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CCB55"/>
                </a:solidFill>
              </a:rPr>
              <a:t>Username</a:t>
            </a:r>
            <a:endParaRPr lang="en-US" dirty="0">
              <a:solidFill>
                <a:srgbClr val="FCCB55"/>
              </a:solidFill>
            </a:endParaRPr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895168" y="4594243"/>
            <a:ext cx="3284969" cy="458788"/>
          </a:xfrm>
          <a:prstGeom prst="roundRect">
            <a:avLst/>
          </a:prstGeom>
          <a:solidFill>
            <a:srgbClr val="FCCB55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325686"/>
                </a:solidFill>
                <a:latin typeface="MAW "/>
                <a:cs typeface="MAW "/>
              </a:rPr>
              <a:t>Change password</a:t>
            </a:r>
            <a:endParaRPr lang="en-US" sz="2400" spc="300" dirty="0">
              <a:solidFill>
                <a:srgbClr val="325686"/>
              </a:solidFill>
              <a:latin typeface="MAW "/>
              <a:cs typeface="MAW 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Save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2890096" y="5319016"/>
            <a:ext cx="3284969" cy="458788"/>
          </a:xfrm>
          <a:prstGeom prst="roundRect">
            <a:avLst/>
          </a:prstGeom>
          <a:solidFill>
            <a:srgbClr val="FE4867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Delete Account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25061" y="3882846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046048" y="3877869"/>
            <a:ext cx="706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CCB55"/>
                </a:solidFill>
              </a:rPr>
              <a:t>Email</a:t>
            </a:r>
            <a:endParaRPr lang="en-US" dirty="0">
              <a:solidFill>
                <a:srgbClr val="FCCB55"/>
              </a:solidFill>
            </a:endParaRPr>
          </a:p>
        </p:txBody>
      </p:sp>
      <p:pic>
        <p:nvPicPr>
          <p:cNvPr id="40" name="Picture 39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205" y="811843"/>
            <a:ext cx="2503603" cy="2503603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3856037" y="3857612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2671762" y="3821655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CCB55"/>
                </a:solidFill>
              </a:rPr>
              <a:t>Username</a:t>
            </a:r>
            <a:endParaRPr lang="en-US" dirty="0">
              <a:solidFill>
                <a:srgbClr val="FCCB55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2498701" y="2041527"/>
            <a:ext cx="4067567" cy="2448964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noFill/>
          </a:ln>
          <a:effectLst>
            <a:outerShdw blurRad="40000" dist="86487" dir="378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 descr="warning-icon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977" y="2319550"/>
            <a:ext cx="1206028" cy="120602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988541" y="2631379"/>
            <a:ext cx="240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Roboto Regular"/>
                <a:cs typeface="Roboto Regular"/>
              </a:rPr>
              <a:t>Are you sure to </a:t>
            </a:r>
          </a:p>
          <a:p>
            <a:pPr algn="ctr"/>
            <a:r>
              <a:rPr lang="en-US" dirty="0" smtClean="0">
                <a:latin typeface="Roboto Regular"/>
                <a:cs typeface="Roboto Regular"/>
              </a:rPr>
              <a:t>delete your account?</a:t>
            </a:r>
            <a:endParaRPr lang="en-US" dirty="0">
              <a:latin typeface="Roboto Regular"/>
              <a:cs typeface="Roboto Regular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706986" y="3855500"/>
            <a:ext cx="1532547" cy="459499"/>
          </a:xfrm>
          <a:prstGeom prst="roundRect">
            <a:avLst>
              <a:gd name="adj" fmla="val 644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MAW "/>
                <a:cs typeface="MAW "/>
              </a:rPr>
              <a:t>No</a:t>
            </a:r>
            <a:endParaRPr lang="en-US" sz="24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863590" y="3847479"/>
            <a:ext cx="1532547" cy="459499"/>
          </a:xfrm>
          <a:prstGeom prst="roundRect">
            <a:avLst>
              <a:gd name="adj" fmla="val 644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MAW "/>
                <a:cs typeface="MAW "/>
              </a:rPr>
              <a:t>Yes</a:t>
            </a:r>
            <a:endParaRPr lang="en-US" sz="24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2849608" y="3680478"/>
            <a:ext cx="337594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1371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2240574" y="1126170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5515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58000" y="311188"/>
            <a:ext cx="27681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ABC Shop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2817970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2817970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2817970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665760" y="177143"/>
            <a:ext cx="765383" cy="3620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latin typeface="MAW "/>
                <a:cs typeface="MAW "/>
              </a:rPr>
              <a:t>Edit </a:t>
            </a:r>
            <a:endParaRPr lang="en-US" sz="2000" spc="300" dirty="0">
              <a:latin typeface="MAW "/>
              <a:cs typeface="MAW 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3" name="Picture 22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4" name="Heart 23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27" name="Straight Connector 26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2717065" y="2024954"/>
            <a:ext cx="3538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Information: </a:t>
            </a:r>
            <a:r>
              <a:rPr lang="en-US" dirty="0" err="1" smtClean="0">
                <a:solidFill>
                  <a:srgbClr val="FFFFFF"/>
                </a:solidFill>
                <a:latin typeface="Roboto Regular"/>
                <a:cs typeface="Roboto Regular"/>
              </a:rPr>
              <a:t>xxxxxxxxxxxxxxxxx</a:t>
            </a:r>
            <a:r>
              <a:rPr lang="en-US" dirty="0" smtClean="0">
                <a:solidFill>
                  <a:srgbClr val="FFFFFF"/>
                </a:solidFill>
                <a:latin typeface="Roboto Regular"/>
                <a:cs typeface="Roboto Regular"/>
              </a:rPr>
              <a:t/>
            </a:r>
            <a:br>
              <a:rPr lang="en-US" dirty="0" smtClean="0">
                <a:solidFill>
                  <a:srgbClr val="FFFFFF"/>
                </a:solidFill>
                <a:latin typeface="Roboto Regular"/>
                <a:cs typeface="Roboto Regular"/>
              </a:rPr>
            </a:br>
            <a:r>
              <a:rPr lang="en-US" dirty="0" err="1" smtClean="0">
                <a:solidFill>
                  <a:srgbClr val="FFFFFF"/>
                </a:solidFill>
                <a:latin typeface="Roboto Regular"/>
                <a:cs typeface="Roboto Regular"/>
              </a:rPr>
              <a:t>xxxxxxxxxxxxxxxxxxxxxxxxxxxxx</a:t>
            </a:r>
            <a:endParaRPr lang="en-US" dirty="0">
              <a:solidFill>
                <a:srgbClr val="FFFFFF"/>
              </a:solidFill>
              <a:latin typeface="Roboto Regular"/>
              <a:cs typeface="Roboto Regular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719998" y="1224734"/>
            <a:ext cx="139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Branch: </a:t>
            </a:r>
            <a:r>
              <a:rPr lang="en-US" dirty="0" smtClean="0">
                <a:solidFill>
                  <a:srgbClr val="FFFFFF"/>
                </a:solidFill>
                <a:latin typeface="Roboto Regular"/>
                <a:cs typeface="Roboto Regular"/>
              </a:rPr>
              <a:t>xxx</a:t>
            </a:r>
            <a:endParaRPr lang="en-US" dirty="0">
              <a:solidFill>
                <a:srgbClr val="FFFFFF"/>
              </a:solidFill>
              <a:latin typeface="Roboto Regular"/>
              <a:cs typeface="Roboto Regular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17065" y="1624844"/>
            <a:ext cx="2128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Tel.: </a:t>
            </a:r>
            <a:r>
              <a:rPr lang="en-US" dirty="0" smtClean="0">
                <a:solidFill>
                  <a:srgbClr val="FFFFFF"/>
                </a:solidFill>
                <a:latin typeface="Roboto Regular"/>
                <a:cs typeface="Roboto Regular"/>
              </a:rPr>
              <a:t>000-000-0000</a:t>
            </a:r>
            <a:endParaRPr lang="en-US" dirty="0">
              <a:solidFill>
                <a:srgbClr val="FFFFFF"/>
              </a:solidFill>
              <a:latin typeface="Roboto Regular"/>
              <a:cs typeface="Roboto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2111122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231025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80199" y="784558"/>
            <a:ext cx="3467556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784558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784558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6" name="Picture 25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7" name="Heart 26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4" name="Straight Connector 33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elay 4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2767211" y="4364805"/>
            <a:ext cx="3496781" cy="18425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4292538" y="4364807"/>
            <a:ext cx="1971454" cy="1834780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780199" y="4364805"/>
            <a:ext cx="2199665" cy="1834782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665760" y="177143"/>
            <a:ext cx="765383" cy="3620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latin typeface="MAW "/>
                <a:cs typeface="MAW "/>
              </a:rPr>
              <a:t>Edit </a:t>
            </a:r>
            <a:endParaRPr lang="en-US" sz="2000" spc="300" dirty="0"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2440093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4404334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784558"/>
            <a:ext cx="3496781" cy="1737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4292538" y="784558"/>
            <a:ext cx="1954414" cy="1737719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784558"/>
            <a:ext cx="1935047" cy="1737720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6" name="Picture 25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7" name="Heart 26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4" name="Straight Connector 33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elay 4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750973" y="3296351"/>
            <a:ext cx="3496781" cy="1887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Screen Shot 2557-05-11 at 11.25.14 A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101" y="3348649"/>
            <a:ext cx="3390571" cy="1783188"/>
          </a:xfrm>
          <a:prstGeom prst="rect">
            <a:avLst/>
          </a:prstGeom>
        </p:spPr>
      </p:pic>
      <p:sp>
        <p:nvSpPr>
          <p:cNvPr id="40" name="Teardrop 39"/>
          <p:cNvSpPr/>
          <p:nvPr/>
        </p:nvSpPr>
        <p:spPr>
          <a:xfrm rot="7921972">
            <a:off x="4534471" y="4145433"/>
            <a:ext cx="408752" cy="408724"/>
          </a:xfrm>
          <a:prstGeom prst="teardrop">
            <a:avLst/>
          </a:prstGeom>
          <a:solidFill>
            <a:srgbClr val="FFAD24"/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642876" y="4251021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2675462" y="2896241"/>
            <a:ext cx="108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Location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65760" y="177143"/>
            <a:ext cx="765383" cy="3620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latin typeface="MAW "/>
                <a:cs typeface="MAW "/>
              </a:rPr>
              <a:t>Edit </a:t>
            </a:r>
            <a:endParaRPr lang="en-US" sz="2000" spc="300" dirty="0">
              <a:latin typeface="MAW "/>
              <a:cs typeface="MAW "/>
            </a:endParaRPr>
          </a:p>
        </p:txBody>
      </p:sp>
      <p:sp>
        <p:nvSpPr>
          <p:cNvPr id="31" name="Chevron 30"/>
          <p:cNvSpPr/>
          <p:nvPr/>
        </p:nvSpPr>
        <p:spPr>
          <a:xfrm>
            <a:off x="5920773" y="4122266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768302" y="5548410"/>
            <a:ext cx="3478650" cy="458788"/>
          </a:xfrm>
          <a:prstGeom prst="roundRect">
            <a:avLst/>
          </a:prstGeom>
          <a:solidFill>
            <a:srgbClr val="BC435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Delete Shop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28844920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4404334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784558"/>
            <a:ext cx="3496781" cy="1737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4292538" y="784558"/>
            <a:ext cx="1954414" cy="1737719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784558"/>
            <a:ext cx="1935047" cy="1737720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6" name="Picture 25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7" name="Heart 26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4" name="Straight Connector 33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elay 4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750973" y="3296351"/>
            <a:ext cx="3496781" cy="1887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Screen Shot 2557-05-11 at 11.25.14 A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101" y="3348649"/>
            <a:ext cx="3390571" cy="1783188"/>
          </a:xfrm>
          <a:prstGeom prst="rect">
            <a:avLst/>
          </a:prstGeom>
        </p:spPr>
      </p:pic>
      <p:sp>
        <p:nvSpPr>
          <p:cNvPr id="40" name="Teardrop 39"/>
          <p:cNvSpPr/>
          <p:nvPr/>
        </p:nvSpPr>
        <p:spPr>
          <a:xfrm rot="7921972">
            <a:off x="4534471" y="4145433"/>
            <a:ext cx="408752" cy="408724"/>
          </a:xfrm>
          <a:prstGeom prst="teardrop">
            <a:avLst/>
          </a:prstGeom>
          <a:solidFill>
            <a:srgbClr val="FFAD24"/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642876" y="4251021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2675462" y="2896241"/>
            <a:ext cx="10906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Location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65760" y="177143"/>
            <a:ext cx="765383" cy="3620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latin typeface="MAW "/>
                <a:cs typeface="MAW "/>
              </a:rPr>
              <a:t>Edit </a:t>
            </a:r>
            <a:endParaRPr lang="en-US" sz="2000" spc="300" dirty="0">
              <a:latin typeface="MAW "/>
              <a:cs typeface="MAW "/>
            </a:endParaRPr>
          </a:p>
        </p:txBody>
      </p:sp>
      <p:sp>
        <p:nvSpPr>
          <p:cNvPr id="31" name="Chevron 30"/>
          <p:cNvSpPr/>
          <p:nvPr/>
        </p:nvSpPr>
        <p:spPr>
          <a:xfrm>
            <a:off x="5920773" y="4122266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768302" y="5548410"/>
            <a:ext cx="3478650" cy="458788"/>
          </a:xfrm>
          <a:prstGeom prst="roundRect">
            <a:avLst/>
          </a:prstGeom>
          <a:solidFill>
            <a:srgbClr val="BC435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Delete Shop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856037" y="3857612"/>
            <a:ext cx="23241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2671762" y="3821655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CCB55"/>
                </a:solidFill>
              </a:rPr>
              <a:t>Username</a:t>
            </a:r>
            <a:endParaRPr lang="en-US" dirty="0">
              <a:solidFill>
                <a:srgbClr val="FCCB55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2498701" y="2041527"/>
            <a:ext cx="4067567" cy="2448964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noFill/>
          </a:ln>
          <a:effectLst>
            <a:outerShdw blurRad="40000" dist="86487" dir="378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warning-icon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977" y="2319550"/>
            <a:ext cx="1206028" cy="120602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988541" y="2647659"/>
            <a:ext cx="240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Roboto Regular"/>
                <a:cs typeface="Roboto Regular"/>
              </a:rPr>
              <a:t>Are you sure to </a:t>
            </a:r>
          </a:p>
          <a:p>
            <a:pPr algn="ctr"/>
            <a:r>
              <a:rPr lang="en-US" dirty="0" smtClean="0">
                <a:latin typeface="Roboto Regular"/>
                <a:cs typeface="Roboto Regular"/>
              </a:rPr>
              <a:t>delete your shop?</a:t>
            </a:r>
            <a:endParaRPr lang="en-US" dirty="0">
              <a:latin typeface="Roboto Regular"/>
              <a:cs typeface="Roboto Regular"/>
            </a:endParaRPr>
          </a:p>
        </p:txBody>
      </p:sp>
      <p:cxnSp>
        <p:nvCxnSpPr>
          <p:cNvPr id="54" name="Straight Connector 53"/>
          <p:cNvCxnSpPr/>
          <p:nvPr/>
        </p:nvCxnSpPr>
        <p:spPr>
          <a:xfrm>
            <a:off x="2849608" y="3680478"/>
            <a:ext cx="337594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4706986" y="3855500"/>
            <a:ext cx="1532547" cy="459499"/>
          </a:xfrm>
          <a:prstGeom prst="roundRect">
            <a:avLst>
              <a:gd name="adj" fmla="val 644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MAW "/>
                <a:cs typeface="MAW "/>
              </a:rPr>
              <a:t>No</a:t>
            </a:r>
            <a:endParaRPr lang="en-US" sz="24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2863590" y="3847479"/>
            <a:ext cx="1532547" cy="459499"/>
          </a:xfrm>
          <a:prstGeom prst="roundRect">
            <a:avLst>
              <a:gd name="adj" fmla="val 644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rgbClr val="000000"/>
                </a:solidFill>
                <a:latin typeface="MAW "/>
                <a:cs typeface="MAW "/>
              </a:rPr>
              <a:t>Yes</a:t>
            </a:r>
            <a:endParaRPr lang="en-US" sz="24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3108558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010876" y="-82888"/>
            <a:ext cx="3459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HanDIYcraft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510966" y="3480157"/>
            <a:ext cx="4153394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spc="300" dirty="0" smtClean="0">
                <a:solidFill>
                  <a:srgbClr val="FFDE5B"/>
                </a:solidFill>
                <a:latin typeface="MAW "/>
                <a:cs typeface="MAW "/>
              </a:rPr>
              <a:t>Success</a:t>
            </a:r>
            <a:r>
              <a:rPr lang="en-US" sz="5400" spc="300" dirty="0" smtClean="0">
                <a:solidFill>
                  <a:srgbClr val="FCCB55"/>
                </a:solidFill>
                <a:latin typeface="MAW "/>
                <a:cs typeface="MAW "/>
              </a:rPr>
              <a:t> </a:t>
            </a:r>
            <a:r>
              <a:rPr lang="en-US" sz="3200" spc="300" dirty="0" smtClean="0">
                <a:solidFill>
                  <a:srgbClr val="FCCB55"/>
                </a:solidFill>
                <a:latin typeface="MAW "/>
                <a:cs typeface="MAW "/>
              </a:rPr>
              <a:t/>
            </a:r>
            <a:br>
              <a:rPr lang="en-US" sz="3200" spc="300" dirty="0" smtClean="0">
                <a:solidFill>
                  <a:srgbClr val="FCCB55"/>
                </a:solidFill>
                <a:latin typeface="MAW "/>
                <a:cs typeface="MAW "/>
              </a:rPr>
            </a:br>
            <a:r>
              <a:rPr lang="en-US" sz="3200" spc="300" dirty="0" smtClean="0">
                <a:solidFill>
                  <a:srgbClr val="FFAD24"/>
                </a:solidFill>
                <a:latin typeface="MAW "/>
                <a:cs typeface="MAW "/>
              </a:rPr>
              <a:t>Your shop has </a:t>
            </a:r>
          </a:p>
          <a:p>
            <a:pPr algn="ctr"/>
            <a:r>
              <a:rPr lang="en-US" sz="3200" spc="300" dirty="0" smtClean="0">
                <a:solidFill>
                  <a:srgbClr val="FFAD24"/>
                </a:solidFill>
                <a:latin typeface="MAW "/>
                <a:cs typeface="MAW "/>
              </a:rPr>
              <a:t>already been removed.</a:t>
            </a:r>
            <a:endParaRPr lang="en-US" sz="3200" spc="300" dirty="0">
              <a:solidFill>
                <a:srgbClr val="FFAD24"/>
              </a:solidFill>
              <a:latin typeface="MAW "/>
              <a:cs typeface="MAW "/>
            </a:endParaRPr>
          </a:p>
        </p:txBody>
      </p:sp>
      <p:pic>
        <p:nvPicPr>
          <p:cNvPr id="2" name="Picture 1" descr="successico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604" y="1129489"/>
            <a:ext cx="2740132" cy="274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9477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114527" y="-82888"/>
            <a:ext cx="28254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ABC Shop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990648" y="1086968"/>
            <a:ext cx="980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Branch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56090" y="2525041"/>
            <a:ext cx="2264534" cy="1471262"/>
          </a:xfrm>
          <a:prstGeom prst="roundRect">
            <a:avLst>
              <a:gd name="adj" fmla="val 923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945375" y="1106078"/>
            <a:ext cx="2264533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945375" y="1802269"/>
            <a:ext cx="2264533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3357496" y="1783159"/>
            <a:ext cx="64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Tel.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89688" y="2464354"/>
            <a:ext cx="1652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Information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ounded Rectangle 60"/>
          <p:cNvSpPr/>
          <p:nvPr/>
        </p:nvSpPr>
        <p:spPr>
          <a:xfrm>
            <a:off x="5800630" y="189693"/>
            <a:ext cx="828434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Save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2636502" y="4544483"/>
            <a:ext cx="3573406" cy="1155744"/>
          </a:xfrm>
          <a:prstGeom prst="roundRect">
            <a:avLst>
              <a:gd name="adj" fmla="val 9235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2542592" y="4156264"/>
            <a:ext cx="1161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Pictures</a:t>
            </a:r>
          </a:p>
        </p:txBody>
      </p:sp>
      <p:sp>
        <p:nvSpPr>
          <p:cNvPr id="52" name="Chevron 51"/>
          <p:cNvSpPr/>
          <p:nvPr/>
        </p:nvSpPr>
        <p:spPr>
          <a:xfrm>
            <a:off x="5892672" y="4959327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4909645" y="4815109"/>
            <a:ext cx="892826" cy="584260"/>
          </a:xfrm>
          <a:prstGeom prst="roundRect">
            <a:avLst/>
          </a:prstGeom>
          <a:solidFill>
            <a:srgbClr val="FFDE5B"/>
          </a:solidFill>
          <a:ln>
            <a:noFill/>
          </a:ln>
          <a:effectLst>
            <a:outerShdw blurRad="40000" dist="23000" dir="378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pc="300" dirty="0" smtClean="0">
                <a:solidFill>
                  <a:schemeClr val="tx2">
                    <a:lumMod val="75000"/>
                  </a:schemeClr>
                </a:solidFill>
                <a:latin typeface="MAW "/>
                <a:cs typeface="MAW "/>
              </a:rPr>
              <a:t>ADD</a:t>
            </a:r>
            <a:br>
              <a:rPr lang="en-US" b="1" spc="300" dirty="0" smtClean="0">
                <a:solidFill>
                  <a:schemeClr val="tx2">
                    <a:lumMod val="75000"/>
                  </a:schemeClr>
                </a:solidFill>
                <a:latin typeface="MAW "/>
                <a:cs typeface="MAW "/>
              </a:rPr>
            </a:br>
            <a:r>
              <a:rPr lang="en-US" b="1" spc="300" dirty="0" smtClean="0">
                <a:solidFill>
                  <a:schemeClr val="tx2">
                    <a:lumMod val="75000"/>
                  </a:schemeClr>
                </a:solidFill>
                <a:latin typeface="MAW "/>
                <a:cs typeface="MAW "/>
              </a:rPr>
              <a:t>MORE</a:t>
            </a:r>
            <a:endParaRPr lang="en-US" b="1" spc="300" dirty="0">
              <a:solidFill>
                <a:schemeClr val="tx2">
                  <a:lumMod val="75000"/>
                </a:schemeClr>
              </a:solidFill>
              <a:latin typeface="MAW "/>
              <a:cs typeface="MAW "/>
            </a:endParaRPr>
          </a:p>
        </p:txBody>
      </p:sp>
      <p:pic>
        <p:nvPicPr>
          <p:cNvPr id="68" name="Picture 67" descr="cameraicon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115" y="4621442"/>
            <a:ext cx="981358" cy="981358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9" name="Picture 68" descr="close-button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23919" y="4587354"/>
            <a:ext cx="320015" cy="452319"/>
          </a:xfrm>
          <a:prstGeom prst="rect">
            <a:avLst/>
          </a:prstGeom>
        </p:spPr>
      </p:pic>
      <p:pic>
        <p:nvPicPr>
          <p:cNvPr id="70" name="Picture 69" descr="cameraicon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471" y="4630883"/>
            <a:ext cx="981358" cy="981358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1" name="Picture 70" descr="close-button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12275" y="4596795"/>
            <a:ext cx="320015" cy="45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668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114527" y="-82888"/>
            <a:ext cx="28254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ABC Shop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4016557" y="763609"/>
            <a:ext cx="2264534" cy="1471262"/>
          </a:xfrm>
          <a:prstGeom prst="roundRect">
            <a:avLst>
              <a:gd name="adj" fmla="val 923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2550155" y="702922"/>
            <a:ext cx="1652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Information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/>
          <p:cNvSpPr/>
          <p:nvPr/>
        </p:nvSpPr>
        <p:spPr>
          <a:xfrm>
            <a:off x="6668119" y="4323027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673220" y="4605878"/>
            <a:ext cx="3554099" cy="1249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Screen Shot 2557-05-11 at 11.25.14 A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383" y="4679587"/>
            <a:ext cx="3390571" cy="111307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567543" y="4167398"/>
            <a:ext cx="1652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Location</a:t>
            </a:r>
          </a:p>
        </p:txBody>
      </p:sp>
      <p:sp>
        <p:nvSpPr>
          <p:cNvPr id="40" name="Chevron 39"/>
          <p:cNvSpPr/>
          <p:nvPr/>
        </p:nvSpPr>
        <p:spPr>
          <a:xfrm>
            <a:off x="5861859" y="5084064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800630" y="189693"/>
            <a:ext cx="828434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Save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45" name="Teardrop 44"/>
          <p:cNvSpPr/>
          <p:nvPr/>
        </p:nvSpPr>
        <p:spPr>
          <a:xfrm rot="7921972">
            <a:off x="4479753" y="4868646"/>
            <a:ext cx="408752" cy="408724"/>
          </a:xfrm>
          <a:prstGeom prst="teardrop">
            <a:avLst/>
          </a:prstGeom>
          <a:solidFill>
            <a:srgbClr val="FFAD24"/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588158" y="4974234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222867" y="5315173"/>
            <a:ext cx="1178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Roboto Regular"/>
                <a:cs typeface="Roboto Regular"/>
              </a:rPr>
              <a:t>ABC Shop</a:t>
            </a:r>
            <a:endParaRPr lang="en-US" sz="2000" b="1" dirty="0">
              <a:latin typeface="Roboto Regular"/>
              <a:cs typeface="Roboto Regular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2671076" y="2756687"/>
            <a:ext cx="3573406" cy="1155744"/>
          </a:xfrm>
          <a:prstGeom prst="roundRect">
            <a:avLst>
              <a:gd name="adj" fmla="val 9235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2577166" y="2368468"/>
            <a:ext cx="1161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Pictures</a:t>
            </a:r>
          </a:p>
        </p:txBody>
      </p:sp>
      <p:sp>
        <p:nvSpPr>
          <p:cNvPr id="69" name="Chevron 68"/>
          <p:cNvSpPr/>
          <p:nvPr/>
        </p:nvSpPr>
        <p:spPr>
          <a:xfrm>
            <a:off x="5927246" y="3187021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69755" y="3040294"/>
            <a:ext cx="892826" cy="584260"/>
          </a:xfrm>
          <a:prstGeom prst="roundRect">
            <a:avLst/>
          </a:prstGeom>
          <a:solidFill>
            <a:srgbClr val="FFDE5B"/>
          </a:solidFill>
          <a:ln>
            <a:noFill/>
          </a:ln>
          <a:effectLst>
            <a:outerShdw blurRad="40000" dist="23000" dir="378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pc="300" dirty="0" smtClean="0">
                <a:solidFill>
                  <a:schemeClr val="tx2">
                    <a:lumMod val="75000"/>
                  </a:schemeClr>
                </a:solidFill>
                <a:latin typeface="MAW "/>
                <a:cs typeface="MAW "/>
              </a:rPr>
              <a:t>ADD</a:t>
            </a:r>
            <a:br>
              <a:rPr lang="en-US" b="1" spc="300" dirty="0" smtClean="0">
                <a:solidFill>
                  <a:schemeClr val="tx2">
                    <a:lumMod val="75000"/>
                  </a:schemeClr>
                </a:solidFill>
                <a:latin typeface="MAW "/>
                <a:cs typeface="MAW "/>
              </a:rPr>
            </a:br>
            <a:r>
              <a:rPr lang="en-US" b="1" spc="300" dirty="0" smtClean="0">
                <a:solidFill>
                  <a:schemeClr val="tx2">
                    <a:lumMod val="75000"/>
                  </a:schemeClr>
                </a:solidFill>
                <a:latin typeface="MAW "/>
                <a:cs typeface="MAW "/>
              </a:rPr>
              <a:t>MORE</a:t>
            </a:r>
            <a:endParaRPr lang="en-US" b="1" spc="300" dirty="0">
              <a:solidFill>
                <a:schemeClr val="tx2">
                  <a:lumMod val="75000"/>
                </a:schemeClr>
              </a:solidFill>
              <a:latin typeface="MAW "/>
              <a:cs typeface="MAW "/>
            </a:endParaRPr>
          </a:p>
        </p:txBody>
      </p:sp>
      <p:pic>
        <p:nvPicPr>
          <p:cNvPr id="5" name="Picture 4" descr="cameraicon2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652" y="2843291"/>
            <a:ext cx="981358" cy="981358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0" name="Picture 69" descr="close-button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01456" y="2809203"/>
            <a:ext cx="320015" cy="452319"/>
          </a:xfrm>
          <a:prstGeom prst="rect">
            <a:avLst/>
          </a:prstGeom>
        </p:spPr>
      </p:pic>
      <p:pic>
        <p:nvPicPr>
          <p:cNvPr id="72" name="Picture 71" descr="cameraicon2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008" y="2852732"/>
            <a:ext cx="981358" cy="981358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3" name="Picture 72" descr="close-button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89812" y="2818644"/>
            <a:ext cx="320015" cy="45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1819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010876" y="-82888"/>
            <a:ext cx="3459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HanDIYcraft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36559" y="3480157"/>
            <a:ext cx="3702205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spc="300" dirty="0" smtClean="0">
                <a:solidFill>
                  <a:srgbClr val="FFDE5B"/>
                </a:solidFill>
                <a:latin typeface="MAW "/>
                <a:cs typeface="MAW "/>
              </a:rPr>
              <a:t>Success</a:t>
            </a:r>
            <a:r>
              <a:rPr lang="en-US" sz="5400" spc="300" dirty="0" smtClean="0">
                <a:solidFill>
                  <a:srgbClr val="FCCB55"/>
                </a:solidFill>
                <a:latin typeface="MAW "/>
                <a:cs typeface="MAW "/>
              </a:rPr>
              <a:t> </a:t>
            </a:r>
            <a:r>
              <a:rPr lang="en-US" sz="3200" spc="300" dirty="0" smtClean="0">
                <a:solidFill>
                  <a:srgbClr val="FCCB55"/>
                </a:solidFill>
                <a:latin typeface="MAW "/>
                <a:cs typeface="MAW "/>
              </a:rPr>
              <a:t/>
            </a:r>
            <a:br>
              <a:rPr lang="en-US" sz="3200" spc="300" dirty="0" smtClean="0">
                <a:solidFill>
                  <a:srgbClr val="FCCB55"/>
                </a:solidFill>
                <a:latin typeface="MAW "/>
                <a:cs typeface="MAW "/>
              </a:rPr>
            </a:br>
            <a:r>
              <a:rPr lang="en-US" sz="3200" spc="300" dirty="0" smtClean="0">
                <a:solidFill>
                  <a:srgbClr val="FFAD24"/>
                </a:solidFill>
                <a:latin typeface="MAW "/>
                <a:cs typeface="MAW "/>
              </a:rPr>
              <a:t>Your shop has </a:t>
            </a:r>
          </a:p>
          <a:p>
            <a:pPr algn="ctr"/>
            <a:r>
              <a:rPr lang="en-US" sz="3200" spc="300" dirty="0" smtClean="0">
                <a:solidFill>
                  <a:srgbClr val="FFAD24"/>
                </a:solidFill>
                <a:latin typeface="MAW "/>
                <a:cs typeface="MAW "/>
              </a:rPr>
              <a:t>already been saved.</a:t>
            </a:r>
            <a:endParaRPr lang="en-US" sz="3200" spc="300" dirty="0">
              <a:solidFill>
                <a:srgbClr val="FFAD24"/>
              </a:solidFill>
              <a:latin typeface="MAW "/>
              <a:cs typeface="MAW "/>
            </a:endParaRPr>
          </a:p>
        </p:txBody>
      </p:sp>
      <p:pic>
        <p:nvPicPr>
          <p:cNvPr id="2" name="Picture 1" descr="successico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604" y="1129489"/>
            <a:ext cx="2740132" cy="274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9477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4832882" y="103668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864631" y="1016601"/>
            <a:ext cx="1572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chemeClr val="tx2">
                    <a:lumMod val="75000"/>
                  </a:schemeClr>
                </a:solidFill>
              </a:rPr>
              <a:t>...Search...</a:t>
            </a:r>
            <a:endParaRPr lang="en-US" i="1" spc="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5" name="Donut 34"/>
          <p:cNvSpPr/>
          <p:nvPr/>
        </p:nvSpPr>
        <p:spPr>
          <a:xfrm>
            <a:off x="4509926" y="1072407"/>
            <a:ext cx="261979" cy="264991"/>
          </a:xfrm>
          <a:prstGeom prst="donu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 rot="2586247">
            <a:off x="4669372" y="1286144"/>
            <a:ext cx="144143" cy="547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3128823" y="-429949"/>
            <a:ext cx="3325615" cy="144655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8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blog</a:t>
            </a:r>
            <a:r>
              <a:rPr lang="en-US" sz="88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ger</a:t>
            </a:r>
            <a:endParaRPr lang="en-US" sz="88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60" name="Picture 59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61" name="Heart 60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63" name="Straight Connector 62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Delay 67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hevron 6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9" name="Picture 38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400" y="1384264"/>
            <a:ext cx="860058" cy="860058"/>
          </a:xfrm>
          <a:prstGeom prst="rect">
            <a:avLst/>
          </a:prstGeom>
        </p:spPr>
      </p:pic>
      <p:pic>
        <p:nvPicPr>
          <p:cNvPr id="40" name="Picture 39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094" y="2435055"/>
            <a:ext cx="860058" cy="860058"/>
          </a:xfrm>
          <a:prstGeom prst="rect">
            <a:avLst/>
          </a:prstGeom>
        </p:spPr>
      </p:pic>
      <p:pic>
        <p:nvPicPr>
          <p:cNvPr id="41" name="Picture 40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400" y="3519322"/>
            <a:ext cx="860058" cy="860058"/>
          </a:xfrm>
          <a:prstGeom prst="rect">
            <a:avLst/>
          </a:prstGeom>
        </p:spPr>
      </p:pic>
      <p:cxnSp>
        <p:nvCxnSpPr>
          <p:cNvPr id="42" name="Straight Connector 41"/>
          <p:cNvCxnSpPr/>
          <p:nvPr/>
        </p:nvCxnSpPr>
        <p:spPr>
          <a:xfrm>
            <a:off x="2410424" y="2306282"/>
            <a:ext cx="4027032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2441400" y="3403543"/>
            <a:ext cx="3996056" cy="479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2441400" y="4485316"/>
            <a:ext cx="3996056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301458" y="1462504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CCB55"/>
                </a:solidFill>
                <a:latin typeface="Roboto Regular"/>
                <a:cs typeface="Roboto Regular"/>
              </a:rPr>
              <a:t>Asciidaitoon</a:t>
            </a:r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  </a:t>
            </a:r>
          </a:p>
          <a:p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Follower: 555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301458" y="2510567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Galaxxy001 </a:t>
            </a:r>
          </a:p>
          <a:p>
            <a:r>
              <a:rPr lang="en-US" dirty="0">
                <a:solidFill>
                  <a:schemeClr val="bg1"/>
                </a:solidFill>
                <a:latin typeface="Roboto Regular"/>
                <a:cs typeface="Roboto Regular"/>
              </a:rPr>
              <a:t>Follower: 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888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321714" y="3620126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Nomad </a:t>
            </a:r>
          </a:p>
          <a:p>
            <a:r>
              <a:rPr lang="en-US" dirty="0">
                <a:solidFill>
                  <a:schemeClr val="bg1"/>
                </a:solidFill>
                <a:latin typeface="Roboto Regular"/>
                <a:cs typeface="Roboto Regular"/>
              </a:rPr>
              <a:t>Follower: 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111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755776" y="3408333"/>
            <a:ext cx="6555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000" dirty="0">
                <a:solidFill>
                  <a:prstClr val="white"/>
                </a:solidFill>
              </a:rPr>
              <a:t> 1 :-)</a:t>
            </a:r>
            <a:endParaRPr lang="en-US" sz="2000" b="1" dirty="0">
              <a:solidFill>
                <a:srgbClr val="FCCB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7983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16169" y="-382155"/>
            <a:ext cx="4356100" cy="1323439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pro</a:t>
            </a:r>
            <a:r>
              <a:rPr lang="en-US" sz="80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file</a:t>
            </a:r>
            <a:endParaRPr lang="en-US" sz="80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063132" y="1380269"/>
            <a:ext cx="1216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Follower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DUser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552" y="672767"/>
            <a:ext cx="1447563" cy="14475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67814" y="1380269"/>
            <a:ext cx="11598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Following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92972" y="1611405"/>
            <a:ext cx="552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555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60541" y="1617194"/>
            <a:ext cx="552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Roboto Regular"/>
                <a:cs typeface="Roboto Regular"/>
              </a:rPr>
              <a:t>555</a:t>
            </a:r>
            <a:endParaRPr lang="en-US" sz="16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696279" y="2039446"/>
            <a:ext cx="3746500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696279" y="2190958"/>
            <a:ext cx="3746500" cy="424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strip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29" y="4966444"/>
            <a:ext cx="6838950" cy="1905132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3" name="Rectangle 32"/>
          <p:cNvSpPr/>
          <p:nvPr/>
        </p:nvSpPr>
        <p:spPr>
          <a:xfrm>
            <a:off x="2817427" y="2338462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2626653" y="5732454"/>
            <a:ext cx="2286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  <a:latin typeface="Roboto Regular"/>
                <a:cs typeface="Roboto Regular"/>
              </a:rPr>
              <a:t>“ HanDIYcraft ”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233172" y="5779538"/>
            <a:ext cx="4727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Roboto Regular"/>
                <a:cs typeface="Roboto Regular"/>
              </a:rPr>
              <a:t>55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Roboto Regular"/>
              <a:cs typeface="Roboto Regular"/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>
            <a:off x="2817427" y="2338462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817427" y="2338462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hevron 3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Picture 64" descr="hom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66" name="Picture 65" descr="comment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67" name="Heart 66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 descr="create1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69" name="Straight Connector 68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Delay 73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Heart 74"/>
          <p:cNvSpPr/>
          <p:nvPr/>
        </p:nvSpPr>
        <p:spPr>
          <a:xfrm>
            <a:off x="5000134" y="5868734"/>
            <a:ext cx="264634" cy="260213"/>
          </a:xfrm>
          <a:prstGeom prst="heart">
            <a:avLst/>
          </a:prstGeom>
          <a:solidFill>
            <a:srgbClr val="FE3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170770" y="1438694"/>
            <a:ext cx="0" cy="51496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836128" y="177143"/>
            <a:ext cx="765383" cy="3620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latin typeface="MAW "/>
                <a:cs typeface="MAW "/>
              </a:rPr>
              <a:t>Talk </a:t>
            </a:r>
            <a:endParaRPr lang="en-US" sz="2000" spc="300" dirty="0">
              <a:latin typeface="MAW "/>
              <a:cs typeface="MAW 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88945" y="875027"/>
            <a:ext cx="239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 smtClean="0">
                <a:solidFill>
                  <a:srgbClr val="FFDE5B"/>
                </a:solidFill>
                <a:latin typeface="Roboto Regular"/>
                <a:cs typeface="Roboto Regular"/>
              </a:rPr>
              <a:t>Galaxxy001</a:t>
            </a:r>
            <a:endParaRPr lang="en-US" sz="2400" b="1" spc="300" dirty="0">
              <a:solidFill>
                <a:srgbClr val="FFDE5B"/>
              </a:solidFill>
              <a:latin typeface="Roboto Regular"/>
              <a:cs typeface="Roboto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7192449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2240574" y="1670755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070033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23331" y="583958"/>
            <a:ext cx="3242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HanDIYcraft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23331" y="1190509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Roboto Regular"/>
                <a:cs typeface="Roboto Regular"/>
              </a:rPr>
              <a:t>By </a:t>
            </a:r>
            <a:r>
              <a:rPr lang="en-US" u="sng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Roboto Regular"/>
                <a:cs typeface="Roboto Regular"/>
              </a:rPr>
              <a:t>Toey_555</a:t>
            </a:r>
            <a:endParaRPr lang="en-US" u="sng" dirty="0">
              <a:solidFill>
                <a:schemeClr val="tx2">
                  <a:lumMod val="20000"/>
                  <a:lumOff val="80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39" name="Heart 38"/>
          <p:cNvSpPr/>
          <p:nvPr/>
        </p:nvSpPr>
        <p:spPr>
          <a:xfrm>
            <a:off x="5362464" y="1285905"/>
            <a:ext cx="214825" cy="211236"/>
          </a:xfrm>
          <a:prstGeom prst="heart">
            <a:avLst/>
          </a:prstGeom>
          <a:solidFill>
            <a:srgbClr val="FE3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5520171" y="1180906"/>
            <a:ext cx="44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Roboto Regular"/>
                <a:cs typeface="Roboto Regular"/>
              </a:rPr>
              <a:t>55</a:t>
            </a:r>
            <a:endParaRPr lang="en-US" dirty="0">
              <a:solidFill>
                <a:schemeClr val="tx2">
                  <a:lumMod val="20000"/>
                  <a:lumOff val="80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42392" y="1765275"/>
            <a:ext cx="41216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Materials: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2334994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2334994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2334994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rgbClr val="27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/>
              <a:t>Share</a:t>
            </a:r>
            <a:endParaRPr lang="en-US" dirty="0"/>
          </a:p>
        </p:txBody>
      </p:sp>
      <p:pic>
        <p:nvPicPr>
          <p:cNvPr id="25" name="Picture 24" descr="flaticon_facebook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home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4" name="Picture 23" descr="comment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6" name="Heart 25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create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3" name="Straight Connector 32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elay 44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068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231025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50974" y="1267534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50974" y="1267534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50974" y="1267534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rgbClr val="27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/>
              <a:t>Share</a:t>
            </a:r>
            <a:endParaRPr lang="en-US" dirty="0"/>
          </a:p>
        </p:txBody>
      </p:sp>
      <p:pic>
        <p:nvPicPr>
          <p:cNvPr id="25" name="Picture 24" descr="flaticon_facebook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20" name="Isosceles Triangle 19"/>
          <p:cNvSpPr/>
          <p:nvPr/>
        </p:nvSpPr>
        <p:spPr>
          <a:xfrm rot="5400000">
            <a:off x="4044125" y="2416192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646666" y="814148"/>
            <a:ext cx="359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Step1: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746289" y="4832106"/>
            <a:ext cx="359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Step2: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788327" y="5330770"/>
            <a:ext cx="3496781" cy="86881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5362464" y="5330770"/>
            <a:ext cx="901528" cy="868817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780199" y="5330770"/>
            <a:ext cx="1021205" cy="876537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home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6" name="Picture 25" descr="comment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7" name="Heart 26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create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3" name="Straight Connector 32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elay 37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674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070033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88327" y="1322843"/>
            <a:ext cx="3496781" cy="3200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788327" y="1322843"/>
            <a:ext cx="3496781" cy="3200125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788327" y="1322843"/>
            <a:ext cx="3496781" cy="319291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rgbClr val="27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/>
              <a:t>Share</a:t>
            </a:r>
            <a:endParaRPr lang="en-US" dirty="0"/>
          </a:p>
        </p:txBody>
      </p:sp>
      <p:pic>
        <p:nvPicPr>
          <p:cNvPr id="25" name="Picture 24" descr="flaticon_facebook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sp>
        <p:nvSpPr>
          <p:cNvPr id="20" name="Isosceles Triangle 19"/>
          <p:cNvSpPr/>
          <p:nvPr/>
        </p:nvSpPr>
        <p:spPr>
          <a:xfrm rot="5400000">
            <a:off x="4044125" y="3483652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684019" y="853177"/>
            <a:ext cx="393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Step1: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435920" y="2041527"/>
            <a:ext cx="4067567" cy="2448964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noFill/>
          </a:ln>
          <a:effectLst>
            <a:outerShdw blurRad="40000" dist="76200" dir="336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637904" y="2838437"/>
            <a:ext cx="3665090" cy="1176457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686174" y="2885797"/>
            <a:ext cx="1115230" cy="10858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>
            <a:off x="2686174" y="2885797"/>
            <a:ext cx="1115230" cy="108589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2686174" y="2885797"/>
            <a:ext cx="1115230" cy="1085898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171337" y="2307423"/>
            <a:ext cx="273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Roboto Regular"/>
                <a:cs typeface="Roboto Regular"/>
              </a:rPr>
              <a:t>xxxxxxxxxxxxxx</a:t>
            </a:r>
            <a:endParaRPr lang="en-US" dirty="0">
              <a:latin typeface="Roboto Regular"/>
              <a:cs typeface="Roboto Regular"/>
            </a:endParaRPr>
          </a:p>
        </p:txBody>
      </p:sp>
      <p:pic>
        <p:nvPicPr>
          <p:cNvPr id="35" name="Picture 34" descr="facebook (1)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904" y="2235701"/>
            <a:ext cx="459697" cy="459697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674324" y="4070916"/>
            <a:ext cx="630397" cy="318526"/>
          </a:xfrm>
          <a:prstGeom prst="roundRect">
            <a:avLst/>
          </a:prstGeom>
          <a:solidFill>
            <a:srgbClr val="2A4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Post</a:t>
            </a:r>
            <a:endParaRPr lang="en-US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3907257" y="2998521"/>
            <a:ext cx="2437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>
                    <a:lumMod val="65000"/>
                  </a:schemeClr>
                </a:solidFill>
                <a:latin typeface="Roboto Regular"/>
                <a:cs typeface="Roboto Regular"/>
              </a:rPr>
              <a:t>HanDIYcraft</a:t>
            </a:r>
          </a:p>
          <a:p>
            <a:pPr algn="ctr"/>
            <a:r>
              <a:rPr lang="en-US" sz="1600" dirty="0" err="1" smtClean="0">
                <a:solidFill>
                  <a:schemeClr val="bg1">
                    <a:lumMod val="65000"/>
                  </a:schemeClr>
                </a:solidFill>
                <a:latin typeface="Roboto Regular"/>
                <a:cs typeface="Roboto Regular"/>
              </a:rPr>
              <a:t>Xxxxxxxxxxxxxxxxxxxx</a:t>
            </a:r>
            <a:r>
              <a:rPr lang="en-US" sz="1600" dirty="0" smtClean="0">
                <a:solidFill>
                  <a:schemeClr val="bg1">
                    <a:lumMod val="65000"/>
                  </a:schemeClr>
                </a:solidFill>
                <a:latin typeface="Roboto Regular"/>
                <a:cs typeface="Roboto Regular"/>
              </a:rPr>
              <a:t/>
            </a:r>
            <a:br>
              <a:rPr lang="en-US" sz="1600" dirty="0" smtClean="0">
                <a:solidFill>
                  <a:schemeClr val="bg1">
                    <a:lumMod val="65000"/>
                  </a:schemeClr>
                </a:solidFill>
                <a:latin typeface="Roboto Regular"/>
                <a:cs typeface="Roboto Regular"/>
              </a:rPr>
            </a:br>
            <a:r>
              <a:rPr lang="en-US" sz="1600" dirty="0" err="1" smtClean="0">
                <a:solidFill>
                  <a:schemeClr val="bg1">
                    <a:lumMod val="65000"/>
                  </a:schemeClr>
                </a:solidFill>
                <a:latin typeface="Roboto Regular"/>
                <a:cs typeface="Roboto Regular"/>
              </a:rPr>
              <a:t>xxxxxxxxxxxxxxxxxxxx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746289" y="4815826"/>
            <a:ext cx="393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Roboto Regular"/>
                <a:cs typeface="Roboto Regular"/>
              </a:rPr>
              <a:t>Step2: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xxxxx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788327" y="5330770"/>
            <a:ext cx="3496781" cy="86881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Connector 56"/>
          <p:cNvCxnSpPr/>
          <p:nvPr/>
        </p:nvCxnSpPr>
        <p:spPr>
          <a:xfrm flipV="1">
            <a:off x="5362464" y="5330770"/>
            <a:ext cx="901528" cy="868817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2780199" y="5330770"/>
            <a:ext cx="1021205" cy="876537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hom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32" name="Picture 31" descr="comment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1" name="Heart 40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 descr="create1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46" name="Straight Connector 45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elay 50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853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668119" y="2070033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hevron 29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5362464" y="177143"/>
            <a:ext cx="1166467" cy="375271"/>
          </a:xfrm>
          <a:prstGeom prst="roundRect">
            <a:avLst/>
          </a:prstGeom>
          <a:solidFill>
            <a:srgbClr val="27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/>
              <a:t>Share</a:t>
            </a:r>
            <a:endParaRPr lang="en-US" dirty="0"/>
          </a:p>
        </p:txBody>
      </p:sp>
      <p:pic>
        <p:nvPicPr>
          <p:cNvPr id="52" name="Picture 51" descr="flaticon_facebook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744" y="183660"/>
            <a:ext cx="368754" cy="368754"/>
          </a:xfrm>
          <a:prstGeom prst="rect">
            <a:avLst/>
          </a:prstGeom>
        </p:spPr>
      </p:pic>
      <p:pic>
        <p:nvPicPr>
          <p:cNvPr id="29" name="Picture 28" descr="DUser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906" y="2207771"/>
            <a:ext cx="649564" cy="64956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360163" y="2214569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CCB55"/>
                </a:solidFill>
                <a:latin typeface="Roboto Regular"/>
                <a:cs typeface="Roboto Regular"/>
              </a:rPr>
              <a:t>Asciidaitoon</a:t>
            </a:r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 :  </a:t>
            </a:r>
          </a:p>
          <a:p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This is awesome! love it!!!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pic>
        <p:nvPicPr>
          <p:cNvPr id="31" name="Picture 30" descr="DUser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906" y="3081808"/>
            <a:ext cx="649564" cy="6495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376442" y="3088606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Galaxxy001 :</a:t>
            </a:r>
          </a:p>
          <a:p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Nice 1 :-)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396698" y="3919345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Nomad :</a:t>
            </a:r>
          </a:p>
          <a:p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Cooooooooooooool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 !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778513" y="677633"/>
            <a:ext cx="3496781" cy="100388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5152884" y="677633"/>
            <a:ext cx="1068848" cy="96266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2795686" y="677633"/>
            <a:ext cx="1041273" cy="962664"/>
          </a:xfrm>
          <a:prstGeom prst="line">
            <a:avLst/>
          </a:prstGeom>
          <a:ln w="381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DUser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551" y="3912547"/>
            <a:ext cx="649564" cy="649564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>
            <a:off x="2922637" y="2937659"/>
            <a:ext cx="3272542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922637" y="3826177"/>
            <a:ext cx="3272542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922637" y="4685877"/>
            <a:ext cx="3272542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hom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6" name="Picture 25" descr="comment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27" name="Heart 26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create1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3" name="Straight Connector 32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elay 37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076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281897" y="-349780"/>
            <a:ext cx="3104148" cy="1323439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cre</a:t>
            </a:r>
            <a:r>
              <a:rPr lang="en-US" sz="80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ate</a:t>
            </a:r>
            <a:endParaRPr lang="en-US" sz="80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83338" y="4511378"/>
            <a:ext cx="2264533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  <a:latin typeface="Roboto Regular"/>
                <a:cs typeface="Roboto Regular"/>
              </a:rPr>
              <a:t>ABC Shop</a:t>
            </a:r>
            <a:endParaRPr lang="en-US" sz="1600" dirty="0">
              <a:solidFill>
                <a:schemeClr val="tx1"/>
              </a:solidFill>
              <a:latin typeface="Roboto Regular"/>
              <a:cs typeface="Roboto Regula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37201" y="4527658"/>
            <a:ext cx="917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CCB55"/>
                </a:solidFill>
                <a:latin typeface="Roboto Regular"/>
                <a:cs typeface="Roboto Regular"/>
              </a:rPr>
              <a:t>Name</a:t>
            </a:r>
            <a:endParaRPr lang="en-US" sz="16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93558" y="189693"/>
            <a:ext cx="828434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Next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631468" y="5191170"/>
            <a:ext cx="1187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CCB55"/>
                </a:solidFill>
                <a:latin typeface="Roboto Regular"/>
                <a:cs typeface="Roboto Regular"/>
              </a:rPr>
              <a:t>Category</a:t>
            </a:r>
            <a:endParaRPr lang="en-US" sz="16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00459" y="5188010"/>
            <a:ext cx="2264533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5572339" y="5187818"/>
            <a:ext cx="394559" cy="381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673555" y="5335475"/>
            <a:ext cx="206003" cy="140066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cameraicon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117" y="999104"/>
            <a:ext cx="2576104" cy="2576104"/>
          </a:xfrm>
          <a:prstGeom prst="rect">
            <a:avLst/>
          </a:prstGeom>
          <a:effectLst/>
        </p:spPr>
      </p:pic>
      <p:sp>
        <p:nvSpPr>
          <p:cNvPr id="25" name="Rounded Rectangle 24"/>
          <p:cNvSpPr/>
          <p:nvPr/>
        </p:nvSpPr>
        <p:spPr>
          <a:xfrm>
            <a:off x="2987106" y="3705324"/>
            <a:ext cx="3259065" cy="45878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pc="300" dirty="0" smtClean="0">
                <a:solidFill>
                  <a:schemeClr val="bg1"/>
                </a:solidFill>
                <a:latin typeface="MAW "/>
                <a:cs typeface="MAW "/>
              </a:rPr>
              <a:t>Select Picture</a:t>
            </a:r>
            <a:endParaRPr lang="en-US" sz="24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4800254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114527" y="-82888"/>
            <a:ext cx="28254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ABC Shop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990648" y="1086968"/>
            <a:ext cx="980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Branch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56090" y="2525041"/>
            <a:ext cx="2264534" cy="1471262"/>
          </a:xfrm>
          <a:prstGeom prst="roundRect">
            <a:avLst>
              <a:gd name="adj" fmla="val 923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945375" y="1106078"/>
            <a:ext cx="2264533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945375" y="1802269"/>
            <a:ext cx="2264533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3357496" y="1783159"/>
            <a:ext cx="64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Tel.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89688" y="2464354"/>
            <a:ext cx="1652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Information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/>
          <p:cNvSpPr/>
          <p:nvPr/>
        </p:nvSpPr>
        <p:spPr>
          <a:xfrm>
            <a:off x="6668119" y="84411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ounded Rectangle 60"/>
          <p:cNvSpPr/>
          <p:nvPr/>
        </p:nvSpPr>
        <p:spPr>
          <a:xfrm>
            <a:off x="5800630" y="189693"/>
            <a:ext cx="828434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Done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pic>
        <p:nvPicPr>
          <p:cNvPr id="64" name="Picture 63" descr="cameraicon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024" y="4068819"/>
            <a:ext cx="2070822" cy="207082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1623547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114527" y="-82888"/>
            <a:ext cx="28254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ABC Shop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4016557" y="763609"/>
            <a:ext cx="2264534" cy="1471262"/>
          </a:xfrm>
          <a:prstGeom prst="roundRect">
            <a:avLst>
              <a:gd name="adj" fmla="val 923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2550155" y="702922"/>
            <a:ext cx="1652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Information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68119" y="0"/>
            <a:ext cx="15875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/>
          <p:cNvSpPr/>
          <p:nvPr/>
        </p:nvSpPr>
        <p:spPr>
          <a:xfrm>
            <a:off x="6668119" y="4323027"/>
            <a:ext cx="158750" cy="1727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673220" y="4698818"/>
            <a:ext cx="3554099" cy="1249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2567543" y="4260338"/>
            <a:ext cx="1652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Roboto Regular"/>
                <a:cs typeface="Roboto Regular"/>
              </a:rPr>
              <a:t>Location</a:t>
            </a:r>
          </a:p>
        </p:txBody>
      </p:sp>
      <p:sp>
        <p:nvSpPr>
          <p:cNvPr id="40" name="Chevron 39"/>
          <p:cNvSpPr/>
          <p:nvPr/>
        </p:nvSpPr>
        <p:spPr>
          <a:xfrm>
            <a:off x="5926167" y="5177004"/>
            <a:ext cx="232435" cy="311431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800630" y="189693"/>
            <a:ext cx="828434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Done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68299" y="4991128"/>
            <a:ext cx="3171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spc="300" dirty="0" smtClean="0">
                <a:solidFill>
                  <a:schemeClr val="tx2">
                    <a:lumMod val="75000"/>
                  </a:schemeClr>
                </a:solidFill>
              </a:rPr>
              <a:t>You haven’t pin your location yet ...</a:t>
            </a:r>
            <a:endParaRPr lang="en-US" i="1" spc="3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45" name="Picture 44" descr="cameraicon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024" y="2329655"/>
            <a:ext cx="2070822" cy="207082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3828565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evron 17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29" name="Picture 28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30" name="Heart 29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elay 36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010876" y="-82888"/>
            <a:ext cx="3459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spc="300" dirty="0" smtClean="0">
                <a:solidFill>
                  <a:srgbClr val="FCCB55"/>
                </a:solidFill>
                <a:latin typeface="MAW "/>
                <a:cs typeface="MAW "/>
              </a:rPr>
              <a:t>HanDIYcraft</a:t>
            </a:r>
            <a:endParaRPr lang="en-US" sz="4800" b="1" spc="300" dirty="0">
              <a:solidFill>
                <a:srgbClr val="FCCB55"/>
              </a:solidFill>
              <a:latin typeface="MAW 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223261" y="3480157"/>
            <a:ext cx="2728807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spc="300" dirty="0" smtClean="0">
                <a:solidFill>
                  <a:srgbClr val="FFDE5B"/>
                </a:solidFill>
                <a:latin typeface="MAW "/>
                <a:cs typeface="MAW "/>
              </a:rPr>
              <a:t>Success</a:t>
            </a:r>
            <a:r>
              <a:rPr lang="en-US" sz="5400" spc="300" dirty="0" smtClean="0">
                <a:solidFill>
                  <a:srgbClr val="FCCB55"/>
                </a:solidFill>
                <a:latin typeface="MAW "/>
                <a:cs typeface="MAW "/>
              </a:rPr>
              <a:t> </a:t>
            </a:r>
            <a:r>
              <a:rPr lang="en-US" sz="3200" spc="300" dirty="0" smtClean="0">
                <a:solidFill>
                  <a:srgbClr val="FCCB55"/>
                </a:solidFill>
                <a:latin typeface="MAW "/>
                <a:cs typeface="MAW "/>
              </a:rPr>
              <a:t/>
            </a:r>
            <a:br>
              <a:rPr lang="en-US" sz="3200" spc="300" dirty="0" smtClean="0">
                <a:solidFill>
                  <a:srgbClr val="FCCB55"/>
                </a:solidFill>
                <a:latin typeface="MAW "/>
                <a:cs typeface="MAW "/>
              </a:rPr>
            </a:br>
            <a:r>
              <a:rPr lang="en-US" sz="3200" spc="300" dirty="0" smtClean="0">
                <a:solidFill>
                  <a:srgbClr val="FFAD24"/>
                </a:solidFill>
                <a:latin typeface="MAW "/>
                <a:cs typeface="MAW "/>
              </a:rPr>
              <a:t>Your shop is </a:t>
            </a:r>
            <a:br>
              <a:rPr lang="en-US" sz="3200" spc="300" dirty="0" smtClean="0">
                <a:solidFill>
                  <a:srgbClr val="FFAD24"/>
                </a:solidFill>
                <a:latin typeface="MAW "/>
                <a:cs typeface="MAW "/>
              </a:rPr>
            </a:br>
            <a:r>
              <a:rPr lang="en-US" sz="3200" spc="300" dirty="0" smtClean="0">
                <a:solidFill>
                  <a:srgbClr val="FFAD24"/>
                </a:solidFill>
                <a:latin typeface="MAW "/>
                <a:cs typeface="MAW "/>
              </a:rPr>
              <a:t>now published.</a:t>
            </a:r>
            <a:endParaRPr lang="en-US" sz="3200" spc="300" dirty="0">
              <a:solidFill>
                <a:srgbClr val="FFAD24"/>
              </a:solidFill>
              <a:latin typeface="MAW "/>
              <a:cs typeface="MAW "/>
            </a:endParaRPr>
          </a:p>
        </p:txBody>
      </p:sp>
      <p:pic>
        <p:nvPicPr>
          <p:cNvPr id="2" name="Picture 1" descr="successicon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604" y="1129489"/>
            <a:ext cx="2740132" cy="274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9477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2850445" y="-333609"/>
            <a:ext cx="4708127" cy="1200329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72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loca</a:t>
            </a:r>
            <a:r>
              <a:rPr lang="en-US" sz="72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tion</a:t>
            </a:r>
            <a:endParaRPr lang="en-US" sz="72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60" name="Picture 59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61" name="Heart 60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63" name="Straight Connector 62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Delay 67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hevron 6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682875" y="1004511"/>
            <a:ext cx="3746500" cy="48413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creen Shot 2557-05-11 at 11.25.14 A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005" y="1101312"/>
            <a:ext cx="3579294" cy="4639561"/>
          </a:xfrm>
          <a:prstGeom prst="rect">
            <a:avLst/>
          </a:prstGeom>
        </p:spPr>
      </p:pic>
      <p:sp>
        <p:nvSpPr>
          <p:cNvPr id="22" name="Teardrop 21"/>
          <p:cNvSpPr/>
          <p:nvPr/>
        </p:nvSpPr>
        <p:spPr>
          <a:xfrm rot="7921972">
            <a:off x="4619301" y="1720200"/>
            <a:ext cx="408752" cy="408724"/>
          </a:xfrm>
          <a:prstGeom prst="teardrop">
            <a:avLst/>
          </a:prstGeom>
          <a:solidFill>
            <a:srgbClr val="FFAD24"/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727706" y="1825788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4336880" y="2155685"/>
            <a:ext cx="1178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Roboto Regular"/>
                <a:cs typeface="Roboto Regular"/>
              </a:rPr>
              <a:t>ABC Shop</a:t>
            </a:r>
            <a:endParaRPr lang="en-US" sz="2000" b="1" dirty="0">
              <a:latin typeface="Roboto Regular"/>
              <a:cs typeface="Roboto Regular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800630" y="189693"/>
            <a:ext cx="828434" cy="39289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spc="300" dirty="0" smtClean="0">
                <a:solidFill>
                  <a:schemeClr val="bg1"/>
                </a:solidFill>
                <a:latin typeface="MAW "/>
                <a:cs typeface="MAW "/>
              </a:rPr>
              <a:t>Done</a:t>
            </a:r>
            <a:endParaRPr lang="en-US" sz="2100" spc="300" dirty="0">
              <a:solidFill>
                <a:schemeClr val="bg1"/>
              </a:solidFill>
              <a:latin typeface="MAW 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4823225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" name="Picture 4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6" name="Heart 5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lay 12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967010" y="-388385"/>
            <a:ext cx="5025033" cy="1323439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mess</a:t>
            </a:r>
            <a:r>
              <a:rPr lang="en-US" sz="80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ages</a:t>
            </a:r>
            <a:endParaRPr lang="en-US" sz="80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15" name="Chevron 14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6" name="Picture 15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400" y="966034"/>
            <a:ext cx="860058" cy="860058"/>
          </a:xfrm>
          <a:prstGeom prst="rect">
            <a:avLst/>
          </a:prstGeom>
        </p:spPr>
      </p:pic>
      <p:pic>
        <p:nvPicPr>
          <p:cNvPr id="17" name="Picture 16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094" y="2016825"/>
            <a:ext cx="860058" cy="860058"/>
          </a:xfrm>
          <a:prstGeom prst="rect">
            <a:avLst/>
          </a:prstGeom>
        </p:spPr>
      </p:pic>
      <p:pic>
        <p:nvPicPr>
          <p:cNvPr id="18" name="Picture 17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400" y="3101092"/>
            <a:ext cx="860058" cy="860058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>
          <a:xfrm>
            <a:off x="2441400" y="1888052"/>
            <a:ext cx="4210300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441400" y="2985313"/>
            <a:ext cx="4210300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441400" y="4067086"/>
            <a:ext cx="4210300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01458" y="1093114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CCB55"/>
                </a:solidFill>
                <a:latin typeface="Roboto Regular"/>
                <a:cs typeface="Roboto Regular"/>
              </a:rPr>
              <a:t>Asciidaitoon</a:t>
            </a:r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  </a:t>
            </a:r>
          </a:p>
          <a:p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This is awesome! love it!!!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01458" y="2141177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Galaxxy001 </a:t>
            </a:r>
          </a:p>
          <a:p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Nice 1 :-)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21714" y="3250736"/>
            <a:ext cx="3102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CCB55"/>
                </a:solidFill>
                <a:latin typeface="Roboto Regular"/>
                <a:cs typeface="Roboto Regular"/>
              </a:rPr>
              <a:t>Nomad </a:t>
            </a:r>
          </a:p>
          <a:p>
            <a:r>
              <a:rPr lang="en-US" dirty="0" err="1" smtClean="0">
                <a:solidFill>
                  <a:schemeClr val="bg1"/>
                </a:solidFill>
                <a:latin typeface="Roboto Regular"/>
                <a:cs typeface="Roboto Regular"/>
              </a:rPr>
              <a:t>Cooooooooooooool</a:t>
            </a:r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 !</a:t>
            </a:r>
            <a:endParaRPr lang="en-US" b="1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289683" y="1479426"/>
            <a:ext cx="139614" cy="139614"/>
          </a:xfrm>
          <a:prstGeom prst="ellipse">
            <a:avLst/>
          </a:prstGeom>
          <a:solidFill>
            <a:srgbClr val="719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6284936" y="2542489"/>
            <a:ext cx="139614" cy="139614"/>
          </a:xfrm>
          <a:prstGeom prst="ellipse">
            <a:avLst/>
          </a:prstGeom>
          <a:solidFill>
            <a:srgbClr val="719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853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5" name="Picture 4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6" name="Heart 5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lay 12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evron 14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31391" y="59602"/>
            <a:ext cx="312177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300" dirty="0" smtClean="0">
                <a:solidFill>
                  <a:srgbClr val="FCCB55"/>
                </a:solidFill>
                <a:latin typeface="Roboto Regular"/>
                <a:cs typeface="Roboto Regular"/>
              </a:rPr>
              <a:t>Galaxxy001</a:t>
            </a:r>
            <a:endParaRPr lang="en-US" sz="3200" b="1" spc="3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130990" y="1703844"/>
            <a:ext cx="2471052" cy="542135"/>
          </a:xfrm>
          <a:prstGeom prst="roundRect">
            <a:avLst/>
          </a:prstGeom>
          <a:solidFill>
            <a:srgbClr val="FCC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17375E"/>
                </a:solidFill>
                <a:latin typeface="Roboto Regular"/>
                <a:cs typeface="Roboto Regular"/>
              </a:rPr>
              <a:t>Hello, may I help you?</a:t>
            </a:r>
            <a:endParaRPr lang="en-US" sz="1600" dirty="0">
              <a:solidFill>
                <a:srgbClr val="17375E"/>
              </a:solidFill>
              <a:latin typeface="Roboto Regular"/>
              <a:cs typeface="Roboto Regular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475614" y="1014563"/>
            <a:ext cx="966083" cy="54213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Roboto Regular"/>
                <a:cs typeface="Roboto Regular"/>
              </a:rPr>
              <a:t>Hi :-)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475614" y="2537789"/>
            <a:ext cx="2567037" cy="9783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Roboto Regular"/>
                <a:cs typeface="Roboto Regular"/>
              </a:rPr>
              <a:t>I want to ask you about the knitting wools. Is it available in your shop?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Roboto Regular"/>
              <a:cs typeface="Roboto Regular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254018" y="5560697"/>
            <a:ext cx="4572619" cy="65069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2475614" y="5659464"/>
            <a:ext cx="3162186" cy="449197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/>
          <p:cNvSpPr/>
          <p:nvPr/>
        </p:nvSpPr>
        <p:spPr>
          <a:xfrm>
            <a:off x="5763548" y="5674954"/>
            <a:ext cx="900470" cy="40625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pc="300" dirty="0" smtClean="0">
                <a:solidFill>
                  <a:srgbClr val="17375E"/>
                </a:solidFill>
                <a:latin typeface="MAW "/>
                <a:cs typeface="MAW "/>
              </a:rPr>
              <a:t>Send</a:t>
            </a:r>
            <a:endParaRPr lang="en-US" b="1" spc="300" dirty="0">
              <a:solidFill>
                <a:srgbClr val="17375E"/>
              </a:solidFill>
              <a:latin typeface="MAW "/>
              <a:cs typeface="MAW 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529874" y="5695845"/>
            <a:ext cx="317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spc="300" dirty="0" smtClean="0">
                <a:solidFill>
                  <a:schemeClr val="tx2">
                    <a:lumMod val="75000"/>
                  </a:schemeClr>
                </a:solidFill>
              </a:rPr>
              <a:t>Type Message Here ...</a:t>
            </a:r>
            <a:endParaRPr lang="en-US" i="1" spc="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701596" y="177143"/>
            <a:ext cx="950891" cy="3620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 smtClean="0">
                <a:latin typeface="MAW "/>
                <a:cs typeface="MAW "/>
              </a:rPr>
              <a:t>Profile </a:t>
            </a:r>
            <a:endParaRPr lang="en-US" spc="300" dirty="0">
              <a:latin typeface="MAW "/>
              <a:cs typeface="MAW 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240574" y="748109"/>
            <a:ext cx="4586295" cy="0"/>
          </a:xfrm>
          <a:prstGeom prst="line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59365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4250" y="0"/>
            <a:ext cx="4587875" cy="6858000"/>
          </a:xfrm>
          <a:prstGeom prst="rect">
            <a:avLst/>
          </a:prstGeom>
          <a:solidFill>
            <a:srgbClr val="234169"/>
          </a:solidFill>
          <a:ln w="381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78121" y="-382155"/>
            <a:ext cx="4356100" cy="1323439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rgbClr val="FFDE5B"/>
                </a:solidFill>
                <a:latin typeface="KG A Little Swag"/>
                <a:cs typeface="KG A Little Swag"/>
              </a:rPr>
              <a:t>pro</a:t>
            </a:r>
            <a:r>
              <a:rPr lang="en-US" sz="8000" dirty="0" smtClean="0">
                <a:solidFill>
                  <a:srgbClr val="FFAD24"/>
                </a:solidFill>
                <a:latin typeface="KG A Little Swag"/>
                <a:cs typeface="KG A Little Swag"/>
              </a:rPr>
              <a:t>file</a:t>
            </a:r>
            <a:endParaRPr lang="en-US" sz="8000" dirty="0">
              <a:solidFill>
                <a:srgbClr val="FFAD24"/>
              </a:solidFill>
              <a:latin typeface="KG A Little Swag"/>
              <a:cs typeface="KG A Little Swag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02997" y="4684888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Follower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07678" y="4684888"/>
            <a:ext cx="184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Following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25630" y="4989861"/>
            <a:ext cx="1207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555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68217" y="5011253"/>
            <a:ext cx="1037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Roboto Regular"/>
                <a:cs typeface="Roboto Regular"/>
              </a:rPr>
              <a:t>555</a:t>
            </a:r>
            <a:endParaRPr lang="en-US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74747" y="3570369"/>
            <a:ext cx="300066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300" dirty="0" smtClean="0">
                <a:solidFill>
                  <a:srgbClr val="FCCB55"/>
                </a:solidFill>
                <a:latin typeface="Roboto Regular"/>
                <a:cs typeface="Roboto Regular"/>
              </a:rPr>
              <a:t>Username</a:t>
            </a:r>
            <a:endParaRPr lang="en-US" sz="3200" b="1" spc="300" dirty="0">
              <a:solidFill>
                <a:srgbClr val="FCCB55"/>
              </a:solidFill>
              <a:latin typeface="Roboto Regular"/>
              <a:cs typeface="Roboto Regular"/>
            </a:endParaRPr>
          </a:p>
        </p:txBody>
      </p:sp>
      <p:sp>
        <p:nvSpPr>
          <p:cNvPr id="39" name="Chevron 38"/>
          <p:cNvSpPr/>
          <p:nvPr/>
        </p:nvSpPr>
        <p:spPr>
          <a:xfrm rot="10800000">
            <a:off x="2330336" y="177143"/>
            <a:ext cx="270216" cy="362052"/>
          </a:xfrm>
          <a:prstGeom prst="chevron">
            <a:avLst>
              <a:gd name="adj" fmla="val 6319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4610635" y="4728641"/>
            <a:ext cx="0" cy="59828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440796" y="4190921"/>
            <a:ext cx="4214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Roboto Regular"/>
                <a:cs typeface="Roboto Regular"/>
              </a:rPr>
              <a:t>Email: galaxxy001@gmail.com</a:t>
            </a:r>
            <a:endParaRPr lang="en-US" sz="2000" dirty="0">
              <a:solidFill>
                <a:schemeClr val="bg1"/>
              </a:solidFill>
              <a:latin typeface="Roboto Regular"/>
              <a:cs typeface="Roboto Regular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54250" y="6207307"/>
            <a:ext cx="4572619" cy="6506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home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574" y="6093171"/>
            <a:ext cx="884602" cy="884602"/>
          </a:xfrm>
          <a:prstGeom prst="rect">
            <a:avLst/>
          </a:prstGeom>
        </p:spPr>
      </p:pic>
      <p:pic>
        <p:nvPicPr>
          <p:cNvPr id="43" name="Picture 42" descr="comment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4" y="6199587"/>
            <a:ext cx="610664" cy="692480"/>
          </a:xfrm>
          <a:prstGeom prst="rect">
            <a:avLst/>
          </a:prstGeom>
        </p:spPr>
      </p:pic>
      <p:sp>
        <p:nvSpPr>
          <p:cNvPr id="44" name="Heart 43"/>
          <p:cNvSpPr/>
          <p:nvPr/>
        </p:nvSpPr>
        <p:spPr>
          <a:xfrm>
            <a:off x="3378238" y="6330611"/>
            <a:ext cx="458721" cy="401645"/>
          </a:xfrm>
          <a:prstGeom prst="hear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 descr="create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138863" y="6135331"/>
            <a:ext cx="757338" cy="757338"/>
          </a:xfrm>
          <a:prstGeom prst="rect">
            <a:avLst/>
          </a:prstGeom>
        </p:spPr>
      </p:pic>
      <p:cxnSp>
        <p:nvCxnSpPr>
          <p:cNvPr id="46" name="Straight Connector 45"/>
          <p:cNvCxnSpPr/>
          <p:nvPr/>
        </p:nvCxnSpPr>
        <p:spPr>
          <a:xfrm flipV="1">
            <a:off x="32008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4035005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979864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5926167" y="6222998"/>
            <a:ext cx="0" cy="6164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287362" y="6316562"/>
            <a:ext cx="268248" cy="2556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elay 50"/>
          <p:cNvSpPr/>
          <p:nvPr/>
        </p:nvSpPr>
        <p:spPr>
          <a:xfrm rot="16200000">
            <a:off x="6323215" y="6453429"/>
            <a:ext cx="202564" cy="355089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5943444" y="177143"/>
            <a:ext cx="765383" cy="3620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latin typeface="MAW "/>
                <a:cs typeface="MAW "/>
              </a:rPr>
              <a:t>Talk </a:t>
            </a:r>
            <a:endParaRPr lang="en-US" sz="2000" spc="300" dirty="0">
              <a:latin typeface="MAW "/>
              <a:cs typeface="MAW "/>
            </a:endParaRPr>
          </a:p>
        </p:txBody>
      </p:sp>
      <p:pic>
        <p:nvPicPr>
          <p:cNvPr id="40" name="Picture 39" descr="DUser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181" y="1084388"/>
            <a:ext cx="2778369" cy="277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2717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9555</TotalTime>
  <Words>1230</Words>
  <Application>Microsoft Macintosh PowerPoint</Application>
  <PresentationFormat>On-screen Show (4:3)</PresentationFormat>
  <Paragraphs>548</Paragraphs>
  <Slides>101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481</cp:revision>
  <dcterms:created xsi:type="dcterms:W3CDTF">2014-05-02T09:30:10Z</dcterms:created>
  <dcterms:modified xsi:type="dcterms:W3CDTF">2014-12-16T14:30:25Z</dcterms:modified>
</cp:coreProperties>
</file>