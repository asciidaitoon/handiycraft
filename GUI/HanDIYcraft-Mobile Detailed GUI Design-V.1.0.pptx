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wdp" ContentType="image/vnd.ms-photo"/>
  <Default Extension="gif" ContentType="image/gif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2" r:id="rId2"/>
    <p:sldId id="401" r:id="rId3"/>
    <p:sldId id="402" r:id="rId4"/>
    <p:sldId id="289" r:id="rId5"/>
    <p:sldId id="293" r:id="rId6"/>
    <p:sldId id="400" r:id="rId7"/>
    <p:sldId id="288" r:id="rId8"/>
    <p:sldId id="399" r:id="rId9"/>
    <p:sldId id="294" r:id="rId10"/>
    <p:sldId id="295" r:id="rId11"/>
    <p:sldId id="301" r:id="rId12"/>
    <p:sldId id="259" r:id="rId13"/>
    <p:sldId id="369" r:id="rId14"/>
    <p:sldId id="274" r:id="rId15"/>
    <p:sldId id="257" r:id="rId16"/>
    <p:sldId id="379" r:id="rId17"/>
    <p:sldId id="284" r:id="rId18"/>
    <p:sldId id="272" r:id="rId19"/>
    <p:sldId id="300" r:id="rId20"/>
    <p:sldId id="387" r:id="rId21"/>
    <p:sldId id="302" r:id="rId22"/>
    <p:sldId id="311" r:id="rId23"/>
    <p:sldId id="278" r:id="rId24"/>
    <p:sldId id="279" r:id="rId25"/>
    <p:sldId id="282" r:id="rId26"/>
    <p:sldId id="308" r:id="rId27"/>
    <p:sldId id="325" r:id="rId28"/>
    <p:sldId id="326" r:id="rId29"/>
    <p:sldId id="327" r:id="rId30"/>
    <p:sldId id="318" r:id="rId31"/>
    <p:sldId id="280" r:id="rId32"/>
    <p:sldId id="297" r:id="rId33"/>
    <p:sldId id="298" r:id="rId34"/>
    <p:sldId id="299" r:id="rId35"/>
    <p:sldId id="296" r:id="rId36"/>
    <p:sldId id="261" r:id="rId37"/>
    <p:sldId id="264" r:id="rId38"/>
    <p:sldId id="283" r:id="rId39"/>
    <p:sldId id="321" r:id="rId40"/>
    <p:sldId id="322" r:id="rId41"/>
    <p:sldId id="323" r:id="rId42"/>
    <p:sldId id="310" r:id="rId43"/>
    <p:sldId id="324" r:id="rId44"/>
    <p:sldId id="304" r:id="rId45"/>
    <p:sldId id="385" r:id="rId46"/>
    <p:sldId id="328" r:id="rId47"/>
    <p:sldId id="329" r:id="rId48"/>
    <p:sldId id="330" r:id="rId49"/>
    <p:sldId id="363" r:id="rId50"/>
    <p:sldId id="305" r:id="rId51"/>
    <p:sldId id="344" r:id="rId52"/>
    <p:sldId id="346" r:id="rId53"/>
    <p:sldId id="347" r:id="rId54"/>
    <p:sldId id="348" r:id="rId55"/>
    <p:sldId id="349" r:id="rId56"/>
    <p:sldId id="388" r:id="rId57"/>
    <p:sldId id="335" r:id="rId58"/>
    <p:sldId id="397" r:id="rId59"/>
    <p:sldId id="338" r:id="rId60"/>
    <p:sldId id="377" r:id="rId61"/>
    <p:sldId id="376" r:id="rId62"/>
    <p:sldId id="375" r:id="rId63"/>
    <p:sldId id="352" r:id="rId64"/>
    <p:sldId id="351" r:id="rId65"/>
    <p:sldId id="350" r:id="rId66"/>
    <p:sldId id="392" r:id="rId67"/>
    <p:sldId id="398" r:id="rId68"/>
    <p:sldId id="393" r:id="rId69"/>
    <p:sldId id="334" r:id="rId70"/>
    <p:sldId id="332" r:id="rId71"/>
    <p:sldId id="371" r:id="rId72"/>
    <p:sldId id="281" r:id="rId73"/>
    <p:sldId id="342" r:id="rId74"/>
    <p:sldId id="341" r:id="rId75"/>
    <p:sldId id="386" r:id="rId76"/>
    <p:sldId id="378" r:id="rId77"/>
    <p:sldId id="390" r:id="rId78"/>
    <p:sldId id="389" r:id="rId79"/>
    <p:sldId id="391" r:id="rId80"/>
    <p:sldId id="359" r:id="rId81"/>
    <p:sldId id="360" r:id="rId82"/>
    <p:sldId id="361" r:id="rId83"/>
    <p:sldId id="367" r:id="rId84"/>
    <p:sldId id="394" r:id="rId85"/>
    <p:sldId id="365" r:id="rId86"/>
    <p:sldId id="366" r:id="rId87"/>
    <p:sldId id="395" r:id="rId88"/>
    <p:sldId id="343" r:id="rId89"/>
    <p:sldId id="336" r:id="rId90"/>
    <p:sldId id="381" r:id="rId91"/>
    <p:sldId id="382" r:id="rId92"/>
    <p:sldId id="383" r:id="rId93"/>
    <p:sldId id="384" r:id="rId94"/>
    <p:sldId id="354" r:id="rId95"/>
    <p:sldId id="355" r:id="rId96"/>
    <p:sldId id="356" r:id="rId97"/>
    <p:sldId id="396" r:id="rId98"/>
    <p:sldId id="357" r:id="rId99"/>
    <p:sldId id="337" r:id="rId100"/>
    <p:sldId id="339" r:id="rId101"/>
    <p:sldId id="403" r:id="rId10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A1E2"/>
    <a:srgbClr val="84B1ED"/>
    <a:srgbClr val="E5A028"/>
    <a:srgbClr val="EDAC52"/>
    <a:srgbClr val="E58211"/>
    <a:srgbClr val="796D50"/>
    <a:srgbClr val="FFAD24"/>
    <a:srgbClr val="FF9A9F"/>
    <a:srgbClr val="719EFE"/>
    <a:srgbClr val="FF91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8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2008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printerSettings" Target="printerSettings/printerSettings1.bin"/><Relationship Id="rId104" Type="http://schemas.openxmlformats.org/officeDocument/2006/relationships/presProps" Target="presProps.xml"/><Relationship Id="rId105" Type="http://schemas.openxmlformats.org/officeDocument/2006/relationships/viewProps" Target="viewProps.xml"/><Relationship Id="rId106" Type="http://schemas.openxmlformats.org/officeDocument/2006/relationships/theme" Target="theme/theme1.xml"/><Relationship Id="rId10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100" Type="http://schemas.openxmlformats.org/officeDocument/2006/relationships/slide" Target="slides/slide99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95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24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0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23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8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748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20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82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07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98859-3051-8045-A344-D55C568FF62B}" type="datetimeFigureOut">
              <a:rPr lang="en-US" smtClean="0"/>
              <a:t>10/28/14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04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Relationship Id="rId3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Relationship Id="rId3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32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32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2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41.png"/><Relationship Id="rId7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6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2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6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6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38.png"/><Relationship Id="rId7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gif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mascot3.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0"/>
            <a:ext cx="2542922" cy="2542922"/>
          </a:xfrm>
          <a:prstGeom prst="rect">
            <a:avLst/>
          </a:prstGeom>
        </p:spPr>
      </p:pic>
      <p:pic>
        <p:nvPicPr>
          <p:cNvPr id="5" name="Picture 4" descr="mascot1.2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0050" y="0"/>
            <a:ext cx="2569887" cy="2569887"/>
          </a:xfrm>
          <a:prstGeom prst="rect">
            <a:avLst/>
          </a:prstGeom>
        </p:spPr>
      </p:pic>
      <p:pic>
        <p:nvPicPr>
          <p:cNvPr id="7" name="Picture 6" descr="mascot5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0"/>
            <a:ext cx="2573096" cy="2573096"/>
          </a:xfrm>
          <a:prstGeom prst="rect">
            <a:avLst/>
          </a:prstGeom>
        </p:spPr>
      </p:pic>
      <p:pic>
        <p:nvPicPr>
          <p:cNvPr id="8" name="Picture 7" descr="mascot6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45" y="1808574"/>
            <a:ext cx="2944819" cy="2944819"/>
          </a:xfrm>
          <a:prstGeom prst="rect">
            <a:avLst/>
          </a:prstGeom>
        </p:spPr>
      </p:pic>
      <p:pic>
        <p:nvPicPr>
          <p:cNvPr id="9" name="Picture 8" descr="mascot7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6" y="2010109"/>
            <a:ext cx="2517045" cy="2517045"/>
          </a:xfrm>
          <a:prstGeom prst="rect">
            <a:avLst/>
          </a:prstGeom>
        </p:spPr>
      </p:pic>
      <p:pic>
        <p:nvPicPr>
          <p:cNvPr id="10" name="Picture 9" descr="mascot7.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1808574"/>
            <a:ext cx="2718580" cy="2718580"/>
          </a:xfrm>
          <a:prstGeom prst="rect">
            <a:avLst/>
          </a:prstGeom>
        </p:spPr>
      </p:pic>
      <p:pic>
        <p:nvPicPr>
          <p:cNvPr id="11" name="Picture 10" descr="mascot8.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3879212"/>
            <a:ext cx="2741509" cy="2741509"/>
          </a:xfrm>
          <a:prstGeom prst="rect">
            <a:avLst/>
          </a:prstGeom>
        </p:spPr>
      </p:pic>
      <p:pic>
        <p:nvPicPr>
          <p:cNvPr id="12" name="Picture 11" descr="Mascot8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365" y="4093446"/>
            <a:ext cx="2527275" cy="2527275"/>
          </a:xfrm>
          <a:prstGeom prst="rect">
            <a:avLst/>
          </a:prstGeom>
        </p:spPr>
      </p:pic>
      <p:pic>
        <p:nvPicPr>
          <p:cNvPr id="13" name="Picture 12" descr="mascot9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3879212"/>
            <a:ext cx="2718580" cy="271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501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-255424" y="376344"/>
            <a:ext cx="10765915" cy="3268133"/>
          </a:xfrm>
          <a:prstGeom prst="rect">
            <a:avLst/>
          </a:prstGeom>
          <a:solidFill>
            <a:srgbClr val="234169"/>
          </a:solidFill>
          <a:ln w="762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66505" y="115239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6176744" y="2574485"/>
            <a:ext cx="687808" cy="66724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-94533" y="2664020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240192" y="2500548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183863" y="302842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927046" y="2897530"/>
            <a:ext cx="818433" cy="79396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308513" y="2693647"/>
            <a:ext cx="1534456" cy="148857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923746" y="2542351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4958045" y="2828450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2162573" y="1585419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03734" y="2478000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331901" y="2121632"/>
            <a:ext cx="823204" cy="798593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4061580" y="2644449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534699" y="2459144"/>
            <a:ext cx="422379" cy="409751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59119" y="2213710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95874" y="1566331"/>
            <a:ext cx="6749941" cy="2049032"/>
          </a:xfrm>
          <a:prstGeom prst="rect">
            <a:avLst/>
          </a:prstGeom>
          <a:noFill/>
          <a:ln w="952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6124">
            <a:off x="278979" y="1241866"/>
            <a:ext cx="2607733" cy="2607733"/>
          </a:xfrm>
          <a:prstGeom prst="rect">
            <a:avLst/>
          </a:prstGeom>
          <a:effectLst>
            <a:outerShdw dist="88900" dir="1560000" algn="tl" rotWithShape="0">
              <a:schemeClr val="bg1">
                <a:lumMod val="65000"/>
              </a:scheme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2640806" y="1778924"/>
            <a:ext cx="4730750" cy="1169551"/>
          </a:xfrm>
          <a:prstGeom prst="rect">
            <a:avLst/>
          </a:prstGeom>
          <a:noFill/>
          <a:effectLst>
            <a:outerShdw blurRad="50800" dist="63500" dir="2700000" algn="tl" rotWithShape="0">
              <a:schemeClr val="tx1">
                <a:lumMod val="95000"/>
                <a:lumOff val="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35814520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-441687" y="376344"/>
            <a:ext cx="10765915" cy="3268133"/>
          </a:xfrm>
          <a:prstGeom prst="rect">
            <a:avLst/>
          </a:prstGeom>
          <a:solidFill>
            <a:srgbClr val="234169"/>
          </a:solidFill>
          <a:ln w="762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19639" y="3028429"/>
            <a:ext cx="925774" cy="8980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-119758" y="98306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5990481" y="2574485"/>
            <a:ext cx="687808" cy="66724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-441687" y="2443825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053929" y="2500548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997600" y="3028429"/>
            <a:ext cx="1943671" cy="1885560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2740783" y="2897530"/>
            <a:ext cx="818433" cy="79396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122250" y="2693647"/>
            <a:ext cx="1534456" cy="148857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7891347" y="2542351"/>
            <a:ext cx="462887" cy="449048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737483" y="2542351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4771782" y="2828450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1790047" y="1231192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317471" y="2478000"/>
            <a:ext cx="402942" cy="390895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145638" y="2121632"/>
            <a:ext cx="823204" cy="798593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875317" y="2644449"/>
            <a:ext cx="1471697" cy="1427697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348436" y="2459144"/>
            <a:ext cx="422379" cy="409751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672856" y="2213710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09611" y="948267"/>
            <a:ext cx="8785974" cy="2667096"/>
          </a:xfrm>
          <a:prstGeom prst="rect">
            <a:avLst/>
          </a:prstGeom>
          <a:noFill/>
          <a:ln w="952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7.1.png"/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91"/>
                    </a14:imgEffect>
                    <a14:imgEffect>
                      <a14:saturation sat="400000"/>
                    </a14:imgEffect>
                    <a14:imgEffect>
                      <a14:brightnessContrast contrast="-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6124">
            <a:off x="292644" y="892958"/>
            <a:ext cx="2723879" cy="2723879"/>
          </a:xfrm>
          <a:prstGeom prst="rect">
            <a:avLst/>
          </a:prstGeom>
          <a:effectLst>
            <a:outerShdw dist="88900" dir="1560000" algn="tl" rotWithShape="0">
              <a:schemeClr val="bg1">
                <a:lumMod val="65000"/>
              </a:scheme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2968842" y="1382660"/>
            <a:ext cx="5371179" cy="1323439"/>
          </a:xfrm>
          <a:prstGeom prst="rect">
            <a:avLst/>
          </a:prstGeom>
          <a:noFill/>
          <a:effectLst>
            <a:outerShdw blurRad="50800" dist="63500" dir="2700000" algn="tl" rotWithShape="0">
              <a:schemeClr val="tx1">
                <a:lumMod val="95000"/>
                <a:lumOff val="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8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8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8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354234" y="3028429"/>
            <a:ext cx="252998" cy="245434"/>
          </a:xfrm>
          <a:prstGeom prst="ellipse">
            <a:avLst/>
          </a:prstGeom>
          <a:solidFill>
            <a:srgbClr val="6BA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1641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mascot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367" y="1515403"/>
            <a:ext cx="3689376" cy="368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9221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14545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scot8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420" y="1800968"/>
            <a:ext cx="3240581" cy="3240581"/>
          </a:xfrm>
          <a:prstGeom prst="rect">
            <a:avLst/>
          </a:prstGeom>
          <a:effectLst>
            <a:outerShdw blurRad="50800" dist="889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0173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4429700" y="1414245"/>
            <a:ext cx="2160012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9411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scot8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160" y="134784"/>
            <a:ext cx="2741509" cy="274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228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642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71344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6428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979616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674430" y="487045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54014" y="2302623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754014" y="31997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48653" y="4046376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48653" y="4964200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54014" y="58459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653" y="2178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34" y="5840591"/>
            <a:ext cx="610664" cy="692480"/>
          </a:xfrm>
          <a:prstGeom prst="rect">
            <a:avLst/>
          </a:prstGeom>
        </p:spPr>
      </p:pic>
      <p:pic>
        <p:nvPicPr>
          <p:cNvPr id="34" name="Picture 33" descr="map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63" y="3197361"/>
            <a:ext cx="624219" cy="624219"/>
          </a:xfrm>
          <a:prstGeom prst="rect">
            <a:avLst/>
          </a:prstGeom>
        </p:spPr>
      </p:pic>
      <p:sp>
        <p:nvSpPr>
          <p:cNvPr id="35" name="Heart 34"/>
          <p:cNvSpPr/>
          <p:nvPr/>
        </p:nvSpPr>
        <p:spPr>
          <a:xfrm>
            <a:off x="964158" y="5114878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814544" y="3988345"/>
            <a:ext cx="757338" cy="75733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979616" y="2302623"/>
            <a:ext cx="4572619" cy="6506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1979616" y="3226581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141733" y="3323105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Chevron 40"/>
          <p:cNvSpPr/>
          <p:nvPr/>
        </p:nvSpPr>
        <p:spPr>
          <a:xfrm rot="10800000">
            <a:off x="6030274" y="510472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5385256" y="148396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5388371" y="167253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385256" y="185031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onut 44"/>
          <p:cNvSpPr/>
          <p:nvPr/>
        </p:nvSpPr>
        <p:spPr>
          <a:xfrm>
            <a:off x="6169500" y="1483968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 rot="2586247">
            <a:off x="6353310" y="1718591"/>
            <a:ext cx="119738" cy="6412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strip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82" y="3611391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8" name="Heart 47"/>
          <p:cNvSpPr/>
          <p:nvPr/>
        </p:nvSpPr>
        <p:spPr>
          <a:xfrm>
            <a:off x="6602244" y="602698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6866878" y="145742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995682" y="5245245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14334" y="5339805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537521" y="1519565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967200" y="6076244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74703" y="6058217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169500" y="4409657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Search Blogger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8035510" y="1474412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9022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89" y="1955677"/>
            <a:ext cx="1405965" cy="1405965"/>
          </a:xfrm>
          <a:prstGeom prst="rect">
            <a:avLst/>
          </a:prstGeom>
        </p:spPr>
      </p:pic>
      <p:pic>
        <p:nvPicPr>
          <p:cNvPr id="3" name="Picture 2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383" y="286219"/>
            <a:ext cx="1469851" cy="1469851"/>
          </a:xfrm>
          <a:prstGeom prst="rect">
            <a:avLst/>
          </a:prstGeom>
        </p:spPr>
      </p:pic>
      <p:pic>
        <p:nvPicPr>
          <p:cNvPr id="4" name="Picture 3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90" y="3507326"/>
            <a:ext cx="1538450" cy="1538450"/>
          </a:xfrm>
          <a:prstGeom prst="rect">
            <a:avLst/>
          </a:prstGeom>
        </p:spPr>
      </p:pic>
      <p:pic>
        <p:nvPicPr>
          <p:cNvPr id="5" name="Picture 4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118" y="3539076"/>
            <a:ext cx="1548854" cy="1548854"/>
          </a:xfrm>
          <a:prstGeom prst="rect">
            <a:avLst/>
          </a:prstGeom>
        </p:spPr>
      </p:pic>
      <p:pic>
        <p:nvPicPr>
          <p:cNvPr id="6" name="Picture 5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0" y="338591"/>
            <a:ext cx="1397333" cy="1397333"/>
          </a:xfrm>
          <a:prstGeom prst="rect">
            <a:avLst/>
          </a:prstGeom>
        </p:spPr>
      </p:pic>
      <p:pic>
        <p:nvPicPr>
          <p:cNvPr id="7" name="Picture 6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425" y="1944310"/>
            <a:ext cx="1437332" cy="1437332"/>
          </a:xfrm>
          <a:prstGeom prst="rect">
            <a:avLst/>
          </a:prstGeom>
        </p:spPr>
      </p:pic>
      <p:pic>
        <p:nvPicPr>
          <p:cNvPr id="8" name="Picture 7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229" y="5120990"/>
            <a:ext cx="1654145" cy="1654145"/>
          </a:xfrm>
          <a:prstGeom prst="rect">
            <a:avLst/>
          </a:prstGeom>
        </p:spPr>
      </p:pic>
      <p:pic>
        <p:nvPicPr>
          <p:cNvPr id="9" name="Picture 8" descr="pe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245" y="5176076"/>
            <a:ext cx="1456184" cy="1456184"/>
          </a:xfrm>
          <a:prstGeom prst="rect">
            <a:avLst/>
          </a:prstGeom>
        </p:spPr>
      </p:pic>
      <p:pic>
        <p:nvPicPr>
          <p:cNvPr id="10" name="Picture 9" descr="DUser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374" y="338591"/>
            <a:ext cx="1365250" cy="1365250"/>
          </a:xfrm>
          <a:prstGeom prst="rect">
            <a:avLst/>
          </a:prstGeom>
        </p:spPr>
      </p:pic>
      <p:pic>
        <p:nvPicPr>
          <p:cNvPr id="11" name="Picture 10" descr="stationaryicon.png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139" y="3502189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436" y="3594545"/>
            <a:ext cx="1324607" cy="1324607"/>
          </a:xfrm>
          <a:prstGeom prst="rect">
            <a:avLst/>
          </a:prstGeom>
        </p:spPr>
      </p:pic>
      <p:pic>
        <p:nvPicPr>
          <p:cNvPr id="13" name="Picture 12" descr="containericon.png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498" y="5368973"/>
            <a:ext cx="1234563" cy="1234563"/>
          </a:xfrm>
          <a:prstGeom prst="rect">
            <a:avLst/>
          </a:prstGeom>
        </p:spPr>
      </p:pic>
      <p:pic>
        <p:nvPicPr>
          <p:cNvPr id="14" name="Picture 13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20" y="5203855"/>
            <a:ext cx="1654145" cy="1654145"/>
          </a:xfrm>
          <a:prstGeom prst="rect">
            <a:avLst/>
          </a:prstGeom>
        </p:spPr>
      </p:pic>
      <p:pic>
        <p:nvPicPr>
          <p:cNvPr id="15" name="Picture 14" descr="button3icon.png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1470" y="1914651"/>
            <a:ext cx="1387984" cy="1387984"/>
          </a:xfrm>
          <a:prstGeom prst="rect">
            <a:avLst/>
          </a:prstGeom>
        </p:spPr>
      </p:pic>
      <p:pic>
        <p:nvPicPr>
          <p:cNvPr id="16" name="Picture 15" descr="fabricicon4.png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436" y="1898576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431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81250" y="2454454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14494960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413000" y="438329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603500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58394" y="2065662"/>
            <a:ext cx="3422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FFFFFF"/>
                </a:solidFill>
                <a:latin typeface="MAW "/>
                <a:cs typeface="MAW "/>
              </a:rPr>
              <a:t>Tab to get started !</a:t>
            </a:r>
            <a:endParaRPr lang="en-US" sz="28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" name="Freeform 3"/>
          <p:cNvSpPr/>
          <p:nvPr/>
        </p:nvSpPr>
        <p:spPr>
          <a:xfrm>
            <a:off x="3810162" y="2586302"/>
            <a:ext cx="278793" cy="449197"/>
          </a:xfrm>
          <a:custGeom>
            <a:avLst/>
            <a:gdLst>
              <a:gd name="connsiteX0" fmla="*/ 278793 w 278793"/>
              <a:gd name="connsiteY0" fmla="*/ 449197 h 449197"/>
              <a:gd name="connsiteX1" fmla="*/ 170373 w 278793"/>
              <a:gd name="connsiteY1" fmla="*/ 402729 h 449197"/>
              <a:gd name="connsiteX2" fmla="*/ 77443 w 278793"/>
              <a:gd name="connsiteY2" fmla="*/ 263323 h 449197"/>
              <a:gd name="connsiteX3" fmla="*/ 15489 w 278793"/>
              <a:gd name="connsiteY3" fmla="*/ 77448 h 449197"/>
              <a:gd name="connsiteX4" fmla="*/ 0 w 278793"/>
              <a:gd name="connsiteY4" fmla="*/ 0 h 449197"/>
              <a:gd name="connsiteX5" fmla="*/ 0 w 278793"/>
              <a:gd name="connsiteY5" fmla="*/ 0 h 449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8793" h="449197">
                <a:moveTo>
                  <a:pt x="278793" y="449197"/>
                </a:moveTo>
                <a:cubicBezTo>
                  <a:pt x="241362" y="441452"/>
                  <a:pt x="203931" y="433708"/>
                  <a:pt x="170373" y="402729"/>
                </a:cubicBezTo>
                <a:cubicBezTo>
                  <a:pt x="136815" y="371750"/>
                  <a:pt x="103257" y="317537"/>
                  <a:pt x="77443" y="263323"/>
                </a:cubicBezTo>
                <a:cubicBezTo>
                  <a:pt x="51629" y="209109"/>
                  <a:pt x="28396" y="121335"/>
                  <a:pt x="15489" y="77448"/>
                </a:cubicBezTo>
                <a:cubicBezTo>
                  <a:pt x="2582" y="33561"/>
                  <a:pt x="0" y="0"/>
                  <a:pt x="0" y="0"/>
                </a:cubicBezTo>
                <a:lnTo>
                  <a:pt x="0" y="0"/>
                </a:lnTo>
              </a:path>
            </a:pathLst>
          </a:cu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741199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2" name="Rounded Rectangle 21"/>
          <p:cNvSpPr/>
          <p:nvPr/>
        </p:nvSpPr>
        <p:spPr>
          <a:xfrm rot="1006503">
            <a:off x="4048385" y="3031423"/>
            <a:ext cx="2001322" cy="194588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170363" y="3133179"/>
            <a:ext cx="1778146" cy="1724983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4655">
            <a:off x="3992007" y="2928787"/>
            <a:ext cx="2063101" cy="2063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27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23491" y="3649487"/>
            <a:ext cx="452833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spc="30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3200" spc="30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 are not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connected to the internet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314653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52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00400" y="-428625"/>
            <a:ext cx="435610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sign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up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56037" y="369385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56037" y="425969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56037" y="480846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71762" y="365789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19387" y="422373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25927" y="4813780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Re-Password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69453" y="5844619"/>
            <a:ext cx="6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I am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2" name="Oval 21"/>
          <p:cNvSpPr/>
          <p:nvPr/>
        </p:nvSpPr>
        <p:spPr>
          <a:xfrm>
            <a:off x="3602162" y="592835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661789" y="5975819"/>
            <a:ext cx="136154" cy="14880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813632" y="5844619"/>
            <a:ext cx="107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Blogger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5" name="Oval 24"/>
          <p:cNvSpPr/>
          <p:nvPr/>
        </p:nvSpPr>
        <p:spPr>
          <a:xfrm>
            <a:off x="4767721" y="592835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979191" y="5844619"/>
            <a:ext cx="132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Shopkeeper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9219" y="6333896"/>
            <a:ext cx="870917" cy="39733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53746" y="535791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122178" y="5357915"/>
            <a:ext cx="77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665323"/>
            <a:ext cx="2503603" cy="250360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890096" y="3020932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48316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3454400" y="-422770"/>
            <a:ext cx="275272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in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56037" y="21431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13023" y="21431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56037" y="28670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13023" y="28670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08516" y="3557588"/>
            <a:ext cx="971621" cy="384909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79911" y="4119007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FFAD24"/>
                </a:solidFill>
              </a:rPr>
              <a:t>Forgot Password ?</a:t>
            </a:r>
            <a:endParaRPr lang="en-US" u="sng" dirty="0">
              <a:solidFill>
                <a:srgbClr val="FFAD24"/>
              </a:solidFill>
            </a:endParaRPr>
          </a:p>
        </p:txBody>
      </p:sp>
      <p:sp>
        <p:nvSpPr>
          <p:cNvPr id="13" name="Chevron 1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03557" y="6293272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16445" y="6278261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5771519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168" y="3339698"/>
            <a:ext cx="3599078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password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has been sent to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Email</a:t>
            </a:r>
            <a:r>
              <a:rPr lang="en-US" sz="3300" spc="300" dirty="0">
                <a:solidFill>
                  <a:srgbClr val="FFDE5B"/>
                </a:solidFill>
                <a:latin typeface="MAW "/>
                <a:cs typeface="MAW "/>
              </a:rPr>
              <a:t>.</a:t>
            </a:r>
            <a:r>
              <a:rPr lang="en-US" sz="33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</a:p>
          <a:p>
            <a:pPr algn="ctr"/>
            <a:r>
              <a:rPr lang="en-US" sz="4400" spc="300" dirty="0" smtClean="0">
                <a:solidFill>
                  <a:srgbClr val="FFAD24"/>
                </a:solidFill>
                <a:latin typeface="MAW "/>
                <a:cs typeface="MAW "/>
              </a:rPr>
              <a:t>Please check.</a:t>
            </a:r>
            <a:endParaRPr lang="en-US" sz="44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endingicon3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562" y="895448"/>
            <a:ext cx="2666030" cy="266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771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VISITOR</a:t>
            </a:r>
          </a:p>
          <a:p>
            <a:pPr algn="ctr"/>
            <a:r>
              <a:rPr lang="en-US" sz="8000" spc="600" dirty="0" smtClean="0">
                <a:solidFill>
                  <a:schemeClr val="bg1">
                    <a:lumMod val="75000"/>
                  </a:schemeClr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chemeClr val="bg1">
                  <a:lumMod val="75000"/>
                </a:schemeClr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7063104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396577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948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924269" y="5373492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712680" y="3946134"/>
            <a:ext cx="37949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15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15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15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15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463060" y="5395773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6" name="Picture 45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560" y="1704240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358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58070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901754" y="4674116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40545" y="4696397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004864"/>
            <a:ext cx="2334834" cy="23348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12680" y="3180968"/>
            <a:ext cx="37949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15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15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15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15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150" dirty="0">
              <a:solidFill>
                <a:srgbClr val="FFAD24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7848144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707709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42899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9280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26345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713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3093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17025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3381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9" name="Chevron 2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2604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061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1531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7" name="Chevron 3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2824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40078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6521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95509" y="83042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95132" y="484838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25721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716581" y="918297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42303"/>
            <a:ext cx="264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6" y="2933401"/>
            <a:ext cx="23567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78851" y="48809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075528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3084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10488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3562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3933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5850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5850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8964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9543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6056164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6103248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Heart 41"/>
          <p:cNvSpPr/>
          <p:nvPr/>
        </p:nvSpPr>
        <p:spPr>
          <a:xfrm>
            <a:off x="5000134" y="622500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78121" y="205559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helloimtoey@gmail.com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977434"/>
            <a:ext cx="2124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8739651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BLOGGER 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534727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5634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416145" y="3417049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16145" y="438302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5272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46883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59180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92999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2626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35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0531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33306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91047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2" name="Picture 5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3" name="Heart 5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5" name="Straight Connector 5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Delay 5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hevron 6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7755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71220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218304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6018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30218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56359" y="18466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058005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46666" y="78158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2746289" y="47995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5914648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2061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402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7486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6596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6" name="Picture 4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7" name="Heart 4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9" name="Straight Connector 4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elay 5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2746289" y="478326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083691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347786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68860" y="660844"/>
            <a:ext cx="3496781" cy="32448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68860" y="660844"/>
            <a:ext cx="3478092" cy="32448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68860" y="660844"/>
            <a:ext cx="3523387" cy="324482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734" y="4133217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07589" y="5205068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396793" y="4133217"/>
            <a:ext cx="2850159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96527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7238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69476" y="6334450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8" y="1986596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10790" y="3027467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057" y="356051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427314" y="3611531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336" y="4486794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443593" y="4515948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8" name="Picture 3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592" y="5384369"/>
            <a:ext cx="649564" cy="6495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463849" y="540744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96793" y="1955616"/>
            <a:ext cx="2850160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77611" y="42987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977611" y="5235520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8498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385201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ps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651126" y="1164287"/>
            <a:ext cx="1554494" cy="3547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Categories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77421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0139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9064379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0199" y="784558"/>
            <a:ext cx="3467556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73685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61737" y="4677699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5966131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59" y="1"/>
            <a:ext cx="4511789" cy="6192562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36880" y="217196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20130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958862" y="-395569"/>
            <a:ext cx="3470514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around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Teardrop 23"/>
          <p:cNvSpPr/>
          <p:nvPr/>
        </p:nvSpPr>
        <p:spPr>
          <a:xfrm rot="7921972">
            <a:off x="2988780" y="3426171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97185" y="353175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ardrop 25"/>
          <p:cNvSpPr/>
          <p:nvPr/>
        </p:nvSpPr>
        <p:spPr>
          <a:xfrm rot="7921972">
            <a:off x="4427838" y="4693725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536243" y="4799313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Teardrop 27"/>
          <p:cNvSpPr/>
          <p:nvPr/>
        </p:nvSpPr>
        <p:spPr>
          <a:xfrm rot="7921972">
            <a:off x="5681359" y="2951052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89764" y="3056640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418285" y="2139405"/>
            <a:ext cx="10522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A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25099" y="3828683"/>
            <a:ext cx="1154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B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257501" y="3379414"/>
            <a:ext cx="1239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latin typeface="Roboto Regular"/>
                <a:cs typeface="Roboto Regular"/>
              </a:rPr>
              <a:t>Shop C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46320" y="5103280"/>
            <a:ext cx="12333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D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15466" y="3284124"/>
            <a:ext cx="193141" cy="182676"/>
          </a:xfrm>
          <a:prstGeom prst="ellipse">
            <a:avLst/>
          </a:prstGeom>
          <a:solidFill>
            <a:srgbClr val="3366FF"/>
          </a:solidFill>
          <a:ln>
            <a:noFill/>
          </a:ln>
          <a:effectLst>
            <a:glow rad="469900">
              <a:schemeClr val="tx2">
                <a:lumMod val="40000"/>
                <a:lumOff val="60000"/>
                <a:alpha val="48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777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79975" y="-365805"/>
            <a:ext cx="5675551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whats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new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7" y="1044274"/>
            <a:ext cx="354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Commented on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9233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0189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29" name="Picture 28" descr="commenticon3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488" y="1038578"/>
            <a:ext cx="738995" cy="738995"/>
          </a:xfrm>
          <a:prstGeom prst="rect">
            <a:avLst/>
          </a:prstGeom>
        </p:spPr>
      </p:pic>
      <p:pic>
        <p:nvPicPr>
          <p:cNvPr id="30" name="Picture 29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306" y="2092132"/>
            <a:ext cx="729121" cy="729121"/>
          </a:xfrm>
          <a:prstGeom prst="rect">
            <a:avLst/>
          </a:prstGeom>
        </p:spPr>
      </p:pic>
      <p:pic>
        <p:nvPicPr>
          <p:cNvPr id="32" name="Picture 31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578" y="3180456"/>
            <a:ext cx="729121" cy="729121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441400" y="513117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28629" y="4282262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Followed you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16" name="Picture 15" descr="followed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25" y="4232558"/>
            <a:ext cx="751344" cy="75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7579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29025" y="4283454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HanDIYcraft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7890" y="4283454"/>
            <a:ext cx="608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Title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577155" y="4946966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960086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959894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5107551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1073709"/>
            <a:ext cx="2302059" cy="2302059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2955325" y="349121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243961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0330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8388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42" name="Rounded Rectangle 41"/>
          <p:cNvSpPr/>
          <p:nvPr/>
        </p:nvSpPr>
        <p:spPr>
          <a:xfrm>
            <a:off x="3125176" y="5262237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8972510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547531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22" name="Rounded Rectangle 21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681775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741488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Step 1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40" name="Rounded Rectangle 39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12168089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3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0931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6055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Shopkeeper A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0861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CCB55"/>
                </a:solidFill>
                <a:latin typeface="Roboto Regular"/>
                <a:cs typeface="Roboto Regular"/>
              </a:rPr>
              <a:t>Shopkeeper 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B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1817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CCB55"/>
                </a:solidFill>
                <a:latin typeface="Roboto Regular"/>
                <a:cs typeface="Roboto Regular"/>
              </a:rPr>
              <a:t>Shopkeeper C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752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19024" y="-17768"/>
            <a:ext cx="335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FCCB55"/>
                </a:solidFill>
                <a:latin typeface="MAW "/>
                <a:cs typeface="MAW "/>
              </a:rPr>
              <a:t>Shopkeeper A</a:t>
            </a:r>
            <a:endParaRPr lang="en-US" sz="40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Shop </a:t>
            </a:r>
            <a:endParaRPr lang="en-US" spc="300" dirty="0"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17375E"/>
                </a:solidFill>
              </a:rPr>
              <a:t>Send</a:t>
            </a:r>
            <a:endParaRPr lang="en-US" dirty="0">
              <a:solidFill>
                <a:srgbClr val="17375E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57" y="966034"/>
            <a:ext cx="860058" cy="860058"/>
          </a:xfrm>
          <a:prstGeom prst="rect">
            <a:avLst/>
          </a:prstGeom>
        </p:spPr>
      </p:pic>
      <p:pic>
        <p:nvPicPr>
          <p:cNvPr id="26" name="Picture 2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251" y="2016825"/>
            <a:ext cx="860058" cy="860058"/>
          </a:xfrm>
          <a:prstGeom prst="rect">
            <a:avLst/>
          </a:prstGeom>
        </p:spPr>
      </p:pic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57" y="3345292"/>
            <a:ext cx="860058" cy="86005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2453718" y="454580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220053" y="1060554"/>
            <a:ext cx="142012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</a:p>
          <a:p>
            <a:r>
              <a:rPr lang="en-US" sz="1600" dirty="0">
                <a:solidFill>
                  <a:schemeClr val="bg1"/>
                </a:solidFill>
                <a:latin typeface="Roboto Regular"/>
                <a:cs typeface="Roboto Regular"/>
              </a:rPr>
              <a:t>Hi :-)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20053" y="2108617"/>
            <a:ext cx="310283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Shopkeeper A</a:t>
            </a:r>
          </a:p>
          <a:p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Hello, may I help you?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0309" y="3218176"/>
            <a:ext cx="27186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I want to ask you about the knitting wools. </a:t>
            </a:r>
            <a:endParaRPr lang="en-US" sz="1600" dirty="0" smtClean="0">
              <a:solidFill>
                <a:srgbClr val="FFFFFF"/>
              </a:solidFill>
              <a:latin typeface="Roboto Regular"/>
              <a:cs typeface="Roboto Regular"/>
            </a:endParaRPr>
          </a:p>
          <a:p>
            <a:r>
              <a:rPr lang="en-US" sz="1600" dirty="0" smtClean="0">
                <a:solidFill>
                  <a:srgbClr val="FFFFFF"/>
                </a:solidFill>
                <a:latin typeface="Roboto Regular"/>
                <a:cs typeface="Roboto Regular"/>
              </a:rPr>
              <a:t>Is </a:t>
            </a:r>
            <a:r>
              <a:rPr lang="en-US" sz="1600" dirty="0">
                <a:solidFill>
                  <a:srgbClr val="FFFFFF"/>
                </a:solidFill>
                <a:latin typeface="Roboto Regular"/>
                <a:cs typeface="Roboto Regular"/>
              </a:rPr>
              <a:t>it available in your shop?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33663" y="1245752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871559" y="2293559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880478" y="3666968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Roboto Regular"/>
                <a:cs typeface="Roboto Regular"/>
              </a:rPr>
              <a:t>11.11 am</a:t>
            </a:r>
            <a:endParaRPr lang="en-US" sz="1200" dirty="0">
              <a:solidFill>
                <a:schemeClr val="accent1">
                  <a:lumMod val="40000"/>
                  <a:lumOff val="60000"/>
                </a:schemeClr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6030026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6042" y="-82888"/>
            <a:ext cx="26969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75614" y="1781294"/>
            <a:ext cx="2471052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35959" y="1092013"/>
            <a:ext cx="966083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035005" y="2599749"/>
            <a:ext cx="2567037" cy="978341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Shop </a:t>
            </a:r>
            <a:endParaRPr lang="en-US" spc="300" dirty="0"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17375E"/>
                </a:solidFill>
              </a:rPr>
              <a:t>Send</a:t>
            </a:r>
            <a:endParaRPr lang="en-US" dirty="0">
              <a:solidFill>
                <a:srgbClr val="17375E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9917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6" name="Picture 35" descr="plus_icon_white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1487" y="-3385"/>
            <a:ext cx="844763" cy="84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894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5" name="Picture 34" descr="checked-checkbox-xxl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09" y="207027"/>
            <a:ext cx="450221" cy="4502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75603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34" name="Straight Connector 33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08956" y="993714"/>
            <a:ext cx="1803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5" name="Straight Connector 54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49024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mynameistoey@gmail.com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6787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2595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3586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91644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5" y="5552983"/>
            <a:ext cx="292618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50" name="Rounded Rectangle 49"/>
          <p:cNvSpPr/>
          <p:nvPr/>
        </p:nvSpPr>
        <p:spPr>
          <a:xfrm>
            <a:off x="3125175" y="4106142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5175" y="4861698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8088103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417283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79246" y="3750478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635" y="748109"/>
            <a:ext cx="2302059" cy="2302059"/>
          </a:xfrm>
          <a:prstGeom prst="rect">
            <a:avLst/>
          </a:prstGeom>
          <a:effectLst/>
        </p:spPr>
      </p:pic>
      <p:sp>
        <p:nvSpPr>
          <p:cNvPr id="39" name="Rounded Rectangle 38"/>
          <p:cNvSpPr/>
          <p:nvPr/>
        </p:nvSpPr>
        <p:spPr>
          <a:xfrm>
            <a:off x="2955325" y="3116770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8535086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3586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91644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5" y="5552983"/>
            <a:ext cx="292618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50" name="Rounded Rectangle 49"/>
          <p:cNvSpPr/>
          <p:nvPr/>
        </p:nvSpPr>
        <p:spPr>
          <a:xfrm>
            <a:off x="3125175" y="4106142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5175" y="4861698"/>
            <a:ext cx="2926190" cy="5823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Video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tutorial?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6366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74788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7444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980626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591439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4383189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4410772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714163"/>
            <a:ext cx="2503603" cy="250360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90096" y="3053492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2053931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29368250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5457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SHOPKEEPER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457697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691948" y="-42994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strip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1" name="Rectangle 40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8" name="Donut 47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8773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20538" y="2539771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Search Blogger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20538" y="346664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23469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0033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76255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785" y="730402"/>
            <a:ext cx="1447563" cy="14475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5321" y="1950635"/>
            <a:ext cx="1902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Shopper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903498"/>
            <a:ext cx="3746500" cy="35129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305100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305100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305100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938485" y="2362605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shopismylife@gmail.com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617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44146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910429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058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446793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1371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2111122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2440093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8844920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chemeClr val="bg1"/>
                </a:solidFill>
              </a:rPr>
              <a:t>Location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988541" y="264765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shop?</a:t>
            </a:r>
            <a:endParaRPr lang="en-US" dirty="0">
              <a:latin typeface="Roboto Regular"/>
              <a:cs typeface="Roboto Regular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108558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636502" y="4544483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542592" y="4156264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52" name="Chevron 51"/>
          <p:cNvSpPr/>
          <p:nvPr/>
        </p:nvSpPr>
        <p:spPr>
          <a:xfrm>
            <a:off x="5892672" y="4959327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909645" y="4815109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68" name="Picture 6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115" y="462144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9" name="Picture 68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23919" y="4587354"/>
            <a:ext cx="320015" cy="452319"/>
          </a:xfrm>
          <a:prstGeom prst="rect">
            <a:avLst/>
          </a:prstGeom>
        </p:spPr>
      </p:pic>
      <p:pic>
        <p:nvPicPr>
          <p:cNvPr id="70" name="Picture 69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471" y="4630883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1" name="Picture 70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12275" y="4596795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668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0587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83" y="4679587"/>
            <a:ext cx="3390571" cy="111307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567543" y="416739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861859" y="508406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5" name="Teardrop 44"/>
          <p:cNvSpPr/>
          <p:nvPr/>
        </p:nvSpPr>
        <p:spPr>
          <a:xfrm rot="7921972">
            <a:off x="4479753" y="4868646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588158" y="4974234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222867" y="5315173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671076" y="2756687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2577166" y="2368468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69" name="Chevron 68"/>
          <p:cNvSpPr/>
          <p:nvPr/>
        </p:nvSpPr>
        <p:spPr>
          <a:xfrm>
            <a:off x="5927246" y="318702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969755" y="3040294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5" name="Picture 4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52" y="2843291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0" name="Picture 69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1456" y="2809203"/>
            <a:ext cx="320015" cy="452319"/>
          </a:xfrm>
          <a:prstGeom prst="rect">
            <a:avLst/>
          </a:prstGeom>
        </p:spPr>
      </p:pic>
      <p:pic>
        <p:nvPicPr>
          <p:cNvPr id="72" name="Picture 71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008" y="285273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3" name="Picture 72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9812" y="2818644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81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3668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1660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7240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28614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128823" y="-429949"/>
            <a:ext cx="332561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blog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ger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9" name="Picture 3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1384264"/>
            <a:ext cx="860058" cy="860058"/>
          </a:xfrm>
          <a:prstGeom prst="rect">
            <a:avLst/>
          </a:prstGeom>
        </p:spPr>
      </p:pic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435055"/>
            <a:ext cx="860058" cy="860058"/>
          </a:xfrm>
          <a:prstGeom prst="rect">
            <a:avLst/>
          </a:prstGeom>
        </p:spPr>
      </p:pic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519322"/>
            <a:ext cx="860058" cy="860058"/>
          </a:xfrm>
          <a:prstGeom prst="rect">
            <a:avLst/>
          </a:prstGeom>
        </p:spPr>
      </p:pic>
      <p:cxnSp>
        <p:nvCxnSpPr>
          <p:cNvPr id="42" name="Straight Connector 41"/>
          <p:cNvCxnSpPr/>
          <p:nvPr/>
        </p:nvCxnSpPr>
        <p:spPr>
          <a:xfrm>
            <a:off x="2410424" y="2306282"/>
            <a:ext cx="402703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2441400" y="3403543"/>
            <a:ext cx="3996056" cy="479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441400" y="4485316"/>
            <a:ext cx="3996056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01458" y="146250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Follower: 555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01458" y="251056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888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321714" y="362012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111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755776" y="3408333"/>
            <a:ext cx="655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000" dirty="0">
                <a:solidFill>
                  <a:prstClr val="white"/>
                </a:solidFill>
              </a:rPr>
              <a:t> 1 :-)</a:t>
            </a:r>
            <a:endParaRPr lang="en-US" sz="2000" b="1" dirty="0">
              <a:solidFill>
                <a:srgbClr val="FCCB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7983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16169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8026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67276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38026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1140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1719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696279" y="2039446"/>
            <a:ext cx="37465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6279" y="219095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496644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33846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5732454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5779538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33846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33846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6" name="Picture 6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7" name="Heart 6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9" name="Straight Connector 6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Delay 7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Heart 74"/>
          <p:cNvSpPr/>
          <p:nvPr/>
        </p:nvSpPr>
        <p:spPr>
          <a:xfrm>
            <a:off x="5000134" y="586873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43869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88945" y="875027"/>
            <a:ext cx="2390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DE5B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FDE5B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7192449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652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4" name="Picture 23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6" name="Heart 2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068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81414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46289" y="483210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674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5317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30742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9852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46289" y="481582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7853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1456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08860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1934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76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83338" y="45113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ABC Shop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37201" y="4527658"/>
            <a:ext cx="9175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31468" y="5191170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700459" y="5188010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72339" y="5187818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73555" y="5335475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999104"/>
            <a:ext cx="2576104" cy="2576104"/>
          </a:xfrm>
          <a:prstGeom prst="rect">
            <a:avLst/>
          </a:prstGeom>
          <a:effectLst/>
        </p:spPr>
      </p:pic>
      <p:sp>
        <p:nvSpPr>
          <p:cNvPr id="25" name="Rounded Rectangle 24"/>
          <p:cNvSpPr/>
          <p:nvPr/>
        </p:nvSpPr>
        <p:spPr>
          <a:xfrm>
            <a:off x="2987106" y="3705324"/>
            <a:ext cx="3259065" cy="458788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Select Picture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4800254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64" name="Picture 6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4068819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1623547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9881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567543" y="426033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926167" y="517700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8299" y="4991128"/>
            <a:ext cx="317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You haven’t pin your location yet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45" name="Picture 44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2329655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828565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1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850445" y="-333609"/>
            <a:ext cx="4708127" cy="120032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2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loca</a:t>
            </a:r>
            <a:r>
              <a:rPr lang="en-US" sz="72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tion</a:t>
            </a:r>
            <a:endParaRPr lang="en-US" sz="72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36880" y="215568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823225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9311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4117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5073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853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31391" y="59602"/>
            <a:ext cx="312177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32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130990" y="1703844"/>
            <a:ext cx="2471052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75614" y="1014563"/>
            <a:ext cx="966083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75614" y="2537789"/>
            <a:ext cx="2567037" cy="97834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17375E"/>
                </a:solidFill>
                <a:latin typeface="MAW "/>
                <a:cs typeface="MAW "/>
              </a:rPr>
              <a:t>Send</a:t>
            </a:r>
            <a:endParaRPr lang="en-US" b="1" spc="300" dirty="0">
              <a:solidFill>
                <a:srgbClr val="17375E"/>
              </a:solidFill>
              <a:latin typeface="MAW 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701596" y="177143"/>
            <a:ext cx="950891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Profile </a:t>
            </a:r>
            <a:endParaRPr lang="en-US" spc="300" dirty="0"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59365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02997" y="4684888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07678" y="4684888"/>
            <a:ext cx="1847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25630" y="4989861"/>
            <a:ext cx="1207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68217" y="5011253"/>
            <a:ext cx="103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74747" y="3570369"/>
            <a:ext cx="3000661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32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4610635" y="4728641"/>
            <a:ext cx="0" cy="59828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440796" y="4190921"/>
            <a:ext cx="42143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20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5943444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9181" y="1084388"/>
            <a:ext cx="2778369" cy="277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717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9554</TotalTime>
  <Words>1228</Words>
  <Application>Microsoft Macintosh PowerPoint</Application>
  <PresentationFormat>On-screen Show (4:3)</PresentationFormat>
  <Paragraphs>546</Paragraphs>
  <Slides>101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0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480</cp:revision>
  <dcterms:created xsi:type="dcterms:W3CDTF">2014-05-02T09:30:10Z</dcterms:created>
  <dcterms:modified xsi:type="dcterms:W3CDTF">2014-10-28T04:52:26Z</dcterms:modified>
</cp:coreProperties>
</file>