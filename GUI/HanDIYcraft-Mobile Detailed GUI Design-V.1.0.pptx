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rels" ContentType="application/vnd.openxmlformats-package.relationships+xml"/>
  <Default Extension="wdp" ContentType="image/vnd.ms-photo"/>
  <Default Extension="gif" ContentType="image/gif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2" r:id="rId2"/>
    <p:sldId id="401" r:id="rId3"/>
    <p:sldId id="402" r:id="rId4"/>
    <p:sldId id="289" r:id="rId5"/>
    <p:sldId id="293" r:id="rId6"/>
    <p:sldId id="400" r:id="rId7"/>
    <p:sldId id="288" r:id="rId8"/>
    <p:sldId id="399" r:id="rId9"/>
    <p:sldId id="294" r:id="rId10"/>
    <p:sldId id="295" r:id="rId11"/>
    <p:sldId id="301" r:id="rId12"/>
    <p:sldId id="259" r:id="rId13"/>
    <p:sldId id="369" r:id="rId14"/>
    <p:sldId id="274" r:id="rId15"/>
    <p:sldId id="257" r:id="rId16"/>
    <p:sldId id="379" r:id="rId17"/>
    <p:sldId id="284" r:id="rId18"/>
    <p:sldId id="272" r:id="rId19"/>
    <p:sldId id="300" r:id="rId20"/>
    <p:sldId id="387" r:id="rId21"/>
    <p:sldId id="302" r:id="rId22"/>
    <p:sldId id="311" r:id="rId23"/>
    <p:sldId id="278" r:id="rId24"/>
    <p:sldId id="279" r:id="rId25"/>
    <p:sldId id="282" r:id="rId26"/>
    <p:sldId id="308" r:id="rId27"/>
    <p:sldId id="325" r:id="rId28"/>
    <p:sldId id="326" r:id="rId29"/>
    <p:sldId id="327" r:id="rId30"/>
    <p:sldId id="318" r:id="rId31"/>
    <p:sldId id="280" r:id="rId32"/>
    <p:sldId id="297" r:id="rId33"/>
    <p:sldId id="298" r:id="rId34"/>
    <p:sldId id="299" r:id="rId35"/>
    <p:sldId id="296" r:id="rId36"/>
    <p:sldId id="261" r:id="rId37"/>
    <p:sldId id="264" r:id="rId38"/>
    <p:sldId id="283" r:id="rId39"/>
    <p:sldId id="321" r:id="rId40"/>
    <p:sldId id="322" r:id="rId41"/>
    <p:sldId id="323" r:id="rId42"/>
    <p:sldId id="310" r:id="rId43"/>
    <p:sldId id="324" r:id="rId44"/>
    <p:sldId id="304" r:id="rId45"/>
    <p:sldId id="385" r:id="rId46"/>
    <p:sldId id="328" r:id="rId47"/>
    <p:sldId id="329" r:id="rId48"/>
    <p:sldId id="330" r:id="rId49"/>
    <p:sldId id="363" r:id="rId50"/>
    <p:sldId id="305" r:id="rId51"/>
    <p:sldId id="344" r:id="rId52"/>
    <p:sldId id="346" r:id="rId53"/>
    <p:sldId id="347" r:id="rId54"/>
    <p:sldId id="348" r:id="rId55"/>
    <p:sldId id="349" r:id="rId56"/>
    <p:sldId id="388" r:id="rId57"/>
    <p:sldId id="335" r:id="rId58"/>
    <p:sldId id="397" r:id="rId59"/>
    <p:sldId id="338" r:id="rId60"/>
    <p:sldId id="377" r:id="rId61"/>
    <p:sldId id="376" r:id="rId62"/>
    <p:sldId id="375" r:id="rId63"/>
    <p:sldId id="352" r:id="rId64"/>
    <p:sldId id="351" r:id="rId65"/>
    <p:sldId id="350" r:id="rId66"/>
    <p:sldId id="392" r:id="rId67"/>
    <p:sldId id="398" r:id="rId68"/>
    <p:sldId id="393" r:id="rId69"/>
    <p:sldId id="334" r:id="rId70"/>
    <p:sldId id="332" r:id="rId71"/>
    <p:sldId id="371" r:id="rId72"/>
    <p:sldId id="281" r:id="rId73"/>
    <p:sldId id="342" r:id="rId74"/>
    <p:sldId id="341" r:id="rId75"/>
    <p:sldId id="386" r:id="rId76"/>
    <p:sldId id="378" r:id="rId77"/>
    <p:sldId id="390" r:id="rId78"/>
    <p:sldId id="389" r:id="rId79"/>
    <p:sldId id="391" r:id="rId80"/>
    <p:sldId id="359" r:id="rId81"/>
    <p:sldId id="360" r:id="rId82"/>
    <p:sldId id="361" r:id="rId83"/>
    <p:sldId id="367" r:id="rId84"/>
    <p:sldId id="394" r:id="rId85"/>
    <p:sldId id="365" r:id="rId86"/>
    <p:sldId id="366" r:id="rId87"/>
    <p:sldId id="395" r:id="rId88"/>
    <p:sldId id="343" r:id="rId89"/>
    <p:sldId id="336" r:id="rId90"/>
    <p:sldId id="381" r:id="rId91"/>
    <p:sldId id="382" r:id="rId92"/>
    <p:sldId id="383" r:id="rId93"/>
    <p:sldId id="384" r:id="rId94"/>
    <p:sldId id="354" r:id="rId95"/>
    <p:sldId id="355" r:id="rId96"/>
    <p:sldId id="356" r:id="rId97"/>
    <p:sldId id="396" r:id="rId98"/>
    <p:sldId id="357" r:id="rId99"/>
    <p:sldId id="337" r:id="rId100"/>
    <p:sldId id="339" r:id="rId10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A1E2"/>
    <a:srgbClr val="84B1ED"/>
    <a:srgbClr val="E5A028"/>
    <a:srgbClr val="EDAC52"/>
    <a:srgbClr val="E58211"/>
    <a:srgbClr val="796D50"/>
    <a:srgbClr val="FFAD24"/>
    <a:srgbClr val="FF9A9F"/>
    <a:srgbClr val="719EFE"/>
    <a:srgbClr val="FF91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8" autoAdjust="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-2120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01" Type="http://schemas.openxmlformats.org/officeDocument/2006/relationships/slide" Target="slides/slide100.xml"/><Relationship Id="rId102" Type="http://schemas.openxmlformats.org/officeDocument/2006/relationships/printerSettings" Target="printerSettings/printerSettings1.bin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100" Type="http://schemas.openxmlformats.org/officeDocument/2006/relationships/slide" Target="slides/slide99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495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24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20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23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89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748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200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82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9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407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98859-3051-8045-A344-D55C568FF62B}" type="datetimeFigureOut">
              <a:rPr lang="en-US" smtClean="0"/>
              <a:t>10/16/14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304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Relationship Id="rId3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Relationship Id="rId3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6" Type="http://schemas.openxmlformats.org/officeDocument/2006/relationships/image" Target="../media/image27.gif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6" Type="http://schemas.openxmlformats.org/officeDocument/2006/relationships/image" Target="../media/image27.gif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22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7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41.png"/><Relationship Id="rId7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22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6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6" Type="http://schemas.openxmlformats.org/officeDocument/2006/relationships/image" Target="../media/image38.png"/><Relationship Id="rId7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gif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mascot3.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443" y="0"/>
            <a:ext cx="2542922" cy="2542922"/>
          </a:xfrm>
          <a:prstGeom prst="rect">
            <a:avLst/>
          </a:prstGeom>
        </p:spPr>
      </p:pic>
      <p:pic>
        <p:nvPicPr>
          <p:cNvPr id="5" name="Picture 4" descr="mascot1.2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0050" y="0"/>
            <a:ext cx="2569887" cy="2569887"/>
          </a:xfrm>
          <a:prstGeom prst="rect">
            <a:avLst/>
          </a:prstGeom>
        </p:spPr>
      </p:pic>
      <p:pic>
        <p:nvPicPr>
          <p:cNvPr id="7" name="Picture 6" descr="mascot5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37" y="0"/>
            <a:ext cx="2573096" cy="2573096"/>
          </a:xfrm>
          <a:prstGeom prst="rect">
            <a:avLst/>
          </a:prstGeom>
        </p:spPr>
      </p:pic>
      <p:pic>
        <p:nvPicPr>
          <p:cNvPr id="8" name="Picture 7" descr="mascot6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45" y="1808574"/>
            <a:ext cx="2944819" cy="2944819"/>
          </a:xfrm>
          <a:prstGeom prst="rect">
            <a:avLst/>
          </a:prstGeom>
        </p:spPr>
      </p:pic>
      <p:pic>
        <p:nvPicPr>
          <p:cNvPr id="9" name="Picture 8" descr="mascot7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7826" y="2010109"/>
            <a:ext cx="2517045" cy="2517045"/>
          </a:xfrm>
          <a:prstGeom prst="rect">
            <a:avLst/>
          </a:prstGeom>
        </p:spPr>
      </p:pic>
      <p:pic>
        <p:nvPicPr>
          <p:cNvPr id="10" name="Picture 9" descr="mascot7.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37" y="1808574"/>
            <a:ext cx="2718580" cy="2718580"/>
          </a:xfrm>
          <a:prstGeom prst="rect">
            <a:avLst/>
          </a:prstGeom>
        </p:spPr>
      </p:pic>
      <p:pic>
        <p:nvPicPr>
          <p:cNvPr id="11" name="Picture 10" descr="mascot8.1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443" y="3879212"/>
            <a:ext cx="2741509" cy="2741509"/>
          </a:xfrm>
          <a:prstGeom prst="rect">
            <a:avLst/>
          </a:prstGeom>
        </p:spPr>
      </p:pic>
      <p:pic>
        <p:nvPicPr>
          <p:cNvPr id="12" name="Picture 11" descr="Mascot8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365" y="4093446"/>
            <a:ext cx="2527275" cy="2527275"/>
          </a:xfrm>
          <a:prstGeom prst="rect">
            <a:avLst/>
          </a:prstGeom>
        </p:spPr>
      </p:pic>
      <p:pic>
        <p:nvPicPr>
          <p:cNvPr id="13" name="Picture 12" descr="mascot9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37" y="3879212"/>
            <a:ext cx="2718580" cy="271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5015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-255424" y="376344"/>
            <a:ext cx="10765915" cy="3268133"/>
          </a:xfrm>
          <a:prstGeom prst="rect">
            <a:avLst/>
          </a:prstGeom>
          <a:solidFill>
            <a:srgbClr val="234169"/>
          </a:solidFill>
          <a:ln w="762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66505" y="1152399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6176744" y="2574485"/>
            <a:ext cx="687808" cy="66724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-94533" y="2664020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1240192" y="2500548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183863" y="3028429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2927046" y="2897530"/>
            <a:ext cx="818433" cy="79396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6308513" y="2693647"/>
            <a:ext cx="1534456" cy="1488578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923746" y="2542351"/>
            <a:ext cx="252998" cy="24543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4958045" y="2828450"/>
            <a:ext cx="1471697" cy="1427697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2162573" y="1585419"/>
            <a:ext cx="402942" cy="390895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503734" y="2478000"/>
            <a:ext cx="402942" cy="390895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2331901" y="2121632"/>
            <a:ext cx="823204" cy="798593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4061580" y="2644449"/>
            <a:ext cx="1471697" cy="1427697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6534699" y="2459144"/>
            <a:ext cx="422379" cy="409751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859119" y="2213710"/>
            <a:ext cx="252998" cy="24543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95874" y="1566331"/>
            <a:ext cx="6749941" cy="2049032"/>
          </a:xfrm>
          <a:prstGeom prst="rect">
            <a:avLst/>
          </a:prstGeom>
          <a:noFill/>
          <a:ln w="952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mascot7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126124">
            <a:off x="278979" y="1241866"/>
            <a:ext cx="2607733" cy="2607733"/>
          </a:xfrm>
          <a:prstGeom prst="rect">
            <a:avLst/>
          </a:prstGeom>
          <a:effectLst>
            <a:outerShdw dist="88900" dir="1560000" algn="tl" rotWithShape="0">
              <a:schemeClr val="bg1">
                <a:lumMod val="65000"/>
              </a:scheme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2640806" y="1778924"/>
            <a:ext cx="4730750" cy="1169551"/>
          </a:xfrm>
          <a:prstGeom prst="rect">
            <a:avLst/>
          </a:prstGeom>
          <a:noFill/>
          <a:effectLst>
            <a:outerShdw blurRad="50800" dist="63500" dir="2700000" algn="tl" rotWithShape="0">
              <a:schemeClr val="tx1">
                <a:lumMod val="95000"/>
                <a:lumOff val="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7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7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35814520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-441687" y="376344"/>
            <a:ext cx="10765915" cy="3268133"/>
          </a:xfrm>
          <a:prstGeom prst="rect">
            <a:avLst/>
          </a:prstGeom>
          <a:solidFill>
            <a:srgbClr val="234169"/>
          </a:solidFill>
          <a:ln w="762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7419639" y="3028429"/>
            <a:ext cx="925774" cy="898095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-119758" y="983069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5990481" y="2574485"/>
            <a:ext cx="687808" cy="66724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-441687" y="2443825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1053929" y="2500548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2997600" y="3028429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2740783" y="2897530"/>
            <a:ext cx="818433" cy="79396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6122250" y="2693647"/>
            <a:ext cx="1534456" cy="1488578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7891347" y="2542351"/>
            <a:ext cx="462887" cy="449048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737483" y="2542351"/>
            <a:ext cx="252998" cy="24543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4771782" y="2828450"/>
            <a:ext cx="1471697" cy="1427697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1790047" y="1231192"/>
            <a:ext cx="402942" cy="390895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317471" y="2478000"/>
            <a:ext cx="402942" cy="390895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2145638" y="2121632"/>
            <a:ext cx="823204" cy="798593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875317" y="2644449"/>
            <a:ext cx="1471697" cy="1427697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6348436" y="2459144"/>
            <a:ext cx="422379" cy="409751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672856" y="2213710"/>
            <a:ext cx="252998" cy="24543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09611" y="948267"/>
            <a:ext cx="8785974" cy="2667096"/>
          </a:xfrm>
          <a:prstGeom prst="rect">
            <a:avLst/>
          </a:prstGeom>
          <a:noFill/>
          <a:ln w="952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mascot7.1.png"/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391"/>
                    </a14:imgEffect>
                    <a14:imgEffect>
                      <a14:saturation sat="400000"/>
                    </a14:imgEffect>
                    <a14:imgEffect>
                      <a14:brightnessContrast contrast="-2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126124">
            <a:off x="292644" y="892958"/>
            <a:ext cx="2723879" cy="2723879"/>
          </a:xfrm>
          <a:prstGeom prst="rect">
            <a:avLst/>
          </a:prstGeom>
          <a:effectLst>
            <a:outerShdw dist="88900" dir="1560000" algn="tl" rotWithShape="0">
              <a:schemeClr val="bg1">
                <a:lumMod val="65000"/>
              </a:scheme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2968842" y="1382660"/>
            <a:ext cx="5371179" cy="1323439"/>
          </a:xfrm>
          <a:prstGeom prst="rect">
            <a:avLst/>
          </a:prstGeom>
          <a:noFill/>
          <a:effectLst>
            <a:outerShdw blurRad="50800" dist="63500" dir="2700000" algn="tl" rotWithShape="0">
              <a:schemeClr val="tx1">
                <a:lumMod val="95000"/>
                <a:lumOff val="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8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8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8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354234" y="3028429"/>
            <a:ext cx="252998" cy="24543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16419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solidFill>
            <a:srgbClr val="FFD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mascot6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8367" y="1515403"/>
            <a:ext cx="3689376" cy="3689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69221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mascot7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8098" y="1604817"/>
            <a:ext cx="3632988" cy="3632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14545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mascot8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420" y="1800968"/>
            <a:ext cx="3240581" cy="3240581"/>
          </a:xfrm>
          <a:prstGeom prst="rect">
            <a:avLst/>
          </a:prstGeom>
          <a:effectLst>
            <a:outerShdw blurRad="50800" dist="889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201732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solidFill>
            <a:srgbClr val="FFD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4429700" y="1414245"/>
            <a:ext cx="2160012" cy="4031194"/>
          </a:xfrm>
          <a:prstGeom prst="round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mascot7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8098" y="1604817"/>
            <a:ext cx="3632988" cy="3632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94117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scot8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160" y="134784"/>
            <a:ext cx="2741509" cy="2741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22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6428" y="420877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713448" y="420877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Sign up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6428" y="1446745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979616" y="1446745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Done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674430" y="487045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54014" y="2302623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754014" y="3199772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748653" y="4046376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48653" y="4964200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754014" y="5845972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653" y="2178171"/>
            <a:ext cx="884602" cy="884602"/>
          </a:xfrm>
          <a:prstGeom prst="rect">
            <a:avLst/>
          </a:prstGeom>
        </p:spPr>
      </p:pic>
      <p:pic>
        <p:nvPicPr>
          <p:cNvPr id="33" name="Picture 3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34" y="5840591"/>
            <a:ext cx="610664" cy="692480"/>
          </a:xfrm>
          <a:prstGeom prst="rect">
            <a:avLst/>
          </a:prstGeom>
        </p:spPr>
      </p:pic>
      <p:pic>
        <p:nvPicPr>
          <p:cNvPr id="34" name="Picture 33" descr="map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63" y="3197361"/>
            <a:ext cx="624219" cy="624219"/>
          </a:xfrm>
          <a:prstGeom prst="rect">
            <a:avLst/>
          </a:prstGeom>
        </p:spPr>
      </p:pic>
      <p:sp>
        <p:nvSpPr>
          <p:cNvPr id="35" name="Heart 34"/>
          <p:cNvSpPr/>
          <p:nvPr/>
        </p:nvSpPr>
        <p:spPr>
          <a:xfrm>
            <a:off x="964158" y="5114878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814544" y="3988345"/>
            <a:ext cx="757338" cy="75733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979616" y="2302623"/>
            <a:ext cx="4572619" cy="65069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1979616" y="3226581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141733" y="3323105"/>
            <a:ext cx="27049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FFFFF"/>
                </a:solidFill>
                <a:latin typeface="MAW "/>
                <a:cs typeface="MAW "/>
              </a:rPr>
              <a:t>Have no account?</a:t>
            </a:r>
            <a:endParaRPr lang="en-US" sz="2400" b="1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1" name="Chevron 40"/>
          <p:cNvSpPr/>
          <p:nvPr/>
        </p:nvSpPr>
        <p:spPr>
          <a:xfrm rot="10800000">
            <a:off x="6030274" y="510472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>
            <a:off x="5385256" y="148396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5388371" y="167253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385256" y="185031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Donut 44"/>
          <p:cNvSpPr/>
          <p:nvPr/>
        </p:nvSpPr>
        <p:spPr>
          <a:xfrm>
            <a:off x="6169500" y="1483968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 rot="2586247">
            <a:off x="6353310" y="1718591"/>
            <a:ext cx="119738" cy="64123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strip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82" y="3611391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48" name="Heart 47"/>
          <p:cNvSpPr/>
          <p:nvPr/>
        </p:nvSpPr>
        <p:spPr>
          <a:xfrm>
            <a:off x="6602244" y="602698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/>
          <p:cNvSpPr/>
          <p:nvPr/>
        </p:nvSpPr>
        <p:spPr>
          <a:xfrm>
            <a:off x="6866878" y="145742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995682" y="5245245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14334" y="5339805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537521" y="1519565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1967200" y="6076244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5874703" y="6058217"/>
            <a:ext cx="2926190" cy="582325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Video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2902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ift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89" y="1955677"/>
            <a:ext cx="1405965" cy="1405965"/>
          </a:xfrm>
          <a:prstGeom prst="rect">
            <a:avLst/>
          </a:prstGeom>
        </p:spPr>
      </p:pic>
      <p:pic>
        <p:nvPicPr>
          <p:cNvPr id="3" name="Picture 2" descr="clothes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383" y="286219"/>
            <a:ext cx="1469851" cy="1469851"/>
          </a:xfrm>
          <a:prstGeom prst="rect">
            <a:avLst/>
          </a:prstGeom>
        </p:spPr>
      </p:pic>
      <p:pic>
        <p:nvPicPr>
          <p:cNvPr id="4" name="Picture 3" descr="garden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90" y="3507326"/>
            <a:ext cx="1538450" cy="1538450"/>
          </a:xfrm>
          <a:prstGeom prst="rect">
            <a:avLst/>
          </a:prstGeom>
        </p:spPr>
      </p:pic>
      <p:pic>
        <p:nvPicPr>
          <p:cNvPr id="5" name="Picture 4" descr="hom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118" y="3539076"/>
            <a:ext cx="1548854" cy="1548854"/>
          </a:xfrm>
          <a:prstGeom prst="rect">
            <a:avLst/>
          </a:prstGeom>
        </p:spPr>
      </p:pic>
      <p:pic>
        <p:nvPicPr>
          <p:cNvPr id="6" name="Picture 5" descr="accessories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0" y="338591"/>
            <a:ext cx="1397333" cy="1397333"/>
          </a:xfrm>
          <a:prstGeom prst="rect">
            <a:avLst/>
          </a:prstGeom>
        </p:spPr>
      </p:pic>
      <p:pic>
        <p:nvPicPr>
          <p:cNvPr id="7" name="Picture 6" descr="kid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425" y="1944310"/>
            <a:ext cx="1437332" cy="1437332"/>
          </a:xfrm>
          <a:prstGeom prst="rect">
            <a:avLst/>
          </a:prstGeom>
        </p:spPr>
      </p:pic>
      <p:pic>
        <p:nvPicPr>
          <p:cNvPr id="8" name="Picture 7" descr="other2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229" y="5120990"/>
            <a:ext cx="1654145" cy="1654145"/>
          </a:xfrm>
          <a:prstGeom prst="rect">
            <a:avLst/>
          </a:prstGeom>
        </p:spPr>
      </p:pic>
      <p:pic>
        <p:nvPicPr>
          <p:cNvPr id="9" name="Picture 8" descr="pet1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245" y="5176076"/>
            <a:ext cx="1456184" cy="1456184"/>
          </a:xfrm>
          <a:prstGeom prst="rect">
            <a:avLst/>
          </a:prstGeom>
        </p:spPr>
      </p:pic>
      <p:pic>
        <p:nvPicPr>
          <p:cNvPr id="10" name="Picture 9" descr="DUser1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374" y="338591"/>
            <a:ext cx="1365250" cy="136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8431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381250" y="2454454"/>
            <a:ext cx="4730750" cy="1169551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7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7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144949602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413000" y="438329"/>
            <a:ext cx="4730750" cy="1169551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7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7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603500" y="5593513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58394" y="2065662"/>
            <a:ext cx="34227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FFFFFF"/>
                </a:solidFill>
                <a:latin typeface="MAW "/>
                <a:cs typeface="MAW "/>
              </a:rPr>
              <a:t>Tab to get started !</a:t>
            </a:r>
            <a:endParaRPr lang="en-US" sz="2800" b="1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" name="Freeform 3"/>
          <p:cNvSpPr/>
          <p:nvPr/>
        </p:nvSpPr>
        <p:spPr>
          <a:xfrm>
            <a:off x="3810162" y="2586302"/>
            <a:ext cx="278793" cy="449197"/>
          </a:xfrm>
          <a:custGeom>
            <a:avLst/>
            <a:gdLst>
              <a:gd name="connsiteX0" fmla="*/ 278793 w 278793"/>
              <a:gd name="connsiteY0" fmla="*/ 449197 h 449197"/>
              <a:gd name="connsiteX1" fmla="*/ 170373 w 278793"/>
              <a:gd name="connsiteY1" fmla="*/ 402729 h 449197"/>
              <a:gd name="connsiteX2" fmla="*/ 77443 w 278793"/>
              <a:gd name="connsiteY2" fmla="*/ 263323 h 449197"/>
              <a:gd name="connsiteX3" fmla="*/ 15489 w 278793"/>
              <a:gd name="connsiteY3" fmla="*/ 77448 h 449197"/>
              <a:gd name="connsiteX4" fmla="*/ 0 w 278793"/>
              <a:gd name="connsiteY4" fmla="*/ 0 h 449197"/>
              <a:gd name="connsiteX5" fmla="*/ 0 w 278793"/>
              <a:gd name="connsiteY5" fmla="*/ 0 h 449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8793" h="449197">
                <a:moveTo>
                  <a:pt x="278793" y="449197"/>
                </a:moveTo>
                <a:cubicBezTo>
                  <a:pt x="241362" y="441452"/>
                  <a:pt x="203931" y="433708"/>
                  <a:pt x="170373" y="402729"/>
                </a:cubicBezTo>
                <a:cubicBezTo>
                  <a:pt x="136815" y="371750"/>
                  <a:pt x="103257" y="317537"/>
                  <a:pt x="77443" y="263323"/>
                </a:cubicBezTo>
                <a:cubicBezTo>
                  <a:pt x="51629" y="209109"/>
                  <a:pt x="28396" y="121335"/>
                  <a:pt x="15489" y="77448"/>
                </a:cubicBezTo>
                <a:cubicBezTo>
                  <a:pt x="2582" y="33561"/>
                  <a:pt x="0" y="0"/>
                  <a:pt x="0" y="0"/>
                </a:cubicBezTo>
                <a:lnTo>
                  <a:pt x="0" y="0"/>
                </a:lnTo>
              </a:path>
            </a:pathLst>
          </a:cu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4741199" y="5593513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Sign up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2" name="Rounded Rectangle 21"/>
          <p:cNvSpPr/>
          <p:nvPr/>
        </p:nvSpPr>
        <p:spPr>
          <a:xfrm rot="1006503">
            <a:off x="4048385" y="3031423"/>
            <a:ext cx="2001322" cy="1945884"/>
          </a:xfrm>
          <a:prstGeom prst="round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170363" y="3133179"/>
            <a:ext cx="1778146" cy="1724983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mascot7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4655">
            <a:off x="3992007" y="2928787"/>
            <a:ext cx="2063101" cy="2063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1274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23491" y="3649487"/>
            <a:ext cx="4528334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spc="300" dirty="0" smtClean="0">
                <a:solidFill>
                  <a:srgbClr val="FFDE5B"/>
                </a:solidFill>
                <a:latin typeface="MAW "/>
                <a:cs typeface="MAW "/>
              </a:rPr>
              <a:t>Sorry</a:t>
            </a:r>
            <a:r>
              <a:rPr lang="en-US" sz="3200" spc="300" dirty="0" smtClean="0">
                <a:solidFill>
                  <a:srgbClr val="FFDE5B"/>
                </a:solidFill>
                <a:latin typeface="MAW "/>
                <a:cs typeface="MAW "/>
              </a:rPr>
              <a:t>,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 are not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connected to the internet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warning-ico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4045" y="1314653"/>
            <a:ext cx="2334834" cy="233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52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00400" y="-428625"/>
            <a:ext cx="435610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sign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up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56037" y="369385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56037" y="425969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56037" y="480846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71762" y="365789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19387" y="422373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Password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425927" y="4813780"/>
            <a:ext cx="1606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Re-Password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69453" y="5844619"/>
            <a:ext cx="649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I am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22" name="Oval 21"/>
          <p:cNvSpPr/>
          <p:nvPr/>
        </p:nvSpPr>
        <p:spPr>
          <a:xfrm>
            <a:off x="3602162" y="5928353"/>
            <a:ext cx="248075" cy="2435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3661789" y="5975819"/>
            <a:ext cx="136154" cy="14880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813632" y="5844619"/>
            <a:ext cx="1074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Blogger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25" name="Oval 24"/>
          <p:cNvSpPr/>
          <p:nvPr/>
        </p:nvSpPr>
        <p:spPr>
          <a:xfrm>
            <a:off x="4767721" y="5928353"/>
            <a:ext cx="248075" cy="2435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979191" y="5844619"/>
            <a:ext cx="1322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Shopkeeper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309219" y="6333896"/>
            <a:ext cx="870917" cy="39733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325686"/>
                </a:solidFill>
                <a:latin typeface="MAW "/>
                <a:cs typeface="MAW "/>
              </a:rPr>
              <a:t>Done</a:t>
            </a:r>
            <a:endParaRPr lang="en-US" sz="20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853746" y="5357915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122178" y="5357915"/>
            <a:ext cx="77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Email</a:t>
            </a:r>
            <a:endParaRPr lang="en-US" dirty="0">
              <a:solidFill>
                <a:srgbClr val="FCCB55"/>
              </a:solidFill>
            </a:endParaRPr>
          </a:p>
        </p:txBody>
      </p:sp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665323"/>
            <a:ext cx="2503603" cy="2503603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2890096" y="3020932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748316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3454400" y="-422770"/>
            <a:ext cx="2752725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log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in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856037" y="2143125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613023" y="214312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856037" y="2867025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613023" y="286702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Password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208516" y="3557588"/>
            <a:ext cx="971621" cy="384909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79911" y="4119007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FFAD24"/>
                </a:solidFill>
              </a:rPr>
              <a:t>Forgot Password ?</a:t>
            </a:r>
            <a:endParaRPr lang="en-US" u="sng" dirty="0">
              <a:solidFill>
                <a:srgbClr val="FFAD24"/>
              </a:solidFill>
            </a:endParaRPr>
          </a:p>
        </p:txBody>
      </p:sp>
      <p:sp>
        <p:nvSpPr>
          <p:cNvPr id="13" name="Chevron 1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503557" y="6293272"/>
            <a:ext cx="27049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FFFFF"/>
                </a:solidFill>
                <a:latin typeface="MAW "/>
                <a:cs typeface="MAW "/>
              </a:rPr>
              <a:t>Have no account?</a:t>
            </a:r>
            <a:endParaRPr lang="en-US" sz="2400" b="1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316445" y="6278261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57715194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2168" y="3339698"/>
            <a:ext cx="3599078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300" spc="300" dirty="0" smtClean="0">
                <a:solidFill>
                  <a:srgbClr val="FFDE5B"/>
                </a:solidFill>
                <a:latin typeface="MAW "/>
                <a:cs typeface="MAW "/>
              </a:rPr>
              <a:t>Your password </a:t>
            </a:r>
          </a:p>
          <a:p>
            <a:pPr algn="ctr"/>
            <a:r>
              <a:rPr lang="en-US" sz="3300" spc="300" dirty="0" smtClean="0">
                <a:solidFill>
                  <a:srgbClr val="FFDE5B"/>
                </a:solidFill>
                <a:latin typeface="MAW "/>
                <a:cs typeface="MAW "/>
              </a:rPr>
              <a:t>has been sent to </a:t>
            </a:r>
          </a:p>
          <a:p>
            <a:pPr algn="ctr"/>
            <a:r>
              <a:rPr lang="en-US" sz="3300" spc="300" dirty="0" smtClean="0">
                <a:solidFill>
                  <a:srgbClr val="FFDE5B"/>
                </a:solidFill>
                <a:latin typeface="MAW "/>
                <a:cs typeface="MAW "/>
              </a:rPr>
              <a:t>your Email</a:t>
            </a:r>
            <a:r>
              <a:rPr lang="en-US" sz="3300" spc="300" dirty="0">
                <a:solidFill>
                  <a:srgbClr val="FFDE5B"/>
                </a:solidFill>
                <a:latin typeface="MAW "/>
                <a:cs typeface="MAW "/>
              </a:rPr>
              <a:t>.</a:t>
            </a:r>
            <a:r>
              <a:rPr lang="en-US" sz="33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</a:p>
          <a:p>
            <a:pPr algn="ctr"/>
            <a:r>
              <a:rPr lang="en-US" sz="4400" spc="300" dirty="0" smtClean="0">
                <a:solidFill>
                  <a:srgbClr val="FFAD24"/>
                </a:solidFill>
                <a:latin typeface="MAW "/>
                <a:cs typeface="MAW "/>
              </a:rPr>
              <a:t>Please check.</a:t>
            </a:r>
            <a:endParaRPr lang="en-US" sz="44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endingicon3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562" y="895448"/>
            <a:ext cx="2666030" cy="266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97717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215007"/>
            <a:ext cx="935503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spc="600" dirty="0" smtClean="0">
                <a:solidFill>
                  <a:srgbClr val="FFDE5B"/>
                </a:solidFill>
                <a:latin typeface="Sketch Rockwell"/>
                <a:cs typeface="Sketch Rockwell"/>
              </a:rPr>
              <a:t>VISITOR</a:t>
            </a:r>
            <a:endParaRPr lang="en-US" sz="8000" spc="600" dirty="0" smtClean="0">
              <a:solidFill>
                <a:srgbClr val="FFDE5B"/>
              </a:solidFill>
              <a:latin typeface="Sketch Rockwell"/>
              <a:cs typeface="Sketch Rockwell"/>
            </a:endParaRPr>
          </a:p>
          <a:p>
            <a:pPr algn="ctr"/>
            <a:r>
              <a:rPr lang="en-US" sz="8000" spc="600" dirty="0" smtClean="0">
                <a:solidFill>
                  <a:schemeClr val="bg1">
                    <a:lumMod val="75000"/>
                  </a:schemeClr>
                </a:solidFill>
                <a:latin typeface="Sketch Rockwell"/>
                <a:cs typeface="Sketch Rockwell"/>
              </a:rPr>
              <a:t>PART</a:t>
            </a:r>
            <a:endParaRPr lang="en-US" sz="8000" spc="600" dirty="0">
              <a:solidFill>
                <a:schemeClr val="bg1">
                  <a:lumMod val="75000"/>
                </a:schemeClr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70631042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58195" y="-460929"/>
            <a:ext cx="21582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080140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85562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22764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589076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754987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636160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22764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22764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1" name="Donut 30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2255045" y="1019291"/>
            <a:ext cx="1494236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3965775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58195" y="-460929"/>
            <a:ext cx="21582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080140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85562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22764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589076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754987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636160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22764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22764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1" name="Donut 30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749280" y="1019291"/>
            <a:ext cx="1515487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69486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58195" y="-460929"/>
            <a:ext cx="21582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cxnSp>
        <p:nvCxnSpPr>
          <p:cNvPr id="27" name="Straight Connector 26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5264767" y="1019291"/>
            <a:ext cx="1403351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4924269" y="5373492"/>
            <a:ext cx="1634582" cy="46166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8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712680" y="3946134"/>
            <a:ext cx="379497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spc="150" dirty="0" smtClean="0">
                <a:solidFill>
                  <a:srgbClr val="FFDE5B"/>
                </a:solidFill>
                <a:latin typeface="MAW "/>
                <a:cs typeface="MAW "/>
              </a:rPr>
              <a:t>Sorry</a:t>
            </a:r>
            <a:r>
              <a:rPr lang="en-US" sz="4000" spc="150" dirty="0" smtClean="0">
                <a:solidFill>
                  <a:srgbClr val="FFDE5B"/>
                </a:solidFill>
                <a:latin typeface="MAW "/>
                <a:cs typeface="MAW "/>
              </a:rPr>
              <a:t>,</a:t>
            </a:r>
            <a:r>
              <a:rPr lang="en-US" sz="4000" spc="15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4000" spc="150" dirty="0" smtClean="0">
                <a:solidFill>
                  <a:srgbClr val="FFAD24"/>
                </a:solidFill>
                <a:latin typeface="MAW "/>
                <a:cs typeface="MAW "/>
              </a:rPr>
              <a:t>you have to </a:t>
            </a:r>
          </a:p>
          <a:p>
            <a:pPr algn="ctr"/>
            <a:r>
              <a:rPr lang="en-US" sz="4000" spc="150" dirty="0" smtClean="0">
                <a:solidFill>
                  <a:srgbClr val="FFAD24"/>
                </a:solidFill>
                <a:latin typeface="MAW "/>
                <a:cs typeface="MAW "/>
              </a:rPr>
              <a:t>log in first.</a:t>
            </a:r>
            <a:endParaRPr lang="en-US" sz="4000" spc="15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463060" y="5395773"/>
            <a:ext cx="244486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 smtClean="0">
                <a:solidFill>
                  <a:schemeClr val="bg1"/>
                </a:solidFill>
                <a:latin typeface="Roboto Regular"/>
                <a:cs typeface="Roboto Regular"/>
              </a:rPr>
              <a:t>Have no account?</a:t>
            </a:r>
            <a:endParaRPr lang="en-US" sz="22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46" name="Picture 45" descr="warning-ico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6560" y="1704240"/>
            <a:ext cx="2334834" cy="233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3585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685970" y="-410989"/>
            <a:ext cx="1893233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nu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Categories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16145" y="2576290"/>
            <a:ext cx="2343010" cy="554543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Shops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16145" y="3488601"/>
            <a:ext cx="2343010" cy="554543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Around Me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16145" y="4400912"/>
            <a:ext cx="2343010" cy="554543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Log Out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258070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901754" y="4674116"/>
            <a:ext cx="1634582" cy="46166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8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40545" y="4696397"/>
            <a:ext cx="244486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 smtClean="0">
                <a:solidFill>
                  <a:schemeClr val="bg1"/>
                </a:solidFill>
                <a:latin typeface="Roboto Regular"/>
                <a:cs typeface="Roboto Regular"/>
              </a:rPr>
              <a:t>Have no account?</a:t>
            </a:r>
            <a:endParaRPr lang="en-US" sz="22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2" name="Picture 1" descr="warning-ico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4045" y="1004864"/>
            <a:ext cx="2334834" cy="23348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12680" y="3180968"/>
            <a:ext cx="379497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spc="150" dirty="0" smtClean="0">
                <a:solidFill>
                  <a:srgbClr val="FFDE5B"/>
                </a:solidFill>
                <a:latin typeface="MAW "/>
                <a:cs typeface="MAW "/>
              </a:rPr>
              <a:t>Sorry</a:t>
            </a:r>
            <a:r>
              <a:rPr lang="en-US" sz="4000" spc="150" dirty="0" smtClean="0">
                <a:solidFill>
                  <a:srgbClr val="FFDE5B"/>
                </a:solidFill>
                <a:latin typeface="MAW "/>
                <a:cs typeface="MAW "/>
              </a:rPr>
              <a:t>,</a:t>
            </a:r>
            <a:r>
              <a:rPr lang="en-US" sz="4000" spc="15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4000" spc="150" dirty="0" smtClean="0">
                <a:solidFill>
                  <a:srgbClr val="FFAD24"/>
                </a:solidFill>
                <a:latin typeface="MAW "/>
                <a:cs typeface="MAW "/>
              </a:rPr>
              <a:t>you have to </a:t>
            </a:r>
          </a:p>
          <a:p>
            <a:pPr algn="ctr"/>
            <a:r>
              <a:rPr lang="en-US" sz="4000" spc="150" dirty="0" smtClean="0">
                <a:solidFill>
                  <a:srgbClr val="FFAD24"/>
                </a:solidFill>
                <a:latin typeface="MAW "/>
                <a:cs typeface="MAW "/>
              </a:rPr>
              <a:t>log in first.</a:t>
            </a:r>
            <a:endParaRPr lang="en-US" sz="4000" spc="150" dirty="0">
              <a:solidFill>
                <a:srgbClr val="FFAD24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78481443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707709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pic>
        <p:nvPicPr>
          <p:cNvPr id="5" name="Picture 4" descr="gift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1" y="2581432"/>
            <a:ext cx="1405965" cy="1405965"/>
          </a:xfrm>
          <a:prstGeom prst="rect">
            <a:avLst/>
          </a:prstGeom>
        </p:spPr>
      </p:pic>
      <p:pic>
        <p:nvPicPr>
          <p:cNvPr id="6" name="Picture 5" descr="clothes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545" y="911974"/>
            <a:ext cx="1469851" cy="1469851"/>
          </a:xfrm>
          <a:prstGeom prst="rect">
            <a:avLst/>
          </a:prstGeom>
        </p:spPr>
      </p:pic>
      <p:pic>
        <p:nvPicPr>
          <p:cNvPr id="7" name="Picture 6" descr="garden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2" y="4275956"/>
            <a:ext cx="1538450" cy="1538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57311" y="223059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Outfit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30602" y="3867041"/>
            <a:ext cx="6426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Gift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42899" y="223059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09280" y="5644099"/>
            <a:ext cx="994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Garden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3" name="Picture 12" descr="hom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280" y="4307706"/>
            <a:ext cx="1548854" cy="15488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26345" y="5656829"/>
            <a:ext cx="1502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Home Decor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43607" y="3870186"/>
            <a:ext cx="539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Kid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9" name="Picture 18" descr="accessories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3782" y="964346"/>
            <a:ext cx="1397333" cy="1397333"/>
          </a:xfrm>
          <a:prstGeom prst="rect">
            <a:avLst/>
          </a:prstGeom>
        </p:spPr>
      </p:pic>
      <p:pic>
        <p:nvPicPr>
          <p:cNvPr id="20" name="Picture 19" descr="kid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2587" y="2570065"/>
            <a:ext cx="1437332" cy="143733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507133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 descr="other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1286" y="1129177"/>
            <a:ext cx="1654145" cy="1654145"/>
          </a:xfrm>
          <a:prstGeom prst="rect">
            <a:avLst/>
          </a:prstGeom>
        </p:spPr>
      </p:pic>
      <p:pic>
        <p:nvPicPr>
          <p:cNvPr id="20" name="Picture 19" descr="pe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302" y="1184263"/>
            <a:ext cx="1456184" cy="1456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83093" y="2519049"/>
            <a:ext cx="5174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Pet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17025" y="2519049"/>
            <a:ext cx="7301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6667500" y="293643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83381" y="-365510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9" name="Chevron 2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26047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52622" y="-44543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out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15971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372650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17446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1061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2720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1531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7446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7446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556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35606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91412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305149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7" name="Chevron 3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62824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9050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28590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520171" y="118090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540078" y="178155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65215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241619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95509" y="830428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795132" y="484838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12572146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8327" y="1322843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8327" y="1322843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88327" y="1322843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716581" y="918297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7" y="2242303"/>
            <a:ext cx="2647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Roboto Regular"/>
                <a:cs typeface="Roboto Regular"/>
              </a:rPr>
              <a:t>xxxxxxxxxxxxxx</a:t>
            </a:r>
            <a:endParaRPr lang="en-US" dirty="0">
              <a:latin typeface="Roboto Regular"/>
              <a:cs typeface="Roboto Regular"/>
            </a:endParaRPr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rgbClr val="2A44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Post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907256" y="2933401"/>
            <a:ext cx="23567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HanDIYcraft</a:t>
            </a:r>
          </a:p>
          <a:p>
            <a:pPr algn="ctr"/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/>
            </a:r>
            <a:b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</a:br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endParaRPr lang="en-US" sz="1600" dirty="0">
              <a:solidFill>
                <a:schemeClr val="bg1">
                  <a:lumMod val="6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778851" y="488094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1075528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2207771"/>
            <a:ext cx="649564" cy="649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360163" y="2230849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: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3081808"/>
            <a:ext cx="649564" cy="6495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376442" y="310488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: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96698" y="3935625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: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pic>
        <p:nvPicPr>
          <p:cNvPr id="20" name="Picture 19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551" y="3912547"/>
            <a:ext cx="649564" cy="649564"/>
          </a:xfrm>
          <a:prstGeom prst="rect">
            <a:avLst/>
          </a:prstGeom>
        </p:spPr>
      </p:pic>
      <p:cxnSp>
        <p:nvCxnSpPr>
          <p:cNvPr id="21" name="Straight Connector 20"/>
          <p:cNvCxnSpPr/>
          <p:nvPr/>
        </p:nvCxnSpPr>
        <p:spPr>
          <a:xfrm>
            <a:off x="2922637" y="2937659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922637" y="38261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2922637" y="46858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739331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45850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67814" y="145850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92972" y="168964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60541" y="169543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626653" y="6056164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33172" y="6103248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Heart 41"/>
          <p:cNvSpPr/>
          <p:nvPr/>
        </p:nvSpPr>
        <p:spPr>
          <a:xfrm>
            <a:off x="5000134" y="6225004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78121" y="205559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</a:t>
            </a:r>
            <a:r>
              <a:rPr lang="en-US" sz="16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helloimtoey@gmail.com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977434"/>
            <a:ext cx="2124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Toey_555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8739651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215007"/>
            <a:ext cx="935503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spc="600" dirty="0" smtClean="0">
                <a:solidFill>
                  <a:srgbClr val="FFDE5B"/>
                </a:solidFill>
                <a:latin typeface="Sketch Rockwell"/>
                <a:cs typeface="Sketch Rockwell"/>
              </a:rPr>
              <a:t>BLOGGER </a:t>
            </a:r>
          </a:p>
          <a:p>
            <a:pPr algn="ctr"/>
            <a:r>
              <a:rPr lang="en-US" sz="8000" spc="600" dirty="0" smtClean="0">
                <a:solidFill>
                  <a:srgbClr val="BFBFBF"/>
                </a:solidFill>
                <a:latin typeface="Sketch Rockwell"/>
                <a:cs typeface="Sketch Rockwell"/>
              </a:rPr>
              <a:t>PART</a:t>
            </a:r>
            <a:endParaRPr lang="en-US" sz="8000" spc="600" dirty="0">
              <a:solidFill>
                <a:srgbClr val="BFBFBF"/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175347274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22492" y="-460929"/>
            <a:ext cx="4419601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92108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7082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8741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7552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1" name="Picture 50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2" name="Heart 5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4" name="Straight Connector 5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Delay 5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2255045" y="1019291"/>
            <a:ext cx="1494236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6563454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22492" y="-460929"/>
            <a:ext cx="4419601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92108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7082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8741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7552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1" name="Picture 50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2" name="Heart 5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4" name="Straight Connector 5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Delay 5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3749280" y="1019291"/>
            <a:ext cx="1515487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643058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22492" y="-460929"/>
            <a:ext cx="4419601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92108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7082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8741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7552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1" name="Picture 50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2" name="Heart 5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4" name="Straight Connector 5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Delay 5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264767" y="1019291"/>
            <a:ext cx="1403351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643058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3" name="Heart 3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Delay 4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685970" y="-410989"/>
            <a:ext cx="1893233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nu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Categories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416145" y="2576290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Shops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3416145" y="3417049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Around Me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416145" y="4383028"/>
            <a:ext cx="2343010" cy="554543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Log Out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9" name="Chevron 1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52721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91047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pic>
        <p:nvPicPr>
          <p:cNvPr id="5" name="Picture 4" descr="gift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1" y="2581432"/>
            <a:ext cx="1405965" cy="1405965"/>
          </a:xfrm>
          <a:prstGeom prst="rect">
            <a:avLst/>
          </a:prstGeom>
        </p:spPr>
      </p:pic>
      <p:pic>
        <p:nvPicPr>
          <p:cNvPr id="6" name="Picture 5" descr="clothes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545" y="911974"/>
            <a:ext cx="1469851" cy="1469851"/>
          </a:xfrm>
          <a:prstGeom prst="rect">
            <a:avLst/>
          </a:prstGeom>
        </p:spPr>
      </p:pic>
      <p:pic>
        <p:nvPicPr>
          <p:cNvPr id="7" name="Picture 6" descr="garden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2" y="4275956"/>
            <a:ext cx="1538450" cy="15384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46883" y="3867041"/>
            <a:ext cx="6426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Gift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59180" y="223059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92999" y="5644099"/>
            <a:ext cx="994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Garden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3" name="Picture 12" descr="hom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280" y="4307706"/>
            <a:ext cx="1548854" cy="15488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42626" y="5656829"/>
            <a:ext cx="1502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Home Decor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43607" y="3870186"/>
            <a:ext cx="539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Kid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9" name="Picture 18" descr="accessories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3782" y="964346"/>
            <a:ext cx="1397333" cy="1397333"/>
          </a:xfrm>
          <a:prstGeom prst="rect">
            <a:avLst/>
          </a:prstGeom>
        </p:spPr>
      </p:pic>
      <p:pic>
        <p:nvPicPr>
          <p:cNvPr id="20" name="Picture 19" descr="kid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2587" y="2570065"/>
            <a:ext cx="1437332" cy="143733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57311" y="223059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Outfit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hevron 6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8358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 descr="other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1286" y="1129177"/>
            <a:ext cx="1654145" cy="1654145"/>
          </a:xfrm>
          <a:prstGeom prst="rect">
            <a:avLst/>
          </a:prstGeom>
        </p:spPr>
      </p:pic>
      <p:pic>
        <p:nvPicPr>
          <p:cNvPr id="20" name="Picture 19" descr="pe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302" y="1184263"/>
            <a:ext cx="1456184" cy="1456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50531" y="2519049"/>
            <a:ext cx="5174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Pet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33306" y="2519049"/>
            <a:ext cx="7301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6667500" y="293643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91047" y="-365510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2" name="Picture 51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3" name="Heart 5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5" name="Straight Connector 54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Delay 59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hevron 60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77552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15971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372650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17446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171220"/>
            <a:ext cx="2286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HanDIYcraft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2720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218304"/>
            <a:ext cx="472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sz="20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7446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7446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556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35606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91412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305149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252622" y="-44543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out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36018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11777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20678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30218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520171" y="119718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556359" y="184667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80580052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1766338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241619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646666" y="781588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2746289" y="479954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5914648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8327" y="1322843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8327" y="1322843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88327" y="1322843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84019" y="820617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402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7" y="2274863"/>
            <a:ext cx="273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Roboto Regular"/>
                <a:cs typeface="Roboto Regular"/>
              </a:rPr>
              <a:t>xxxxxxxxxxxxxx</a:t>
            </a:r>
            <a:endParaRPr lang="en-US" dirty="0">
              <a:latin typeface="Roboto Regular"/>
              <a:cs typeface="Roboto Regular"/>
            </a:endParaRPr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rgbClr val="2A44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Post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907257" y="2965961"/>
            <a:ext cx="2437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HanDIYcraft</a:t>
            </a:r>
          </a:p>
          <a:p>
            <a:pPr algn="ctr"/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/>
            </a:r>
            <a:b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</a:br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endParaRPr lang="en-US" sz="1600" dirty="0">
              <a:solidFill>
                <a:schemeClr val="bg1">
                  <a:lumMod val="6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6" name="Picture 45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7" name="Heart 4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9" name="Straight Connector 4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Delay 5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2746289" y="4783266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668119" y="1766338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083691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3477868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68860" y="660844"/>
            <a:ext cx="3496781" cy="32448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68860" y="660844"/>
            <a:ext cx="3478092" cy="32448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68860" y="660844"/>
            <a:ext cx="3523387" cy="3244822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3" name="Picture 3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4" name="Heart 3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elay 4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734" y="4133217"/>
            <a:ext cx="860058" cy="860058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5107589" y="5205068"/>
            <a:ext cx="1139363" cy="394691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FFFFFF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3396793" y="4133217"/>
            <a:ext cx="2850159" cy="86005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965279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72387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3" name="Picture 3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4" name="Heart 3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269476" y="6334450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elay 4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0128" y="1986596"/>
            <a:ext cx="860058" cy="860058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5110790" y="3027467"/>
            <a:ext cx="1139363" cy="394691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FFFFFF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0057" y="3560511"/>
            <a:ext cx="649564" cy="649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427314" y="3611531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: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336" y="4486794"/>
            <a:ext cx="649564" cy="6495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443593" y="4515948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: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8" name="Picture 37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6592" y="5384369"/>
            <a:ext cx="649564" cy="6495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463849" y="540744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: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396793" y="1955616"/>
            <a:ext cx="2850160" cy="86005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cxnSp>
        <p:nvCxnSpPr>
          <p:cNvPr id="53" name="Straight Connector 52"/>
          <p:cNvCxnSpPr/>
          <p:nvPr/>
        </p:nvCxnSpPr>
        <p:spPr>
          <a:xfrm>
            <a:off x="2977611" y="42987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2977611" y="5235520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84989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1757756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528877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190526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882189" y="5364372"/>
            <a:ext cx="19733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ABC Shop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90526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90526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01133" y="115682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32882" y="1136741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478177" y="1192547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37623" y="1406284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385201" y="-44543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sho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ps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2651126" y="1164287"/>
            <a:ext cx="1554494" cy="35472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Categories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7774214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91047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06109" y="3850761"/>
            <a:ext cx="949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Wood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79361" y="221431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68302" y="5627819"/>
            <a:ext cx="1417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Container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40472" y="5621630"/>
            <a:ext cx="9463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Others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2947" y="3889779"/>
            <a:ext cx="1524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Stationary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12591" y="221431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Fabric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hevron 6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stationary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880" y="2502147"/>
            <a:ext cx="1439726" cy="1439726"/>
          </a:xfrm>
          <a:prstGeom prst="rect">
            <a:avLst/>
          </a:prstGeom>
        </p:spPr>
      </p:pic>
      <p:pic>
        <p:nvPicPr>
          <p:cNvPr id="12" name="Picture 11" descr="wood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2594503"/>
            <a:ext cx="1324607" cy="1324607"/>
          </a:xfrm>
          <a:prstGeom prst="rect">
            <a:avLst/>
          </a:prstGeom>
        </p:spPr>
      </p:pic>
      <p:pic>
        <p:nvPicPr>
          <p:cNvPr id="15" name="Picture 14" descr="containeric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239" y="4368931"/>
            <a:ext cx="1234563" cy="1234563"/>
          </a:xfrm>
          <a:prstGeom prst="rect">
            <a:avLst/>
          </a:prstGeom>
        </p:spPr>
      </p:pic>
      <p:pic>
        <p:nvPicPr>
          <p:cNvPr id="35" name="Picture 34" descr="other2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561" y="4203813"/>
            <a:ext cx="1654145" cy="1654145"/>
          </a:xfrm>
          <a:prstGeom prst="rect">
            <a:avLst/>
          </a:prstGeom>
        </p:spPr>
      </p:pic>
      <p:pic>
        <p:nvPicPr>
          <p:cNvPr id="17" name="Picture 16" descr="button3icon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2211" y="914609"/>
            <a:ext cx="1387984" cy="1387984"/>
          </a:xfrm>
          <a:prstGeom prst="rect">
            <a:avLst/>
          </a:prstGeom>
        </p:spPr>
      </p:pic>
      <p:pic>
        <p:nvPicPr>
          <p:cNvPr id="8" name="Picture 7" descr="fabricicon4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898534"/>
            <a:ext cx="1358955" cy="135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0139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126170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158000" y="311188"/>
            <a:ext cx="27681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81797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81797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81797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2717065" y="2024954"/>
            <a:ext cx="3538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Information: </a:t>
            </a: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/>
            </a:r>
            <a:b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</a:b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xxxxxxxxxxxxxxxxxxxxxxxxxxxxx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719998" y="1224734"/>
            <a:ext cx="1390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717065" y="1624844"/>
            <a:ext cx="2128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000-000-0000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36128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9064379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0199" y="784558"/>
            <a:ext cx="3467556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0199" y="784558"/>
            <a:ext cx="3467556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2767211" y="4364805"/>
            <a:ext cx="3496781" cy="184250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292538" y="4364807"/>
            <a:ext cx="1971454" cy="183478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4364805"/>
            <a:ext cx="2199665" cy="1834782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836128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736858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Rounded Rectangle 28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675462" y="2896241"/>
            <a:ext cx="108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Location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161737" y="4677699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5966131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59" y="1"/>
            <a:ext cx="4511789" cy="6192562"/>
          </a:xfrm>
          <a:prstGeom prst="rect">
            <a:avLst/>
          </a:prstGeom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336880" y="2171965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5620130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2958862" y="-395569"/>
            <a:ext cx="3470514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err="1" smtClean="0">
                <a:solidFill>
                  <a:srgbClr val="FFDE5B"/>
                </a:solidFill>
                <a:latin typeface="KG A Little Swag"/>
                <a:cs typeface="KG A Little Swag"/>
              </a:rPr>
              <a:t>around</a:t>
            </a:r>
            <a:r>
              <a:rPr lang="en-US" sz="8000" dirty="0" err="1" smtClean="0">
                <a:solidFill>
                  <a:srgbClr val="FFAD24"/>
                </a:solidFill>
                <a:latin typeface="KG A Little Swag"/>
                <a:cs typeface="KG A Little Swag"/>
              </a:rPr>
              <a:t>me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682875" y="1004511"/>
            <a:ext cx="3746500" cy="48413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3005" y="1101312"/>
            <a:ext cx="3579294" cy="4639561"/>
          </a:xfrm>
          <a:prstGeom prst="rect">
            <a:avLst/>
          </a:prstGeom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Teardrop 23"/>
          <p:cNvSpPr/>
          <p:nvPr/>
        </p:nvSpPr>
        <p:spPr>
          <a:xfrm rot="7921972">
            <a:off x="2988780" y="3426171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3097185" y="3531759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Teardrop 25"/>
          <p:cNvSpPr/>
          <p:nvPr/>
        </p:nvSpPr>
        <p:spPr>
          <a:xfrm rot="7921972">
            <a:off x="4427838" y="4693725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536243" y="4799313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Teardrop 27"/>
          <p:cNvSpPr/>
          <p:nvPr/>
        </p:nvSpPr>
        <p:spPr>
          <a:xfrm rot="7921972">
            <a:off x="5681359" y="2951052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89764" y="3056640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418285" y="2139405"/>
            <a:ext cx="10522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Shop A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825099" y="3828683"/>
            <a:ext cx="1154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Shop B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257501" y="3379414"/>
            <a:ext cx="1239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>
                <a:latin typeface="Roboto Regular"/>
                <a:cs typeface="Roboto Regular"/>
              </a:rPr>
              <a:t>Shop C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246320" y="5103280"/>
            <a:ext cx="12333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Shop D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4715466" y="3284124"/>
            <a:ext cx="193141" cy="182676"/>
          </a:xfrm>
          <a:prstGeom prst="ellipse">
            <a:avLst/>
          </a:prstGeom>
          <a:solidFill>
            <a:srgbClr val="3366FF"/>
          </a:solidFill>
          <a:ln>
            <a:noFill/>
          </a:ln>
          <a:effectLst>
            <a:glow rad="469900">
              <a:schemeClr val="tx2">
                <a:lumMod val="40000"/>
                <a:lumOff val="60000"/>
                <a:alpha val="48000"/>
              </a:scheme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77746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79975" y="-365805"/>
            <a:ext cx="5675551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err="1" smtClean="0">
                <a:solidFill>
                  <a:srgbClr val="FFDE5B"/>
                </a:solidFill>
                <a:latin typeface="KG A Little Swag"/>
                <a:cs typeface="KG A Little Swag"/>
              </a:rPr>
              <a:t>whats</a:t>
            </a:r>
            <a:r>
              <a:rPr lang="en-US" sz="8000" dirty="0" err="1" smtClean="0">
                <a:solidFill>
                  <a:srgbClr val="FFAD24"/>
                </a:solidFill>
                <a:latin typeface="KG A Little Swag"/>
                <a:cs typeface="KG A Little Swag"/>
              </a:rPr>
              <a:t>new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7" y="1044274"/>
            <a:ext cx="354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Commented on your tutorial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09233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Liked your tutorial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20189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Liked your tutorial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29" name="Picture 28" descr="commenticon3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488" y="1038578"/>
            <a:ext cx="738995" cy="738995"/>
          </a:xfrm>
          <a:prstGeom prst="rect">
            <a:avLst/>
          </a:prstGeom>
        </p:spPr>
      </p:pic>
      <p:pic>
        <p:nvPicPr>
          <p:cNvPr id="30" name="Picture 29" descr="like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7306" y="2092132"/>
            <a:ext cx="729121" cy="729121"/>
          </a:xfrm>
          <a:prstGeom prst="rect">
            <a:avLst/>
          </a:prstGeom>
        </p:spPr>
      </p:pic>
      <p:pic>
        <p:nvPicPr>
          <p:cNvPr id="32" name="Picture 31" descr="like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578" y="3180456"/>
            <a:ext cx="729121" cy="729121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6436212" y="1479426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431465" y="2542489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441400" y="513117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328629" y="4282262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Followed you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16" name="Picture 15" descr="followedic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9425" y="4232558"/>
            <a:ext cx="751344" cy="751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7579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81897" y="-349780"/>
            <a:ext cx="3104148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cre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ate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29025" y="4283454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smtClean="0">
                <a:solidFill>
                  <a:schemeClr val="tx1"/>
                </a:solidFill>
                <a:latin typeface="Roboto Regular"/>
                <a:cs typeface="Roboto Regular"/>
              </a:rPr>
              <a:t>HanDIYcraft</a:t>
            </a:r>
            <a:endParaRPr lang="en-US" sz="1600" dirty="0">
              <a:solidFill>
                <a:schemeClr val="tx1"/>
              </a:solidFill>
              <a:latin typeface="Roboto Regular"/>
              <a:cs typeface="Roboto Regula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77890" y="4283454"/>
            <a:ext cx="6080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Title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Next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577155" y="4946966"/>
            <a:ext cx="1187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Category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46146" y="4960086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5518026" y="4959894"/>
            <a:ext cx="394559" cy="38100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sosceles Triangle 4"/>
          <p:cNvSpPr/>
          <p:nvPr/>
        </p:nvSpPr>
        <p:spPr>
          <a:xfrm rot="10800000">
            <a:off x="5619242" y="5107551"/>
            <a:ext cx="206003" cy="140066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635" y="1073709"/>
            <a:ext cx="2302059" cy="2302059"/>
          </a:xfrm>
          <a:prstGeom prst="rect">
            <a:avLst/>
          </a:prstGeom>
          <a:effectLst/>
        </p:spPr>
      </p:pic>
      <p:sp>
        <p:nvSpPr>
          <p:cNvPr id="25" name="Rounded Rectangle 24"/>
          <p:cNvSpPr/>
          <p:nvPr/>
        </p:nvSpPr>
        <p:spPr>
          <a:xfrm>
            <a:off x="2955325" y="3491210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2439616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27794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303303"/>
            <a:ext cx="1158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883880"/>
            <a:ext cx="995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Add Step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42" name="Rounded Rectangle 41"/>
          <p:cNvSpPr/>
          <p:nvPr/>
        </p:nvSpPr>
        <p:spPr>
          <a:xfrm>
            <a:off x="3125176" y="5262237"/>
            <a:ext cx="2926190" cy="582325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Video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08972510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547531" y="-82888"/>
            <a:ext cx="21520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Material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750478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635" y="748109"/>
            <a:ext cx="2302059" cy="2302059"/>
          </a:xfrm>
          <a:prstGeom prst="rect">
            <a:avLst/>
          </a:prstGeom>
          <a:effectLst/>
        </p:spPr>
      </p:pic>
      <p:sp>
        <p:nvSpPr>
          <p:cNvPr id="22" name="Rounded Rectangle 21"/>
          <p:cNvSpPr/>
          <p:nvPr/>
        </p:nvSpPr>
        <p:spPr>
          <a:xfrm>
            <a:off x="2955325" y="3116770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681775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741488" y="-82888"/>
            <a:ext cx="21520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Step 1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679246" y="3750478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635" y="748109"/>
            <a:ext cx="2302059" cy="2302059"/>
          </a:xfrm>
          <a:prstGeom prst="rect">
            <a:avLst/>
          </a:prstGeom>
          <a:effectLst/>
        </p:spPr>
      </p:pic>
      <p:sp>
        <p:nvSpPr>
          <p:cNvPr id="40" name="Rounded Rectangle 39"/>
          <p:cNvSpPr/>
          <p:nvPr/>
        </p:nvSpPr>
        <p:spPr>
          <a:xfrm>
            <a:off x="2955325" y="3116770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12168089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223263" y="3480157"/>
            <a:ext cx="2728807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tutorial is </a:t>
            </a:r>
            <a:b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now published.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0931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67010" y="-388385"/>
            <a:ext cx="5025033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ages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6" name="Picture 15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966034"/>
            <a:ext cx="860058" cy="860058"/>
          </a:xfrm>
          <a:prstGeom prst="rect">
            <a:avLst/>
          </a:prstGeom>
        </p:spPr>
      </p:pic>
      <p:pic>
        <p:nvPicPr>
          <p:cNvPr id="17" name="Picture 16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6094" y="2016825"/>
            <a:ext cx="860058" cy="860058"/>
          </a:xfrm>
          <a:prstGeom prst="rect">
            <a:avLst/>
          </a:prstGeom>
        </p:spPr>
      </p:pic>
      <p:pic>
        <p:nvPicPr>
          <p:cNvPr id="18" name="Picture 17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3101092"/>
            <a:ext cx="860058" cy="860058"/>
          </a:xfrm>
          <a:prstGeom prst="rect">
            <a:avLst/>
          </a:prstGeom>
        </p:spPr>
      </p:pic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060554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Shopkeeper A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10861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CCB55"/>
                </a:solidFill>
                <a:latin typeface="Roboto Regular"/>
                <a:cs typeface="Roboto Regular"/>
              </a:rPr>
              <a:t>Shopkeeper 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B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21817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CCB55"/>
                </a:solidFill>
                <a:latin typeface="Roboto Regular"/>
                <a:cs typeface="Roboto Regular"/>
              </a:rPr>
              <a:t>Shopkeeper C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289683" y="1479426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6284936" y="2542489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8752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819024" y="-17768"/>
            <a:ext cx="335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FCCB55"/>
                </a:solidFill>
                <a:latin typeface="MAW "/>
                <a:cs typeface="MAW "/>
              </a:rPr>
              <a:t>Shopkeeper A</a:t>
            </a:r>
            <a:endParaRPr lang="en-US" sz="40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Type Message Here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914130" y="177143"/>
            <a:ext cx="74646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latin typeface="MAW "/>
                <a:cs typeface="MAW "/>
              </a:rPr>
              <a:t>Shop </a:t>
            </a:r>
            <a:endParaRPr lang="en-US" spc="300" dirty="0">
              <a:latin typeface="MAW 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17375E"/>
                </a:solidFill>
              </a:rPr>
              <a:t>Send</a:t>
            </a:r>
            <a:endParaRPr lang="en-US" dirty="0">
              <a:solidFill>
                <a:srgbClr val="17375E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57" y="966034"/>
            <a:ext cx="860058" cy="860058"/>
          </a:xfrm>
          <a:prstGeom prst="rect">
            <a:avLst/>
          </a:prstGeom>
        </p:spPr>
      </p:pic>
      <p:pic>
        <p:nvPicPr>
          <p:cNvPr id="26" name="Picture 25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7251" y="2016825"/>
            <a:ext cx="860058" cy="860058"/>
          </a:xfrm>
          <a:prstGeom prst="rect">
            <a:avLst/>
          </a:prstGeom>
        </p:spPr>
      </p:pic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57" y="3345292"/>
            <a:ext cx="860058" cy="86005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2453718" y="454580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220053" y="1060554"/>
            <a:ext cx="1420127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Toey_555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sz="1600" dirty="0">
                <a:solidFill>
                  <a:schemeClr val="bg1"/>
                </a:solidFill>
                <a:latin typeface="Roboto Regular"/>
                <a:cs typeface="Roboto Regular"/>
              </a:rPr>
              <a:t>Hi :-)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220053" y="2108617"/>
            <a:ext cx="310283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Shopkeeper A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sz="1600" dirty="0">
                <a:solidFill>
                  <a:srgbClr val="FFFFFF"/>
                </a:solidFill>
                <a:latin typeface="Roboto Regular"/>
                <a:cs typeface="Roboto Regular"/>
              </a:rPr>
              <a:t>Hello, may I help you?</a:t>
            </a:r>
            <a:endParaRPr lang="en-US" sz="1600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240309" y="3218176"/>
            <a:ext cx="27186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Toey_555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sz="1600" dirty="0">
                <a:solidFill>
                  <a:srgbClr val="FFFFFF"/>
                </a:solidFill>
                <a:latin typeface="Roboto Regular"/>
                <a:cs typeface="Roboto Regular"/>
              </a:rPr>
              <a:t>I want to ask you about the knitting wools. </a:t>
            </a:r>
            <a:endParaRPr lang="en-US" sz="1600" dirty="0" smtClean="0">
              <a:solidFill>
                <a:srgbClr val="FFFFFF"/>
              </a:solidFill>
              <a:latin typeface="Roboto Regular"/>
              <a:cs typeface="Roboto Regular"/>
            </a:endParaRPr>
          </a:p>
          <a:p>
            <a:r>
              <a:rPr lang="en-US" sz="1600" dirty="0" smtClean="0">
                <a:solidFill>
                  <a:srgbClr val="FFFFFF"/>
                </a:solidFill>
                <a:latin typeface="Roboto Regular"/>
                <a:cs typeface="Roboto Regular"/>
              </a:rPr>
              <a:t>Is </a:t>
            </a:r>
            <a:r>
              <a:rPr lang="en-US" sz="1600" dirty="0">
                <a:solidFill>
                  <a:srgbClr val="FFFFFF"/>
                </a:solidFill>
                <a:latin typeface="Roboto Regular"/>
                <a:cs typeface="Roboto Regular"/>
              </a:rPr>
              <a:t>it available in your shop?</a:t>
            </a:r>
            <a:endParaRPr lang="en-US" sz="1600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833663" y="1245752"/>
            <a:ext cx="859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Roboto Regular"/>
                <a:cs typeface="Roboto Regular"/>
              </a:rPr>
              <a:t>11.11 am</a:t>
            </a:r>
            <a:endParaRPr lang="en-US" sz="1200" dirty="0">
              <a:solidFill>
                <a:schemeClr val="accent1">
                  <a:lumMod val="40000"/>
                  <a:lumOff val="6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871559" y="2293559"/>
            <a:ext cx="859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Roboto Regular"/>
                <a:cs typeface="Roboto Regular"/>
              </a:rPr>
              <a:t>11.11 am</a:t>
            </a:r>
            <a:endParaRPr lang="en-US" sz="1200" dirty="0">
              <a:solidFill>
                <a:schemeClr val="accent1">
                  <a:lumMod val="40000"/>
                  <a:lumOff val="6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880478" y="3666968"/>
            <a:ext cx="859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Roboto Regular"/>
                <a:cs typeface="Roboto Regular"/>
              </a:rPr>
              <a:t>11.11 am</a:t>
            </a:r>
            <a:endParaRPr lang="en-US" sz="1200" dirty="0">
              <a:solidFill>
                <a:schemeClr val="accent1">
                  <a:lumMod val="40000"/>
                  <a:lumOff val="60000"/>
                </a:schemeClr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6030026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6042" y="-82888"/>
            <a:ext cx="26969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475614" y="1781294"/>
            <a:ext cx="2471052" cy="54213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17375E"/>
                </a:solidFill>
                <a:latin typeface="Roboto Regular"/>
                <a:cs typeface="Roboto Regular"/>
              </a:rPr>
              <a:t>Hello, may I help you?</a:t>
            </a:r>
            <a:endParaRPr lang="en-US" sz="1600" dirty="0">
              <a:solidFill>
                <a:srgbClr val="17375E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35959" y="1092013"/>
            <a:ext cx="966083" cy="542135"/>
          </a:xfrm>
          <a:prstGeom prst="roundRect">
            <a:avLst/>
          </a:prstGeom>
          <a:solidFill>
            <a:srgbClr val="FCC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Hi :-)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035005" y="2599749"/>
            <a:ext cx="2567037" cy="978341"/>
          </a:xfrm>
          <a:prstGeom prst="roundRect">
            <a:avLst/>
          </a:prstGeom>
          <a:solidFill>
            <a:srgbClr val="FCC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I want to ask you about the knitting wools. Is it available in your shop?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Type Message Here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914130" y="177143"/>
            <a:ext cx="74646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latin typeface="MAW "/>
                <a:cs typeface="MAW "/>
              </a:rPr>
              <a:t>Shop </a:t>
            </a:r>
            <a:endParaRPr lang="en-US" spc="300" dirty="0">
              <a:latin typeface="MAW 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17375E"/>
                </a:solidFill>
              </a:rPr>
              <a:t>Send</a:t>
            </a:r>
            <a:endParaRPr lang="en-US" dirty="0">
              <a:solidFill>
                <a:srgbClr val="17375E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9917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40574" y="240628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4747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67814" y="147478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92972" y="170592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60541" y="171171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22259" y="993714"/>
            <a:ext cx="2305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044396" y="200675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galaxxy001@gmail.com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3" name="Picture 42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4" name="Heart 4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5975480" y="142740"/>
            <a:ext cx="580130" cy="56787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36" name="Picture 35" descr="plus_icon_white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1487" y="-3385"/>
            <a:ext cx="844763" cy="84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894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240628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3" name="Picture 42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4" name="Heart 4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5975480" y="142740"/>
            <a:ext cx="580130" cy="56787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35" name="Picture 34" descr="checked-checkbox-xxl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7309" y="207027"/>
            <a:ext cx="450221" cy="45022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063132" y="14747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41" name="Picture 40" descr="DUser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267814" y="147478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292972" y="170592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560541" y="171171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122259" y="993714"/>
            <a:ext cx="2305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044396" y="200675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galaxxy001@gmail.com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56756034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cxnSp>
        <p:nvCxnSpPr>
          <p:cNvPr id="34" name="Straight Connector 33"/>
          <p:cNvCxnSpPr/>
          <p:nvPr/>
        </p:nvCxnSpPr>
        <p:spPr>
          <a:xfrm>
            <a:off x="2240574" y="240628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063132" y="14747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267814" y="147478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292972" y="170592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560541" y="171171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308956" y="993714"/>
            <a:ext cx="1803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Toey_555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cxnSp>
        <p:nvCxnSpPr>
          <p:cNvPr id="55" name="Straight Connector 54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49024" y="200675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</a:t>
            </a:r>
            <a:r>
              <a:rPr lang="en-US" sz="16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mynameistoey@gmail.com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6787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11777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20678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28590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520171" y="119718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8155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82595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27794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335863"/>
            <a:ext cx="1158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916440"/>
            <a:ext cx="995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5" y="5552983"/>
            <a:ext cx="2926189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Tutorial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50" name="Rounded Rectangle 49"/>
          <p:cNvSpPr/>
          <p:nvPr/>
        </p:nvSpPr>
        <p:spPr>
          <a:xfrm>
            <a:off x="3125175" y="4106142"/>
            <a:ext cx="2926189" cy="638277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Add Step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125175" y="4861698"/>
            <a:ext cx="2926190" cy="582325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Video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8088103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417283" y="-82888"/>
            <a:ext cx="21520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Material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79246" y="3750478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635" y="748109"/>
            <a:ext cx="2302059" cy="2302059"/>
          </a:xfrm>
          <a:prstGeom prst="rect">
            <a:avLst/>
          </a:prstGeom>
          <a:effectLst/>
        </p:spPr>
      </p:pic>
      <p:sp>
        <p:nvSpPr>
          <p:cNvPr id="39" name="Rounded Rectangle 38"/>
          <p:cNvSpPr/>
          <p:nvPr/>
        </p:nvSpPr>
        <p:spPr>
          <a:xfrm>
            <a:off x="2955325" y="3116770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8535086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736559" y="3480157"/>
            <a:ext cx="3702205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tutorial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saved.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27794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335863"/>
            <a:ext cx="1158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916440"/>
            <a:ext cx="995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5" y="5552983"/>
            <a:ext cx="2926189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Tutorial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50" name="Rounded Rectangle 49"/>
          <p:cNvSpPr/>
          <p:nvPr/>
        </p:nvSpPr>
        <p:spPr>
          <a:xfrm>
            <a:off x="3125175" y="4106142"/>
            <a:ext cx="2926189" cy="638277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Add Step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125175" y="4861698"/>
            <a:ext cx="2926190" cy="582325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Video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3988541" y="263137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tutorial?</a:t>
            </a:r>
            <a:endParaRPr lang="en-US" dirty="0">
              <a:latin typeface="Roboto Regular"/>
              <a:cs typeface="Roboto Regular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76366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510966" y="3480157"/>
            <a:ext cx="4153394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tutorial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removed.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74788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7444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Username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980626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591439"/>
            <a:ext cx="3284969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4383189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4410772"/>
            <a:ext cx="7064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Email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714163"/>
            <a:ext cx="2503603" cy="2503603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890096" y="3053492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2053931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712" y="-393701"/>
            <a:ext cx="482533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pass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word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990834" y="28231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990834" y="35470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57449" y="2652359"/>
            <a:ext cx="122305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New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60724" y="3584948"/>
            <a:ext cx="1606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Re-Password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294576" y="4375236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Save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990834" y="2139134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841959" y="1968284"/>
            <a:ext cx="1649252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Current 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29368250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11586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FE4867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877869"/>
            <a:ext cx="706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Email</a:t>
            </a:r>
            <a:endParaRPr lang="en-US" dirty="0">
              <a:solidFill>
                <a:srgbClr val="FCCB55"/>
              </a:solidFill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3856037" y="38576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671762" y="38216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988541" y="263137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account?</a:t>
            </a:r>
            <a:endParaRPr lang="en-US" dirty="0">
              <a:latin typeface="Roboto Regular"/>
              <a:cs typeface="Roboto Regular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54575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215007"/>
            <a:ext cx="935503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spc="600" dirty="0" smtClean="0">
                <a:solidFill>
                  <a:srgbClr val="FFDE5B"/>
                </a:solidFill>
                <a:latin typeface="Sketch Rockwell"/>
                <a:cs typeface="Sketch Rockwell"/>
              </a:rPr>
              <a:t>SHOPKEEPER</a:t>
            </a:r>
          </a:p>
          <a:p>
            <a:pPr algn="ctr"/>
            <a:r>
              <a:rPr lang="en-US" sz="8000" spc="600" dirty="0" smtClean="0">
                <a:solidFill>
                  <a:srgbClr val="BFBFBF"/>
                </a:solidFill>
                <a:latin typeface="Sketch Rockwell"/>
                <a:cs typeface="Sketch Rockwell"/>
              </a:rPr>
              <a:t>PART</a:t>
            </a:r>
            <a:endParaRPr lang="en-US" sz="8000" spc="600" dirty="0">
              <a:solidFill>
                <a:srgbClr val="BFBFBF"/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17457697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691948" y="-42994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me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82875" y="1757756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strip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528877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41" name="Rectangle 40"/>
          <p:cNvSpPr/>
          <p:nvPr/>
        </p:nvSpPr>
        <p:spPr>
          <a:xfrm>
            <a:off x="2804023" y="190526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2882189" y="5364372"/>
            <a:ext cx="19733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ABC Shop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2804023" y="190526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04023" y="190526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801133" y="115682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4832882" y="1136741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8" name="Donut 47"/>
          <p:cNvSpPr/>
          <p:nvPr/>
        </p:nvSpPr>
        <p:spPr>
          <a:xfrm>
            <a:off x="4478177" y="1192547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 rot="2586247">
            <a:off x="4637623" y="1406284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87739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3" name="Heart 3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Delay 4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685970" y="-410989"/>
            <a:ext cx="1893233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nu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Categories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420538" y="2539771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Search Blogger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19" name="Chevron 1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20538" y="3466648"/>
            <a:ext cx="2343010" cy="554543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Log Out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023469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91047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06109" y="3850761"/>
            <a:ext cx="949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Wood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79361" y="221431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68302" y="5627819"/>
            <a:ext cx="1417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Container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40472" y="5621630"/>
            <a:ext cx="9463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Others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2947" y="3889779"/>
            <a:ext cx="1524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Stationary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12591" y="221431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Fabric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hevron 6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stationary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880" y="2502147"/>
            <a:ext cx="1439726" cy="1439726"/>
          </a:xfrm>
          <a:prstGeom prst="rect">
            <a:avLst/>
          </a:prstGeom>
        </p:spPr>
      </p:pic>
      <p:pic>
        <p:nvPicPr>
          <p:cNvPr id="12" name="Picture 11" descr="wood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2594503"/>
            <a:ext cx="1324607" cy="1324607"/>
          </a:xfrm>
          <a:prstGeom prst="rect">
            <a:avLst/>
          </a:prstGeom>
        </p:spPr>
      </p:pic>
      <p:pic>
        <p:nvPicPr>
          <p:cNvPr id="15" name="Picture 14" descr="containeric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239" y="4368931"/>
            <a:ext cx="1234563" cy="1234563"/>
          </a:xfrm>
          <a:prstGeom prst="rect">
            <a:avLst/>
          </a:prstGeom>
        </p:spPr>
      </p:pic>
      <p:pic>
        <p:nvPicPr>
          <p:cNvPr id="35" name="Picture 34" descr="other2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561" y="4203813"/>
            <a:ext cx="1654145" cy="1654145"/>
          </a:xfrm>
          <a:prstGeom prst="rect">
            <a:avLst/>
          </a:prstGeom>
        </p:spPr>
      </p:pic>
      <p:pic>
        <p:nvPicPr>
          <p:cNvPr id="17" name="Picture 16" descr="button3icon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2211" y="914609"/>
            <a:ext cx="1387984" cy="1387984"/>
          </a:xfrm>
          <a:prstGeom prst="rect">
            <a:avLst/>
          </a:prstGeom>
        </p:spPr>
      </p:pic>
      <p:pic>
        <p:nvPicPr>
          <p:cNvPr id="8" name="Picture 7" descr="fabricicon4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898534"/>
            <a:ext cx="1358955" cy="135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0033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40574" y="276255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1785" y="730402"/>
            <a:ext cx="1447563" cy="14475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05321" y="1950635"/>
            <a:ext cx="1902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Shopper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903498"/>
            <a:ext cx="3746500" cy="35129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305100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305100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305100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938485" y="2362605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</a:t>
            </a:r>
            <a:r>
              <a:rPr lang="en-US" sz="16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shopismylife@gmail.com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3" name="Picture 42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4" name="Heart 4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1617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44146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Username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910429"/>
            <a:ext cx="7064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Email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0588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712" y="-393701"/>
            <a:ext cx="482533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pass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word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990834" y="28231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990834" y="35470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57449" y="2652359"/>
            <a:ext cx="122305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New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60724" y="3584948"/>
            <a:ext cx="1606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Re-Password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294576" y="4375236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Save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990834" y="2139134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841959" y="1968284"/>
            <a:ext cx="1649252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Current 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4467938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11586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FE4867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877869"/>
            <a:ext cx="706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Email</a:t>
            </a:r>
            <a:endParaRPr lang="en-US" dirty="0">
              <a:solidFill>
                <a:srgbClr val="FCCB55"/>
              </a:solidFill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3856037" y="38576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671762" y="38216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988541" y="263137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account?</a:t>
            </a:r>
            <a:endParaRPr lang="en-US" dirty="0">
              <a:latin typeface="Roboto Regular"/>
              <a:cs typeface="Roboto Regular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313714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126170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158000" y="311188"/>
            <a:ext cx="27681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81797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81797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81797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2717065" y="2024954"/>
            <a:ext cx="3538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Information: </a:t>
            </a: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/>
            </a:r>
            <a:b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</a:b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xxxxxxxxxxxxxxxxxxxxxxxxxxxxx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719998" y="1224734"/>
            <a:ext cx="1390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717065" y="1624844"/>
            <a:ext cx="2128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000-000-0000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21111226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0199" y="784558"/>
            <a:ext cx="3467556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78455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2767211" y="4364805"/>
            <a:ext cx="3496781" cy="184250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292538" y="4364807"/>
            <a:ext cx="1971454" cy="183478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4364805"/>
            <a:ext cx="2199665" cy="1834782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2440093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675462" y="2896241"/>
            <a:ext cx="108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Location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31" name="Chevron 30"/>
          <p:cNvSpPr/>
          <p:nvPr/>
        </p:nvSpPr>
        <p:spPr>
          <a:xfrm>
            <a:off x="5920773" y="4122266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768302" y="5548410"/>
            <a:ext cx="3478650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Shop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8844920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675462" y="2896241"/>
            <a:ext cx="10906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chemeClr val="bg1"/>
                </a:solidFill>
              </a:rPr>
              <a:t>Location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31" name="Chevron 30"/>
          <p:cNvSpPr/>
          <p:nvPr/>
        </p:nvSpPr>
        <p:spPr>
          <a:xfrm>
            <a:off x="5920773" y="4122266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768302" y="5548410"/>
            <a:ext cx="3478650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Shop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856037" y="38576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2671762" y="38216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988541" y="264765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shop?</a:t>
            </a:r>
            <a:endParaRPr lang="en-US" dirty="0">
              <a:latin typeface="Roboto Regular"/>
              <a:cs typeface="Roboto Regular"/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1085580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510966" y="3480157"/>
            <a:ext cx="4153394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shop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removed.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90648" y="1086968"/>
            <a:ext cx="980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56090" y="2525041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45375" y="1106078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45375" y="1802269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57496" y="1783159"/>
            <a:ext cx="644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9688" y="2464354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636502" y="4544483"/>
            <a:ext cx="3573406" cy="1155744"/>
          </a:xfrm>
          <a:prstGeom prst="roundRect">
            <a:avLst>
              <a:gd name="adj" fmla="val 9235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2542592" y="4156264"/>
            <a:ext cx="1161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Pictures</a:t>
            </a:r>
          </a:p>
        </p:txBody>
      </p:sp>
      <p:sp>
        <p:nvSpPr>
          <p:cNvPr id="52" name="Chevron 51"/>
          <p:cNvSpPr/>
          <p:nvPr/>
        </p:nvSpPr>
        <p:spPr>
          <a:xfrm>
            <a:off x="5892672" y="4959327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909645" y="4815109"/>
            <a:ext cx="892826" cy="584260"/>
          </a:xfrm>
          <a:prstGeom prst="roundRect">
            <a:avLst/>
          </a:prstGeom>
          <a:solidFill>
            <a:srgbClr val="FFDE5B"/>
          </a:solidFill>
          <a:ln>
            <a:noFill/>
          </a:ln>
          <a:effectLst>
            <a:outerShdw blurRad="40000" dist="23000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ADD</a:t>
            </a:r>
            <a:b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</a:br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MORE</a:t>
            </a:r>
            <a:endParaRPr lang="en-US" b="1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pic>
        <p:nvPicPr>
          <p:cNvPr id="68" name="Picture 6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115" y="4621442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9" name="Picture 68" descr="close-butt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423919" y="4587354"/>
            <a:ext cx="320015" cy="452319"/>
          </a:xfrm>
          <a:prstGeom prst="rect">
            <a:avLst/>
          </a:prstGeom>
        </p:spPr>
      </p:pic>
      <p:pic>
        <p:nvPicPr>
          <p:cNvPr id="70" name="Picture 69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1471" y="4630883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1" name="Picture 70" descr="close-butt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12275" y="4596795"/>
            <a:ext cx="320015" cy="452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668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016557" y="763609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550155" y="702922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4323027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673220" y="4605878"/>
            <a:ext cx="3554099" cy="12491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383" y="4679587"/>
            <a:ext cx="3390571" cy="111307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567543" y="4167398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Location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5861859" y="5084064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45" name="Teardrop 44"/>
          <p:cNvSpPr/>
          <p:nvPr/>
        </p:nvSpPr>
        <p:spPr>
          <a:xfrm rot="7921972">
            <a:off x="4479753" y="4868646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588158" y="4974234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4222867" y="5315173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671076" y="2756687"/>
            <a:ext cx="3573406" cy="1155744"/>
          </a:xfrm>
          <a:prstGeom prst="roundRect">
            <a:avLst>
              <a:gd name="adj" fmla="val 9235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2577166" y="2368468"/>
            <a:ext cx="1161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Pictures</a:t>
            </a:r>
          </a:p>
        </p:txBody>
      </p:sp>
      <p:sp>
        <p:nvSpPr>
          <p:cNvPr id="69" name="Chevron 68"/>
          <p:cNvSpPr/>
          <p:nvPr/>
        </p:nvSpPr>
        <p:spPr>
          <a:xfrm>
            <a:off x="5927246" y="318702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969755" y="3040294"/>
            <a:ext cx="892826" cy="584260"/>
          </a:xfrm>
          <a:prstGeom prst="roundRect">
            <a:avLst/>
          </a:prstGeom>
          <a:solidFill>
            <a:srgbClr val="FFDE5B"/>
          </a:solidFill>
          <a:ln>
            <a:noFill/>
          </a:ln>
          <a:effectLst>
            <a:outerShdw blurRad="40000" dist="23000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ADD</a:t>
            </a:r>
            <a:b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</a:br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MORE</a:t>
            </a:r>
            <a:endParaRPr lang="en-US" b="1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pic>
        <p:nvPicPr>
          <p:cNvPr id="5" name="Picture 4" descr="camera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0652" y="2843291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0" name="Picture 69" descr="close-butt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501456" y="2809203"/>
            <a:ext cx="320015" cy="452319"/>
          </a:xfrm>
          <a:prstGeom prst="rect">
            <a:avLst/>
          </a:prstGeom>
        </p:spPr>
      </p:pic>
      <p:pic>
        <p:nvPicPr>
          <p:cNvPr id="72" name="Picture 71" descr="camera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008" y="2852732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3" name="Picture 72" descr="close-butt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89812" y="2818644"/>
            <a:ext cx="320015" cy="452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819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736559" y="3480157"/>
            <a:ext cx="3702205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shop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saved.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3668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16601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72407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286144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128823" y="-429949"/>
            <a:ext cx="3325615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blog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ger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9" name="Picture 3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1384264"/>
            <a:ext cx="860058" cy="860058"/>
          </a:xfrm>
          <a:prstGeom prst="rect">
            <a:avLst/>
          </a:prstGeom>
        </p:spPr>
      </p:pic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6094" y="2435055"/>
            <a:ext cx="860058" cy="860058"/>
          </a:xfrm>
          <a:prstGeom prst="rect">
            <a:avLst/>
          </a:prstGeom>
        </p:spPr>
      </p:pic>
      <p:pic>
        <p:nvPicPr>
          <p:cNvPr id="41" name="Picture 40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3519322"/>
            <a:ext cx="860058" cy="860058"/>
          </a:xfrm>
          <a:prstGeom prst="rect">
            <a:avLst/>
          </a:prstGeom>
        </p:spPr>
      </p:pic>
      <p:cxnSp>
        <p:nvCxnSpPr>
          <p:cNvPr id="42" name="Straight Connector 41"/>
          <p:cNvCxnSpPr/>
          <p:nvPr/>
        </p:nvCxnSpPr>
        <p:spPr>
          <a:xfrm>
            <a:off x="2410424" y="2306282"/>
            <a:ext cx="402703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2441400" y="3403543"/>
            <a:ext cx="3996056" cy="479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2441400" y="4485316"/>
            <a:ext cx="3996056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301458" y="1462504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Follower: 555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01458" y="251056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</a:t>
            </a:r>
          </a:p>
          <a:p>
            <a:r>
              <a:rPr lang="en-US" dirty="0">
                <a:solidFill>
                  <a:schemeClr val="bg1"/>
                </a:solidFill>
                <a:latin typeface="Roboto Regular"/>
                <a:cs typeface="Roboto Regular"/>
              </a:rPr>
              <a:t>Follower: 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888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321714" y="362012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</a:t>
            </a:r>
          </a:p>
          <a:p>
            <a:r>
              <a:rPr lang="en-US" dirty="0">
                <a:solidFill>
                  <a:schemeClr val="bg1"/>
                </a:solidFill>
                <a:latin typeface="Roboto Regular"/>
                <a:cs typeface="Roboto Regular"/>
              </a:rPr>
              <a:t>Follower: 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111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7755776" y="3408333"/>
            <a:ext cx="6555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000" dirty="0">
                <a:solidFill>
                  <a:prstClr val="white"/>
                </a:solidFill>
              </a:rPr>
              <a:t> 1 :-)</a:t>
            </a:r>
            <a:endParaRPr lang="en-US" sz="2000" b="1" dirty="0">
              <a:solidFill>
                <a:srgbClr val="FCCB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7983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16169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8026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672767"/>
            <a:ext cx="1447563" cy="14475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67814" y="138026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92972" y="161140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60541" y="161719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696279" y="2039446"/>
            <a:ext cx="37465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696279" y="219095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496644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33846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626653" y="5732454"/>
            <a:ext cx="2286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HanDIYcraft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33172" y="5779538"/>
            <a:ext cx="472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sz="20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33846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33846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6" name="Picture 65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7" name="Heart 6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9" name="Straight Connector 6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Delay 7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Heart 74"/>
          <p:cNvSpPr/>
          <p:nvPr/>
        </p:nvSpPr>
        <p:spPr>
          <a:xfrm>
            <a:off x="5000134" y="5868734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5170770" y="143869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836128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088945" y="875027"/>
            <a:ext cx="2390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FDE5B"/>
                </a:solidFill>
                <a:latin typeface="Roboto Regular"/>
                <a:cs typeface="Roboto Regular"/>
              </a:rPr>
              <a:t>Galaxxy001</a:t>
            </a:r>
            <a:endParaRPr lang="en-US" sz="2400" b="1" spc="300" dirty="0">
              <a:solidFill>
                <a:srgbClr val="FFDE5B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7192449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9050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28590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520171" y="118090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6527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4" name="Picture 23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6" name="Heart 2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3" name="Straight Connector 3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80686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241619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814148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746289" y="483210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3" name="Straight Connector 3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Delay 3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86743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8327" y="1322843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8327" y="1322843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88327" y="1322843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84019" y="853177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7" y="2307423"/>
            <a:ext cx="273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Roboto Regular"/>
                <a:cs typeface="Roboto Regular"/>
              </a:rPr>
              <a:t>xxxxxxxxxxxxxx</a:t>
            </a:r>
            <a:endParaRPr lang="en-US" dirty="0">
              <a:latin typeface="Roboto Regular"/>
              <a:cs typeface="Roboto Regular"/>
            </a:endParaRPr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rgbClr val="2A44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Post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907257" y="2998521"/>
            <a:ext cx="2437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HanDIYcraft</a:t>
            </a:r>
          </a:p>
          <a:p>
            <a:pPr algn="ctr"/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/>
            </a:r>
            <a:b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</a:br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endParaRPr lang="en-US" sz="1600" dirty="0">
              <a:solidFill>
                <a:schemeClr val="bg1">
                  <a:lumMod val="6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746289" y="4815826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1" name="Heart 4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78539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2207771"/>
            <a:ext cx="649564" cy="649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360163" y="2214569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: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3081808"/>
            <a:ext cx="649564" cy="6495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376442" y="308860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: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96698" y="3919345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: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551" y="3912547"/>
            <a:ext cx="649564" cy="649564"/>
          </a:xfrm>
          <a:prstGeom prst="rect">
            <a:avLst/>
          </a:prstGeom>
        </p:spPr>
      </p:pic>
      <p:cxnSp>
        <p:nvCxnSpPr>
          <p:cNvPr id="21" name="Straight Connector 20"/>
          <p:cNvCxnSpPr/>
          <p:nvPr/>
        </p:nvCxnSpPr>
        <p:spPr>
          <a:xfrm>
            <a:off x="2922637" y="2937659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922637" y="38261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2922637" y="46858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3" name="Straight Connector 3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Delay 3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763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81897" y="-349780"/>
            <a:ext cx="3104148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cre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ate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83338" y="4511378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smtClean="0">
                <a:solidFill>
                  <a:schemeClr val="tx1"/>
                </a:solidFill>
                <a:latin typeface="Roboto Regular"/>
                <a:cs typeface="Roboto Regular"/>
              </a:rPr>
              <a:t>ABC Shop</a:t>
            </a:r>
            <a:endParaRPr lang="en-US" sz="1600" dirty="0">
              <a:solidFill>
                <a:schemeClr val="tx1"/>
              </a:solidFill>
              <a:latin typeface="Roboto Regular"/>
              <a:cs typeface="Roboto Regula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37201" y="4527658"/>
            <a:ext cx="9175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Name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Next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31468" y="5191170"/>
            <a:ext cx="1187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Category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700459" y="5188010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5572339" y="5187818"/>
            <a:ext cx="394559" cy="38100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sosceles Triangle 4"/>
          <p:cNvSpPr/>
          <p:nvPr/>
        </p:nvSpPr>
        <p:spPr>
          <a:xfrm rot="10800000">
            <a:off x="5673555" y="5335475"/>
            <a:ext cx="206003" cy="140066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0117" y="999104"/>
            <a:ext cx="2576104" cy="2576104"/>
          </a:xfrm>
          <a:prstGeom prst="rect">
            <a:avLst/>
          </a:prstGeom>
          <a:effectLst/>
        </p:spPr>
      </p:pic>
      <p:sp>
        <p:nvSpPr>
          <p:cNvPr id="25" name="Rounded Rectangle 24"/>
          <p:cNvSpPr/>
          <p:nvPr/>
        </p:nvSpPr>
        <p:spPr>
          <a:xfrm>
            <a:off x="2987106" y="3705324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48002548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90648" y="1086968"/>
            <a:ext cx="980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56090" y="2525041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45375" y="1106078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45375" y="1802269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57496" y="1783159"/>
            <a:ext cx="644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9688" y="2464354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64" name="Picture 63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024" y="4068819"/>
            <a:ext cx="2070822" cy="2070822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1623547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016557" y="763609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550155" y="702922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4323027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673220" y="4698818"/>
            <a:ext cx="3554099" cy="12491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567543" y="4260338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Location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5926167" y="5177004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768299" y="4991128"/>
            <a:ext cx="3171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You haven’t pin your location yet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45" name="Picture 44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024" y="2329655"/>
            <a:ext cx="2070822" cy="2070822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3828565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223261" y="3480157"/>
            <a:ext cx="2728807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shop is </a:t>
            </a:r>
            <a:b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now published.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2850445" y="-333609"/>
            <a:ext cx="4708127" cy="120032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2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loca</a:t>
            </a:r>
            <a:r>
              <a:rPr lang="en-US" sz="72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tion</a:t>
            </a:r>
            <a:endParaRPr lang="en-US" sz="72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682875" y="1004511"/>
            <a:ext cx="3746500" cy="48413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3005" y="1101312"/>
            <a:ext cx="3579294" cy="4639561"/>
          </a:xfrm>
          <a:prstGeom prst="rect">
            <a:avLst/>
          </a:prstGeom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336880" y="2155685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8232257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67010" y="-388385"/>
            <a:ext cx="5025033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ages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6" name="Picture 15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966034"/>
            <a:ext cx="860058" cy="860058"/>
          </a:xfrm>
          <a:prstGeom prst="rect">
            <a:avLst/>
          </a:prstGeom>
        </p:spPr>
      </p:pic>
      <p:pic>
        <p:nvPicPr>
          <p:cNvPr id="17" name="Picture 16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6094" y="2016825"/>
            <a:ext cx="860058" cy="860058"/>
          </a:xfrm>
          <a:prstGeom prst="rect">
            <a:avLst/>
          </a:prstGeom>
        </p:spPr>
      </p:pic>
      <p:pic>
        <p:nvPicPr>
          <p:cNvPr id="18" name="Picture 17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3101092"/>
            <a:ext cx="860058" cy="860058"/>
          </a:xfrm>
          <a:prstGeom prst="rect">
            <a:avLst/>
          </a:prstGeom>
        </p:spPr>
      </p:pic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093114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14117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25073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6289683" y="1479426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284936" y="2542489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5853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31391" y="59602"/>
            <a:ext cx="312177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  <a:endParaRPr lang="en-US" sz="32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130990" y="1703844"/>
            <a:ext cx="2471052" cy="542135"/>
          </a:xfrm>
          <a:prstGeom prst="roundRect">
            <a:avLst/>
          </a:prstGeom>
          <a:solidFill>
            <a:srgbClr val="FCC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17375E"/>
                </a:solidFill>
                <a:latin typeface="Roboto Regular"/>
                <a:cs typeface="Roboto Regular"/>
              </a:rPr>
              <a:t>Hello, may I help you?</a:t>
            </a:r>
            <a:endParaRPr lang="en-US" sz="1600" dirty="0">
              <a:solidFill>
                <a:srgbClr val="17375E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2475614" y="1014563"/>
            <a:ext cx="966083" cy="54213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Hi :-)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475614" y="2537789"/>
            <a:ext cx="2567037" cy="97834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I want to ask you about the knitting wools. Is it available in your shop?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rgbClr val="17375E"/>
                </a:solidFill>
                <a:latin typeface="MAW "/>
                <a:cs typeface="MAW "/>
              </a:rPr>
              <a:t>Send</a:t>
            </a:r>
            <a:endParaRPr lang="en-US" b="1" spc="300" dirty="0">
              <a:solidFill>
                <a:srgbClr val="17375E"/>
              </a:solidFill>
              <a:latin typeface="MAW 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Type Message Here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701596" y="177143"/>
            <a:ext cx="950891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latin typeface="MAW "/>
                <a:cs typeface="MAW "/>
              </a:rPr>
              <a:t>Profile </a:t>
            </a:r>
            <a:endParaRPr lang="en-US" spc="300" dirty="0"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593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9546</TotalTime>
  <Words>1213</Words>
  <Application>Microsoft Macintosh PowerPoint</Application>
  <PresentationFormat>On-screen Show (4:3)</PresentationFormat>
  <Paragraphs>536</Paragraphs>
  <Slides>100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476</cp:revision>
  <dcterms:created xsi:type="dcterms:W3CDTF">2014-05-02T09:30:10Z</dcterms:created>
  <dcterms:modified xsi:type="dcterms:W3CDTF">2014-10-16T16:05:24Z</dcterms:modified>
</cp:coreProperties>
</file>