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wdp" ContentType="image/vnd.ms-photo"/>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601200" cy="12801600" type="A3"/>
  <p:notesSz cx="6858000" cy="9144000"/>
  <p:defaultTextStyle>
    <a:defPPr>
      <a:defRPr lang="en-US"/>
    </a:defPPr>
    <a:lvl1pPr marL="0" algn="l" defTabSz="640080" rtl="0" eaLnBrk="1" latinLnBrk="0" hangingPunct="1">
      <a:defRPr sz="2500" kern="1200">
        <a:solidFill>
          <a:schemeClr val="tx1"/>
        </a:solidFill>
        <a:latin typeface="+mn-lt"/>
        <a:ea typeface="+mn-ea"/>
        <a:cs typeface="+mn-cs"/>
      </a:defRPr>
    </a:lvl1pPr>
    <a:lvl2pPr marL="640080" algn="l" defTabSz="640080" rtl="0" eaLnBrk="1" latinLnBrk="0" hangingPunct="1">
      <a:defRPr sz="2500" kern="1200">
        <a:solidFill>
          <a:schemeClr val="tx1"/>
        </a:solidFill>
        <a:latin typeface="+mn-lt"/>
        <a:ea typeface="+mn-ea"/>
        <a:cs typeface="+mn-cs"/>
      </a:defRPr>
    </a:lvl2pPr>
    <a:lvl3pPr marL="1280160" algn="l" defTabSz="640080" rtl="0" eaLnBrk="1" latinLnBrk="0" hangingPunct="1">
      <a:defRPr sz="2500" kern="1200">
        <a:solidFill>
          <a:schemeClr val="tx1"/>
        </a:solidFill>
        <a:latin typeface="+mn-lt"/>
        <a:ea typeface="+mn-ea"/>
        <a:cs typeface="+mn-cs"/>
      </a:defRPr>
    </a:lvl3pPr>
    <a:lvl4pPr marL="1920240" algn="l" defTabSz="640080" rtl="0" eaLnBrk="1" latinLnBrk="0" hangingPunct="1">
      <a:defRPr sz="2500" kern="1200">
        <a:solidFill>
          <a:schemeClr val="tx1"/>
        </a:solidFill>
        <a:latin typeface="+mn-lt"/>
        <a:ea typeface="+mn-ea"/>
        <a:cs typeface="+mn-cs"/>
      </a:defRPr>
    </a:lvl4pPr>
    <a:lvl5pPr marL="2560320" algn="l" defTabSz="640080" rtl="0" eaLnBrk="1" latinLnBrk="0" hangingPunct="1">
      <a:defRPr sz="2500" kern="1200">
        <a:solidFill>
          <a:schemeClr val="tx1"/>
        </a:solidFill>
        <a:latin typeface="+mn-lt"/>
        <a:ea typeface="+mn-ea"/>
        <a:cs typeface="+mn-cs"/>
      </a:defRPr>
    </a:lvl5pPr>
    <a:lvl6pPr marL="3200400" algn="l" defTabSz="640080" rtl="0" eaLnBrk="1" latinLnBrk="0" hangingPunct="1">
      <a:defRPr sz="2500" kern="1200">
        <a:solidFill>
          <a:schemeClr val="tx1"/>
        </a:solidFill>
        <a:latin typeface="+mn-lt"/>
        <a:ea typeface="+mn-ea"/>
        <a:cs typeface="+mn-cs"/>
      </a:defRPr>
    </a:lvl6pPr>
    <a:lvl7pPr marL="3840480" algn="l" defTabSz="640080" rtl="0" eaLnBrk="1" latinLnBrk="0" hangingPunct="1">
      <a:defRPr sz="2500" kern="1200">
        <a:solidFill>
          <a:schemeClr val="tx1"/>
        </a:solidFill>
        <a:latin typeface="+mn-lt"/>
        <a:ea typeface="+mn-ea"/>
        <a:cs typeface="+mn-cs"/>
      </a:defRPr>
    </a:lvl7pPr>
    <a:lvl8pPr marL="4480560" algn="l" defTabSz="640080" rtl="0" eaLnBrk="1" latinLnBrk="0" hangingPunct="1">
      <a:defRPr sz="2500" kern="1200">
        <a:solidFill>
          <a:schemeClr val="tx1"/>
        </a:solidFill>
        <a:latin typeface="+mn-lt"/>
        <a:ea typeface="+mn-ea"/>
        <a:cs typeface="+mn-cs"/>
      </a:defRPr>
    </a:lvl8pPr>
    <a:lvl9pPr marL="5120640" algn="l" defTabSz="640080" rtl="0" eaLnBrk="1" latinLnBrk="0" hangingPunct="1">
      <a:defRPr sz="25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CCB55"/>
    <a:srgbClr val="FFAD24"/>
    <a:srgbClr val="699EE2"/>
    <a:srgbClr val="5EA4FF"/>
    <a:srgbClr val="5EA0F5"/>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0" d="100"/>
          <a:sy n="40" d="100"/>
        </p:scale>
        <p:origin x="-2912" y="-200"/>
      </p:cViewPr>
      <p:guideLst>
        <p:guide orient="horz" pos="4032"/>
        <p:guide pos="302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interSettings" Target="printerSettings/printerSettings1.bin"/><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3976794"/>
            <a:ext cx="8161020" cy="2744047"/>
          </a:xfrm>
        </p:spPr>
        <p:txBody>
          <a:bodyPr/>
          <a:lstStyle/>
          <a:p>
            <a:r>
              <a:rPr lang="en-US" smtClean="0"/>
              <a:t>Click to edit Master title style</a:t>
            </a:r>
            <a:endParaRPr lang="en-US"/>
          </a:p>
        </p:txBody>
      </p:sp>
      <p:sp>
        <p:nvSpPr>
          <p:cNvPr id="3" name="Subtitle 2"/>
          <p:cNvSpPr>
            <a:spLocks noGrp="1"/>
          </p:cNvSpPr>
          <p:nvPr>
            <p:ph type="subTitle" idx="1"/>
          </p:nvPr>
        </p:nvSpPr>
        <p:spPr>
          <a:xfrm>
            <a:off x="1440180" y="7254240"/>
            <a:ext cx="6720840" cy="3271520"/>
          </a:xfrm>
        </p:spPr>
        <p:txBody>
          <a:bodyPr/>
          <a:lstStyle>
            <a:lvl1pPr marL="0" indent="0" algn="ctr">
              <a:buNone/>
              <a:defRPr>
                <a:solidFill>
                  <a:schemeClr val="tx1">
                    <a:tint val="75000"/>
                  </a:schemeClr>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B4925FD-A2DB-954A-93AD-E21D92AF0615}" type="datetimeFigureOut">
              <a:rPr lang="en-US" smtClean="0"/>
              <a:t>11/25/14 </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3607884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4925FD-A2DB-954A-93AD-E21D92AF0615}" type="datetimeFigureOut">
              <a:rPr lang="en-US" smtClean="0"/>
              <a:t>11/25/14 </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412312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8429" y="8226214"/>
            <a:ext cx="8161020" cy="2542540"/>
          </a:xfrm>
        </p:spPr>
        <p:txBody>
          <a:bodyPr anchor="t"/>
          <a:lstStyle>
            <a:lvl1pPr algn="l">
              <a:defRPr sz="5600" b="1" cap="all"/>
            </a:lvl1pPr>
          </a:lstStyle>
          <a:p>
            <a:r>
              <a:rPr lang="en-US" smtClean="0"/>
              <a:t>Click to edit Master title style</a:t>
            </a:r>
            <a:endParaRPr lang="en-US"/>
          </a:p>
        </p:txBody>
      </p:sp>
      <p:sp>
        <p:nvSpPr>
          <p:cNvPr id="3" name="Text Placeholder 2"/>
          <p:cNvSpPr>
            <a:spLocks noGrp="1"/>
          </p:cNvSpPr>
          <p:nvPr>
            <p:ph type="body" idx="1"/>
          </p:nvPr>
        </p:nvSpPr>
        <p:spPr>
          <a:xfrm>
            <a:off x="758429" y="5425865"/>
            <a:ext cx="8161020" cy="2800349"/>
          </a:xfrm>
        </p:spPr>
        <p:txBody>
          <a:bodyPr anchor="b"/>
          <a:lstStyle>
            <a:lvl1pPr marL="0" indent="0">
              <a:buNone/>
              <a:defRPr sz="2800">
                <a:solidFill>
                  <a:schemeClr val="tx1">
                    <a:tint val="75000"/>
                  </a:schemeClr>
                </a:solidFill>
              </a:defRPr>
            </a:lvl1pPr>
            <a:lvl2pPr marL="640080" indent="0">
              <a:buNone/>
              <a:defRPr sz="2500">
                <a:solidFill>
                  <a:schemeClr val="tx1">
                    <a:tint val="75000"/>
                  </a:schemeClr>
                </a:solidFill>
              </a:defRPr>
            </a:lvl2pPr>
            <a:lvl3pPr marL="1280160" indent="0">
              <a:buNone/>
              <a:defRPr sz="2200">
                <a:solidFill>
                  <a:schemeClr val="tx1">
                    <a:tint val="75000"/>
                  </a:schemeClr>
                </a:solidFill>
              </a:defRPr>
            </a:lvl3pPr>
            <a:lvl4pPr marL="1920240" indent="0">
              <a:buNone/>
              <a:defRPr sz="2000">
                <a:solidFill>
                  <a:schemeClr val="tx1">
                    <a:tint val="75000"/>
                  </a:schemeClr>
                </a:solidFill>
              </a:defRPr>
            </a:lvl4pPr>
            <a:lvl5pPr marL="2560320" indent="0">
              <a:buNone/>
              <a:defRPr sz="2000">
                <a:solidFill>
                  <a:schemeClr val="tx1">
                    <a:tint val="75000"/>
                  </a:schemeClr>
                </a:solidFill>
              </a:defRPr>
            </a:lvl5pPr>
            <a:lvl6pPr marL="3200400" indent="0">
              <a:buNone/>
              <a:defRPr sz="2000">
                <a:solidFill>
                  <a:schemeClr val="tx1">
                    <a:tint val="75000"/>
                  </a:schemeClr>
                </a:solidFill>
              </a:defRPr>
            </a:lvl6pPr>
            <a:lvl7pPr marL="3840480" indent="0">
              <a:buNone/>
              <a:defRPr sz="2000">
                <a:solidFill>
                  <a:schemeClr val="tx1">
                    <a:tint val="75000"/>
                  </a:schemeClr>
                </a:solidFill>
              </a:defRPr>
            </a:lvl7pPr>
            <a:lvl8pPr marL="4480560" indent="0">
              <a:buNone/>
              <a:defRPr sz="2000">
                <a:solidFill>
                  <a:schemeClr val="tx1">
                    <a:tint val="75000"/>
                  </a:schemeClr>
                </a:solidFill>
              </a:defRPr>
            </a:lvl8pPr>
            <a:lvl9pPr marL="5120640" indent="0">
              <a:buNone/>
              <a:defRPr sz="20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B4925FD-A2DB-954A-93AD-E21D92AF0615}" type="datetimeFigureOut">
              <a:rPr lang="en-US" smtClean="0"/>
              <a:t>11/25/14 </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3914052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3397" y="5576993"/>
            <a:ext cx="4457224" cy="15767898"/>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20640" y="5576993"/>
            <a:ext cx="4457224" cy="15767898"/>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B4925FD-A2DB-954A-93AD-E21D92AF0615}" type="datetimeFigureOut">
              <a:rPr lang="en-US" smtClean="0"/>
              <a:t>11/25/14 </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409134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0060" y="512658"/>
            <a:ext cx="8641080" cy="2133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80060" y="2865544"/>
            <a:ext cx="4242197" cy="1194222"/>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smtClean="0"/>
              <a:t>Click to edit Master text styles</a:t>
            </a:r>
          </a:p>
        </p:txBody>
      </p:sp>
      <p:sp>
        <p:nvSpPr>
          <p:cNvPr id="4" name="Content Placeholder 3"/>
          <p:cNvSpPr>
            <a:spLocks noGrp="1"/>
          </p:cNvSpPr>
          <p:nvPr>
            <p:ph sz="half" idx="2"/>
          </p:nvPr>
        </p:nvSpPr>
        <p:spPr>
          <a:xfrm>
            <a:off x="480060" y="4059766"/>
            <a:ext cx="4242197" cy="7375738"/>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7277" y="2865544"/>
            <a:ext cx="4243864" cy="1194222"/>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smtClean="0"/>
              <a:t>Click to edit Master text styles</a:t>
            </a:r>
          </a:p>
        </p:txBody>
      </p:sp>
      <p:sp>
        <p:nvSpPr>
          <p:cNvPr id="6" name="Content Placeholder 5"/>
          <p:cNvSpPr>
            <a:spLocks noGrp="1"/>
          </p:cNvSpPr>
          <p:nvPr>
            <p:ph sz="quarter" idx="4"/>
          </p:nvPr>
        </p:nvSpPr>
        <p:spPr>
          <a:xfrm>
            <a:off x="4877277" y="4059766"/>
            <a:ext cx="4243864" cy="7375738"/>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B4925FD-A2DB-954A-93AD-E21D92AF0615}" type="datetimeFigureOut">
              <a:rPr lang="en-US" smtClean="0"/>
              <a:t>11/25/14 </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2309125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B4925FD-A2DB-954A-93AD-E21D92AF0615}" type="datetimeFigureOut">
              <a:rPr lang="en-US" smtClean="0"/>
              <a:t>11/25/14 </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2039349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4925FD-A2DB-954A-93AD-E21D92AF0615}" type="datetimeFigureOut">
              <a:rPr lang="en-US" smtClean="0"/>
              <a:t>11/25/14 </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329666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0060" y="509693"/>
            <a:ext cx="3158729" cy="2169160"/>
          </a:xfrm>
        </p:spPr>
        <p:txBody>
          <a:bodyPr anchor="b"/>
          <a:lstStyle>
            <a:lvl1pPr algn="l">
              <a:defRPr sz="2800" b="1"/>
            </a:lvl1pPr>
          </a:lstStyle>
          <a:p>
            <a:r>
              <a:rPr lang="en-US" smtClean="0"/>
              <a:t>Click to edit Master title style</a:t>
            </a:r>
            <a:endParaRPr lang="en-US"/>
          </a:p>
        </p:txBody>
      </p:sp>
      <p:sp>
        <p:nvSpPr>
          <p:cNvPr id="3" name="Content Placeholder 2"/>
          <p:cNvSpPr>
            <a:spLocks noGrp="1"/>
          </p:cNvSpPr>
          <p:nvPr>
            <p:ph idx="1"/>
          </p:nvPr>
        </p:nvSpPr>
        <p:spPr>
          <a:xfrm>
            <a:off x="3753802" y="509694"/>
            <a:ext cx="5367338" cy="10925811"/>
          </a:xfrm>
        </p:spPr>
        <p:txBody>
          <a:bodyPr/>
          <a:lstStyle>
            <a:lvl1pPr>
              <a:defRPr sz="4500"/>
            </a:lvl1pPr>
            <a:lvl2pPr>
              <a:defRPr sz="3900"/>
            </a:lvl2pPr>
            <a:lvl3pPr>
              <a:defRPr sz="3400"/>
            </a:lvl3pPr>
            <a:lvl4pPr>
              <a:defRPr sz="2800"/>
            </a:lvl4pPr>
            <a:lvl5pPr>
              <a:defRPr sz="2800"/>
            </a:lvl5pPr>
            <a:lvl6pPr>
              <a:defRPr sz="2800"/>
            </a:lvl6pPr>
            <a:lvl7pPr>
              <a:defRPr sz="2800"/>
            </a:lvl7pPr>
            <a:lvl8pPr>
              <a:defRPr sz="2800"/>
            </a:lvl8pPr>
            <a:lvl9pPr>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80060" y="2678854"/>
            <a:ext cx="3158729" cy="8756651"/>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4925FD-A2DB-954A-93AD-E21D92AF0615}" type="datetimeFigureOut">
              <a:rPr lang="en-US" smtClean="0"/>
              <a:t>11/25/14 </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2229112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1902" y="8961120"/>
            <a:ext cx="5760720" cy="1057911"/>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1881902" y="1143847"/>
            <a:ext cx="5760720" cy="7680960"/>
          </a:xfrm>
        </p:spPr>
        <p:txBody>
          <a:bodyPr/>
          <a:lstStyle>
            <a:lvl1pPr marL="0" indent="0">
              <a:buNone/>
              <a:defRPr sz="4500"/>
            </a:lvl1pPr>
            <a:lvl2pPr marL="640080" indent="0">
              <a:buNone/>
              <a:defRPr sz="3900"/>
            </a:lvl2pPr>
            <a:lvl3pPr marL="1280160" indent="0">
              <a:buNone/>
              <a:defRPr sz="340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endParaRPr lang="en-US"/>
          </a:p>
        </p:txBody>
      </p:sp>
      <p:sp>
        <p:nvSpPr>
          <p:cNvPr id="4" name="Text Placeholder 3"/>
          <p:cNvSpPr>
            <a:spLocks noGrp="1"/>
          </p:cNvSpPr>
          <p:nvPr>
            <p:ph type="body" sz="half" idx="2"/>
          </p:nvPr>
        </p:nvSpPr>
        <p:spPr>
          <a:xfrm>
            <a:off x="1881902" y="10019031"/>
            <a:ext cx="5760720" cy="1502409"/>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4925FD-A2DB-954A-93AD-E21D92AF0615}" type="datetimeFigureOut">
              <a:rPr lang="en-US" smtClean="0"/>
              <a:t>11/25/14 </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1660646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4925FD-A2DB-954A-93AD-E21D92AF0615}" type="datetimeFigureOut">
              <a:rPr lang="en-US" smtClean="0"/>
              <a:t>11/25/14 </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369563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9248" y="957158"/>
            <a:ext cx="2268616" cy="203877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3397" y="957158"/>
            <a:ext cx="6645831" cy="203877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4925FD-A2DB-954A-93AD-E21D92AF0615}" type="datetimeFigureOut">
              <a:rPr lang="en-US" smtClean="0"/>
              <a:t>11/25/14 </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96487-27E7-6346-B317-E63CE3E53C05}" type="slidenum">
              <a:rPr lang="en-US" smtClean="0"/>
              <a:t>‹#›</a:t>
            </a:fld>
            <a:endParaRPr lang="en-US"/>
          </a:p>
        </p:txBody>
      </p:sp>
    </p:spTree>
    <p:extLst>
      <p:ext uri="{BB962C8B-B14F-4D97-AF65-F5344CB8AC3E}">
        <p14:creationId xmlns:p14="http://schemas.microsoft.com/office/powerpoint/2010/main" val="233362915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0060" y="512658"/>
            <a:ext cx="8641080" cy="2133600"/>
          </a:xfrm>
          <a:prstGeom prst="rect">
            <a:avLst/>
          </a:prstGeom>
        </p:spPr>
        <p:txBody>
          <a:bodyPr vert="horz" lIns="128016" tIns="64008" rIns="128016" bIns="6400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80060" y="2987041"/>
            <a:ext cx="8641080" cy="8448464"/>
          </a:xfrm>
          <a:prstGeom prst="rect">
            <a:avLst/>
          </a:prstGeom>
        </p:spPr>
        <p:txBody>
          <a:bodyPr vert="horz" lIns="128016" tIns="64008" rIns="128016" bIns="6400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80060" y="11865187"/>
            <a:ext cx="2240280" cy="681567"/>
          </a:xfrm>
          <a:prstGeom prst="rect">
            <a:avLst/>
          </a:prstGeom>
        </p:spPr>
        <p:txBody>
          <a:bodyPr vert="horz" lIns="128016" tIns="64008" rIns="128016" bIns="64008" rtlCol="0" anchor="ctr"/>
          <a:lstStyle>
            <a:lvl1pPr algn="l">
              <a:defRPr sz="1700">
                <a:solidFill>
                  <a:schemeClr val="tx1">
                    <a:tint val="75000"/>
                  </a:schemeClr>
                </a:solidFill>
              </a:defRPr>
            </a:lvl1pPr>
          </a:lstStyle>
          <a:p>
            <a:fld id="{CB4925FD-A2DB-954A-93AD-E21D92AF0615}" type="datetimeFigureOut">
              <a:rPr lang="en-US" smtClean="0"/>
              <a:t>11/25/14 </a:t>
            </a:fld>
            <a:endParaRPr lang="en-US"/>
          </a:p>
        </p:txBody>
      </p:sp>
      <p:sp>
        <p:nvSpPr>
          <p:cNvPr id="5" name="Footer Placeholder 4"/>
          <p:cNvSpPr>
            <a:spLocks noGrp="1"/>
          </p:cNvSpPr>
          <p:nvPr>
            <p:ph type="ftr" sz="quarter" idx="3"/>
          </p:nvPr>
        </p:nvSpPr>
        <p:spPr>
          <a:xfrm>
            <a:off x="3280410" y="11865187"/>
            <a:ext cx="3040380" cy="681567"/>
          </a:xfrm>
          <a:prstGeom prst="rect">
            <a:avLst/>
          </a:prstGeom>
        </p:spPr>
        <p:txBody>
          <a:bodyPr vert="horz" lIns="128016" tIns="64008" rIns="128016" bIns="64008"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880860" y="11865187"/>
            <a:ext cx="2240280" cy="681567"/>
          </a:xfrm>
          <a:prstGeom prst="rect">
            <a:avLst/>
          </a:prstGeom>
        </p:spPr>
        <p:txBody>
          <a:bodyPr vert="horz" lIns="128016" tIns="64008" rIns="128016" bIns="64008" rtlCol="0" anchor="ctr"/>
          <a:lstStyle>
            <a:lvl1pPr algn="r">
              <a:defRPr sz="1700">
                <a:solidFill>
                  <a:schemeClr val="tx1">
                    <a:tint val="75000"/>
                  </a:schemeClr>
                </a:solidFill>
              </a:defRPr>
            </a:lvl1pPr>
          </a:lstStyle>
          <a:p>
            <a:fld id="{05196487-27E7-6346-B317-E63CE3E53C05}" type="slidenum">
              <a:rPr lang="en-US" smtClean="0"/>
              <a:t>‹#›</a:t>
            </a:fld>
            <a:endParaRPr lang="en-US"/>
          </a:p>
        </p:txBody>
      </p:sp>
    </p:spTree>
    <p:extLst>
      <p:ext uri="{BB962C8B-B14F-4D97-AF65-F5344CB8AC3E}">
        <p14:creationId xmlns:p14="http://schemas.microsoft.com/office/powerpoint/2010/main" val="1276534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40080" rtl="0" eaLnBrk="1" latinLnBrk="0" hangingPunct="1">
        <a:spcBef>
          <a:spcPct val="0"/>
        </a:spcBef>
        <a:buNone/>
        <a:defRPr sz="6200" kern="1200">
          <a:solidFill>
            <a:schemeClr val="tx1"/>
          </a:solidFill>
          <a:latin typeface="+mj-lt"/>
          <a:ea typeface="+mj-ea"/>
          <a:cs typeface="+mj-cs"/>
        </a:defRPr>
      </a:lvl1pPr>
    </p:titleStyle>
    <p:bodyStyle>
      <a:lvl1pPr marL="480060" indent="-480060" algn="l" defTabSz="640080" rtl="0" eaLnBrk="1" latinLnBrk="0" hangingPunct="1">
        <a:spcBef>
          <a:spcPct val="20000"/>
        </a:spcBef>
        <a:buFont typeface="Arial"/>
        <a:buChar char="•"/>
        <a:defRPr sz="4500" kern="1200">
          <a:solidFill>
            <a:schemeClr val="tx1"/>
          </a:solidFill>
          <a:latin typeface="+mn-lt"/>
          <a:ea typeface="+mn-ea"/>
          <a:cs typeface="+mn-cs"/>
        </a:defRPr>
      </a:lvl1pPr>
      <a:lvl2pPr marL="1040130" indent="-400050" algn="l" defTabSz="640080" rtl="0" eaLnBrk="1" latinLnBrk="0" hangingPunct="1">
        <a:spcBef>
          <a:spcPct val="20000"/>
        </a:spcBef>
        <a:buFont typeface="Arial"/>
        <a:buChar char="–"/>
        <a:defRPr sz="3900" kern="1200">
          <a:solidFill>
            <a:schemeClr val="tx1"/>
          </a:solidFill>
          <a:latin typeface="+mn-lt"/>
          <a:ea typeface="+mn-ea"/>
          <a:cs typeface="+mn-cs"/>
        </a:defRPr>
      </a:lvl2pPr>
      <a:lvl3pPr marL="1600200" indent="-320040" algn="l" defTabSz="640080" rtl="0" eaLnBrk="1" latinLnBrk="0" hangingPunct="1">
        <a:spcBef>
          <a:spcPct val="20000"/>
        </a:spcBef>
        <a:buFont typeface="Arial"/>
        <a:buChar char="•"/>
        <a:defRPr sz="3400" kern="1200">
          <a:solidFill>
            <a:schemeClr val="tx1"/>
          </a:solidFill>
          <a:latin typeface="+mn-lt"/>
          <a:ea typeface="+mn-ea"/>
          <a:cs typeface="+mn-cs"/>
        </a:defRPr>
      </a:lvl3pPr>
      <a:lvl4pPr marL="2240280" indent="-320040" algn="l" defTabSz="640080" rtl="0" eaLnBrk="1" latinLnBrk="0" hangingPunct="1">
        <a:spcBef>
          <a:spcPct val="20000"/>
        </a:spcBef>
        <a:buFont typeface="Arial"/>
        <a:buChar char="–"/>
        <a:defRPr sz="2800" kern="1200">
          <a:solidFill>
            <a:schemeClr val="tx1"/>
          </a:solidFill>
          <a:latin typeface="+mn-lt"/>
          <a:ea typeface="+mn-ea"/>
          <a:cs typeface="+mn-cs"/>
        </a:defRPr>
      </a:lvl4pPr>
      <a:lvl5pPr marL="2880360" indent="-320040" algn="l" defTabSz="640080" rtl="0" eaLnBrk="1" latinLnBrk="0" hangingPunct="1">
        <a:spcBef>
          <a:spcPct val="20000"/>
        </a:spcBef>
        <a:buFont typeface="Arial"/>
        <a:buChar char="»"/>
        <a:defRPr sz="2800" kern="1200">
          <a:solidFill>
            <a:schemeClr val="tx1"/>
          </a:solidFill>
          <a:latin typeface="+mn-lt"/>
          <a:ea typeface="+mn-ea"/>
          <a:cs typeface="+mn-cs"/>
        </a:defRPr>
      </a:lvl5pPr>
      <a:lvl6pPr marL="3520440" indent="-320040" algn="l" defTabSz="640080" rtl="0" eaLnBrk="1" latinLnBrk="0" hangingPunct="1">
        <a:spcBef>
          <a:spcPct val="20000"/>
        </a:spcBef>
        <a:buFont typeface="Arial"/>
        <a:buChar char="•"/>
        <a:defRPr sz="2800" kern="1200">
          <a:solidFill>
            <a:schemeClr val="tx1"/>
          </a:solidFill>
          <a:latin typeface="+mn-lt"/>
          <a:ea typeface="+mn-ea"/>
          <a:cs typeface="+mn-cs"/>
        </a:defRPr>
      </a:lvl6pPr>
      <a:lvl7pPr marL="4160520" indent="-320040" algn="l" defTabSz="640080" rtl="0" eaLnBrk="1" latinLnBrk="0" hangingPunct="1">
        <a:spcBef>
          <a:spcPct val="20000"/>
        </a:spcBef>
        <a:buFont typeface="Arial"/>
        <a:buChar char="•"/>
        <a:defRPr sz="2800" kern="1200">
          <a:solidFill>
            <a:schemeClr val="tx1"/>
          </a:solidFill>
          <a:latin typeface="+mn-lt"/>
          <a:ea typeface="+mn-ea"/>
          <a:cs typeface="+mn-cs"/>
        </a:defRPr>
      </a:lvl7pPr>
      <a:lvl8pPr marL="4800600" indent="-320040" algn="l" defTabSz="640080" rtl="0" eaLnBrk="1" latinLnBrk="0" hangingPunct="1">
        <a:spcBef>
          <a:spcPct val="20000"/>
        </a:spcBef>
        <a:buFont typeface="Arial"/>
        <a:buChar char="•"/>
        <a:defRPr sz="2800" kern="1200">
          <a:solidFill>
            <a:schemeClr val="tx1"/>
          </a:solidFill>
          <a:latin typeface="+mn-lt"/>
          <a:ea typeface="+mn-ea"/>
          <a:cs typeface="+mn-cs"/>
        </a:defRPr>
      </a:lvl8pPr>
      <a:lvl9pPr marL="5440680" indent="-320040" algn="l" defTabSz="640080" rtl="0" eaLnBrk="1" latinLnBrk="0" hangingPunct="1">
        <a:spcBef>
          <a:spcPct val="20000"/>
        </a:spcBef>
        <a:buFont typeface="Arial"/>
        <a:buChar char="•"/>
        <a:defRPr sz="2800" kern="1200">
          <a:solidFill>
            <a:schemeClr val="tx1"/>
          </a:solidFill>
          <a:latin typeface="+mn-lt"/>
          <a:ea typeface="+mn-ea"/>
          <a:cs typeface="+mn-cs"/>
        </a:defRPr>
      </a:lvl9pPr>
    </p:bodyStyle>
    <p:otherStyle>
      <a:defPPr>
        <a:defRPr lang="en-US"/>
      </a:defPPr>
      <a:lvl1pPr marL="0" algn="l" defTabSz="640080" rtl="0" eaLnBrk="1" latinLnBrk="0" hangingPunct="1">
        <a:defRPr sz="2500" kern="1200">
          <a:solidFill>
            <a:schemeClr val="tx1"/>
          </a:solidFill>
          <a:latin typeface="+mn-lt"/>
          <a:ea typeface="+mn-ea"/>
          <a:cs typeface="+mn-cs"/>
        </a:defRPr>
      </a:lvl1pPr>
      <a:lvl2pPr marL="640080" algn="l" defTabSz="640080" rtl="0" eaLnBrk="1" latinLnBrk="0" hangingPunct="1">
        <a:defRPr sz="2500" kern="1200">
          <a:solidFill>
            <a:schemeClr val="tx1"/>
          </a:solidFill>
          <a:latin typeface="+mn-lt"/>
          <a:ea typeface="+mn-ea"/>
          <a:cs typeface="+mn-cs"/>
        </a:defRPr>
      </a:lvl2pPr>
      <a:lvl3pPr marL="1280160" algn="l" defTabSz="640080" rtl="0" eaLnBrk="1" latinLnBrk="0" hangingPunct="1">
        <a:defRPr sz="2500" kern="1200">
          <a:solidFill>
            <a:schemeClr val="tx1"/>
          </a:solidFill>
          <a:latin typeface="+mn-lt"/>
          <a:ea typeface="+mn-ea"/>
          <a:cs typeface="+mn-cs"/>
        </a:defRPr>
      </a:lvl3pPr>
      <a:lvl4pPr marL="1920240" algn="l" defTabSz="640080" rtl="0" eaLnBrk="1" latinLnBrk="0" hangingPunct="1">
        <a:defRPr sz="2500" kern="1200">
          <a:solidFill>
            <a:schemeClr val="tx1"/>
          </a:solidFill>
          <a:latin typeface="+mn-lt"/>
          <a:ea typeface="+mn-ea"/>
          <a:cs typeface="+mn-cs"/>
        </a:defRPr>
      </a:lvl4pPr>
      <a:lvl5pPr marL="2560320" algn="l" defTabSz="640080" rtl="0" eaLnBrk="1" latinLnBrk="0" hangingPunct="1">
        <a:defRPr sz="2500" kern="1200">
          <a:solidFill>
            <a:schemeClr val="tx1"/>
          </a:solidFill>
          <a:latin typeface="+mn-lt"/>
          <a:ea typeface="+mn-ea"/>
          <a:cs typeface="+mn-cs"/>
        </a:defRPr>
      </a:lvl5pPr>
      <a:lvl6pPr marL="3200400" algn="l" defTabSz="640080" rtl="0" eaLnBrk="1" latinLnBrk="0" hangingPunct="1">
        <a:defRPr sz="2500" kern="1200">
          <a:solidFill>
            <a:schemeClr val="tx1"/>
          </a:solidFill>
          <a:latin typeface="+mn-lt"/>
          <a:ea typeface="+mn-ea"/>
          <a:cs typeface="+mn-cs"/>
        </a:defRPr>
      </a:lvl6pPr>
      <a:lvl7pPr marL="3840480" algn="l" defTabSz="640080" rtl="0" eaLnBrk="1" latinLnBrk="0" hangingPunct="1">
        <a:defRPr sz="2500" kern="1200">
          <a:solidFill>
            <a:schemeClr val="tx1"/>
          </a:solidFill>
          <a:latin typeface="+mn-lt"/>
          <a:ea typeface="+mn-ea"/>
          <a:cs typeface="+mn-cs"/>
        </a:defRPr>
      </a:lvl7pPr>
      <a:lvl8pPr marL="4480560" algn="l" defTabSz="640080" rtl="0" eaLnBrk="1" latinLnBrk="0" hangingPunct="1">
        <a:defRPr sz="2500" kern="1200">
          <a:solidFill>
            <a:schemeClr val="tx1"/>
          </a:solidFill>
          <a:latin typeface="+mn-lt"/>
          <a:ea typeface="+mn-ea"/>
          <a:cs typeface="+mn-cs"/>
        </a:defRPr>
      </a:lvl8pPr>
      <a:lvl9pPr marL="5120640" algn="l" defTabSz="640080" rtl="0" eaLnBrk="1" latinLnBrk="0" hangingPunct="1">
        <a:defRPr sz="2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5" name="Oval 4"/>
          <p:cNvSpPr/>
          <p:nvPr/>
        </p:nvSpPr>
        <p:spPr>
          <a:xfrm>
            <a:off x="6953406" y="10989007"/>
            <a:ext cx="2205421" cy="2139482"/>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220545" y="9771944"/>
            <a:ext cx="1943671" cy="1885560"/>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812800" y="10170905"/>
            <a:ext cx="3220720" cy="3124428"/>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p:cNvSpPr/>
          <p:nvPr/>
        </p:nvSpPr>
        <p:spPr>
          <a:xfrm>
            <a:off x="953142" y="11123044"/>
            <a:ext cx="2115178" cy="2051939"/>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p:cNvSpPr/>
          <p:nvPr/>
        </p:nvSpPr>
        <p:spPr>
          <a:xfrm>
            <a:off x="9090330" y="8601368"/>
            <a:ext cx="252998" cy="245434"/>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2896813" y="11817304"/>
            <a:ext cx="1943671" cy="1885560"/>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p:cNvSpPr/>
          <p:nvPr/>
        </p:nvSpPr>
        <p:spPr>
          <a:xfrm>
            <a:off x="2688973" y="10971040"/>
            <a:ext cx="1865694" cy="1809915"/>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5553940" y="11177653"/>
            <a:ext cx="1947967" cy="1889726"/>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Oval 51"/>
          <p:cNvSpPr/>
          <p:nvPr/>
        </p:nvSpPr>
        <p:spPr>
          <a:xfrm>
            <a:off x="9343328" y="8945734"/>
            <a:ext cx="410095" cy="397834"/>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p:cNvSpPr/>
          <p:nvPr/>
        </p:nvSpPr>
        <p:spPr>
          <a:xfrm>
            <a:off x="3703155" y="10971039"/>
            <a:ext cx="2395925" cy="2324293"/>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p:cNvSpPr/>
          <p:nvPr/>
        </p:nvSpPr>
        <p:spPr>
          <a:xfrm>
            <a:off x="8167307" y="10178545"/>
            <a:ext cx="2977864" cy="2888833"/>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p:cNvSpPr/>
          <p:nvPr/>
        </p:nvSpPr>
        <p:spPr>
          <a:xfrm>
            <a:off x="1689260" y="10020067"/>
            <a:ext cx="402942" cy="390895"/>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p:cNvSpPr/>
          <p:nvPr/>
        </p:nvSpPr>
        <p:spPr>
          <a:xfrm>
            <a:off x="3506611" y="8978797"/>
            <a:ext cx="512788" cy="497457"/>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p:cNvSpPr/>
          <p:nvPr/>
        </p:nvSpPr>
        <p:spPr>
          <a:xfrm>
            <a:off x="2074538" y="9476254"/>
            <a:ext cx="2134980" cy="2071151"/>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8839613" y="9390085"/>
            <a:ext cx="671588" cy="651509"/>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69847" y="9476254"/>
            <a:ext cx="826517" cy="801807"/>
          </a:xfrm>
          <a:prstGeom prst="ellipse">
            <a:avLst/>
          </a:prstGeom>
          <a:solidFill>
            <a:srgbClr val="699E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232640" y="8601368"/>
            <a:ext cx="639408" cy="620291"/>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Chevron 31"/>
          <p:cNvSpPr/>
          <p:nvPr/>
        </p:nvSpPr>
        <p:spPr>
          <a:xfrm>
            <a:off x="2254403" y="820205"/>
            <a:ext cx="9910851" cy="1408994"/>
          </a:xfrm>
          <a:prstGeom prst="chevron">
            <a:avLst/>
          </a:prstGeom>
          <a:solidFill>
            <a:srgbClr val="699EE2">
              <a:alpha val="7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pic>
        <p:nvPicPr>
          <p:cNvPr id="22" name="Picture 21" descr="mascot7.1.png"/>
          <p:cNvPicPr>
            <a:picLocks noChangeAspect="1"/>
          </p:cNvPicPr>
          <p:nvPr/>
        </p:nvPicPr>
        <p:blipFill>
          <a:blip r:embed="rId2">
            <a:alphaModFix/>
            <a:extLst>
              <a:ext uri="{BEBA8EAE-BF5A-486C-A8C5-ECC9F3942E4B}">
                <a14:imgProps xmlns:a14="http://schemas.microsoft.com/office/drawing/2010/main">
                  <a14:imgLayer r:embed="rId3">
                    <a14:imgEffect>
                      <a14:colorTemperature colorTemp="6391"/>
                    </a14:imgEffect>
                    <a14:imgEffect>
                      <a14:saturation sat="400000"/>
                    </a14:imgEffect>
                    <a14:imgEffect>
                      <a14:brightnessContrast contrast="-22000"/>
                    </a14:imgEffect>
                  </a14:imgLayer>
                </a14:imgProps>
              </a:ext>
              <a:ext uri="{28A0092B-C50C-407E-A947-70E740481C1C}">
                <a14:useLocalDpi xmlns:a14="http://schemas.microsoft.com/office/drawing/2010/main" val="0"/>
              </a:ext>
            </a:extLst>
          </a:blip>
          <a:stretch>
            <a:fillRect/>
          </a:stretch>
        </p:blipFill>
        <p:spPr>
          <a:xfrm rot="21126124">
            <a:off x="-224560" y="-224159"/>
            <a:ext cx="3642900" cy="3642900"/>
          </a:xfrm>
          <a:prstGeom prst="rect">
            <a:avLst/>
          </a:prstGeom>
          <a:effectLst>
            <a:outerShdw dist="88900" dir="1560000" algn="tl" rotWithShape="0">
              <a:schemeClr val="tx1">
                <a:lumMod val="75000"/>
                <a:lumOff val="25000"/>
              </a:schemeClr>
            </a:outerShdw>
          </a:effectLst>
        </p:spPr>
      </p:pic>
      <p:sp>
        <p:nvSpPr>
          <p:cNvPr id="23" name="TextBox 22"/>
          <p:cNvSpPr txBox="1"/>
          <p:nvPr/>
        </p:nvSpPr>
        <p:spPr>
          <a:xfrm>
            <a:off x="3184931" y="629729"/>
            <a:ext cx="6416269" cy="1631216"/>
          </a:xfrm>
          <a:prstGeom prst="rect">
            <a:avLst/>
          </a:prstGeom>
          <a:noFill/>
          <a:effectLst>
            <a:outerShdw blurRad="50800" dist="63500" dir="2700000" algn="tl" rotWithShape="0">
              <a:schemeClr val="tx1">
                <a:lumMod val="95000"/>
                <a:lumOff val="5000"/>
              </a:schemeClr>
            </a:outerShdw>
          </a:effectLst>
        </p:spPr>
        <p:txBody>
          <a:bodyPr wrap="square" rtlCol="0">
            <a:spAutoFit/>
          </a:bodyPr>
          <a:lstStyle/>
          <a:p>
            <a:r>
              <a:rPr lang="en-US" sz="10000" spc="800" dirty="0" smtClean="0">
                <a:solidFill>
                  <a:srgbClr val="FFAD24"/>
                </a:solidFill>
                <a:latin typeface="Peach Milk"/>
                <a:cs typeface="Peach Milk"/>
              </a:rPr>
              <a:t>Han</a:t>
            </a:r>
            <a:r>
              <a:rPr lang="en-US" sz="10000" spc="800" dirty="0" smtClean="0">
                <a:solidFill>
                  <a:srgbClr val="FFDE5B"/>
                </a:solidFill>
                <a:latin typeface="Peach Milk"/>
                <a:cs typeface="Peach Milk"/>
              </a:rPr>
              <a:t>DIY</a:t>
            </a:r>
            <a:r>
              <a:rPr lang="en-US" sz="10000" spc="800" dirty="0" smtClean="0">
                <a:solidFill>
                  <a:srgbClr val="FFAD24"/>
                </a:solidFill>
                <a:latin typeface="Peach Milk"/>
                <a:cs typeface="Peach Milk"/>
              </a:rPr>
              <a:t>craft</a:t>
            </a:r>
            <a:endParaRPr lang="en-US" sz="10000" spc="800" dirty="0">
              <a:solidFill>
                <a:srgbClr val="FFAD24"/>
              </a:solidFill>
              <a:latin typeface="Peach Milk"/>
              <a:cs typeface="Peach Milk"/>
            </a:endParaRPr>
          </a:p>
        </p:txBody>
      </p:sp>
      <p:sp>
        <p:nvSpPr>
          <p:cNvPr id="33" name="TextBox 32"/>
          <p:cNvSpPr txBox="1"/>
          <p:nvPr/>
        </p:nvSpPr>
        <p:spPr>
          <a:xfrm>
            <a:off x="4066057" y="6417421"/>
            <a:ext cx="5116206" cy="4708981"/>
          </a:xfrm>
          <a:prstGeom prst="rect">
            <a:avLst/>
          </a:prstGeom>
          <a:noFill/>
        </p:spPr>
        <p:txBody>
          <a:bodyPr wrap="square" rtlCol="0">
            <a:spAutoFit/>
          </a:bodyPr>
          <a:lstStyle/>
          <a:p>
            <a:pPr algn="just"/>
            <a:r>
              <a:rPr lang="en-US" sz="2000" spc="100" dirty="0">
                <a:solidFill>
                  <a:schemeClr val="bg1">
                    <a:lumMod val="85000"/>
                  </a:schemeClr>
                </a:solidFill>
                <a:latin typeface="MAW "/>
                <a:cs typeface="MAW "/>
              </a:rPr>
              <a:t>HanDIYcraft application provides several functions helping users to explore and share DIY ideas. Also, it allows users to communicate among each other by commenting, and with the shopkeeper by private messaging. It provides map function to solve the problem on finding shops to buy needed materials. On the other hand, shopkeepers are also able to provide information in order to advertise their shops to gain more customers. This application requires a smart phone on Android Operating System to serves portability to the users. In addition, it uses Google Maps API to identify the location of shops, and Facebook API to let people share their favorite DIY tutorials.</a:t>
            </a:r>
          </a:p>
          <a:p>
            <a:pPr algn="just"/>
            <a:endParaRPr lang="en-US" sz="2000" spc="100" dirty="0">
              <a:solidFill>
                <a:schemeClr val="bg1">
                  <a:lumMod val="85000"/>
                </a:schemeClr>
              </a:solidFill>
              <a:latin typeface="MAW "/>
              <a:cs typeface="MAW "/>
            </a:endParaRPr>
          </a:p>
        </p:txBody>
      </p:sp>
      <p:pic>
        <p:nvPicPr>
          <p:cNvPr id="34" name="Picture 33" descr="pic_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173" y="6299716"/>
            <a:ext cx="3173448" cy="4763194"/>
          </a:xfrm>
          <a:prstGeom prst="rect">
            <a:avLst/>
          </a:prstGeom>
          <a:effectLst>
            <a:outerShdw blurRad="95250" dist="88900" dir="2700000" algn="tl" rotWithShape="0">
              <a:schemeClr val="tx1">
                <a:lumMod val="75000"/>
                <a:lumOff val="25000"/>
                <a:alpha val="82000"/>
              </a:schemeClr>
            </a:outerShdw>
          </a:effectLst>
        </p:spPr>
      </p:pic>
      <p:sp>
        <p:nvSpPr>
          <p:cNvPr id="36" name="TextBox 35"/>
          <p:cNvSpPr txBox="1"/>
          <p:nvPr/>
        </p:nvSpPr>
        <p:spPr>
          <a:xfrm>
            <a:off x="552344" y="3080319"/>
            <a:ext cx="5178746" cy="3170099"/>
          </a:xfrm>
          <a:prstGeom prst="rect">
            <a:avLst/>
          </a:prstGeom>
          <a:noFill/>
        </p:spPr>
        <p:txBody>
          <a:bodyPr wrap="square" rtlCol="0">
            <a:spAutoFit/>
          </a:bodyPr>
          <a:lstStyle/>
          <a:p>
            <a:pPr algn="just"/>
            <a:r>
              <a:rPr lang="en-US" sz="2000" spc="100" dirty="0">
                <a:solidFill>
                  <a:srgbClr val="D9D9D9"/>
                </a:solidFill>
                <a:latin typeface="MAW "/>
                <a:cs typeface="MAW "/>
              </a:rPr>
              <a:t>Expenditure recently tends to keep getting higher than before, so people turns to find a way to reduce their unnecessary expenses. DIY (Do it yourself) is a method to recycle, renovate, and repair old things. Many people love to build creative DIY artworks and share their idea to others. However, another problem is they do not know where exactly they should buy certain materials to do their DIY artworks. </a:t>
            </a:r>
          </a:p>
          <a:p>
            <a:pPr algn="just"/>
            <a:endParaRPr lang="en-US" sz="2000" spc="100" dirty="0">
              <a:solidFill>
                <a:srgbClr val="D9D9D9"/>
              </a:solidFill>
              <a:latin typeface="MAW "/>
              <a:cs typeface="MAW "/>
            </a:endParaRPr>
          </a:p>
        </p:txBody>
      </p:sp>
      <p:pic>
        <p:nvPicPr>
          <p:cNvPr id="41" name="Picture 40" descr="486857867.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22569" y="3012817"/>
            <a:ext cx="3206823" cy="3206823"/>
          </a:xfrm>
          <a:prstGeom prst="rect">
            <a:avLst/>
          </a:prstGeom>
          <a:effectLst>
            <a:outerShdw blurRad="50800" dist="38100" dir="2700000" algn="tl" rotWithShape="0">
              <a:schemeClr val="tx1">
                <a:lumMod val="65000"/>
                <a:lumOff val="35000"/>
                <a:alpha val="97000"/>
              </a:schemeClr>
            </a:outerShdw>
          </a:effectLst>
        </p:spPr>
      </p:pic>
      <p:pic>
        <p:nvPicPr>
          <p:cNvPr id="42" name="Picture 41" descr="MYSQL_Color_3.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3872" y="11622962"/>
            <a:ext cx="823435" cy="823435"/>
          </a:xfrm>
          <a:prstGeom prst="rect">
            <a:avLst/>
          </a:prstGeom>
          <a:effectLst>
            <a:outerShdw blurRad="82550" dist="38100" dir="2700000" algn="tl" rotWithShape="0">
              <a:schemeClr val="tx1">
                <a:lumMod val="65000"/>
                <a:lumOff val="35000"/>
              </a:schemeClr>
            </a:outerShdw>
          </a:effectLst>
        </p:spPr>
      </p:pic>
      <p:pic>
        <p:nvPicPr>
          <p:cNvPr id="45" name="Picture 44" descr="android.ico"/>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76644" y="11622962"/>
            <a:ext cx="800098" cy="800098"/>
          </a:xfrm>
          <a:prstGeom prst="rect">
            <a:avLst/>
          </a:prstGeom>
          <a:effectLst>
            <a:outerShdw blurRad="82550" dist="38100" dir="2700000" algn="tl" rotWithShape="0">
              <a:schemeClr val="tx1">
                <a:lumMod val="65000"/>
                <a:lumOff val="35000"/>
              </a:schemeClr>
            </a:outerShdw>
          </a:effectLst>
        </p:spPr>
      </p:pic>
      <p:pic>
        <p:nvPicPr>
          <p:cNvPr id="49" name="Picture 48" descr="mapsicon-100530906-medium copy.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0141" y="11385913"/>
            <a:ext cx="1238748" cy="1238748"/>
          </a:xfrm>
          <a:prstGeom prst="rect">
            <a:avLst/>
          </a:prstGeom>
          <a:effectLst>
            <a:outerShdw blurRad="82550" dist="38100" dir="2700000" algn="tl" rotWithShape="0">
              <a:schemeClr val="tx1">
                <a:lumMod val="65000"/>
                <a:lumOff val="35000"/>
              </a:schemeClr>
            </a:outerShdw>
          </a:effectLst>
        </p:spPr>
      </p:pic>
      <p:pic>
        <p:nvPicPr>
          <p:cNvPr id="50" name="Picture 49" descr="java_icon.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95038" y="11622962"/>
            <a:ext cx="795344" cy="795344"/>
          </a:xfrm>
          <a:prstGeom prst="rect">
            <a:avLst/>
          </a:prstGeom>
          <a:effectLst>
            <a:outerShdw blurRad="82550" dist="38100" dir="2700000" algn="tl" rotWithShape="0">
              <a:schemeClr val="tx1">
                <a:lumMod val="65000"/>
                <a:lumOff val="35000"/>
              </a:schemeClr>
            </a:outerShdw>
          </a:effectLst>
        </p:spPr>
      </p:pic>
      <p:sp>
        <p:nvSpPr>
          <p:cNvPr id="54" name="Oval 53"/>
          <p:cNvSpPr/>
          <p:nvPr/>
        </p:nvSpPr>
        <p:spPr>
          <a:xfrm>
            <a:off x="9383456" y="8306305"/>
            <a:ext cx="157476" cy="152768"/>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78172" y="8283896"/>
            <a:ext cx="252998" cy="245434"/>
          </a:xfrm>
          <a:prstGeom prst="ellipse">
            <a:avLst/>
          </a:prstGeom>
          <a:solidFill>
            <a:srgbClr val="6BA1E2">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Chevron 55"/>
          <p:cNvSpPr/>
          <p:nvPr/>
        </p:nvSpPr>
        <p:spPr>
          <a:xfrm rot="10800000">
            <a:off x="-4754515" y="11481151"/>
            <a:ext cx="9910851" cy="1032392"/>
          </a:xfrm>
          <a:prstGeom prst="chevron">
            <a:avLst/>
          </a:prstGeom>
          <a:solidFill>
            <a:srgbClr val="FFAD24">
              <a:alpha val="7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57" name="TextBox 56"/>
          <p:cNvSpPr txBox="1"/>
          <p:nvPr/>
        </p:nvSpPr>
        <p:spPr>
          <a:xfrm>
            <a:off x="273110" y="11592063"/>
            <a:ext cx="5116206" cy="830997"/>
          </a:xfrm>
          <a:prstGeom prst="rect">
            <a:avLst/>
          </a:prstGeom>
          <a:noFill/>
        </p:spPr>
        <p:txBody>
          <a:bodyPr wrap="square" rtlCol="0">
            <a:spAutoFit/>
          </a:bodyPr>
          <a:lstStyle/>
          <a:p>
            <a:pPr algn="just"/>
            <a:r>
              <a:rPr lang="en-US" sz="2400" spc="100" dirty="0" smtClean="0">
                <a:solidFill>
                  <a:schemeClr val="tx1">
                    <a:lumMod val="75000"/>
                    <a:lumOff val="25000"/>
                  </a:schemeClr>
                </a:solidFill>
                <a:latin typeface="Peach Milk"/>
                <a:cs typeface="Peach Milk"/>
              </a:rPr>
              <a:t>Ms. Nahathai   Kaewtatib 542115018</a:t>
            </a:r>
          </a:p>
          <a:p>
            <a:pPr algn="just"/>
            <a:r>
              <a:rPr lang="en-US" sz="2400" spc="100" dirty="0" smtClean="0">
                <a:solidFill>
                  <a:schemeClr val="tx1">
                    <a:lumMod val="75000"/>
                    <a:lumOff val="25000"/>
                  </a:schemeClr>
                </a:solidFill>
                <a:latin typeface="Peach Milk"/>
                <a:cs typeface="Peach Milk"/>
              </a:rPr>
              <a:t>Ms. Pimchanok Sripraphan 542115043</a:t>
            </a:r>
            <a:endParaRPr lang="en-US" sz="2400" spc="100" dirty="0">
              <a:solidFill>
                <a:schemeClr val="tx1">
                  <a:lumMod val="75000"/>
                  <a:lumOff val="25000"/>
                </a:schemeClr>
              </a:solidFill>
              <a:latin typeface="Peach Milk"/>
              <a:cs typeface="Peach Milk"/>
            </a:endParaRPr>
          </a:p>
        </p:txBody>
      </p:sp>
    </p:spTree>
    <p:extLst>
      <p:ext uri="{BB962C8B-B14F-4D97-AF65-F5344CB8AC3E}">
        <p14:creationId xmlns:p14="http://schemas.microsoft.com/office/powerpoint/2010/main" val="3921250647"/>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264</TotalTime>
  <Words>208</Words>
  <Application>Microsoft Macintosh PowerPoint</Application>
  <PresentationFormat>A3 Paper (297x420 mm)</PresentationFormat>
  <Paragraphs>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pimchanok sripraphan</dc:creator>
  <cp:lastModifiedBy>pimchanok sripraphan</cp:lastModifiedBy>
  <cp:revision>20</cp:revision>
  <dcterms:created xsi:type="dcterms:W3CDTF">2014-11-21T17:17:35Z</dcterms:created>
  <dcterms:modified xsi:type="dcterms:W3CDTF">2014-11-25T19:15:32Z</dcterms:modified>
</cp:coreProperties>
</file>