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8003838" cy="18003838"/>
  <p:notesSz cx="6858000" cy="9144000"/>
  <p:defaultTextStyle>
    <a:defPPr>
      <a:defRPr lang="en-US"/>
    </a:defPPr>
    <a:lvl1pPr marL="0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1pPr>
    <a:lvl2pPr marL="881703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2pPr>
    <a:lvl3pPr marL="1763406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3pPr>
    <a:lvl4pPr marL="2645109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4pPr>
    <a:lvl5pPr marL="3526813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5pPr>
    <a:lvl6pPr marL="4408516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6pPr>
    <a:lvl7pPr marL="5290219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7pPr>
    <a:lvl8pPr marL="6171922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8pPr>
    <a:lvl9pPr marL="7053625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8" d="100"/>
          <a:sy n="28" d="100"/>
        </p:scale>
        <p:origin x="-2504" y="-136"/>
      </p:cViewPr>
      <p:guideLst>
        <p:guide orient="horz" pos="5672"/>
        <p:guide pos="56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291" y="5592863"/>
            <a:ext cx="15303262" cy="38591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576" y="10202178"/>
            <a:ext cx="12602687" cy="46009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1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3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5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08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0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1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3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184" y="11569134"/>
            <a:ext cx="15303262" cy="3575762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184" y="7630797"/>
            <a:ext cx="15303262" cy="3938338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1703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2pPr>
            <a:lvl3pPr marL="176340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64510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681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0851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02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192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362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97" y="4200899"/>
            <a:ext cx="7951695" cy="11881700"/>
          </a:xfrm>
        </p:spPr>
        <p:txBody>
          <a:bodyPr/>
          <a:lstStyle>
            <a:lvl1pPr>
              <a:defRPr sz="5300"/>
            </a:lvl1pPr>
            <a:lvl2pPr>
              <a:defRPr sz="4600"/>
            </a:lvl2pPr>
            <a:lvl3pPr>
              <a:defRPr sz="39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1956" y="4200899"/>
            <a:ext cx="7951695" cy="11881700"/>
          </a:xfrm>
        </p:spPr>
        <p:txBody>
          <a:bodyPr/>
          <a:lstStyle>
            <a:lvl1pPr>
              <a:defRPr sz="5300"/>
            </a:lvl1pPr>
            <a:lvl2pPr>
              <a:defRPr sz="4600"/>
            </a:lvl2pPr>
            <a:lvl3pPr>
              <a:defRPr sz="39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2" y="4030029"/>
            <a:ext cx="7954823" cy="1679523"/>
          </a:xfrm>
        </p:spPr>
        <p:txBody>
          <a:bodyPr anchor="b"/>
          <a:lstStyle>
            <a:lvl1pPr marL="0" indent="0">
              <a:buNone/>
              <a:defRPr sz="4600" b="1"/>
            </a:lvl1pPr>
            <a:lvl2pPr marL="881703" indent="0">
              <a:buNone/>
              <a:defRPr sz="3900" b="1"/>
            </a:lvl2pPr>
            <a:lvl3pPr marL="1763406" indent="0">
              <a:buNone/>
              <a:defRPr sz="3400" b="1"/>
            </a:lvl3pPr>
            <a:lvl4pPr marL="2645109" indent="0">
              <a:buNone/>
              <a:defRPr sz="3200" b="1"/>
            </a:lvl4pPr>
            <a:lvl5pPr marL="3526813" indent="0">
              <a:buNone/>
              <a:defRPr sz="3200" b="1"/>
            </a:lvl5pPr>
            <a:lvl6pPr marL="4408516" indent="0">
              <a:buNone/>
              <a:defRPr sz="3200" b="1"/>
            </a:lvl6pPr>
            <a:lvl7pPr marL="5290219" indent="0">
              <a:buNone/>
              <a:defRPr sz="3200" b="1"/>
            </a:lvl7pPr>
            <a:lvl8pPr marL="6171922" indent="0">
              <a:buNone/>
              <a:defRPr sz="3200" b="1"/>
            </a:lvl8pPr>
            <a:lvl9pPr marL="7053625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192" y="5709553"/>
            <a:ext cx="7954823" cy="10373044"/>
          </a:xfrm>
        </p:spPr>
        <p:txBody>
          <a:bodyPr/>
          <a:lstStyle>
            <a:lvl1pPr>
              <a:defRPr sz="4600"/>
            </a:lvl1pPr>
            <a:lvl2pPr>
              <a:defRPr sz="3900"/>
            </a:lvl2pPr>
            <a:lvl3pPr>
              <a:defRPr sz="34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5706" y="4030029"/>
            <a:ext cx="7957945" cy="1679523"/>
          </a:xfrm>
        </p:spPr>
        <p:txBody>
          <a:bodyPr anchor="b"/>
          <a:lstStyle>
            <a:lvl1pPr marL="0" indent="0">
              <a:buNone/>
              <a:defRPr sz="4600" b="1"/>
            </a:lvl1pPr>
            <a:lvl2pPr marL="881703" indent="0">
              <a:buNone/>
              <a:defRPr sz="3900" b="1"/>
            </a:lvl2pPr>
            <a:lvl3pPr marL="1763406" indent="0">
              <a:buNone/>
              <a:defRPr sz="3400" b="1"/>
            </a:lvl3pPr>
            <a:lvl4pPr marL="2645109" indent="0">
              <a:buNone/>
              <a:defRPr sz="3200" b="1"/>
            </a:lvl4pPr>
            <a:lvl5pPr marL="3526813" indent="0">
              <a:buNone/>
              <a:defRPr sz="3200" b="1"/>
            </a:lvl5pPr>
            <a:lvl6pPr marL="4408516" indent="0">
              <a:buNone/>
              <a:defRPr sz="3200" b="1"/>
            </a:lvl6pPr>
            <a:lvl7pPr marL="5290219" indent="0">
              <a:buNone/>
              <a:defRPr sz="3200" b="1"/>
            </a:lvl7pPr>
            <a:lvl8pPr marL="6171922" indent="0">
              <a:buNone/>
              <a:defRPr sz="3200" b="1"/>
            </a:lvl8pPr>
            <a:lvl9pPr marL="7053625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45706" y="5709553"/>
            <a:ext cx="7957945" cy="10373044"/>
          </a:xfrm>
        </p:spPr>
        <p:txBody>
          <a:bodyPr/>
          <a:lstStyle>
            <a:lvl1pPr>
              <a:defRPr sz="4600"/>
            </a:lvl1pPr>
            <a:lvl2pPr>
              <a:defRPr sz="3900"/>
            </a:lvl2pPr>
            <a:lvl3pPr>
              <a:defRPr sz="34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6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8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92" y="716818"/>
            <a:ext cx="5923140" cy="305065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000" y="716821"/>
            <a:ext cx="10064646" cy="15365778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6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92" y="3767474"/>
            <a:ext cx="5923140" cy="12315127"/>
          </a:xfrm>
        </p:spPr>
        <p:txBody>
          <a:bodyPr/>
          <a:lstStyle>
            <a:lvl1pPr marL="0" indent="0">
              <a:buNone/>
              <a:defRPr sz="2700"/>
            </a:lvl1pPr>
            <a:lvl2pPr marL="881703" indent="0">
              <a:buNone/>
              <a:defRPr sz="2200"/>
            </a:lvl2pPr>
            <a:lvl3pPr marL="1763406" indent="0">
              <a:buNone/>
              <a:defRPr sz="1900"/>
            </a:lvl3pPr>
            <a:lvl4pPr marL="2645109" indent="0">
              <a:buNone/>
              <a:defRPr sz="1700"/>
            </a:lvl4pPr>
            <a:lvl5pPr marL="3526813" indent="0">
              <a:buNone/>
              <a:defRPr sz="1700"/>
            </a:lvl5pPr>
            <a:lvl6pPr marL="4408516" indent="0">
              <a:buNone/>
              <a:defRPr sz="1700"/>
            </a:lvl6pPr>
            <a:lvl7pPr marL="5290219" indent="0">
              <a:buNone/>
              <a:defRPr sz="1700"/>
            </a:lvl7pPr>
            <a:lvl8pPr marL="6171922" indent="0">
              <a:buNone/>
              <a:defRPr sz="1700"/>
            </a:lvl8pPr>
            <a:lvl9pPr marL="7053625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0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878" y="12602688"/>
            <a:ext cx="10802303" cy="1487819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28878" y="1608677"/>
            <a:ext cx="10802303" cy="10802303"/>
          </a:xfrm>
        </p:spPr>
        <p:txBody>
          <a:bodyPr/>
          <a:lstStyle>
            <a:lvl1pPr marL="0" indent="0">
              <a:buNone/>
              <a:defRPr sz="6100"/>
            </a:lvl1pPr>
            <a:lvl2pPr marL="881703" indent="0">
              <a:buNone/>
              <a:defRPr sz="5300"/>
            </a:lvl2pPr>
            <a:lvl3pPr marL="1763406" indent="0">
              <a:buNone/>
              <a:defRPr sz="4600"/>
            </a:lvl3pPr>
            <a:lvl4pPr marL="2645109" indent="0">
              <a:buNone/>
              <a:defRPr sz="3900"/>
            </a:lvl4pPr>
            <a:lvl5pPr marL="3526813" indent="0">
              <a:buNone/>
              <a:defRPr sz="3900"/>
            </a:lvl5pPr>
            <a:lvl6pPr marL="4408516" indent="0">
              <a:buNone/>
              <a:defRPr sz="3900"/>
            </a:lvl6pPr>
            <a:lvl7pPr marL="5290219" indent="0">
              <a:buNone/>
              <a:defRPr sz="3900"/>
            </a:lvl7pPr>
            <a:lvl8pPr marL="6171922" indent="0">
              <a:buNone/>
              <a:defRPr sz="3900"/>
            </a:lvl8pPr>
            <a:lvl9pPr marL="7053625" indent="0">
              <a:buNone/>
              <a:defRPr sz="3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8878" y="14090509"/>
            <a:ext cx="10802303" cy="2112948"/>
          </a:xfrm>
        </p:spPr>
        <p:txBody>
          <a:bodyPr/>
          <a:lstStyle>
            <a:lvl1pPr marL="0" indent="0">
              <a:buNone/>
              <a:defRPr sz="2700"/>
            </a:lvl1pPr>
            <a:lvl2pPr marL="881703" indent="0">
              <a:buNone/>
              <a:defRPr sz="2200"/>
            </a:lvl2pPr>
            <a:lvl3pPr marL="1763406" indent="0">
              <a:buNone/>
              <a:defRPr sz="1900"/>
            </a:lvl3pPr>
            <a:lvl4pPr marL="2645109" indent="0">
              <a:buNone/>
              <a:defRPr sz="1700"/>
            </a:lvl4pPr>
            <a:lvl5pPr marL="3526813" indent="0">
              <a:buNone/>
              <a:defRPr sz="1700"/>
            </a:lvl5pPr>
            <a:lvl6pPr marL="4408516" indent="0">
              <a:buNone/>
              <a:defRPr sz="1700"/>
            </a:lvl6pPr>
            <a:lvl7pPr marL="5290219" indent="0">
              <a:buNone/>
              <a:defRPr sz="1700"/>
            </a:lvl7pPr>
            <a:lvl8pPr marL="6171922" indent="0">
              <a:buNone/>
              <a:defRPr sz="1700"/>
            </a:lvl8pPr>
            <a:lvl9pPr marL="7053625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9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5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52787" y="720991"/>
            <a:ext cx="4050864" cy="153616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93" y="720991"/>
            <a:ext cx="11852527" cy="153616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5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95" y="720989"/>
            <a:ext cx="16203454" cy="3000642"/>
          </a:xfrm>
          <a:prstGeom prst="rect">
            <a:avLst/>
          </a:prstGeom>
        </p:spPr>
        <p:txBody>
          <a:bodyPr vert="horz" lIns="176341" tIns="88171" rIns="176341" bIns="8817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5" y="4200899"/>
            <a:ext cx="16203454" cy="11881700"/>
          </a:xfrm>
          <a:prstGeom prst="rect">
            <a:avLst/>
          </a:prstGeom>
        </p:spPr>
        <p:txBody>
          <a:bodyPr vert="horz" lIns="176341" tIns="88171" rIns="176341" bIns="8817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0192" y="16686895"/>
            <a:ext cx="4200896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5272D-563D-F34A-A5C4-46D1B5A0E3F5}" type="datetimeFigureOut">
              <a:rPr lang="en-US" smtClean="0"/>
              <a:t>5/27/14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1315" y="16686895"/>
            <a:ext cx="5701215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02753" y="16686895"/>
            <a:ext cx="4200896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1703" rtl="0" eaLnBrk="1" latinLnBrk="0" hangingPunct="1">
        <a:spcBef>
          <a:spcPct val="0"/>
        </a:spcBef>
        <a:buNone/>
        <a:defRPr sz="8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277" indent="-661277" algn="l" defTabSz="881703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2768" indent="-551065" algn="l" defTabSz="881703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4257" indent="-440850" algn="l" defTabSz="88170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3pPr>
      <a:lvl4pPr marL="3085962" indent="-440850" algn="l" defTabSz="881703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67665" indent="-440850" algn="l" defTabSz="881703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49366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1072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2772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4478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81703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763406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645109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3526813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4408516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290219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6171922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7053625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 descr="ggap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162" y="9316753"/>
            <a:ext cx="1664437" cy="1664681"/>
          </a:xfrm>
          <a:prstGeom prst="rect">
            <a:avLst/>
          </a:prstGeom>
        </p:spPr>
      </p:pic>
      <p:pic>
        <p:nvPicPr>
          <p:cNvPr id="212" name="Picture 211" descr="faceboo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7024" y="4637160"/>
            <a:ext cx="1036299" cy="1036451"/>
          </a:xfrm>
          <a:prstGeom prst="rect">
            <a:avLst/>
          </a:prstGeom>
        </p:spPr>
      </p:pic>
      <p:sp>
        <p:nvSpPr>
          <p:cNvPr id="213" name="Rectangle 212"/>
          <p:cNvSpPr/>
          <p:nvPr/>
        </p:nvSpPr>
        <p:spPr>
          <a:xfrm>
            <a:off x="3817839" y="861917"/>
            <a:ext cx="10652439" cy="15559852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endParaRPr lang="en-US" sz="1800"/>
          </a:p>
        </p:txBody>
      </p:sp>
      <p:sp>
        <p:nvSpPr>
          <p:cNvPr id="214" name="Oval 213"/>
          <p:cNvSpPr/>
          <p:nvPr/>
        </p:nvSpPr>
        <p:spPr>
          <a:xfrm>
            <a:off x="7430857" y="3974506"/>
            <a:ext cx="2459349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Share tutorial to Facebook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798602" y="4850084"/>
            <a:ext cx="1784746" cy="67202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tutorial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157811" y="5653710"/>
            <a:ext cx="3101170" cy="10065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Communicate via comments and likes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7604030" y="6758131"/>
            <a:ext cx="2122319" cy="94982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Follow other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7536208" y="8901683"/>
            <a:ext cx="2253917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Send private messages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7598403" y="9970522"/>
            <a:ext cx="2276986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Get notification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173761" y="12545095"/>
            <a:ext cx="1190364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in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1" name="Oval 220"/>
          <p:cNvSpPr/>
          <p:nvPr/>
        </p:nvSpPr>
        <p:spPr>
          <a:xfrm>
            <a:off x="7933626" y="13354695"/>
            <a:ext cx="1430499" cy="74211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out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2" name="Oval 221"/>
          <p:cNvSpPr/>
          <p:nvPr/>
        </p:nvSpPr>
        <p:spPr>
          <a:xfrm>
            <a:off x="7888150" y="11689779"/>
            <a:ext cx="155344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shops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23" name="Straight Connector 222"/>
          <p:cNvCxnSpPr>
            <a:endCxn id="220" idx="2"/>
          </p:cNvCxnSpPr>
          <p:nvPr/>
        </p:nvCxnSpPr>
        <p:spPr>
          <a:xfrm>
            <a:off x="3118442" y="9174348"/>
            <a:ext cx="5055319" cy="371986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>
            <a:endCxn id="237" idx="2"/>
          </p:cNvCxnSpPr>
          <p:nvPr/>
        </p:nvCxnSpPr>
        <p:spPr>
          <a:xfrm flipV="1">
            <a:off x="3118442" y="3347646"/>
            <a:ext cx="4662297" cy="109720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>
            <a:endCxn id="214" idx="2"/>
          </p:cNvCxnSpPr>
          <p:nvPr/>
        </p:nvCxnSpPr>
        <p:spPr>
          <a:xfrm flipV="1">
            <a:off x="3118442" y="4339235"/>
            <a:ext cx="4312415" cy="36472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>
            <a:endCxn id="215" idx="2"/>
          </p:cNvCxnSpPr>
          <p:nvPr/>
        </p:nvCxnSpPr>
        <p:spPr>
          <a:xfrm flipV="1">
            <a:off x="3118442" y="5186099"/>
            <a:ext cx="4680160" cy="252186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>
            <a:endCxn id="217" idx="2"/>
          </p:cNvCxnSpPr>
          <p:nvPr/>
        </p:nvCxnSpPr>
        <p:spPr>
          <a:xfrm flipV="1">
            <a:off x="3118442" y="7233045"/>
            <a:ext cx="4485588" cy="71513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>
            <a:endCxn id="216" idx="2"/>
          </p:cNvCxnSpPr>
          <p:nvPr/>
        </p:nvCxnSpPr>
        <p:spPr>
          <a:xfrm flipV="1">
            <a:off x="3118442" y="6157010"/>
            <a:ext cx="4039369" cy="168450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>
            <a:endCxn id="222" idx="2"/>
          </p:cNvCxnSpPr>
          <p:nvPr/>
        </p:nvCxnSpPr>
        <p:spPr>
          <a:xfrm>
            <a:off x="3118442" y="8999182"/>
            <a:ext cx="4769708" cy="305532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>
            <a:endCxn id="218" idx="2"/>
          </p:cNvCxnSpPr>
          <p:nvPr/>
        </p:nvCxnSpPr>
        <p:spPr>
          <a:xfrm>
            <a:off x="3118442" y="8312549"/>
            <a:ext cx="4417766" cy="1060166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>
            <a:endCxn id="219" idx="2"/>
          </p:cNvCxnSpPr>
          <p:nvPr/>
        </p:nvCxnSpPr>
        <p:spPr>
          <a:xfrm>
            <a:off x="3118442" y="8539370"/>
            <a:ext cx="4479961" cy="179588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>
            <a:endCxn id="221" idx="2"/>
          </p:cNvCxnSpPr>
          <p:nvPr/>
        </p:nvCxnSpPr>
        <p:spPr>
          <a:xfrm>
            <a:off x="3118442" y="9372715"/>
            <a:ext cx="4815184" cy="435303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>
            <a:stCxn id="214" idx="6"/>
          </p:cNvCxnSpPr>
          <p:nvPr/>
        </p:nvCxnSpPr>
        <p:spPr>
          <a:xfrm>
            <a:off x="9890206" y="4339235"/>
            <a:ext cx="5040044" cy="84686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5103869" y="5617344"/>
            <a:ext cx="150090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Facebook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103610" y="10607213"/>
            <a:ext cx="1179010" cy="699394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1800" b="1" dirty="0"/>
              <a:t>Google </a:t>
            </a:r>
          </a:p>
          <a:p>
            <a:pPr algn="ctr"/>
            <a:r>
              <a:rPr lang="en-US" sz="1800" b="1" dirty="0"/>
              <a:t>Map</a:t>
            </a:r>
          </a:p>
        </p:txBody>
      </p:sp>
      <p:sp>
        <p:nvSpPr>
          <p:cNvPr id="236" name="Oval 235"/>
          <p:cNvSpPr/>
          <p:nvPr/>
        </p:nvSpPr>
        <p:spPr>
          <a:xfrm>
            <a:off x="7700354" y="7841517"/>
            <a:ext cx="1957296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near by shops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7780739" y="2967699"/>
            <a:ext cx="1660855" cy="759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tutorials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38" name="Straight Connector 237"/>
          <p:cNvCxnSpPr>
            <a:endCxn id="236" idx="2"/>
          </p:cNvCxnSpPr>
          <p:nvPr/>
        </p:nvCxnSpPr>
        <p:spPr>
          <a:xfrm>
            <a:off x="3118442" y="8112401"/>
            <a:ext cx="4581912" cy="200148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>
            <a:stCxn id="236" idx="6"/>
          </p:cNvCxnSpPr>
          <p:nvPr/>
        </p:nvCxnSpPr>
        <p:spPr>
          <a:xfrm>
            <a:off x="9657650" y="8312549"/>
            <a:ext cx="5314788" cy="157183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7798602" y="10829502"/>
            <a:ext cx="1701748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1" name="Straight Connector 240"/>
          <p:cNvCxnSpPr>
            <a:endCxn id="240" idx="2"/>
          </p:cNvCxnSpPr>
          <p:nvPr/>
        </p:nvCxnSpPr>
        <p:spPr>
          <a:xfrm>
            <a:off x="3118442" y="8783581"/>
            <a:ext cx="4680160" cy="241065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240985" y="1000706"/>
            <a:ext cx="6729662" cy="667779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b="1" dirty="0" smtClean="0"/>
              <a:t>HanDIYcraft Mobile Application</a:t>
            </a:r>
            <a:endParaRPr lang="en-US" b="1" dirty="0"/>
          </a:p>
        </p:txBody>
      </p:sp>
      <p:sp>
        <p:nvSpPr>
          <p:cNvPr id="243" name="TextBox 242"/>
          <p:cNvSpPr txBox="1"/>
          <p:nvPr/>
        </p:nvSpPr>
        <p:spPr>
          <a:xfrm>
            <a:off x="2049057" y="5471173"/>
            <a:ext cx="883152" cy="453173"/>
          </a:xfrm>
          <a:prstGeom prst="rect">
            <a:avLst/>
          </a:prstGeom>
          <a:noFill/>
        </p:spPr>
        <p:txBody>
          <a:bodyPr wrap="none" lIns="143990" tIns="71995" rIns="143990" bIns="71995" rtlCol="0">
            <a:spAutoFit/>
          </a:bodyPr>
          <a:lstStyle/>
          <a:p>
            <a:r>
              <a:rPr lang="en-US" sz="2000" b="1" dirty="0"/>
              <a:t>Users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35758" y="9408338"/>
            <a:ext cx="137083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Bloggers</a:t>
            </a:r>
          </a:p>
        </p:txBody>
      </p:sp>
      <p:cxnSp>
        <p:nvCxnSpPr>
          <p:cNvPr id="245" name="Straight Arrow Connector 244"/>
          <p:cNvCxnSpPr>
            <a:endCxn id="243" idx="2"/>
          </p:cNvCxnSpPr>
          <p:nvPr/>
        </p:nvCxnSpPr>
        <p:spPr>
          <a:xfrm flipV="1">
            <a:off x="2490633" y="5924346"/>
            <a:ext cx="0" cy="130869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1243487" y="13243322"/>
            <a:ext cx="2347532" cy="453173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2000" b="1" dirty="0" smtClean="0"/>
              <a:t>Shopkeepers</a:t>
            </a:r>
            <a:endParaRPr lang="en-US" sz="2000" b="1" dirty="0"/>
          </a:p>
        </p:txBody>
      </p:sp>
      <p:sp>
        <p:nvSpPr>
          <p:cNvPr id="247" name="Oval 246"/>
          <p:cNvSpPr/>
          <p:nvPr/>
        </p:nvSpPr>
        <p:spPr>
          <a:xfrm>
            <a:off x="5869128" y="14849060"/>
            <a:ext cx="1734902" cy="75723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Search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7897736" y="14132042"/>
            <a:ext cx="1602614" cy="787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shop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9" name="Straight Connector 248"/>
          <p:cNvCxnSpPr>
            <a:endCxn id="218" idx="2"/>
          </p:cNvCxnSpPr>
          <p:nvPr/>
        </p:nvCxnSpPr>
        <p:spPr>
          <a:xfrm flipV="1">
            <a:off x="3118442" y="9372715"/>
            <a:ext cx="4417766" cy="218624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>
            <a:endCxn id="219" idx="2"/>
          </p:cNvCxnSpPr>
          <p:nvPr/>
        </p:nvCxnSpPr>
        <p:spPr>
          <a:xfrm flipV="1">
            <a:off x="3118442" y="10335251"/>
            <a:ext cx="4479961" cy="13775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>
            <a:endCxn id="240" idx="2"/>
          </p:cNvCxnSpPr>
          <p:nvPr/>
        </p:nvCxnSpPr>
        <p:spPr>
          <a:xfrm flipV="1">
            <a:off x="3118442" y="11194231"/>
            <a:ext cx="4680160" cy="69876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>
            <a:endCxn id="222" idx="2"/>
          </p:cNvCxnSpPr>
          <p:nvPr/>
        </p:nvCxnSpPr>
        <p:spPr>
          <a:xfrm>
            <a:off x="3118442" y="12054508"/>
            <a:ext cx="4769708" cy="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>
            <a:endCxn id="220" idx="2"/>
          </p:cNvCxnSpPr>
          <p:nvPr/>
        </p:nvCxnSpPr>
        <p:spPr>
          <a:xfrm>
            <a:off x="3118442" y="12214222"/>
            <a:ext cx="5055319" cy="67998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>
            <a:endCxn id="221" idx="2"/>
          </p:cNvCxnSpPr>
          <p:nvPr/>
        </p:nvCxnSpPr>
        <p:spPr>
          <a:xfrm>
            <a:off x="3118442" y="12419237"/>
            <a:ext cx="4815184" cy="130651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>
            <a:endCxn id="248" idx="2"/>
          </p:cNvCxnSpPr>
          <p:nvPr/>
        </p:nvCxnSpPr>
        <p:spPr>
          <a:xfrm>
            <a:off x="3118442" y="12602686"/>
            <a:ext cx="4779294" cy="19233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>
            <a:endCxn id="247" idx="2"/>
          </p:cNvCxnSpPr>
          <p:nvPr/>
        </p:nvCxnSpPr>
        <p:spPr>
          <a:xfrm>
            <a:off x="3118442" y="12759566"/>
            <a:ext cx="2750686" cy="246811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>
            <a:stCxn id="268" idx="6"/>
          </p:cNvCxnSpPr>
          <p:nvPr/>
        </p:nvCxnSpPr>
        <p:spPr>
          <a:xfrm flipV="1">
            <a:off x="14243458" y="10335252"/>
            <a:ext cx="728980" cy="3091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stCxn id="264" idx="7"/>
          </p:cNvCxnSpPr>
          <p:nvPr/>
        </p:nvCxnSpPr>
        <p:spPr>
          <a:xfrm flipV="1">
            <a:off x="13392426" y="10699980"/>
            <a:ext cx="1580012" cy="313591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Oval 258"/>
          <p:cNvSpPr/>
          <p:nvPr/>
        </p:nvSpPr>
        <p:spPr>
          <a:xfrm>
            <a:off x="8487187" y="15103957"/>
            <a:ext cx="1690802" cy="93108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blogger’s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0" name="Straight Arrow Connector 259"/>
          <p:cNvCxnSpPr>
            <a:stCxn id="259" idx="2"/>
            <a:endCxn id="247" idx="5"/>
          </p:cNvCxnSpPr>
          <p:nvPr/>
        </p:nvCxnSpPr>
        <p:spPr>
          <a:xfrm flipH="1" flipV="1">
            <a:off x="7349959" y="15495399"/>
            <a:ext cx="1137228" cy="7409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 rot="297803">
            <a:off x="7584979" y="15545662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 smtClean="0"/>
              <a:t>Includes</a:t>
            </a:r>
            <a:endParaRPr lang="en-US" sz="1400" dirty="0"/>
          </a:p>
        </p:txBody>
      </p:sp>
      <p:cxnSp>
        <p:nvCxnSpPr>
          <p:cNvPr id="262" name="Straight Arrow Connector 261"/>
          <p:cNvCxnSpPr>
            <a:stCxn id="259" idx="7"/>
            <a:endCxn id="273" idx="4"/>
          </p:cNvCxnSpPr>
          <p:nvPr/>
        </p:nvCxnSpPr>
        <p:spPr>
          <a:xfrm flipV="1">
            <a:off x="9930377" y="4141632"/>
            <a:ext cx="2966205" cy="1109867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 rot="17074237">
            <a:off x="11170280" y="7404300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64" name="Oval 263"/>
          <p:cNvSpPr/>
          <p:nvPr/>
        </p:nvSpPr>
        <p:spPr>
          <a:xfrm>
            <a:off x="11486209" y="13756635"/>
            <a:ext cx="2233272" cy="5411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Pin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5" name="Straight Arrow Connector 264"/>
          <p:cNvCxnSpPr>
            <a:stCxn id="248" idx="6"/>
            <a:endCxn id="264" idx="2"/>
          </p:cNvCxnSpPr>
          <p:nvPr/>
        </p:nvCxnSpPr>
        <p:spPr>
          <a:xfrm flipV="1">
            <a:off x="9500350" y="14027227"/>
            <a:ext cx="1985859" cy="498762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 rot="20846275">
            <a:off x="10233613" y="13849492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67" name="Oval 266"/>
          <p:cNvSpPr/>
          <p:nvPr/>
        </p:nvSpPr>
        <p:spPr>
          <a:xfrm>
            <a:off x="11489140" y="11348025"/>
            <a:ext cx="164918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shop detail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68" name="Oval 267"/>
          <p:cNvSpPr/>
          <p:nvPr/>
        </p:nvSpPr>
        <p:spPr>
          <a:xfrm>
            <a:off x="12675585" y="10313355"/>
            <a:ext cx="1567873" cy="6619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9" name="Straight Arrow Connector 268"/>
          <p:cNvCxnSpPr>
            <a:stCxn id="267" idx="0"/>
            <a:endCxn id="268" idx="3"/>
          </p:cNvCxnSpPr>
          <p:nvPr/>
        </p:nvCxnSpPr>
        <p:spPr>
          <a:xfrm flipV="1">
            <a:off x="12313732" y="10878406"/>
            <a:ext cx="591463" cy="46961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 rot="19274824">
            <a:off x="11893334" y="10814471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cxnSp>
        <p:nvCxnSpPr>
          <p:cNvPr id="271" name="Straight Arrow Connector 270"/>
          <p:cNvCxnSpPr>
            <a:stCxn id="267" idx="2"/>
            <a:endCxn id="222" idx="6"/>
          </p:cNvCxnSpPr>
          <p:nvPr/>
        </p:nvCxnSpPr>
        <p:spPr>
          <a:xfrm flipH="1">
            <a:off x="9441594" y="11712754"/>
            <a:ext cx="2047546" cy="341754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 rot="20925767">
            <a:off x="9681521" y="11509358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 smtClean="0"/>
              <a:t>Includes</a:t>
            </a:r>
            <a:endParaRPr lang="en-US" sz="1400" dirty="0"/>
          </a:p>
        </p:txBody>
      </p:sp>
      <p:sp>
        <p:nvSpPr>
          <p:cNvPr id="273" name="Oval 272"/>
          <p:cNvSpPr/>
          <p:nvPr/>
        </p:nvSpPr>
        <p:spPr>
          <a:xfrm>
            <a:off x="11849567" y="3417131"/>
            <a:ext cx="2094030" cy="72450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tutorial detail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74" name="Straight Arrow Connector 273"/>
          <p:cNvCxnSpPr>
            <a:stCxn id="273" idx="2"/>
            <a:endCxn id="237" idx="6"/>
          </p:cNvCxnSpPr>
          <p:nvPr/>
        </p:nvCxnSpPr>
        <p:spPr>
          <a:xfrm flipH="1" flipV="1">
            <a:off x="9441594" y="3347646"/>
            <a:ext cx="2407973" cy="43173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/>
          <p:cNvSpPr txBox="1"/>
          <p:nvPr/>
        </p:nvSpPr>
        <p:spPr>
          <a:xfrm rot="516187">
            <a:off x="10198354" y="3236710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 smtClean="0"/>
              <a:t>Includes</a:t>
            </a:r>
            <a:endParaRPr lang="en-US" sz="1400" dirty="0"/>
          </a:p>
        </p:txBody>
      </p:sp>
      <p:pic>
        <p:nvPicPr>
          <p:cNvPr id="2" name="Picture 1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071" y="3417131"/>
            <a:ext cx="953646" cy="2148623"/>
          </a:xfrm>
          <a:prstGeom prst="rect">
            <a:avLst/>
          </a:prstGeom>
        </p:spPr>
      </p:pic>
      <p:pic>
        <p:nvPicPr>
          <p:cNvPr id="73" name="Picture 72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70" y="7292781"/>
            <a:ext cx="953646" cy="2148623"/>
          </a:xfrm>
          <a:prstGeom prst="rect">
            <a:avLst/>
          </a:prstGeom>
        </p:spPr>
      </p:pic>
      <p:pic>
        <p:nvPicPr>
          <p:cNvPr id="86" name="Picture 85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876" y="11140541"/>
            <a:ext cx="953646" cy="2148623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7729341" y="1990833"/>
            <a:ext cx="1854007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Register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71" name="Straight Connector 70"/>
          <p:cNvCxnSpPr>
            <a:endCxn id="70" idx="2"/>
          </p:cNvCxnSpPr>
          <p:nvPr/>
        </p:nvCxnSpPr>
        <p:spPr>
          <a:xfrm flipV="1">
            <a:off x="3118442" y="2355562"/>
            <a:ext cx="4610899" cy="178607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177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gap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843" y="10253211"/>
            <a:ext cx="1664437" cy="1664681"/>
          </a:xfrm>
          <a:prstGeom prst="rect">
            <a:avLst/>
          </a:prstGeom>
        </p:spPr>
      </p:pic>
      <p:pic>
        <p:nvPicPr>
          <p:cNvPr id="4" name="Picture 3" descr="faceboo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133" y="5042106"/>
            <a:ext cx="1036299" cy="10364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73461" y="499004"/>
            <a:ext cx="10223230" cy="14779363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endParaRPr lang="en-US" sz="1800"/>
          </a:p>
        </p:txBody>
      </p:sp>
      <p:sp>
        <p:nvSpPr>
          <p:cNvPr id="6" name="Oval 5"/>
          <p:cNvSpPr/>
          <p:nvPr/>
        </p:nvSpPr>
        <p:spPr>
          <a:xfrm>
            <a:off x="7824397" y="4026082"/>
            <a:ext cx="2459349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Share tutorial to Facebook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249232" y="6022290"/>
            <a:ext cx="1784746" cy="67202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tutorial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563303" y="8084121"/>
            <a:ext cx="3101170" cy="10065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Communicate via comments and likes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057975" y="7041057"/>
            <a:ext cx="2122319" cy="94982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Follow other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645433" y="9212263"/>
            <a:ext cx="2107886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shop detail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57975" y="11131214"/>
            <a:ext cx="2253917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Send private messages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20170" y="12200053"/>
            <a:ext cx="2276986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Get notification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574245" y="4961957"/>
            <a:ext cx="1190364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in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08553" y="14033463"/>
            <a:ext cx="2053652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out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03604" y="9941721"/>
            <a:ext cx="155344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shops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endCxn id="13" idx="2"/>
          </p:cNvCxnSpPr>
          <p:nvPr/>
        </p:nvCxnSpPr>
        <p:spPr>
          <a:xfrm flipV="1">
            <a:off x="3691229" y="5311071"/>
            <a:ext cx="4883016" cy="458528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34" idx="2"/>
          </p:cNvCxnSpPr>
          <p:nvPr/>
        </p:nvCxnSpPr>
        <p:spPr>
          <a:xfrm flipV="1">
            <a:off x="3691229" y="3034493"/>
            <a:ext cx="4483050" cy="172104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6" idx="2"/>
          </p:cNvCxnSpPr>
          <p:nvPr/>
        </p:nvCxnSpPr>
        <p:spPr>
          <a:xfrm flipV="1">
            <a:off x="3691229" y="4390811"/>
            <a:ext cx="4133168" cy="65129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7" idx="2"/>
          </p:cNvCxnSpPr>
          <p:nvPr/>
        </p:nvCxnSpPr>
        <p:spPr>
          <a:xfrm flipV="1">
            <a:off x="3691229" y="6358305"/>
            <a:ext cx="4558003" cy="374688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9" idx="2"/>
          </p:cNvCxnSpPr>
          <p:nvPr/>
        </p:nvCxnSpPr>
        <p:spPr>
          <a:xfrm flipV="1">
            <a:off x="3691229" y="7515971"/>
            <a:ext cx="4366746" cy="279047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2"/>
          </p:cNvCxnSpPr>
          <p:nvPr/>
        </p:nvCxnSpPr>
        <p:spPr>
          <a:xfrm flipV="1">
            <a:off x="3691229" y="8587421"/>
            <a:ext cx="3872074" cy="190979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5" idx="2"/>
          </p:cNvCxnSpPr>
          <p:nvPr/>
        </p:nvCxnSpPr>
        <p:spPr>
          <a:xfrm flipV="1">
            <a:off x="3691229" y="10306450"/>
            <a:ext cx="3512375" cy="382748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1" idx="2"/>
          </p:cNvCxnSpPr>
          <p:nvPr/>
        </p:nvCxnSpPr>
        <p:spPr>
          <a:xfrm>
            <a:off x="3691229" y="10944837"/>
            <a:ext cx="4366746" cy="65740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12" idx="2"/>
          </p:cNvCxnSpPr>
          <p:nvPr/>
        </p:nvCxnSpPr>
        <p:spPr>
          <a:xfrm>
            <a:off x="3691229" y="11131214"/>
            <a:ext cx="4428941" cy="1433568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4" idx="2"/>
          </p:cNvCxnSpPr>
          <p:nvPr/>
        </p:nvCxnSpPr>
        <p:spPr>
          <a:xfrm>
            <a:off x="3691229" y="11543671"/>
            <a:ext cx="4417324" cy="2838906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6"/>
          </p:cNvCxnSpPr>
          <p:nvPr/>
        </p:nvCxnSpPr>
        <p:spPr>
          <a:xfrm>
            <a:off x="10283746" y="4390811"/>
            <a:ext cx="4236552" cy="116952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112229" y="10421490"/>
            <a:ext cx="1922268" cy="85507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/>
          <p:cNvCxnSpPr>
            <a:stCxn id="27" idx="6"/>
          </p:cNvCxnSpPr>
          <p:nvPr/>
        </p:nvCxnSpPr>
        <p:spPr>
          <a:xfrm>
            <a:off x="13034497" y="10849029"/>
            <a:ext cx="1485801" cy="28218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0" idx="5"/>
            <a:endCxn id="27" idx="0"/>
          </p:cNvCxnSpPr>
          <p:nvPr/>
        </p:nvCxnSpPr>
        <p:spPr>
          <a:xfrm>
            <a:off x="11444626" y="9834894"/>
            <a:ext cx="628737" cy="58659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602978" y="6022290"/>
            <a:ext cx="150090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Facebook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59019" y="11543671"/>
            <a:ext cx="1179010" cy="699394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1800" b="1" dirty="0"/>
              <a:t>Google </a:t>
            </a:r>
          </a:p>
          <a:p>
            <a:pPr algn="ctr"/>
            <a:r>
              <a:rPr lang="en-US" sz="1800" b="1" dirty="0"/>
              <a:t>Map</a:t>
            </a:r>
          </a:p>
        </p:txBody>
      </p:sp>
      <p:sp>
        <p:nvSpPr>
          <p:cNvPr id="32" name="Oval 31"/>
          <p:cNvSpPr/>
          <p:nvPr/>
        </p:nvSpPr>
        <p:spPr>
          <a:xfrm>
            <a:off x="10608662" y="3317565"/>
            <a:ext cx="1960952" cy="82557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tutorial detail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 rot="2523216">
            <a:off x="11411740" y="9933101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34" name="Oval 33"/>
          <p:cNvSpPr/>
          <p:nvPr/>
        </p:nvSpPr>
        <p:spPr>
          <a:xfrm>
            <a:off x="8174279" y="2654546"/>
            <a:ext cx="1660855" cy="759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tutorials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8320369" y="13059033"/>
            <a:ext cx="1701748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/>
          <p:cNvCxnSpPr>
            <a:endCxn id="35" idx="2"/>
          </p:cNvCxnSpPr>
          <p:nvPr/>
        </p:nvCxnSpPr>
        <p:spPr>
          <a:xfrm>
            <a:off x="3691229" y="11347008"/>
            <a:ext cx="4629140" cy="207675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1559" y="720762"/>
            <a:ext cx="6024946" cy="667779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b="1" dirty="0" smtClean="0"/>
              <a:t>HanDIYcraft Web Application</a:t>
            </a:r>
            <a:endParaRPr lang="en-US" b="1" dirty="0"/>
          </a:p>
        </p:txBody>
      </p:sp>
      <p:cxnSp>
        <p:nvCxnSpPr>
          <p:cNvPr id="38" name="Straight Arrow Connector 37"/>
          <p:cNvCxnSpPr>
            <a:stCxn id="32" idx="2"/>
            <a:endCxn id="34" idx="5"/>
          </p:cNvCxnSpPr>
          <p:nvPr/>
        </p:nvCxnSpPr>
        <p:spPr>
          <a:xfrm flipH="1" flipV="1">
            <a:off x="9591907" y="3303155"/>
            <a:ext cx="1016755" cy="42719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372676">
            <a:off x="9788435" y="3249201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 smtClean="0"/>
              <a:t>Includes</a:t>
            </a:r>
            <a:endParaRPr lang="en-US" sz="1400" dirty="0"/>
          </a:p>
        </p:txBody>
      </p:sp>
      <p:cxnSp>
        <p:nvCxnSpPr>
          <p:cNvPr id="40" name="Straight Arrow Connector 39"/>
          <p:cNvCxnSpPr>
            <a:stCxn id="10" idx="3"/>
            <a:endCxn id="15" idx="6"/>
          </p:cNvCxnSpPr>
          <p:nvPr/>
        </p:nvCxnSpPr>
        <p:spPr>
          <a:xfrm flipH="1">
            <a:off x="8757048" y="9834894"/>
            <a:ext cx="1197078" cy="47155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20481441">
            <a:off x="8749781" y="9713625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 smtClean="0"/>
              <a:t>Includes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2454358" y="5859288"/>
            <a:ext cx="883152" cy="453173"/>
          </a:xfrm>
          <a:prstGeom prst="rect">
            <a:avLst/>
          </a:prstGeom>
          <a:noFill/>
        </p:spPr>
        <p:txBody>
          <a:bodyPr wrap="none" lIns="143990" tIns="71995" rIns="143990" bIns="71995" rtlCol="0">
            <a:spAutoFit/>
          </a:bodyPr>
          <a:lstStyle/>
          <a:p>
            <a:r>
              <a:rPr lang="en-US" sz="2000" b="1" dirty="0"/>
              <a:t>Users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4746" y="11465794"/>
            <a:ext cx="137083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Bloggers</a:t>
            </a:r>
          </a:p>
        </p:txBody>
      </p:sp>
      <p:cxnSp>
        <p:nvCxnSpPr>
          <p:cNvPr id="45" name="Straight Arrow Connector 44"/>
          <p:cNvCxnSpPr>
            <a:endCxn id="42" idx="2"/>
          </p:cNvCxnSpPr>
          <p:nvPr/>
        </p:nvCxnSpPr>
        <p:spPr>
          <a:xfrm flipH="1" flipV="1">
            <a:off x="2895934" y="6312461"/>
            <a:ext cx="14753" cy="28998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94" y="3816114"/>
            <a:ext cx="953646" cy="2148623"/>
          </a:xfrm>
          <a:prstGeom prst="rect">
            <a:avLst/>
          </a:prstGeom>
        </p:spPr>
      </p:pic>
      <p:pic>
        <p:nvPicPr>
          <p:cNvPr id="73" name="Picture 72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60" y="9395048"/>
            <a:ext cx="953646" cy="2148623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8179971" y="1621550"/>
            <a:ext cx="1854007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Register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>
            <a:endCxn id="46" idx="2"/>
          </p:cNvCxnSpPr>
          <p:nvPr/>
        </p:nvCxnSpPr>
        <p:spPr>
          <a:xfrm flipV="1">
            <a:off x="3691229" y="1986279"/>
            <a:ext cx="4488742" cy="240453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140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115</Words>
  <Application>Microsoft Macintosh PowerPoint</Application>
  <PresentationFormat>Custom</PresentationFormat>
  <Paragraphs>57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18</cp:revision>
  <dcterms:created xsi:type="dcterms:W3CDTF">2014-05-27T08:23:20Z</dcterms:created>
  <dcterms:modified xsi:type="dcterms:W3CDTF">2014-05-27T09:14:12Z</dcterms:modified>
</cp:coreProperties>
</file>