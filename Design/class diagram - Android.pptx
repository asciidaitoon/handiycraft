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</p:sldIdLst>
  <p:sldSz cx="107997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-1504" y="-96"/>
      </p:cViewPr>
      <p:guideLst>
        <p:guide orient="horz" pos="2160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interSettings" Target="printerSettings/printerSettings1.bin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2130426"/>
            <a:ext cx="9179799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965" y="3886200"/>
            <a:ext cx="755983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88B-9809-A147-9A6F-1B934C008B56}" type="datetimeFigureOut">
              <a:rPr lang="en-US" smtClean="0"/>
              <a:t>5/24/14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A2DB5-D16C-5B40-82EF-2B0D84B8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3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88B-9809-A147-9A6F-1B934C008B56}" type="datetimeFigureOut">
              <a:rPr lang="en-US" smtClean="0"/>
              <a:t>5/24/14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A2DB5-D16C-5B40-82EF-2B0D84B8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5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07" y="4406901"/>
            <a:ext cx="91797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07" y="2906713"/>
            <a:ext cx="91797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88B-9809-A147-9A6F-1B934C008B56}" type="datetimeFigureOut">
              <a:rPr lang="en-US" smtClean="0"/>
              <a:t>5/24/14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A2DB5-D16C-5B40-82EF-2B0D84B8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43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988" y="1600201"/>
            <a:ext cx="476989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9880" y="1600201"/>
            <a:ext cx="476989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88B-9809-A147-9A6F-1B934C008B56}" type="datetimeFigureOut">
              <a:rPr lang="en-US" smtClean="0"/>
              <a:t>5/24/14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A2DB5-D16C-5B40-82EF-2B0D84B8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0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535113"/>
            <a:ext cx="47717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988" y="2174875"/>
            <a:ext cx="47717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130" y="1535113"/>
            <a:ext cx="477364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130" y="2174875"/>
            <a:ext cx="477364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88B-9809-A147-9A6F-1B934C008B56}" type="datetimeFigureOut">
              <a:rPr lang="en-US" smtClean="0"/>
              <a:t>5/24/14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A2DB5-D16C-5B40-82EF-2B0D84B8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2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88B-9809-A147-9A6F-1B934C008B56}" type="datetimeFigureOut">
              <a:rPr lang="en-US" smtClean="0"/>
              <a:t>5/24/14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A2DB5-D16C-5B40-82EF-2B0D84B8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38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88B-9809-A147-9A6F-1B934C008B56}" type="datetimeFigureOut">
              <a:rPr lang="en-US" smtClean="0"/>
              <a:t>5/24/14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A2DB5-D16C-5B40-82EF-2B0D84B8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22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89" y="273050"/>
            <a:ext cx="355304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407" y="273051"/>
            <a:ext cx="60373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989" y="1435101"/>
            <a:ext cx="355304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88B-9809-A147-9A6F-1B934C008B56}" type="datetimeFigureOut">
              <a:rPr lang="en-US" smtClean="0"/>
              <a:t>5/24/14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A2DB5-D16C-5B40-82EF-2B0D84B8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44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829" y="4800600"/>
            <a:ext cx="647985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6829" y="612775"/>
            <a:ext cx="647985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829" y="5367338"/>
            <a:ext cx="647985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88B-9809-A147-9A6F-1B934C008B56}" type="datetimeFigureOut">
              <a:rPr lang="en-US" smtClean="0"/>
              <a:t>5/24/14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A2DB5-D16C-5B40-82EF-2B0D84B8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1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88B-9809-A147-9A6F-1B934C008B56}" type="datetimeFigureOut">
              <a:rPr lang="en-US" smtClean="0"/>
              <a:t>5/24/14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A2DB5-D16C-5B40-82EF-2B0D84B8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41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29828" y="274639"/>
            <a:ext cx="2429947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988" y="274639"/>
            <a:ext cx="7109844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BA88B-9809-A147-9A6F-1B934C008B56}" type="datetimeFigureOut">
              <a:rPr lang="en-US" smtClean="0"/>
              <a:t>5/24/14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A2DB5-D16C-5B40-82EF-2B0D84B8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424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988" y="6356351"/>
            <a:ext cx="25199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BA88B-9809-A147-9A6F-1B934C008B56}" type="datetimeFigureOut">
              <a:rPr lang="en-US" smtClean="0"/>
              <a:t>5/24/14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9919" y="6356351"/>
            <a:ext cx="34199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39830" y="6356351"/>
            <a:ext cx="25199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A2DB5-D16C-5B40-82EF-2B0D84B80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8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4418661" y="2293009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602421" y="120312"/>
            <a:ext cx="1115213" cy="6691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602421" y="335817"/>
            <a:ext cx="111521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48783" y="253229"/>
            <a:ext cx="1095396" cy="390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LoginActivity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34901" y="80096"/>
            <a:ext cx="959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Activity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6948783" y="1486232"/>
            <a:ext cx="1193676" cy="3743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RegisterActivity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48785" y="2091426"/>
            <a:ext cx="1095397" cy="3866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HomeActivity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948783" y="2755533"/>
            <a:ext cx="1944139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ProfileManagementActivity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948783" y="3460234"/>
            <a:ext cx="1095396" cy="4106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CreateTutorial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948783" y="4107466"/>
            <a:ext cx="1193676" cy="41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ManageTutorial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48785" y="4745563"/>
            <a:ext cx="1198959" cy="4100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ExploreTutorial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945436" y="5322506"/>
            <a:ext cx="1448525" cy="4248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ViewTutorialDetail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204358" y="262632"/>
            <a:ext cx="1282114" cy="390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CreateShop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04358" y="815800"/>
            <a:ext cx="1282114" cy="4625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ManageShop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16368" y="1481112"/>
            <a:ext cx="1282114" cy="4147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ExploreShop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84722" y="4791356"/>
            <a:ext cx="1684833" cy="40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NotificationActivity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228379" y="2878006"/>
            <a:ext cx="1282114" cy="4106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GoogleMaps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84723" y="3525238"/>
            <a:ext cx="1684832" cy="40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MessageManagement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784722" y="4163335"/>
            <a:ext cx="1684833" cy="40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SearchBloggerActivity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16368" y="2173304"/>
            <a:ext cx="1282114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ViewShopDetail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45436" y="6011305"/>
            <a:ext cx="1200391" cy="4248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Validation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286081" y="5947990"/>
            <a:ext cx="1200391" cy="4248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myDBClass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622672" y="2167223"/>
            <a:ext cx="1200391" cy="4248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ImageLoader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Isosceles Triangle 37"/>
          <p:cNvSpPr/>
          <p:nvPr/>
        </p:nvSpPr>
        <p:spPr>
          <a:xfrm rot="16200000">
            <a:off x="5716742" y="357095"/>
            <a:ext cx="197202" cy="195421"/>
          </a:xfrm>
          <a:prstGeom prst="triangle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8" idx="3"/>
            <a:endCxn id="10" idx="1"/>
          </p:cNvCxnSpPr>
          <p:nvPr/>
        </p:nvCxnSpPr>
        <p:spPr>
          <a:xfrm flipV="1">
            <a:off x="5913054" y="448651"/>
            <a:ext cx="1035729" cy="615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437862" y="443551"/>
            <a:ext cx="6698" cy="509139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endCxn id="14" idx="1"/>
          </p:cNvCxnSpPr>
          <p:nvPr/>
        </p:nvCxnSpPr>
        <p:spPr>
          <a:xfrm>
            <a:off x="6444558" y="1673411"/>
            <a:ext cx="5042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endCxn id="15" idx="1"/>
          </p:cNvCxnSpPr>
          <p:nvPr/>
        </p:nvCxnSpPr>
        <p:spPr>
          <a:xfrm>
            <a:off x="6444558" y="2284775"/>
            <a:ext cx="50422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endCxn id="16" idx="1"/>
          </p:cNvCxnSpPr>
          <p:nvPr/>
        </p:nvCxnSpPr>
        <p:spPr>
          <a:xfrm>
            <a:off x="6444558" y="2974470"/>
            <a:ext cx="5042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8" idx="1"/>
          </p:cNvCxnSpPr>
          <p:nvPr/>
        </p:nvCxnSpPr>
        <p:spPr>
          <a:xfrm>
            <a:off x="6444558" y="3665568"/>
            <a:ext cx="5042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endCxn id="19" idx="1"/>
          </p:cNvCxnSpPr>
          <p:nvPr/>
        </p:nvCxnSpPr>
        <p:spPr>
          <a:xfrm>
            <a:off x="6444558" y="4312507"/>
            <a:ext cx="50422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endCxn id="20" idx="1"/>
          </p:cNvCxnSpPr>
          <p:nvPr/>
        </p:nvCxnSpPr>
        <p:spPr>
          <a:xfrm>
            <a:off x="6444558" y="4950604"/>
            <a:ext cx="50422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6437862" y="5534945"/>
            <a:ext cx="507574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/>
          <p:cNvSpPr/>
          <p:nvPr/>
        </p:nvSpPr>
        <p:spPr>
          <a:xfrm rot="5400000">
            <a:off x="4405903" y="357986"/>
            <a:ext cx="197202" cy="195421"/>
          </a:xfrm>
          <a:prstGeom prst="triangle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/>
          <p:cNvCxnSpPr>
            <a:stCxn id="22" idx="3"/>
            <a:endCxn id="73" idx="3"/>
          </p:cNvCxnSpPr>
          <p:nvPr/>
        </p:nvCxnSpPr>
        <p:spPr>
          <a:xfrm flipV="1">
            <a:off x="3486472" y="455697"/>
            <a:ext cx="920322" cy="235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3976398" y="453363"/>
            <a:ext cx="0" cy="453966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23" idx="3"/>
          </p:cNvCxnSpPr>
          <p:nvPr/>
        </p:nvCxnSpPr>
        <p:spPr>
          <a:xfrm>
            <a:off x="3486472" y="1047081"/>
            <a:ext cx="48992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24" idx="3"/>
          </p:cNvCxnSpPr>
          <p:nvPr/>
        </p:nvCxnSpPr>
        <p:spPr>
          <a:xfrm>
            <a:off x="3498482" y="1688504"/>
            <a:ext cx="47791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3498482" y="2295081"/>
            <a:ext cx="47791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26" idx="3"/>
          </p:cNvCxnSpPr>
          <p:nvPr/>
        </p:nvCxnSpPr>
        <p:spPr>
          <a:xfrm>
            <a:off x="3510493" y="3083340"/>
            <a:ext cx="46590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stCxn id="27" idx="3"/>
          </p:cNvCxnSpPr>
          <p:nvPr/>
        </p:nvCxnSpPr>
        <p:spPr>
          <a:xfrm>
            <a:off x="3469555" y="3726913"/>
            <a:ext cx="50684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28" idx="3"/>
          </p:cNvCxnSpPr>
          <p:nvPr/>
        </p:nvCxnSpPr>
        <p:spPr>
          <a:xfrm>
            <a:off x="3469555" y="4365010"/>
            <a:ext cx="50684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25" idx="3"/>
          </p:cNvCxnSpPr>
          <p:nvPr/>
        </p:nvCxnSpPr>
        <p:spPr>
          <a:xfrm>
            <a:off x="3469555" y="4993031"/>
            <a:ext cx="50684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9391834" y="2755533"/>
            <a:ext cx="1258884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DownloadJSON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203465" y="4163335"/>
            <a:ext cx="1258884" cy="40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DownloadJSON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391834" y="3433029"/>
            <a:ext cx="1258884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DownloadJSON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391834" y="4095165"/>
            <a:ext cx="1258884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DownloadJSON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391834" y="4724905"/>
            <a:ext cx="1258884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DownloadJSON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391834" y="5326661"/>
            <a:ext cx="1258884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DownloadJSON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03465" y="4772795"/>
            <a:ext cx="1258884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DownloadJSON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03465" y="3513980"/>
            <a:ext cx="1258884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DownloadJSON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90186" y="2173304"/>
            <a:ext cx="1258884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DownloadJSON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390186" y="1468120"/>
            <a:ext cx="1258884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DownloadJSON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90186" y="831289"/>
            <a:ext cx="1258884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DownloadJSON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90186" y="245204"/>
            <a:ext cx="1258884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DownloadJSON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65" name="Straight Connector 64"/>
          <p:cNvCxnSpPr>
            <a:stCxn id="63" idx="3"/>
            <a:endCxn id="22" idx="1"/>
          </p:cNvCxnSpPr>
          <p:nvPr/>
        </p:nvCxnSpPr>
        <p:spPr>
          <a:xfrm flipV="1">
            <a:off x="1649070" y="458054"/>
            <a:ext cx="555288" cy="608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62" idx="3"/>
            <a:endCxn id="23" idx="1"/>
          </p:cNvCxnSpPr>
          <p:nvPr/>
        </p:nvCxnSpPr>
        <p:spPr>
          <a:xfrm flipV="1">
            <a:off x="1649070" y="1047081"/>
            <a:ext cx="555288" cy="314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60" idx="3"/>
            <a:endCxn id="24" idx="1"/>
          </p:cNvCxnSpPr>
          <p:nvPr/>
        </p:nvCxnSpPr>
        <p:spPr>
          <a:xfrm>
            <a:off x="1649070" y="1687057"/>
            <a:ext cx="567298" cy="14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59" idx="3"/>
            <a:endCxn id="29" idx="1"/>
          </p:cNvCxnSpPr>
          <p:nvPr/>
        </p:nvCxnSpPr>
        <p:spPr>
          <a:xfrm>
            <a:off x="1649070" y="2392241"/>
            <a:ext cx="56729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56" idx="3"/>
            <a:endCxn id="27" idx="1"/>
          </p:cNvCxnSpPr>
          <p:nvPr/>
        </p:nvCxnSpPr>
        <p:spPr>
          <a:xfrm flipV="1">
            <a:off x="1462349" y="3726913"/>
            <a:ext cx="322374" cy="600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108" idx="3"/>
            <a:endCxn id="28" idx="1"/>
          </p:cNvCxnSpPr>
          <p:nvPr/>
        </p:nvCxnSpPr>
        <p:spPr>
          <a:xfrm>
            <a:off x="1462349" y="4365010"/>
            <a:ext cx="322373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54" idx="3"/>
            <a:endCxn id="25" idx="1"/>
          </p:cNvCxnSpPr>
          <p:nvPr/>
        </p:nvCxnSpPr>
        <p:spPr>
          <a:xfrm>
            <a:off x="1462349" y="4991732"/>
            <a:ext cx="322373" cy="129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stCxn id="10" idx="3"/>
            <a:endCxn id="87" idx="1"/>
          </p:cNvCxnSpPr>
          <p:nvPr/>
        </p:nvCxnSpPr>
        <p:spPr>
          <a:xfrm flipV="1">
            <a:off x="8044179" y="447995"/>
            <a:ext cx="600800" cy="65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14" idx="3"/>
            <a:endCxn id="96" idx="1"/>
          </p:cNvCxnSpPr>
          <p:nvPr/>
        </p:nvCxnSpPr>
        <p:spPr>
          <a:xfrm>
            <a:off x="8142459" y="1673411"/>
            <a:ext cx="518597" cy="73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6" idx="3"/>
            <a:endCxn id="107" idx="1"/>
          </p:cNvCxnSpPr>
          <p:nvPr/>
        </p:nvCxnSpPr>
        <p:spPr>
          <a:xfrm>
            <a:off x="8892922" y="2974470"/>
            <a:ext cx="498912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18" idx="3"/>
            <a:endCxn id="48" idx="1"/>
          </p:cNvCxnSpPr>
          <p:nvPr/>
        </p:nvCxnSpPr>
        <p:spPr>
          <a:xfrm flipV="1">
            <a:off x="8044179" y="3651966"/>
            <a:ext cx="1347655" cy="1360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19" idx="3"/>
            <a:endCxn id="50" idx="1"/>
          </p:cNvCxnSpPr>
          <p:nvPr/>
        </p:nvCxnSpPr>
        <p:spPr>
          <a:xfrm>
            <a:off x="8142459" y="4312507"/>
            <a:ext cx="1249375" cy="159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20" idx="3"/>
            <a:endCxn id="51" idx="1"/>
          </p:cNvCxnSpPr>
          <p:nvPr/>
        </p:nvCxnSpPr>
        <p:spPr>
          <a:xfrm flipV="1">
            <a:off x="8147744" y="4943842"/>
            <a:ext cx="1244090" cy="676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>
            <a:stCxn id="21" idx="3"/>
            <a:endCxn id="53" idx="1"/>
          </p:cNvCxnSpPr>
          <p:nvPr/>
        </p:nvCxnSpPr>
        <p:spPr>
          <a:xfrm>
            <a:off x="8393961" y="5534945"/>
            <a:ext cx="997873" cy="106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1784722" y="5391458"/>
            <a:ext cx="1684833" cy="40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PostFacebookActivity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395391" y="5999147"/>
            <a:ext cx="1115213" cy="5570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/>
          <p:cNvCxnSpPr/>
          <p:nvPr/>
        </p:nvCxnSpPr>
        <p:spPr>
          <a:xfrm>
            <a:off x="8395391" y="6214651"/>
            <a:ext cx="111521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8459699" y="5942855"/>
            <a:ext cx="1191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JSONfunction</a:t>
            </a:r>
            <a:endParaRPr lang="en-US" sz="1200" dirty="0"/>
          </a:p>
        </p:txBody>
      </p:sp>
      <p:sp>
        <p:nvSpPr>
          <p:cNvPr id="87" name="Rectangle 86"/>
          <p:cNvSpPr/>
          <p:nvPr/>
        </p:nvSpPr>
        <p:spPr>
          <a:xfrm>
            <a:off x="8644979" y="178215"/>
            <a:ext cx="1115213" cy="5395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Connector 89"/>
          <p:cNvCxnSpPr/>
          <p:nvPr/>
        </p:nvCxnSpPr>
        <p:spPr>
          <a:xfrm>
            <a:off x="8644979" y="393720"/>
            <a:ext cx="111521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8709287" y="121924"/>
            <a:ext cx="1191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WebPageTask</a:t>
            </a:r>
            <a:endParaRPr lang="en-US" sz="1200" dirty="0"/>
          </a:p>
        </p:txBody>
      </p:sp>
      <p:sp>
        <p:nvSpPr>
          <p:cNvPr id="96" name="Rectangle 95"/>
          <p:cNvSpPr/>
          <p:nvPr/>
        </p:nvSpPr>
        <p:spPr>
          <a:xfrm>
            <a:off x="8661056" y="1408466"/>
            <a:ext cx="1115213" cy="5445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/>
          <p:cNvCxnSpPr/>
          <p:nvPr/>
        </p:nvCxnSpPr>
        <p:spPr>
          <a:xfrm>
            <a:off x="8661056" y="1623970"/>
            <a:ext cx="111521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8725364" y="1352174"/>
            <a:ext cx="1191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WebPageTask</a:t>
            </a:r>
            <a:endParaRPr lang="en-US" sz="1200" dirty="0"/>
          </a:p>
        </p:txBody>
      </p:sp>
      <p:cxnSp>
        <p:nvCxnSpPr>
          <p:cNvPr id="102" name="Straight Connector 101"/>
          <p:cNvCxnSpPr>
            <a:stCxn id="29" idx="3"/>
            <a:endCxn id="11" idx="6"/>
          </p:cNvCxnSpPr>
          <p:nvPr/>
        </p:nvCxnSpPr>
        <p:spPr>
          <a:xfrm>
            <a:off x="3498482" y="2392241"/>
            <a:ext cx="1121538" cy="343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>
            <a:off x="5615220" y="5667808"/>
            <a:ext cx="1330216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5516273" y="2592120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Connector 111"/>
          <p:cNvCxnSpPr>
            <a:stCxn id="111" idx="0"/>
          </p:cNvCxnSpPr>
          <p:nvPr/>
        </p:nvCxnSpPr>
        <p:spPr>
          <a:xfrm>
            <a:off x="5616953" y="2592120"/>
            <a:ext cx="0" cy="30756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11" idx="2"/>
            <a:endCxn id="111" idx="6"/>
          </p:cNvCxnSpPr>
          <p:nvPr/>
        </p:nvCxnSpPr>
        <p:spPr>
          <a:xfrm>
            <a:off x="5516273" y="2694787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stCxn id="11" idx="4"/>
            <a:endCxn id="11" idx="0"/>
          </p:cNvCxnSpPr>
          <p:nvPr/>
        </p:nvCxnSpPr>
        <p:spPr>
          <a:xfrm flipV="1">
            <a:off x="4519341" y="2293009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Oval 105"/>
          <p:cNvSpPr/>
          <p:nvPr/>
        </p:nvSpPr>
        <p:spPr>
          <a:xfrm>
            <a:off x="2019885" y="2289574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/>
          <p:cNvCxnSpPr>
            <a:stCxn id="106" idx="4"/>
            <a:endCxn id="106" idx="0"/>
          </p:cNvCxnSpPr>
          <p:nvPr/>
        </p:nvCxnSpPr>
        <p:spPr>
          <a:xfrm flipV="1">
            <a:off x="2120565" y="2289574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6" idx="2"/>
            <a:endCxn id="106" idx="6"/>
          </p:cNvCxnSpPr>
          <p:nvPr/>
        </p:nvCxnSpPr>
        <p:spPr>
          <a:xfrm>
            <a:off x="2019885" y="2392241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2015009" y="1584390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Connector 116"/>
          <p:cNvCxnSpPr>
            <a:stCxn id="116" idx="4"/>
            <a:endCxn id="116" idx="0"/>
          </p:cNvCxnSpPr>
          <p:nvPr/>
        </p:nvCxnSpPr>
        <p:spPr>
          <a:xfrm flipV="1">
            <a:off x="2115689" y="1584390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stCxn id="116" idx="2"/>
            <a:endCxn id="116" idx="6"/>
          </p:cNvCxnSpPr>
          <p:nvPr/>
        </p:nvCxnSpPr>
        <p:spPr>
          <a:xfrm>
            <a:off x="2015009" y="1687057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2002999" y="947559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0" name="Straight Connector 119"/>
          <p:cNvCxnSpPr>
            <a:stCxn id="119" idx="4"/>
            <a:endCxn id="119" idx="0"/>
          </p:cNvCxnSpPr>
          <p:nvPr/>
        </p:nvCxnSpPr>
        <p:spPr>
          <a:xfrm flipV="1">
            <a:off x="2103679" y="947559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stCxn id="119" idx="2"/>
            <a:endCxn id="119" idx="6"/>
          </p:cNvCxnSpPr>
          <p:nvPr/>
        </p:nvCxnSpPr>
        <p:spPr>
          <a:xfrm>
            <a:off x="2002999" y="1050226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2002999" y="361474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Straight Connector 122"/>
          <p:cNvCxnSpPr>
            <a:stCxn id="122" idx="4"/>
            <a:endCxn id="122" idx="0"/>
          </p:cNvCxnSpPr>
          <p:nvPr/>
        </p:nvCxnSpPr>
        <p:spPr>
          <a:xfrm flipV="1">
            <a:off x="2103679" y="361474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>
            <a:stCxn id="122" idx="2"/>
            <a:endCxn id="122" idx="6"/>
          </p:cNvCxnSpPr>
          <p:nvPr/>
        </p:nvCxnSpPr>
        <p:spPr>
          <a:xfrm>
            <a:off x="2002999" y="464141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1583364" y="3630250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Straight Connector 128"/>
          <p:cNvCxnSpPr>
            <a:stCxn id="128" idx="4"/>
            <a:endCxn id="128" idx="0"/>
          </p:cNvCxnSpPr>
          <p:nvPr/>
        </p:nvCxnSpPr>
        <p:spPr>
          <a:xfrm flipV="1">
            <a:off x="1684044" y="3630250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/>
          <p:cNvCxnSpPr>
            <a:stCxn id="128" idx="2"/>
            <a:endCxn id="128" idx="6"/>
          </p:cNvCxnSpPr>
          <p:nvPr/>
        </p:nvCxnSpPr>
        <p:spPr>
          <a:xfrm>
            <a:off x="1583364" y="3732917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Oval 130"/>
          <p:cNvSpPr/>
          <p:nvPr/>
        </p:nvSpPr>
        <p:spPr>
          <a:xfrm>
            <a:off x="1583364" y="4262343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2" name="Straight Connector 131"/>
          <p:cNvCxnSpPr>
            <a:stCxn id="131" idx="4"/>
            <a:endCxn id="131" idx="0"/>
          </p:cNvCxnSpPr>
          <p:nvPr/>
        </p:nvCxnSpPr>
        <p:spPr>
          <a:xfrm flipV="1">
            <a:off x="1684044" y="4262343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>
            <a:stCxn id="131" idx="2"/>
            <a:endCxn id="131" idx="6"/>
          </p:cNvCxnSpPr>
          <p:nvPr/>
        </p:nvCxnSpPr>
        <p:spPr>
          <a:xfrm>
            <a:off x="1583364" y="4365010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Oval 133"/>
          <p:cNvSpPr/>
          <p:nvPr/>
        </p:nvSpPr>
        <p:spPr>
          <a:xfrm>
            <a:off x="1586105" y="4890364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5" name="Straight Connector 134"/>
          <p:cNvCxnSpPr>
            <a:stCxn id="134" idx="4"/>
            <a:endCxn id="134" idx="0"/>
          </p:cNvCxnSpPr>
          <p:nvPr/>
        </p:nvCxnSpPr>
        <p:spPr>
          <a:xfrm flipV="1">
            <a:off x="1686785" y="4890364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stCxn id="134" idx="2"/>
            <a:endCxn id="134" idx="6"/>
          </p:cNvCxnSpPr>
          <p:nvPr/>
        </p:nvCxnSpPr>
        <p:spPr>
          <a:xfrm>
            <a:off x="1586105" y="4993031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8041779" y="345984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8" name="Straight Connector 137"/>
          <p:cNvCxnSpPr>
            <a:stCxn id="137" idx="4"/>
            <a:endCxn id="137" idx="0"/>
          </p:cNvCxnSpPr>
          <p:nvPr/>
        </p:nvCxnSpPr>
        <p:spPr>
          <a:xfrm flipV="1">
            <a:off x="8142459" y="345984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stCxn id="137" idx="2"/>
            <a:endCxn id="137" idx="6"/>
          </p:cNvCxnSpPr>
          <p:nvPr/>
        </p:nvCxnSpPr>
        <p:spPr>
          <a:xfrm>
            <a:off x="8041779" y="448651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/>
          <p:cNvSpPr/>
          <p:nvPr/>
        </p:nvSpPr>
        <p:spPr>
          <a:xfrm>
            <a:off x="8142458" y="1570744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Connector 140"/>
          <p:cNvCxnSpPr>
            <a:stCxn id="140" idx="4"/>
            <a:endCxn id="140" idx="0"/>
          </p:cNvCxnSpPr>
          <p:nvPr/>
        </p:nvCxnSpPr>
        <p:spPr>
          <a:xfrm flipV="1">
            <a:off x="8243138" y="1570744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40" idx="2"/>
            <a:endCxn id="140" idx="6"/>
          </p:cNvCxnSpPr>
          <p:nvPr/>
        </p:nvCxnSpPr>
        <p:spPr>
          <a:xfrm>
            <a:off x="8142458" y="1673411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8892922" y="2871803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Straight Connector 143"/>
          <p:cNvCxnSpPr>
            <a:stCxn id="143" idx="4"/>
            <a:endCxn id="143" idx="0"/>
          </p:cNvCxnSpPr>
          <p:nvPr/>
        </p:nvCxnSpPr>
        <p:spPr>
          <a:xfrm flipV="1">
            <a:off x="8993602" y="2871803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143" idx="2"/>
            <a:endCxn id="143" idx="6"/>
          </p:cNvCxnSpPr>
          <p:nvPr/>
        </p:nvCxnSpPr>
        <p:spPr>
          <a:xfrm>
            <a:off x="8892922" y="2974470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/>
          <p:cNvSpPr/>
          <p:nvPr/>
        </p:nvSpPr>
        <p:spPr>
          <a:xfrm>
            <a:off x="8047064" y="3562901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Connector 146"/>
          <p:cNvCxnSpPr>
            <a:stCxn id="146" idx="4"/>
            <a:endCxn id="146" idx="0"/>
          </p:cNvCxnSpPr>
          <p:nvPr/>
        </p:nvCxnSpPr>
        <p:spPr>
          <a:xfrm flipV="1">
            <a:off x="8147744" y="3562901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>
            <a:stCxn id="146" idx="2"/>
            <a:endCxn id="146" idx="6"/>
          </p:cNvCxnSpPr>
          <p:nvPr/>
        </p:nvCxnSpPr>
        <p:spPr>
          <a:xfrm>
            <a:off x="8047064" y="3665568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Oval 148"/>
          <p:cNvSpPr/>
          <p:nvPr/>
        </p:nvSpPr>
        <p:spPr>
          <a:xfrm>
            <a:off x="8147744" y="4209840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" name="Straight Connector 149"/>
          <p:cNvCxnSpPr>
            <a:stCxn id="149" idx="4"/>
            <a:endCxn id="149" idx="0"/>
          </p:cNvCxnSpPr>
          <p:nvPr/>
        </p:nvCxnSpPr>
        <p:spPr>
          <a:xfrm flipV="1">
            <a:off x="8248424" y="4209840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>
            <a:stCxn id="149" idx="2"/>
            <a:endCxn id="149" idx="6"/>
          </p:cNvCxnSpPr>
          <p:nvPr/>
        </p:nvCxnSpPr>
        <p:spPr>
          <a:xfrm>
            <a:off x="8147744" y="4312507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Oval 151"/>
          <p:cNvSpPr/>
          <p:nvPr/>
        </p:nvSpPr>
        <p:spPr>
          <a:xfrm>
            <a:off x="8147744" y="4847937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Straight Connector 152"/>
          <p:cNvCxnSpPr>
            <a:stCxn id="152" idx="4"/>
            <a:endCxn id="152" idx="0"/>
          </p:cNvCxnSpPr>
          <p:nvPr/>
        </p:nvCxnSpPr>
        <p:spPr>
          <a:xfrm flipV="1">
            <a:off x="8248424" y="4847937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>
            <a:stCxn id="152" idx="2"/>
            <a:endCxn id="152" idx="6"/>
          </p:cNvCxnSpPr>
          <p:nvPr/>
        </p:nvCxnSpPr>
        <p:spPr>
          <a:xfrm>
            <a:off x="8147744" y="4950604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8400823" y="5432278"/>
            <a:ext cx="201359" cy="20533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Straight Connector 155"/>
          <p:cNvCxnSpPr>
            <a:stCxn id="155" idx="4"/>
            <a:endCxn id="155" idx="0"/>
          </p:cNvCxnSpPr>
          <p:nvPr/>
        </p:nvCxnSpPr>
        <p:spPr>
          <a:xfrm flipV="1">
            <a:off x="8501503" y="5432278"/>
            <a:ext cx="0" cy="2053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>
            <a:stCxn id="155" idx="2"/>
            <a:endCxn id="155" idx="6"/>
          </p:cNvCxnSpPr>
          <p:nvPr/>
        </p:nvCxnSpPr>
        <p:spPr>
          <a:xfrm>
            <a:off x="8400823" y="5534945"/>
            <a:ext cx="20135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/>
          <p:cNvCxnSpPr/>
          <p:nvPr/>
        </p:nvCxnSpPr>
        <p:spPr>
          <a:xfrm>
            <a:off x="6461054" y="1076521"/>
            <a:ext cx="504227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ctangle 158"/>
          <p:cNvSpPr/>
          <p:nvPr/>
        </p:nvSpPr>
        <p:spPr>
          <a:xfrm>
            <a:off x="6948366" y="870175"/>
            <a:ext cx="1095396" cy="390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LogOutActivity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727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3150" y="253229"/>
            <a:ext cx="1941950" cy="753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 smtClean="0">
                <a:solidFill>
                  <a:schemeClr val="tx1"/>
                </a:solidFill>
              </a:rPr>
              <a:t>LoginActivity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48068" y="2350656"/>
            <a:ext cx="7181526" cy="28474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1848068" y="2798504"/>
            <a:ext cx="7181526" cy="2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735034" y="2335166"/>
            <a:ext cx="1555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LoginActivity</a:t>
            </a:r>
            <a:endParaRPr lang="en-US" sz="2000" b="1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848068" y="3502173"/>
            <a:ext cx="718152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22771" y="2797404"/>
            <a:ext cx="1796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+</a:t>
            </a:r>
            <a:r>
              <a:rPr lang="en-US" dirty="0" err="1" smtClean="0"/>
              <a:t>url</a:t>
            </a:r>
            <a:r>
              <a:rPr lang="en-US" dirty="0" smtClean="0"/>
              <a:t> </a:t>
            </a:r>
            <a:r>
              <a:rPr lang="en-US" dirty="0"/>
              <a:t>: String</a:t>
            </a:r>
            <a:br>
              <a:rPr lang="en-US" dirty="0"/>
            </a:br>
            <a:r>
              <a:rPr lang="en-US" dirty="0"/>
              <a:t>+result : String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922769" y="3565834"/>
            <a:ext cx="67992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</a:t>
            </a:r>
            <a:r>
              <a:rPr lang="en-US" dirty="0" err="1" smtClean="0"/>
              <a:t>OnCreate</a:t>
            </a:r>
            <a:r>
              <a:rPr lang="en-US" dirty="0" smtClean="0"/>
              <a:t>(</a:t>
            </a:r>
            <a:r>
              <a:rPr lang="en-US" dirty="0" err="1" smtClean="0"/>
              <a:t>savedInstanceState</a:t>
            </a:r>
            <a:r>
              <a:rPr lang="en-US" dirty="0" smtClean="0"/>
              <a:t> : Bundle) : void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+login() </a:t>
            </a:r>
            <a:r>
              <a:rPr lang="en-US" dirty="0"/>
              <a:t>: </a:t>
            </a:r>
            <a:r>
              <a:rPr lang="en-US" dirty="0" smtClean="0"/>
              <a:t>String</a:t>
            </a:r>
          </a:p>
          <a:p>
            <a:r>
              <a:rPr lang="en-US" dirty="0" smtClean="0"/>
              <a:t>+</a:t>
            </a:r>
            <a:r>
              <a:rPr lang="en-US" dirty="0" err="1" smtClean="0"/>
              <a:t>postData</a:t>
            </a:r>
            <a:r>
              <a:rPr lang="en-US" dirty="0" smtClean="0"/>
              <a:t>(</a:t>
            </a:r>
            <a:r>
              <a:rPr lang="en-US" dirty="0" err="1" smtClean="0"/>
              <a:t>url</a:t>
            </a:r>
            <a:r>
              <a:rPr lang="en-US" dirty="0" smtClean="0"/>
              <a:t> : String, </a:t>
            </a:r>
            <a:r>
              <a:rPr lang="en-US" dirty="0" err="1" smtClean="0"/>
              <a:t>nameValuePairs</a:t>
            </a:r>
            <a:r>
              <a:rPr lang="en-US" dirty="0" smtClean="0"/>
              <a:t> : List&lt;</a:t>
            </a:r>
            <a:r>
              <a:rPr lang="en-US" dirty="0" err="1" smtClean="0"/>
              <a:t>NameValuePairs</a:t>
            </a:r>
            <a:r>
              <a:rPr lang="en-US" dirty="0" smtClean="0"/>
              <a:t>&gt;) : String</a:t>
            </a:r>
          </a:p>
          <a:p>
            <a:r>
              <a:rPr lang="en-US" dirty="0" smtClean="0"/>
              <a:t>-</a:t>
            </a:r>
            <a:r>
              <a:rPr lang="en-US" dirty="0" err="1" smtClean="0"/>
              <a:t>isInternetConnected</a:t>
            </a:r>
            <a:r>
              <a:rPr lang="en-US" dirty="0" smtClean="0"/>
              <a:t>() : </a:t>
            </a:r>
            <a:r>
              <a:rPr lang="en-US" dirty="0" err="1" smtClean="0"/>
              <a:t>boolean</a:t>
            </a:r>
            <a:endParaRPr lang="en-US" dirty="0" smtClean="0"/>
          </a:p>
          <a:p>
            <a:r>
              <a:rPr lang="en-US" dirty="0" smtClean="0"/>
              <a:t>-</a:t>
            </a:r>
            <a:r>
              <a:rPr lang="en-US" dirty="0" err="1" smtClean="0"/>
              <a:t>showAlertNoNet</a:t>
            </a:r>
            <a:r>
              <a:rPr lang="en-US" dirty="0" smtClean="0"/>
              <a:t>() : void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2108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3368" y="349272"/>
            <a:ext cx="1957440" cy="6730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RegisterActivity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48068" y="2056354"/>
            <a:ext cx="7181526" cy="37148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1848068" y="2504202"/>
            <a:ext cx="7181526" cy="2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95632" y="2040864"/>
            <a:ext cx="2235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RegisterActivity</a:t>
            </a:r>
            <a:endParaRPr lang="en-US" sz="20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848068" y="4106265"/>
            <a:ext cx="718152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2771" y="2534082"/>
            <a:ext cx="6255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editext_username</a:t>
            </a:r>
            <a:r>
              <a:rPr lang="en-US" dirty="0" smtClean="0"/>
              <a:t> : </a:t>
            </a:r>
            <a:r>
              <a:rPr lang="en-US" dirty="0" err="1" smtClean="0"/>
              <a:t>EditText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</a:t>
            </a:r>
            <a:r>
              <a:rPr lang="en-US" dirty="0" err="1" smtClean="0"/>
              <a:t>editext_password</a:t>
            </a:r>
            <a:r>
              <a:rPr lang="en-US" dirty="0" smtClean="0"/>
              <a:t> </a:t>
            </a:r>
            <a:r>
              <a:rPr lang="en-US" dirty="0"/>
              <a:t>: </a:t>
            </a:r>
            <a:r>
              <a:rPr lang="en-US" dirty="0" err="1" smtClean="0"/>
              <a:t>EditText</a:t>
            </a:r>
            <a:endParaRPr lang="en-US" dirty="0" smtClean="0"/>
          </a:p>
          <a:p>
            <a:r>
              <a:rPr lang="en-US" dirty="0"/>
              <a:t>-</a:t>
            </a:r>
            <a:r>
              <a:rPr lang="en-US" dirty="0" err="1" smtClean="0"/>
              <a:t>editext_display</a:t>
            </a:r>
            <a:r>
              <a:rPr lang="en-US" dirty="0" smtClean="0"/>
              <a:t> </a:t>
            </a:r>
            <a:r>
              <a:rPr lang="en-US" dirty="0"/>
              <a:t>: </a:t>
            </a:r>
            <a:r>
              <a:rPr lang="en-US" dirty="0" err="1" smtClean="0"/>
              <a:t>EditText</a:t>
            </a:r>
            <a:endParaRPr lang="en-US" dirty="0" smtClean="0"/>
          </a:p>
          <a:p>
            <a:r>
              <a:rPr lang="en-US" dirty="0"/>
              <a:t>+</a:t>
            </a:r>
            <a:r>
              <a:rPr lang="en-US" dirty="0" err="1" smtClean="0"/>
              <a:t>urlHost</a:t>
            </a:r>
            <a:r>
              <a:rPr lang="en-US" dirty="0" smtClean="0"/>
              <a:t> </a:t>
            </a:r>
            <a:r>
              <a:rPr lang="en-US" dirty="0"/>
              <a:t>: String</a:t>
            </a:r>
            <a:br>
              <a:rPr lang="en-US" dirty="0"/>
            </a:br>
            <a:r>
              <a:rPr lang="en-US" dirty="0"/>
              <a:t>+result : </a:t>
            </a:r>
            <a:r>
              <a:rPr lang="en-US" dirty="0" smtClean="0"/>
              <a:t>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2771" y="4152735"/>
            <a:ext cx="67992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</a:t>
            </a:r>
            <a:r>
              <a:rPr lang="en-US" dirty="0" err="1" smtClean="0"/>
              <a:t>OnCreate</a:t>
            </a:r>
            <a:r>
              <a:rPr lang="en-US" dirty="0" smtClean="0"/>
              <a:t>(</a:t>
            </a:r>
            <a:r>
              <a:rPr lang="en-US" dirty="0" err="1" smtClean="0"/>
              <a:t>savedInstanceState</a:t>
            </a:r>
            <a:r>
              <a:rPr lang="en-US" dirty="0" smtClean="0"/>
              <a:t> : Bundle) : void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-</a:t>
            </a:r>
            <a:r>
              <a:rPr lang="en-US" dirty="0" err="1" smtClean="0"/>
              <a:t>registerViews</a:t>
            </a:r>
            <a:r>
              <a:rPr lang="en-US" dirty="0" smtClean="0"/>
              <a:t>() </a:t>
            </a:r>
            <a:r>
              <a:rPr lang="en-US" dirty="0"/>
              <a:t>: </a:t>
            </a:r>
            <a:r>
              <a:rPr lang="en-US" dirty="0" smtClean="0"/>
              <a:t>void</a:t>
            </a:r>
          </a:p>
          <a:p>
            <a:r>
              <a:rPr lang="en-US" dirty="0" smtClean="0"/>
              <a:t>+</a:t>
            </a:r>
            <a:r>
              <a:rPr lang="en-US" dirty="0" err="1" smtClean="0"/>
              <a:t>signUp</a:t>
            </a:r>
            <a:r>
              <a:rPr lang="en-US" dirty="0" smtClean="0"/>
              <a:t>() : String</a:t>
            </a:r>
          </a:p>
          <a:p>
            <a:r>
              <a:rPr lang="en-US" dirty="0" smtClean="0"/>
              <a:t>+</a:t>
            </a:r>
            <a:r>
              <a:rPr lang="en-US" dirty="0" err="1" smtClean="0"/>
              <a:t>postData</a:t>
            </a:r>
            <a:r>
              <a:rPr lang="en-US" dirty="0" smtClean="0"/>
              <a:t>(</a:t>
            </a:r>
            <a:r>
              <a:rPr lang="en-US" dirty="0" err="1" smtClean="0"/>
              <a:t>url</a:t>
            </a:r>
            <a:r>
              <a:rPr lang="en-US" dirty="0" smtClean="0"/>
              <a:t> : String, </a:t>
            </a:r>
            <a:r>
              <a:rPr lang="en-US" dirty="0" err="1" smtClean="0"/>
              <a:t>nameValuePairs</a:t>
            </a:r>
            <a:r>
              <a:rPr lang="en-US" dirty="0" smtClean="0"/>
              <a:t> : List&lt;</a:t>
            </a:r>
            <a:r>
              <a:rPr lang="en-US" dirty="0" err="1" smtClean="0"/>
              <a:t>NameValuePairs</a:t>
            </a:r>
            <a:r>
              <a:rPr lang="en-US" dirty="0" smtClean="0"/>
              <a:t>&gt;) : String</a:t>
            </a:r>
          </a:p>
          <a:p>
            <a:r>
              <a:rPr lang="en-US" dirty="0" smtClean="0"/>
              <a:t>-</a:t>
            </a:r>
            <a:r>
              <a:rPr lang="en-US" dirty="0" err="1" smtClean="0"/>
              <a:t>checkValidation</a:t>
            </a:r>
            <a:r>
              <a:rPr lang="en-US" dirty="0" smtClean="0"/>
              <a:t>() : </a:t>
            </a:r>
            <a:r>
              <a:rPr lang="en-US" dirty="0" err="1" smtClean="0"/>
              <a:t>boolean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7955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7663" y="520758"/>
            <a:ext cx="1833525" cy="7184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 smtClean="0">
                <a:solidFill>
                  <a:schemeClr val="tx1"/>
                </a:solidFill>
              </a:rPr>
              <a:t>HomeActivity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45892" y="2861033"/>
            <a:ext cx="5183975" cy="12455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2645892" y="3308881"/>
            <a:ext cx="5183975" cy="2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39244" y="2845543"/>
            <a:ext cx="2235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HomeActivity</a:t>
            </a:r>
            <a:endParaRPr 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720596" y="3506712"/>
            <a:ext cx="4675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</a:t>
            </a:r>
            <a:r>
              <a:rPr lang="en-US" dirty="0" err="1" smtClean="0"/>
              <a:t>OnCreate</a:t>
            </a:r>
            <a:r>
              <a:rPr lang="en-US" dirty="0" smtClean="0"/>
              <a:t>(</a:t>
            </a:r>
            <a:r>
              <a:rPr lang="en-US" dirty="0" err="1" smtClean="0"/>
              <a:t>savedInstanceState</a:t>
            </a:r>
            <a:r>
              <a:rPr lang="en-US" dirty="0" smtClean="0"/>
              <a:t> : Bundle) : void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8569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412" y="332940"/>
            <a:ext cx="2747383" cy="9526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ProfileManagementActivity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28795" y="2102824"/>
            <a:ext cx="4998106" cy="34269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3128795" y="2550672"/>
            <a:ext cx="4998106" cy="3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084251" y="2087334"/>
            <a:ext cx="3392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ProfileManagementActivity</a:t>
            </a:r>
            <a:endParaRPr lang="en-US" sz="20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128795" y="4152735"/>
            <a:ext cx="499810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03498" y="2580552"/>
            <a:ext cx="42728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editext_username</a:t>
            </a:r>
            <a:r>
              <a:rPr lang="en-US" dirty="0" smtClean="0"/>
              <a:t> : </a:t>
            </a:r>
            <a:r>
              <a:rPr lang="en-US" dirty="0" err="1" smtClean="0"/>
              <a:t>EditText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</a:t>
            </a:r>
            <a:r>
              <a:rPr lang="en-US" dirty="0" err="1" smtClean="0"/>
              <a:t>editext_password</a:t>
            </a:r>
            <a:r>
              <a:rPr lang="en-US" dirty="0" smtClean="0"/>
              <a:t> </a:t>
            </a:r>
            <a:r>
              <a:rPr lang="en-US" dirty="0"/>
              <a:t>: </a:t>
            </a:r>
            <a:r>
              <a:rPr lang="en-US" dirty="0" err="1" smtClean="0"/>
              <a:t>EditText</a:t>
            </a:r>
            <a:endParaRPr lang="en-US" dirty="0" smtClean="0"/>
          </a:p>
          <a:p>
            <a:r>
              <a:rPr lang="en-US" dirty="0"/>
              <a:t>-</a:t>
            </a:r>
            <a:r>
              <a:rPr lang="en-US" dirty="0" err="1" smtClean="0"/>
              <a:t>editext_display</a:t>
            </a:r>
            <a:r>
              <a:rPr lang="en-US" dirty="0" smtClean="0"/>
              <a:t> </a:t>
            </a:r>
            <a:r>
              <a:rPr lang="en-US" dirty="0"/>
              <a:t>: </a:t>
            </a:r>
            <a:r>
              <a:rPr lang="en-US" dirty="0" err="1" smtClean="0"/>
              <a:t>EditText</a:t>
            </a:r>
            <a:endParaRPr lang="en-US" dirty="0" smtClean="0"/>
          </a:p>
          <a:p>
            <a:r>
              <a:rPr lang="en-US" dirty="0"/>
              <a:t>+</a:t>
            </a:r>
            <a:r>
              <a:rPr lang="en-US" dirty="0" err="1" smtClean="0"/>
              <a:t>urlHost</a:t>
            </a:r>
            <a:r>
              <a:rPr lang="en-US" dirty="0" smtClean="0"/>
              <a:t> </a:t>
            </a:r>
            <a:r>
              <a:rPr lang="en-US" dirty="0"/>
              <a:t>: String</a:t>
            </a:r>
            <a:br>
              <a:rPr lang="en-US" dirty="0"/>
            </a:br>
            <a:r>
              <a:rPr lang="en-US" dirty="0"/>
              <a:t>+result : </a:t>
            </a:r>
            <a:r>
              <a:rPr lang="en-US" dirty="0" smtClean="0"/>
              <a:t>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3499" y="4199205"/>
            <a:ext cx="464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</a:t>
            </a:r>
            <a:r>
              <a:rPr lang="en-US" dirty="0" err="1" smtClean="0"/>
              <a:t>OnCreate</a:t>
            </a:r>
            <a:r>
              <a:rPr lang="en-US" dirty="0" smtClean="0"/>
              <a:t>(</a:t>
            </a:r>
            <a:r>
              <a:rPr lang="en-US" dirty="0" err="1" smtClean="0"/>
              <a:t>savedInstanceState</a:t>
            </a:r>
            <a:r>
              <a:rPr lang="en-US" dirty="0" smtClean="0"/>
              <a:t> : Bundle) : void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+</a:t>
            </a:r>
            <a:r>
              <a:rPr lang="en-US" dirty="0" smtClean="0"/>
              <a:t>edit() </a:t>
            </a:r>
            <a:r>
              <a:rPr lang="en-US" dirty="0"/>
              <a:t>: </a:t>
            </a:r>
            <a:r>
              <a:rPr lang="en-US" dirty="0" smtClean="0"/>
              <a:t>String</a:t>
            </a:r>
          </a:p>
          <a:p>
            <a:r>
              <a:rPr lang="en-US" dirty="0" smtClean="0"/>
              <a:t>+</a:t>
            </a:r>
            <a:r>
              <a:rPr lang="en-US" dirty="0"/>
              <a:t>u</a:t>
            </a:r>
            <a:r>
              <a:rPr lang="en-US" dirty="0" smtClean="0"/>
              <a:t>pdate () : String</a:t>
            </a:r>
          </a:p>
          <a:p>
            <a:r>
              <a:rPr lang="en-US" dirty="0" smtClean="0"/>
              <a:t>+</a:t>
            </a:r>
            <a:r>
              <a:rPr lang="en-US" dirty="0" err="1" smtClean="0"/>
              <a:t>showAlert</a:t>
            </a:r>
            <a:r>
              <a:rPr lang="en-US" dirty="0" smtClean="0"/>
              <a:t>() : String</a:t>
            </a:r>
          </a:p>
        </p:txBody>
      </p:sp>
    </p:spTree>
    <p:extLst>
      <p:ext uri="{BB962C8B-B14F-4D97-AF65-F5344CB8AC3E}">
        <p14:creationId xmlns:p14="http://schemas.microsoft.com/office/powerpoint/2010/main" val="16619153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4347" y="340611"/>
            <a:ext cx="2065862" cy="7901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>
                <a:solidFill>
                  <a:schemeClr val="tx1"/>
                </a:solidFill>
              </a:rPr>
              <a:t>CreateTutorial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28795" y="2102824"/>
            <a:ext cx="4998106" cy="33804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3128795" y="2550672"/>
            <a:ext cx="4998106" cy="3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84371" y="2102824"/>
            <a:ext cx="1848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CreateTutorial</a:t>
            </a:r>
            <a:endParaRPr lang="en-US" sz="20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128795" y="4679380"/>
            <a:ext cx="499810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03498" y="2580552"/>
            <a:ext cx="42728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editext_title</a:t>
            </a:r>
            <a:r>
              <a:rPr lang="en-US" dirty="0" smtClean="0"/>
              <a:t> : </a:t>
            </a:r>
            <a:r>
              <a:rPr lang="en-US" dirty="0" err="1" smtClean="0"/>
              <a:t>EditText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-category </a:t>
            </a:r>
            <a:r>
              <a:rPr lang="en-US" dirty="0"/>
              <a:t>: </a:t>
            </a:r>
            <a:r>
              <a:rPr lang="en-US" dirty="0" smtClean="0"/>
              <a:t>Checkbox</a:t>
            </a:r>
          </a:p>
          <a:p>
            <a:r>
              <a:rPr lang="en-US" dirty="0" smtClean="0"/>
              <a:t>-</a:t>
            </a:r>
            <a:r>
              <a:rPr lang="en-US" dirty="0" err="1" smtClean="0"/>
              <a:t>img_tutorial</a:t>
            </a:r>
            <a:endParaRPr lang="en-US" dirty="0" smtClean="0"/>
          </a:p>
          <a:p>
            <a:r>
              <a:rPr lang="en-US" dirty="0" smtClean="0"/>
              <a:t>-</a:t>
            </a:r>
            <a:r>
              <a:rPr lang="en-US" dirty="0" err="1" smtClean="0"/>
              <a:t>editext_material</a:t>
            </a:r>
            <a:r>
              <a:rPr lang="en-US" dirty="0" smtClean="0"/>
              <a:t>: </a:t>
            </a:r>
            <a:r>
              <a:rPr lang="en-US" dirty="0" err="1"/>
              <a:t>EditText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</a:t>
            </a:r>
            <a:r>
              <a:rPr lang="en-US" dirty="0" err="1" smtClean="0"/>
              <a:t>img_material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-</a:t>
            </a:r>
            <a:r>
              <a:rPr lang="en-US" dirty="0" err="1" smtClean="0"/>
              <a:t>editext_step</a:t>
            </a:r>
            <a:r>
              <a:rPr lang="en-US" dirty="0" smtClean="0"/>
              <a:t>: </a:t>
            </a:r>
            <a:r>
              <a:rPr lang="en-US" dirty="0" err="1"/>
              <a:t>EditText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</a:t>
            </a:r>
            <a:r>
              <a:rPr lang="en-US" dirty="0" err="1" smtClean="0"/>
              <a:t>img_step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203499" y="4718922"/>
            <a:ext cx="464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</a:t>
            </a:r>
            <a:r>
              <a:rPr lang="en-US" dirty="0" err="1" smtClean="0"/>
              <a:t>OnCreate</a:t>
            </a:r>
            <a:r>
              <a:rPr lang="en-US" dirty="0" smtClean="0"/>
              <a:t>(</a:t>
            </a:r>
            <a:r>
              <a:rPr lang="en-US" dirty="0" err="1" smtClean="0"/>
              <a:t>savedInstanceState</a:t>
            </a:r>
            <a:r>
              <a:rPr lang="en-US" dirty="0" smtClean="0"/>
              <a:t> : Bundle) : void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+</a:t>
            </a:r>
            <a:r>
              <a:rPr lang="en-US" dirty="0" err="1" smtClean="0"/>
              <a:t>addData</a:t>
            </a:r>
            <a:r>
              <a:rPr lang="en-US" dirty="0" smtClean="0"/>
              <a:t>() </a:t>
            </a:r>
            <a:r>
              <a:rPr lang="en-US" dirty="0"/>
              <a:t>: </a:t>
            </a:r>
            <a:r>
              <a:rPr lang="en-US" dirty="0" smtClean="0"/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32457984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5324" y="554135"/>
            <a:ext cx="3134609" cy="10722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>
                <a:solidFill>
                  <a:schemeClr val="tx1"/>
                </a:solidFill>
              </a:rPr>
              <a:t>ManageTutorial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07323" y="1641892"/>
            <a:ext cx="4998106" cy="42214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4507323" y="2089740"/>
            <a:ext cx="4998106" cy="3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79626" y="1626402"/>
            <a:ext cx="2916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ManageTutorialActivity</a:t>
            </a:r>
            <a:endParaRPr lang="en-US" sz="20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4507323" y="4218448"/>
            <a:ext cx="499810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82026" y="2119620"/>
            <a:ext cx="42728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editext_title</a:t>
            </a:r>
            <a:r>
              <a:rPr lang="en-US" dirty="0" smtClean="0"/>
              <a:t> : </a:t>
            </a:r>
            <a:r>
              <a:rPr lang="en-US" dirty="0" err="1" smtClean="0"/>
              <a:t>EditText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-category </a:t>
            </a:r>
            <a:r>
              <a:rPr lang="en-US" dirty="0"/>
              <a:t>: </a:t>
            </a:r>
            <a:r>
              <a:rPr lang="en-US" dirty="0" smtClean="0"/>
              <a:t>Checkbox</a:t>
            </a:r>
          </a:p>
          <a:p>
            <a:r>
              <a:rPr lang="en-US" dirty="0" smtClean="0"/>
              <a:t>-</a:t>
            </a:r>
            <a:r>
              <a:rPr lang="en-US" dirty="0" err="1" smtClean="0"/>
              <a:t>img_tutorial</a:t>
            </a:r>
            <a:endParaRPr lang="en-US" dirty="0" smtClean="0"/>
          </a:p>
          <a:p>
            <a:r>
              <a:rPr lang="en-US" dirty="0" smtClean="0"/>
              <a:t>-</a:t>
            </a:r>
            <a:r>
              <a:rPr lang="en-US" dirty="0" err="1" smtClean="0"/>
              <a:t>editext_material</a:t>
            </a:r>
            <a:r>
              <a:rPr lang="en-US" dirty="0" smtClean="0"/>
              <a:t>: </a:t>
            </a:r>
            <a:r>
              <a:rPr lang="en-US" dirty="0" err="1"/>
              <a:t>EditText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</a:t>
            </a:r>
            <a:r>
              <a:rPr lang="en-US" dirty="0" err="1" smtClean="0"/>
              <a:t>img_material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-</a:t>
            </a:r>
            <a:r>
              <a:rPr lang="en-US" dirty="0" err="1" smtClean="0"/>
              <a:t>editext_step</a:t>
            </a:r>
            <a:r>
              <a:rPr lang="en-US" dirty="0" smtClean="0"/>
              <a:t>: </a:t>
            </a:r>
            <a:r>
              <a:rPr lang="en-US" dirty="0" err="1"/>
              <a:t>EditText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</a:t>
            </a:r>
            <a:r>
              <a:rPr lang="en-US" dirty="0" err="1" smtClean="0"/>
              <a:t>img_step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82027" y="4257990"/>
            <a:ext cx="4644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</a:t>
            </a:r>
            <a:r>
              <a:rPr lang="en-US" dirty="0" err="1" smtClean="0"/>
              <a:t>OnCreate</a:t>
            </a:r>
            <a:r>
              <a:rPr lang="en-US" dirty="0" smtClean="0"/>
              <a:t>(</a:t>
            </a:r>
            <a:r>
              <a:rPr lang="en-US" dirty="0" err="1" smtClean="0"/>
              <a:t>savedInstanceState</a:t>
            </a:r>
            <a:r>
              <a:rPr lang="en-US" dirty="0" smtClean="0"/>
              <a:t> : Bundle) : void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+edit()</a:t>
            </a:r>
          </a:p>
          <a:p>
            <a:r>
              <a:rPr lang="en-US" dirty="0" smtClean="0"/>
              <a:t>+delete()</a:t>
            </a:r>
          </a:p>
          <a:p>
            <a:r>
              <a:rPr lang="en-US" dirty="0" smtClean="0"/>
              <a:t>+update()</a:t>
            </a:r>
          </a:p>
          <a:p>
            <a:r>
              <a:rPr lang="en-US" dirty="0" smtClean="0"/>
              <a:t>+</a:t>
            </a:r>
            <a:r>
              <a:rPr lang="en-US" dirty="0" err="1" smtClean="0"/>
              <a:t>showAlert</a:t>
            </a:r>
            <a:r>
              <a:rPr lang="en-US" dirty="0" smtClean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782516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5326" y="433244"/>
            <a:ext cx="2391132" cy="945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>
                <a:solidFill>
                  <a:schemeClr val="tx1"/>
                </a:solidFill>
              </a:rPr>
              <a:t>ExploreTutorial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50506" y="2717542"/>
            <a:ext cx="4954382" cy="22546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3050506" y="3165390"/>
            <a:ext cx="4954382" cy="12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626363" y="2717542"/>
            <a:ext cx="1866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ExploreTutorial</a:t>
            </a:r>
            <a:endParaRPr lang="en-US" sz="20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050506" y="3838077"/>
            <a:ext cx="495438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25209" y="3195270"/>
            <a:ext cx="4662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arrayList</a:t>
            </a:r>
            <a:r>
              <a:rPr lang="en-US" dirty="0" smtClean="0"/>
              <a:t> : </a:t>
            </a:r>
            <a:r>
              <a:rPr lang="en-US" dirty="0" err="1" smtClean="0"/>
              <a:t>ArrayList</a:t>
            </a:r>
            <a:r>
              <a:rPr lang="en-US" dirty="0" smtClean="0"/>
              <a:t> &lt;</a:t>
            </a:r>
            <a:r>
              <a:rPr lang="en-US" dirty="0" err="1" smtClean="0"/>
              <a:t>HashMap</a:t>
            </a:r>
            <a:r>
              <a:rPr lang="en-US" dirty="0" smtClean="0"/>
              <a:t>&lt;string, string&gt;&gt;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94231" y="3905900"/>
            <a:ext cx="4910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</a:t>
            </a:r>
            <a:r>
              <a:rPr lang="en-US" dirty="0" err="1"/>
              <a:t>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 : Bundle) : void</a:t>
            </a:r>
            <a:endParaRPr lang="en-US" dirty="0" smtClean="0"/>
          </a:p>
          <a:p>
            <a:r>
              <a:rPr lang="en-US" dirty="0" smtClean="0"/>
              <a:t>+random()</a:t>
            </a:r>
          </a:p>
          <a:p>
            <a:r>
              <a:rPr lang="en-US" dirty="0" smtClean="0"/>
              <a:t>+</a:t>
            </a:r>
            <a:r>
              <a:rPr lang="en-US" dirty="0" err="1" smtClean="0"/>
              <a:t>TutorialListView</a:t>
            </a:r>
            <a:r>
              <a:rPr lang="en-US" dirty="0" smtClean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196406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945" y="255808"/>
            <a:ext cx="3258522" cy="9213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 smtClean="0">
                <a:solidFill>
                  <a:schemeClr val="tx1"/>
                </a:solidFill>
              </a:rPr>
              <a:t>ViewTutorialDetail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15428" y="1702056"/>
            <a:ext cx="5620413" cy="46351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3115429" y="2149904"/>
            <a:ext cx="5620413" cy="8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96672" y="1702056"/>
            <a:ext cx="2436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ViewTutorialDetail</a:t>
            </a:r>
            <a:endParaRPr lang="en-US" sz="20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115429" y="4619379"/>
            <a:ext cx="562041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90132" y="2179784"/>
            <a:ext cx="30850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editext_title</a:t>
            </a:r>
            <a:r>
              <a:rPr lang="en-US" dirty="0" smtClean="0"/>
              <a:t> : </a:t>
            </a:r>
            <a:r>
              <a:rPr lang="en-US" dirty="0" err="1" smtClean="0"/>
              <a:t>EditText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-category </a:t>
            </a:r>
            <a:r>
              <a:rPr lang="en-US" dirty="0"/>
              <a:t>: </a:t>
            </a:r>
            <a:r>
              <a:rPr lang="en-US" dirty="0" smtClean="0"/>
              <a:t>Checkbox</a:t>
            </a:r>
          </a:p>
          <a:p>
            <a:r>
              <a:rPr lang="en-US" dirty="0" smtClean="0"/>
              <a:t>-</a:t>
            </a:r>
            <a:r>
              <a:rPr lang="en-US" dirty="0" err="1" smtClean="0"/>
              <a:t>img_tutorial</a:t>
            </a:r>
            <a:endParaRPr lang="en-US" dirty="0" smtClean="0"/>
          </a:p>
          <a:p>
            <a:r>
              <a:rPr lang="en-US" dirty="0" smtClean="0"/>
              <a:t>-</a:t>
            </a:r>
            <a:r>
              <a:rPr lang="en-US" dirty="0" err="1" smtClean="0"/>
              <a:t>editext_material</a:t>
            </a:r>
            <a:r>
              <a:rPr lang="en-US" dirty="0" smtClean="0"/>
              <a:t>: </a:t>
            </a:r>
            <a:r>
              <a:rPr lang="en-US" dirty="0" err="1"/>
              <a:t>EditText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</a:t>
            </a:r>
            <a:r>
              <a:rPr lang="en-US" dirty="0" err="1" smtClean="0"/>
              <a:t>img_material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-</a:t>
            </a:r>
            <a:r>
              <a:rPr lang="en-US" dirty="0" err="1" smtClean="0"/>
              <a:t>editext_step</a:t>
            </a:r>
            <a:r>
              <a:rPr lang="en-US" dirty="0" smtClean="0"/>
              <a:t>: </a:t>
            </a:r>
            <a:r>
              <a:rPr lang="en-US" dirty="0" err="1"/>
              <a:t>EditText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</a:t>
            </a:r>
            <a:r>
              <a:rPr lang="en-US" dirty="0" err="1" smtClean="0"/>
              <a:t>img_step</a:t>
            </a:r>
            <a:endParaRPr lang="en-US" dirty="0" smtClean="0"/>
          </a:p>
          <a:p>
            <a:r>
              <a:rPr lang="en-US" dirty="0" smtClean="0"/>
              <a:t>-</a:t>
            </a:r>
            <a:r>
              <a:rPr lang="en-US" dirty="0" err="1" smtClean="0"/>
              <a:t>imageLoader</a:t>
            </a:r>
            <a:r>
              <a:rPr lang="en-US" dirty="0" smtClean="0"/>
              <a:t> : </a:t>
            </a:r>
            <a:r>
              <a:rPr lang="en-US" dirty="0" err="1" smtClean="0"/>
              <a:t>ImageLoader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130918" y="4691433"/>
            <a:ext cx="50810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</a:t>
            </a:r>
            <a:r>
              <a:rPr lang="en-US" dirty="0" err="1"/>
              <a:t>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 : Bundle) : void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+</a:t>
            </a:r>
            <a:r>
              <a:rPr lang="en-US" dirty="0" err="1" smtClean="0"/>
              <a:t>TutorialListView</a:t>
            </a:r>
            <a:r>
              <a:rPr lang="en-US" dirty="0" smtClean="0"/>
              <a:t>()</a:t>
            </a:r>
          </a:p>
          <a:p>
            <a:r>
              <a:rPr lang="en-US" dirty="0"/>
              <a:t>+</a:t>
            </a:r>
            <a:r>
              <a:rPr lang="en-US" dirty="0" err="1" smtClean="0"/>
              <a:t>getItem</a:t>
            </a:r>
            <a:r>
              <a:rPr lang="en-US" dirty="0" smtClean="0"/>
              <a:t>()</a:t>
            </a:r>
          </a:p>
          <a:p>
            <a:r>
              <a:rPr lang="en-US" dirty="0"/>
              <a:t>+</a:t>
            </a:r>
            <a:r>
              <a:rPr lang="en-US" dirty="0" err="1" smtClean="0"/>
              <a:t>getItemId</a:t>
            </a:r>
            <a:r>
              <a:rPr lang="en-US" dirty="0" smtClean="0"/>
              <a:t>()</a:t>
            </a:r>
          </a:p>
          <a:p>
            <a:r>
              <a:rPr lang="en-US" dirty="0"/>
              <a:t>+</a:t>
            </a:r>
            <a:r>
              <a:rPr lang="en-US" dirty="0" err="1" smtClean="0"/>
              <a:t>getView</a:t>
            </a:r>
            <a:r>
              <a:rPr lang="en-US" dirty="0" smtClean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06053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9384" y="353477"/>
            <a:ext cx="1773000" cy="7772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Validation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4622" y="2009829"/>
            <a:ext cx="8501381" cy="25529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714623" y="2457677"/>
            <a:ext cx="850138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95216" y="1994339"/>
            <a:ext cx="1463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Validation</a:t>
            </a:r>
            <a:endParaRPr lang="en-US" sz="20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714623" y="3450009"/>
            <a:ext cx="8501380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89326" y="2487557"/>
            <a:ext cx="6255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-EMAIL_REGEX : String</a:t>
            </a:r>
          </a:p>
          <a:p>
            <a:r>
              <a:rPr lang="en-US" dirty="0" smtClean="0"/>
              <a:t>-REQUIRED_MSG </a:t>
            </a:r>
            <a:r>
              <a:rPr lang="en-US" dirty="0"/>
              <a:t>: S</a:t>
            </a:r>
            <a:r>
              <a:rPr lang="en-US" dirty="0" smtClean="0"/>
              <a:t>tring</a:t>
            </a:r>
          </a:p>
          <a:p>
            <a:r>
              <a:rPr lang="en-US" dirty="0" smtClean="0"/>
              <a:t>-EMAIL_MSG </a:t>
            </a:r>
            <a:r>
              <a:rPr lang="en-US" dirty="0"/>
              <a:t>: S</a:t>
            </a:r>
            <a:r>
              <a:rPr lang="en-US" dirty="0" smtClean="0"/>
              <a:t>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9325" y="3511969"/>
            <a:ext cx="88022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+</a:t>
            </a:r>
            <a:r>
              <a:rPr lang="en-US" dirty="0" err="1" smtClean="0"/>
              <a:t>isEmailAddress</a:t>
            </a:r>
            <a:r>
              <a:rPr lang="en-US" dirty="0" smtClean="0"/>
              <a:t>(</a:t>
            </a:r>
            <a:r>
              <a:rPr lang="en-US" dirty="0" err="1" smtClean="0"/>
              <a:t>editText</a:t>
            </a:r>
            <a:r>
              <a:rPr lang="en-US" dirty="0" smtClean="0"/>
              <a:t> : </a:t>
            </a:r>
            <a:r>
              <a:rPr lang="en-US" dirty="0" err="1" smtClean="0"/>
              <a:t>EditText</a:t>
            </a:r>
            <a:r>
              <a:rPr lang="en-US" dirty="0" smtClean="0"/>
              <a:t>, required : </a:t>
            </a:r>
            <a:r>
              <a:rPr lang="en-US" dirty="0" err="1" smtClean="0"/>
              <a:t>boolean</a:t>
            </a:r>
            <a:r>
              <a:rPr lang="en-US" dirty="0" smtClean="0"/>
              <a:t>) : </a:t>
            </a:r>
            <a:r>
              <a:rPr lang="en-US" dirty="0" err="1" smtClean="0"/>
              <a:t>boolean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+</a:t>
            </a:r>
            <a:r>
              <a:rPr lang="en-US" dirty="0" err="1" smtClean="0"/>
              <a:t>isValid</a:t>
            </a:r>
            <a:r>
              <a:rPr lang="en-US" dirty="0" smtClean="0"/>
              <a:t>(</a:t>
            </a:r>
            <a:r>
              <a:rPr lang="en-US" dirty="0" err="1"/>
              <a:t>editText</a:t>
            </a:r>
            <a:r>
              <a:rPr lang="en-US" dirty="0"/>
              <a:t> : </a:t>
            </a:r>
            <a:r>
              <a:rPr lang="en-US" dirty="0" err="1"/>
              <a:t>EditText</a:t>
            </a:r>
            <a:r>
              <a:rPr lang="en-US" dirty="0"/>
              <a:t>, </a:t>
            </a:r>
            <a:r>
              <a:rPr lang="en-US" dirty="0" smtClean="0"/>
              <a:t>regex </a:t>
            </a:r>
            <a:r>
              <a:rPr lang="en-US" dirty="0"/>
              <a:t>: </a:t>
            </a:r>
            <a:r>
              <a:rPr lang="en-US" dirty="0" smtClean="0"/>
              <a:t>String, </a:t>
            </a:r>
            <a:r>
              <a:rPr lang="en-US" dirty="0" err="1" smtClean="0"/>
              <a:t>errMsg</a:t>
            </a:r>
            <a:r>
              <a:rPr lang="en-US" dirty="0" smtClean="0"/>
              <a:t> : String, required : </a:t>
            </a:r>
            <a:r>
              <a:rPr lang="en-US" dirty="0" err="1" smtClean="0"/>
              <a:t>boolean</a:t>
            </a:r>
            <a:r>
              <a:rPr lang="en-US" dirty="0" smtClean="0"/>
              <a:t>) </a:t>
            </a:r>
            <a:r>
              <a:rPr lang="en-US" dirty="0"/>
              <a:t>: </a:t>
            </a:r>
            <a:r>
              <a:rPr lang="en-US" dirty="0" err="1" smtClean="0"/>
              <a:t>boolean</a:t>
            </a:r>
            <a:endParaRPr lang="en-US" dirty="0" smtClean="0"/>
          </a:p>
          <a:p>
            <a:r>
              <a:rPr lang="en-US" dirty="0" smtClean="0"/>
              <a:t>+</a:t>
            </a:r>
            <a:r>
              <a:rPr lang="en-US" dirty="0" err="1" smtClean="0"/>
              <a:t>hasText</a:t>
            </a:r>
            <a:r>
              <a:rPr lang="en-US" dirty="0" smtClean="0"/>
              <a:t>(</a:t>
            </a:r>
            <a:r>
              <a:rPr lang="en-US" dirty="0" err="1" smtClean="0"/>
              <a:t>editText</a:t>
            </a:r>
            <a:r>
              <a:rPr lang="en-US" dirty="0" smtClean="0"/>
              <a:t> : </a:t>
            </a:r>
            <a:r>
              <a:rPr lang="en-US" dirty="0" err="1" smtClean="0"/>
              <a:t>EditText</a:t>
            </a:r>
            <a:r>
              <a:rPr lang="en-US" dirty="0" smtClean="0"/>
              <a:t>) : </a:t>
            </a:r>
            <a:r>
              <a:rPr lang="en-US" dirty="0" err="1" smtClean="0"/>
              <a:t>boolean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0481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445" y="521365"/>
            <a:ext cx="1960786" cy="7023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>
                <a:solidFill>
                  <a:schemeClr val="tx1"/>
                </a:solidFill>
              </a:rPr>
              <a:t>myDBClass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22771" y="1815131"/>
            <a:ext cx="7181526" cy="33583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1922771" y="2262979"/>
            <a:ext cx="7181526" cy="2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871693" y="1799641"/>
            <a:ext cx="1463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myDBClass</a:t>
            </a:r>
            <a:endParaRPr lang="en-US" sz="20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922771" y="3255311"/>
            <a:ext cx="718152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97474" y="2292859"/>
            <a:ext cx="6255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-DATABASE_VERSION : </a:t>
            </a:r>
            <a:r>
              <a:rPr lang="en-US" dirty="0" err="1" smtClean="0"/>
              <a:t>int</a:t>
            </a:r>
            <a:endParaRPr lang="en-US" dirty="0" smtClean="0"/>
          </a:p>
          <a:p>
            <a:r>
              <a:rPr lang="en-US" dirty="0"/>
              <a:t>-</a:t>
            </a:r>
            <a:r>
              <a:rPr lang="en-US" dirty="0" smtClean="0"/>
              <a:t>DATABASE_NAME </a:t>
            </a:r>
            <a:r>
              <a:rPr lang="en-US" dirty="0"/>
              <a:t>: S</a:t>
            </a:r>
            <a:r>
              <a:rPr lang="en-US" dirty="0" smtClean="0"/>
              <a:t>tring</a:t>
            </a:r>
          </a:p>
          <a:p>
            <a:r>
              <a:rPr lang="en-US" dirty="0" smtClean="0"/>
              <a:t>-TABLE_NAME </a:t>
            </a:r>
            <a:r>
              <a:rPr lang="en-US" dirty="0"/>
              <a:t>: S</a:t>
            </a:r>
            <a:r>
              <a:rPr lang="en-US" dirty="0" smtClean="0"/>
              <a:t>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7474" y="3286291"/>
            <a:ext cx="7311464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+</a:t>
            </a:r>
            <a:r>
              <a:rPr lang="en-US" dirty="0" err="1" smtClean="0"/>
              <a:t>myDBClass</a:t>
            </a:r>
            <a:r>
              <a:rPr lang="en-US" dirty="0" smtClean="0"/>
              <a:t>(context : Context)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+</a:t>
            </a:r>
            <a:r>
              <a:rPr lang="en-US" dirty="0" err="1" smtClean="0"/>
              <a:t>onCreate</a:t>
            </a:r>
            <a:r>
              <a:rPr lang="en-US" dirty="0" smtClean="0"/>
              <a:t>(</a:t>
            </a:r>
            <a:r>
              <a:rPr lang="en-US" dirty="0" err="1" smtClean="0"/>
              <a:t>db</a:t>
            </a:r>
            <a:r>
              <a:rPr lang="en-US" dirty="0" smtClean="0"/>
              <a:t> : </a:t>
            </a:r>
            <a:r>
              <a:rPr lang="en-US" dirty="0" err="1" smtClean="0"/>
              <a:t>SQLDatabese</a:t>
            </a:r>
            <a:r>
              <a:rPr lang="en-US" dirty="0" smtClean="0"/>
              <a:t>) : void</a:t>
            </a:r>
          </a:p>
          <a:p>
            <a:r>
              <a:rPr lang="en-US" dirty="0" smtClean="0"/>
              <a:t>+</a:t>
            </a:r>
            <a:r>
              <a:rPr lang="en-US" dirty="0" err="1" smtClean="0"/>
              <a:t>InsertData</a:t>
            </a:r>
            <a:r>
              <a:rPr lang="en-US" dirty="0" smtClean="0"/>
              <a:t>(Username : String, </a:t>
            </a:r>
            <a:r>
              <a:rPr lang="en-US" dirty="0" err="1" smtClean="0"/>
              <a:t>TutorialID</a:t>
            </a:r>
            <a:r>
              <a:rPr lang="en-US" dirty="0" smtClean="0"/>
              <a:t> : String) : long</a:t>
            </a:r>
          </a:p>
          <a:p>
            <a:r>
              <a:rPr lang="en-US" dirty="0" smtClean="0"/>
              <a:t>+</a:t>
            </a:r>
            <a:r>
              <a:rPr lang="en-US" dirty="0" err="1" smtClean="0"/>
              <a:t>SelectData</a:t>
            </a:r>
            <a:r>
              <a:rPr lang="en-US" dirty="0"/>
              <a:t>(Username : </a:t>
            </a:r>
            <a:r>
              <a:rPr lang="en-US" dirty="0" smtClean="0"/>
              <a:t>String) : String []</a:t>
            </a:r>
          </a:p>
          <a:p>
            <a:r>
              <a:rPr lang="en-US" dirty="0"/>
              <a:t>+</a:t>
            </a:r>
            <a:r>
              <a:rPr lang="en-US" dirty="0" err="1" smtClean="0"/>
              <a:t>SelectAllData</a:t>
            </a:r>
            <a:r>
              <a:rPr lang="en-US" dirty="0"/>
              <a:t>(Username : String) : </a:t>
            </a:r>
            <a:r>
              <a:rPr lang="en-US" dirty="0" err="1" smtClean="0"/>
              <a:t>ArrayList</a:t>
            </a:r>
            <a:r>
              <a:rPr lang="en-US" dirty="0" smtClean="0"/>
              <a:t>&lt;</a:t>
            </a:r>
            <a:r>
              <a:rPr lang="en-US" dirty="0" err="1" smtClean="0"/>
              <a:t>HashMap</a:t>
            </a:r>
            <a:r>
              <a:rPr lang="en-US" dirty="0" smtClean="0"/>
              <a:t>&lt;String, String&gt;&gt;</a:t>
            </a:r>
            <a:endParaRPr lang="en-US" dirty="0"/>
          </a:p>
          <a:p>
            <a:r>
              <a:rPr lang="en-US" dirty="0" smtClean="0"/>
              <a:t>+</a:t>
            </a:r>
            <a:r>
              <a:rPr lang="en-US" dirty="0" err="1" smtClean="0"/>
              <a:t>DeleteData</a:t>
            </a:r>
            <a:r>
              <a:rPr lang="en-US" dirty="0" smtClean="0"/>
              <a:t>(</a:t>
            </a:r>
            <a:r>
              <a:rPr lang="en-US" dirty="0" err="1" smtClean="0"/>
              <a:t>TutorialID</a:t>
            </a:r>
            <a:r>
              <a:rPr lang="en-US" dirty="0" smtClean="0"/>
              <a:t> </a:t>
            </a:r>
            <a:r>
              <a:rPr lang="en-US" dirty="0"/>
              <a:t>: </a:t>
            </a:r>
            <a:r>
              <a:rPr lang="en-US" dirty="0" smtClean="0"/>
              <a:t>String, </a:t>
            </a:r>
            <a:r>
              <a:rPr lang="en-US" dirty="0"/>
              <a:t>Username : String</a:t>
            </a:r>
            <a:r>
              <a:rPr lang="en-US" dirty="0" smtClean="0"/>
              <a:t>) </a:t>
            </a:r>
            <a:r>
              <a:rPr lang="en-US" dirty="0"/>
              <a:t>: </a:t>
            </a:r>
            <a:r>
              <a:rPr lang="en-US" dirty="0" smtClean="0"/>
              <a:t>void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313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9278" y="433399"/>
            <a:ext cx="1649573" cy="6508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 smtClean="0">
                <a:solidFill>
                  <a:schemeClr val="tx1"/>
                </a:solidFill>
              </a:rPr>
              <a:t>ImageLoader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22771" y="1257507"/>
            <a:ext cx="7181526" cy="48453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1922771" y="1705356"/>
            <a:ext cx="7181526" cy="2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670334" y="1242018"/>
            <a:ext cx="1943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ImageLoader</a:t>
            </a:r>
            <a:endParaRPr lang="en-US" sz="20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922770" y="3893774"/>
            <a:ext cx="7181526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97473" y="1735236"/>
            <a:ext cx="71068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imageViews</a:t>
            </a:r>
            <a:r>
              <a:rPr lang="en-US" dirty="0" smtClean="0"/>
              <a:t> : Map&lt;</a:t>
            </a:r>
            <a:r>
              <a:rPr lang="en-US" dirty="0" err="1" smtClean="0"/>
              <a:t>ImageView</a:t>
            </a:r>
            <a:r>
              <a:rPr lang="en-US" dirty="0" smtClean="0"/>
              <a:t>, String&gt; = </a:t>
            </a:r>
            <a:r>
              <a:rPr lang="en-US" dirty="0" err="1" smtClean="0"/>
              <a:t>Collections.syncronizedMap</a:t>
            </a:r>
            <a:r>
              <a:rPr lang="en-US" dirty="0" smtClean="0"/>
              <a:t>(new </a:t>
            </a:r>
            <a:r>
              <a:rPr lang="en-US" dirty="0" err="1" smtClean="0"/>
              <a:t>WeakHashMap</a:t>
            </a:r>
            <a:r>
              <a:rPr lang="en-US" dirty="0" smtClean="0"/>
              <a:t>&lt;</a:t>
            </a:r>
            <a:r>
              <a:rPr lang="en-US" dirty="0" err="1" smtClean="0"/>
              <a:t>ImageView</a:t>
            </a:r>
            <a:r>
              <a:rPr lang="en-US" dirty="0" smtClean="0"/>
              <a:t>, String&gt;())</a:t>
            </a:r>
            <a:br>
              <a:rPr lang="en-US" dirty="0" smtClean="0"/>
            </a:br>
            <a:r>
              <a:rPr lang="en-US" dirty="0" smtClean="0"/>
              <a:t>~</a:t>
            </a:r>
            <a:r>
              <a:rPr lang="en-US" dirty="0" err="1" smtClean="0"/>
              <a:t>executorService</a:t>
            </a:r>
            <a:r>
              <a:rPr lang="en-US" dirty="0" smtClean="0"/>
              <a:t> : </a:t>
            </a:r>
            <a:r>
              <a:rPr lang="en-US" dirty="0" err="1" smtClean="0"/>
              <a:t>ExecutorService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~handler : Handler = new Handler()</a:t>
            </a:r>
          </a:p>
          <a:p>
            <a:r>
              <a:rPr lang="en-US" dirty="0" smtClean="0"/>
              <a:t>~</a:t>
            </a:r>
            <a:r>
              <a:rPr lang="en-US" dirty="0" err="1" smtClean="0"/>
              <a:t>stub_id</a:t>
            </a:r>
            <a:r>
              <a:rPr lang="en-US" dirty="0" smtClean="0"/>
              <a:t> : </a:t>
            </a:r>
            <a:r>
              <a:rPr lang="en-US" dirty="0" err="1" smtClean="0"/>
              <a:t>int</a:t>
            </a:r>
            <a:r>
              <a:rPr lang="en-US" dirty="0" smtClean="0"/>
              <a:t> = </a:t>
            </a:r>
            <a:r>
              <a:rPr lang="en-US" dirty="0" err="1" smtClean="0"/>
              <a:t>R.drawable.ic_launcher</a:t>
            </a:r>
            <a:endParaRPr lang="en-US" dirty="0" smtClean="0"/>
          </a:p>
          <a:p>
            <a:r>
              <a:rPr lang="en-US" dirty="0" smtClean="0"/>
              <a:t>~</a:t>
            </a:r>
            <a:r>
              <a:rPr lang="en-US" dirty="0" err="1" smtClean="0"/>
              <a:t>memoryCache</a:t>
            </a:r>
            <a:r>
              <a:rPr lang="en-US" dirty="0" smtClean="0"/>
              <a:t> : </a:t>
            </a:r>
            <a:r>
              <a:rPr lang="en-US" dirty="0" err="1" smtClean="0"/>
              <a:t>MemoryCache</a:t>
            </a:r>
            <a:r>
              <a:rPr lang="en-US" dirty="0" smtClean="0"/>
              <a:t> = </a:t>
            </a:r>
            <a:r>
              <a:rPr lang="en-US" dirty="0" err="1" smtClean="0"/>
              <a:t>newMemoryCache</a:t>
            </a:r>
            <a:r>
              <a:rPr lang="en-US" dirty="0" smtClean="0"/>
              <a:t>()</a:t>
            </a:r>
          </a:p>
          <a:p>
            <a:r>
              <a:rPr lang="en-US" dirty="0" smtClean="0"/>
              <a:t>~</a:t>
            </a:r>
            <a:r>
              <a:rPr lang="en-US" dirty="0" err="1" smtClean="0"/>
              <a:t>fileCache</a:t>
            </a:r>
            <a:r>
              <a:rPr lang="en-US" dirty="0" smtClean="0"/>
              <a:t> : </a:t>
            </a:r>
            <a:r>
              <a:rPr lang="en-US" dirty="0" err="1" smtClean="0"/>
              <a:t>FileCache</a:t>
            </a:r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953749" y="3910743"/>
            <a:ext cx="73114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+</a:t>
            </a:r>
            <a:r>
              <a:rPr lang="en-US" dirty="0" err="1" smtClean="0"/>
              <a:t>imageLoader</a:t>
            </a:r>
            <a:r>
              <a:rPr lang="en-US" dirty="0" smtClean="0"/>
              <a:t>(context : Context)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+</a:t>
            </a:r>
            <a:r>
              <a:rPr lang="en-US" dirty="0" err="1" smtClean="0"/>
              <a:t>DisplayImage</a:t>
            </a:r>
            <a:r>
              <a:rPr lang="en-US" dirty="0" smtClean="0"/>
              <a:t>(</a:t>
            </a:r>
            <a:r>
              <a:rPr lang="en-US" dirty="0" err="1" smtClean="0"/>
              <a:t>url</a:t>
            </a:r>
            <a:r>
              <a:rPr lang="en-US" dirty="0" smtClean="0"/>
              <a:t> : String, </a:t>
            </a:r>
            <a:r>
              <a:rPr lang="en-US" dirty="0" err="1" smtClean="0"/>
              <a:t>imageView</a:t>
            </a:r>
            <a:r>
              <a:rPr lang="en-US" dirty="0" smtClean="0"/>
              <a:t> : </a:t>
            </a:r>
            <a:r>
              <a:rPr lang="en-US" dirty="0" err="1"/>
              <a:t>imageView</a:t>
            </a:r>
            <a:r>
              <a:rPr lang="en-US" dirty="0" smtClean="0"/>
              <a:t>) : void</a:t>
            </a:r>
          </a:p>
          <a:p>
            <a:r>
              <a:rPr lang="en-US" dirty="0" smtClean="0"/>
              <a:t>-</a:t>
            </a:r>
            <a:r>
              <a:rPr lang="en-US" dirty="0" err="1" smtClean="0"/>
              <a:t>queuePhoto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 : String, </a:t>
            </a:r>
            <a:r>
              <a:rPr lang="en-US" dirty="0" err="1"/>
              <a:t>imageView</a:t>
            </a:r>
            <a:r>
              <a:rPr lang="en-US" dirty="0"/>
              <a:t> : </a:t>
            </a:r>
            <a:r>
              <a:rPr lang="en-US" dirty="0" err="1"/>
              <a:t>imageView</a:t>
            </a:r>
            <a:r>
              <a:rPr lang="en-US" dirty="0"/>
              <a:t>) : void</a:t>
            </a:r>
          </a:p>
          <a:p>
            <a:r>
              <a:rPr lang="en-US" dirty="0" smtClean="0"/>
              <a:t>-</a:t>
            </a:r>
            <a:r>
              <a:rPr lang="en-US" dirty="0" err="1" smtClean="0"/>
              <a:t>getBitmap</a:t>
            </a:r>
            <a:r>
              <a:rPr lang="en-US" dirty="0" smtClean="0"/>
              <a:t>(</a:t>
            </a:r>
            <a:r>
              <a:rPr lang="en-US" dirty="0" err="1" smtClean="0"/>
              <a:t>url</a:t>
            </a:r>
            <a:r>
              <a:rPr lang="en-US" dirty="0" smtClean="0"/>
              <a:t> </a:t>
            </a:r>
            <a:r>
              <a:rPr lang="en-US" dirty="0"/>
              <a:t>: String) : </a:t>
            </a:r>
            <a:r>
              <a:rPr lang="en-US" dirty="0" smtClean="0"/>
              <a:t>Bitmap</a:t>
            </a:r>
            <a:endParaRPr lang="en-US" dirty="0"/>
          </a:p>
          <a:p>
            <a:r>
              <a:rPr lang="en-US" dirty="0" smtClean="0"/>
              <a:t>-</a:t>
            </a:r>
            <a:r>
              <a:rPr lang="en-US" dirty="0" err="1" smtClean="0"/>
              <a:t>decodeFile</a:t>
            </a:r>
            <a:r>
              <a:rPr lang="en-US" dirty="0" smtClean="0"/>
              <a:t>(f </a:t>
            </a:r>
            <a:r>
              <a:rPr lang="en-US" dirty="0"/>
              <a:t>: </a:t>
            </a:r>
            <a:r>
              <a:rPr lang="en-US" dirty="0" smtClean="0"/>
              <a:t>File) </a:t>
            </a:r>
            <a:r>
              <a:rPr lang="en-US" dirty="0"/>
              <a:t>: </a:t>
            </a:r>
            <a:r>
              <a:rPr lang="en-US" dirty="0" smtClean="0"/>
              <a:t>Bitmap</a:t>
            </a:r>
          </a:p>
          <a:p>
            <a:r>
              <a:rPr lang="en-US" dirty="0" smtClean="0"/>
              <a:t>~</a:t>
            </a:r>
            <a:r>
              <a:rPr lang="en-US" dirty="0" err="1" smtClean="0"/>
              <a:t>imageViewReused</a:t>
            </a:r>
            <a:r>
              <a:rPr lang="en-US" dirty="0" smtClean="0"/>
              <a:t>(</a:t>
            </a:r>
            <a:r>
              <a:rPr lang="en-US" dirty="0" err="1" smtClean="0"/>
              <a:t>photoToLoad</a:t>
            </a:r>
            <a:r>
              <a:rPr lang="en-US" dirty="0" smtClean="0"/>
              <a:t> : </a:t>
            </a:r>
            <a:r>
              <a:rPr lang="en-US" dirty="0" err="1" smtClean="0"/>
              <a:t>PhotoToLoad</a:t>
            </a:r>
            <a:r>
              <a:rPr lang="en-US" dirty="0" smtClean="0"/>
              <a:t>) : </a:t>
            </a:r>
            <a:r>
              <a:rPr lang="en-US" dirty="0" err="1" smtClean="0"/>
              <a:t>boolean</a:t>
            </a:r>
            <a:endParaRPr lang="en-US" dirty="0" smtClean="0"/>
          </a:p>
          <a:p>
            <a:r>
              <a:rPr lang="en-US" dirty="0" smtClean="0"/>
              <a:t>+</a:t>
            </a:r>
            <a:r>
              <a:rPr lang="en-US" dirty="0" err="1" smtClean="0"/>
              <a:t>clearCache</a:t>
            </a:r>
            <a:r>
              <a:rPr lang="en-US" dirty="0" smtClean="0"/>
              <a:t>() : void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4455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4358" y="262632"/>
            <a:ext cx="1282114" cy="390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CreateShop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8812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4358" y="815800"/>
            <a:ext cx="1282114" cy="4625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ManageShop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8587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16368" y="1481112"/>
            <a:ext cx="1282114" cy="4147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ExploreShop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2958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16368" y="2173304"/>
            <a:ext cx="1282114" cy="437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ViewShopDetail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839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28379" y="2878006"/>
            <a:ext cx="1282114" cy="4106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GoogleMaps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6074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84723" y="3525238"/>
            <a:ext cx="1684832" cy="40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MessageManagement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8852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84722" y="4163335"/>
            <a:ext cx="1684833" cy="40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SearchBloggerActivity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4652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84722" y="4791356"/>
            <a:ext cx="1684833" cy="4033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NotificationActivity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0974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0486" y="481268"/>
            <a:ext cx="2412820" cy="7114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PostFacebookActivity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29562" y="1970026"/>
            <a:ext cx="4923403" cy="32034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2929562" y="2417875"/>
            <a:ext cx="4923403" cy="2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128218" y="1954537"/>
            <a:ext cx="26714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PostFacebookActivity</a:t>
            </a:r>
            <a:endParaRPr lang="en-US" sz="20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929562" y="4293111"/>
            <a:ext cx="492340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76029" y="4335527"/>
            <a:ext cx="5279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</a:t>
            </a:r>
            <a:r>
              <a:rPr lang="en-US" dirty="0" err="1" smtClean="0"/>
              <a:t>onCreate</a:t>
            </a:r>
            <a:r>
              <a:rPr lang="en-US" dirty="0" smtClean="0"/>
              <a:t>(</a:t>
            </a:r>
            <a:r>
              <a:rPr lang="en-US" dirty="0" err="1" smtClean="0"/>
              <a:t>savedInstanceState</a:t>
            </a:r>
            <a:r>
              <a:rPr lang="en-US" dirty="0" smtClean="0"/>
              <a:t> : Bundle) : void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-</a:t>
            </a:r>
            <a:r>
              <a:rPr lang="en-US" dirty="0" err="1" smtClean="0"/>
              <a:t>postToFacebook</a:t>
            </a:r>
            <a:r>
              <a:rPr lang="en-US" dirty="0" smtClean="0"/>
              <a:t>(review : String) : void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04265" y="2447755"/>
            <a:ext cx="4151691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mFacebook</a:t>
            </a:r>
            <a:r>
              <a:rPr lang="en-US" dirty="0" smtClean="0"/>
              <a:t> : Facebook</a:t>
            </a:r>
            <a:br>
              <a:rPr lang="en-US" dirty="0" smtClean="0"/>
            </a:br>
            <a:r>
              <a:rPr lang="en-US" dirty="0" smtClean="0"/>
              <a:t>-</a:t>
            </a:r>
            <a:r>
              <a:rPr lang="en-US" dirty="0" err="1" smtClean="0"/>
              <a:t>mFacebookCb</a:t>
            </a:r>
            <a:r>
              <a:rPr lang="en-US" dirty="0" smtClean="0"/>
              <a:t> : Checkbox</a:t>
            </a:r>
          </a:p>
          <a:p>
            <a:r>
              <a:rPr lang="en-US" dirty="0" smtClean="0"/>
              <a:t>-</a:t>
            </a:r>
            <a:r>
              <a:rPr lang="en-US" dirty="0" err="1" smtClean="0"/>
              <a:t>mProgress</a:t>
            </a:r>
            <a:r>
              <a:rPr lang="en-US" dirty="0" smtClean="0"/>
              <a:t> : </a:t>
            </a:r>
            <a:r>
              <a:rPr lang="en-US" dirty="0" err="1" smtClean="0"/>
              <a:t>ProgressDialog</a:t>
            </a:r>
            <a:endParaRPr lang="en-US" dirty="0" smtClean="0"/>
          </a:p>
          <a:p>
            <a:r>
              <a:rPr lang="en-US" dirty="0" smtClean="0"/>
              <a:t>-</a:t>
            </a:r>
            <a:r>
              <a:rPr lang="en-US" dirty="0" err="1" smtClean="0"/>
              <a:t>mRunOnUi</a:t>
            </a:r>
            <a:r>
              <a:rPr lang="en-US" dirty="0" smtClean="0"/>
              <a:t> : Handler = new Handler()</a:t>
            </a:r>
          </a:p>
          <a:p>
            <a:r>
              <a:rPr lang="en-US" dirty="0" smtClean="0"/>
              <a:t>-APP_ID : String</a:t>
            </a:r>
          </a:p>
          <a:p>
            <a:r>
              <a:rPr lang="en-US" dirty="0" smtClean="0"/>
              <a:t>-</a:t>
            </a:r>
            <a:r>
              <a:rPr lang="en-US" dirty="0" err="1" smtClean="0"/>
              <a:t>rimg</a:t>
            </a:r>
            <a:r>
              <a:rPr lang="en-US" dirty="0" smtClean="0"/>
              <a:t> : String</a:t>
            </a:r>
          </a:p>
        </p:txBody>
      </p:sp>
    </p:spTree>
    <p:extLst>
      <p:ext uri="{BB962C8B-B14F-4D97-AF65-F5344CB8AC3E}">
        <p14:creationId xmlns:p14="http://schemas.microsoft.com/office/powerpoint/2010/main" val="10209226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7027" y="497181"/>
            <a:ext cx="2309811" cy="896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>
                <a:solidFill>
                  <a:schemeClr val="tx1"/>
                </a:solidFill>
              </a:rPr>
              <a:t>DownloadJSON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29562" y="1970026"/>
            <a:ext cx="4923403" cy="32344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2929562" y="2417875"/>
            <a:ext cx="4923403" cy="2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484467" y="1954537"/>
            <a:ext cx="1881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DownloadJSON</a:t>
            </a:r>
            <a:endParaRPr lang="en-US" sz="2000" b="1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929562" y="4060768"/>
            <a:ext cx="4923403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04265" y="2447755"/>
            <a:ext cx="41516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</a:t>
            </a:r>
            <a:r>
              <a:rPr lang="en-US" dirty="0" err="1" smtClean="0"/>
              <a:t>tutorialObject</a:t>
            </a:r>
            <a:r>
              <a:rPr lang="en-US" dirty="0" smtClean="0"/>
              <a:t> : </a:t>
            </a:r>
            <a:r>
              <a:rPr lang="en-US" dirty="0" err="1" smtClean="0"/>
              <a:t>JSONObject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</a:t>
            </a:r>
            <a:r>
              <a:rPr lang="en-US" dirty="0" err="1" smtClean="0"/>
              <a:t>subObject</a:t>
            </a:r>
            <a:r>
              <a:rPr lang="en-US" dirty="0" smtClean="0"/>
              <a:t> : </a:t>
            </a:r>
            <a:r>
              <a:rPr lang="en-US" dirty="0" err="1" smtClean="0"/>
              <a:t>JSONObject</a:t>
            </a:r>
            <a:endParaRPr lang="en-US" dirty="0" smtClean="0"/>
          </a:p>
          <a:p>
            <a:r>
              <a:rPr lang="en-US" dirty="0" smtClean="0"/>
              <a:t>-array : </a:t>
            </a:r>
            <a:r>
              <a:rPr lang="en-US" dirty="0" err="1" smtClean="0"/>
              <a:t>JSONArray</a:t>
            </a:r>
            <a:endParaRPr lang="en-US" dirty="0" smtClean="0"/>
          </a:p>
          <a:p>
            <a:r>
              <a:rPr lang="en-US" dirty="0" smtClean="0"/>
              <a:t>-array2 : </a:t>
            </a:r>
            <a:r>
              <a:rPr lang="en-US" dirty="0" err="1" smtClean="0"/>
              <a:t>JSONArray</a:t>
            </a:r>
            <a:endParaRPr lang="en-US" dirty="0" smtClean="0"/>
          </a:p>
          <a:p>
            <a:r>
              <a:rPr lang="en-US" dirty="0" smtClean="0"/>
              <a:t>-</a:t>
            </a:r>
            <a:r>
              <a:rPr lang="en-US" dirty="0" err="1" smtClean="0"/>
              <a:t>resultob</a:t>
            </a:r>
            <a:r>
              <a:rPr lang="en-US" dirty="0" smtClean="0"/>
              <a:t> : </a:t>
            </a:r>
            <a:r>
              <a:rPr lang="en-US" dirty="0" err="1" smtClean="0"/>
              <a:t>JSONObject</a:t>
            </a:r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2976029" y="4103700"/>
            <a:ext cx="44304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#</a:t>
            </a:r>
            <a:r>
              <a:rPr lang="en-US" dirty="0" err="1" smtClean="0"/>
              <a:t>onPreExecute</a:t>
            </a:r>
            <a:r>
              <a:rPr lang="en-US" dirty="0" smtClean="0"/>
              <a:t>() : void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#</a:t>
            </a:r>
            <a:r>
              <a:rPr lang="en-US" dirty="0" err="1" smtClean="0"/>
              <a:t>doInBackground</a:t>
            </a:r>
            <a:r>
              <a:rPr lang="en-US" dirty="0" smtClean="0"/>
              <a:t>(</a:t>
            </a:r>
            <a:r>
              <a:rPr lang="en-US" dirty="0" err="1" smtClean="0"/>
              <a:t>params</a:t>
            </a:r>
            <a:r>
              <a:rPr lang="en-US" dirty="0" smtClean="0"/>
              <a:t> : Void …) : void</a:t>
            </a:r>
          </a:p>
          <a:p>
            <a:r>
              <a:rPr lang="en-US" dirty="0" smtClean="0"/>
              <a:t>#</a:t>
            </a:r>
            <a:r>
              <a:rPr lang="en-US" dirty="0" err="1" smtClean="0"/>
              <a:t>onPostExecute</a:t>
            </a:r>
            <a:r>
              <a:rPr lang="en-US" dirty="0" smtClean="0"/>
              <a:t>(</a:t>
            </a:r>
            <a:r>
              <a:rPr lang="en-US" dirty="0" err="1" smtClean="0"/>
              <a:t>args</a:t>
            </a:r>
            <a:r>
              <a:rPr lang="en-US" dirty="0" smtClean="0"/>
              <a:t> : Void) : void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6402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283</Words>
  <Application>Microsoft Macintosh PowerPoint</Application>
  <PresentationFormat>Custom</PresentationFormat>
  <Paragraphs>148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68</cp:revision>
  <dcterms:created xsi:type="dcterms:W3CDTF">2014-05-20T17:52:38Z</dcterms:created>
  <dcterms:modified xsi:type="dcterms:W3CDTF">2014-05-23T19:29:41Z</dcterms:modified>
</cp:coreProperties>
</file>