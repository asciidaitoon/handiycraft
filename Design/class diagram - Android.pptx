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7" r:id="rId22"/>
    <p:sldId id="276" r:id="rId23"/>
  </p:sldIdLst>
  <p:sldSz cx="10799763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0" d="100"/>
          <a:sy n="80" d="100"/>
        </p:scale>
        <p:origin x="-1472" y="-96"/>
      </p:cViewPr>
      <p:guideLst>
        <p:guide orient="horz" pos="2160"/>
        <p:guide pos="3402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printerSettings" Target="printerSettings/printerSettings1.bin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9982" y="2130426"/>
            <a:ext cx="9179799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19965" y="3886200"/>
            <a:ext cx="7559834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2BA88B-9809-A147-9A6F-1B934C008B56}" type="datetimeFigureOut">
              <a:rPr lang="en-US" smtClean="0"/>
              <a:t>10/7/14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AA2DB5-D16C-5B40-82EF-2B0D84B80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96363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2BA88B-9809-A147-9A6F-1B934C008B56}" type="datetimeFigureOut">
              <a:rPr lang="en-US" smtClean="0"/>
              <a:t>10/7/14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AA2DB5-D16C-5B40-82EF-2B0D84B80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14573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107" y="4406901"/>
            <a:ext cx="9179799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3107" y="2906713"/>
            <a:ext cx="9179799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2BA88B-9809-A147-9A6F-1B934C008B56}" type="datetimeFigureOut">
              <a:rPr lang="en-US" smtClean="0"/>
              <a:t>10/7/14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AA2DB5-D16C-5B40-82EF-2B0D84B80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2434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9988" y="1600201"/>
            <a:ext cx="476989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89880" y="1600201"/>
            <a:ext cx="476989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2BA88B-9809-A147-9A6F-1B934C008B56}" type="datetimeFigureOut">
              <a:rPr lang="en-US" smtClean="0"/>
              <a:t>10/7/14 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AA2DB5-D16C-5B40-82EF-2B0D84B80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77025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9988" y="1535113"/>
            <a:ext cx="477177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9988" y="2174875"/>
            <a:ext cx="477177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86130" y="1535113"/>
            <a:ext cx="477364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86130" y="2174875"/>
            <a:ext cx="477364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2BA88B-9809-A147-9A6F-1B934C008B56}" type="datetimeFigureOut">
              <a:rPr lang="en-US" smtClean="0"/>
              <a:t>10/7/14 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AA2DB5-D16C-5B40-82EF-2B0D84B80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6283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2BA88B-9809-A147-9A6F-1B934C008B56}" type="datetimeFigureOut">
              <a:rPr lang="en-US" smtClean="0"/>
              <a:t>10/7/14 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AA2DB5-D16C-5B40-82EF-2B0D84B80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87386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2BA88B-9809-A147-9A6F-1B934C008B56}" type="datetimeFigureOut">
              <a:rPr lang="en-US" smtClean="0"/>
              <a:t>10/7/14 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AA2DB5-D16C-5B40-82EF-2B0D84B80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87224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9989" y="273050"/>
            <a:ext cx="3553048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22407" y="273051"/>
            <a:ext cx="6037368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9989" y="1435101"/>
            <a:ext cx="3553048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2BA88B-9809-A147-9A6F-1B934C008B56}" type="datetimeFigureOut">
              <a:rPr lang="en-US" smtClean="0"/>
              <a:t>10/7/14 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AA2DB5-D16C-5B40-82EF-2B0D84B80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71441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16829" y="4800600"/>
            <a:ext cx="6479858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116829" y="612775"/>
            <a:ext cx="6479858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116829" y="5367338"/>
            <a:ext cx="6479858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2BA88B-9809-A147-9A6F-1B934C008B56}" type="datetimeFigureOut">
              <a:rPr lang="en-US" smtClean="0"/>
              <a:t>10/7/14 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AA2DB5-D16C-5B40-82EF-2B0D84B80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12171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2BA88B-9809-A147-9A6F-1B934C008B56}" type="datetimeFigureOut">
              <a:rPr lang="en-US" smtClean="0"/>
              <a:t>10/7/14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AA2DB5-D16C-5B40-82EF-2B0D84B80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54414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829828" y="274639"/>
            <a:ext cx="2429947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9988" y="274639"/>
            <a:ext cx="7109844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2BA88B-9809-A147-9A6F-1B934C008B56}" type="datetimeFigureOut">
              <a:rPr lang="en-US" smtClean="0"/>
              <a:t>10/7/14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AA2DB5-D16C-5B40-82EF-2B0D84B80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94242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39988" y="274638"/>
            <a:ext cx="9719787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9988" y="1600201"/>
            <a:ext cx="9719787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39988" y="6356351"/>
            <a:ext cx="25199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F2BA88B-9809-A147-9A6F-1B934C008B56}" type="datetimeFigureOut">
              <a:rPr lang="en-US" smtClean="0"/>
              <a:t>10/7/14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9919" y="6356351"/>
            <a:ext cx="34199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739830" y="6356351"/>
            <a:ext cx="25199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AA2DB5-D16C-5B40-82EF-2B0D84B80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87802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Oval 10"/>
          <p:cNvSpPr/>
          <p:nvPr/>
        </p:nvSpPr>
        <p:spPr>
          <a:xfrm>
            <a:off x="4418661" y="2293009"/>
            <a:ext cx="201359" cy="205334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/>
        </p:nvSpPr>
        <p:spPr>
          <a:xfrm>
            <a:off x="4602421" y="120312"/>
            <a:ext cx="1115213" cy="66914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Connector 5"/>
          <p:cNvCxnSpPr/>
          <p:nvPr/>
        </p:nvCxnSpPr>
        <p:spPr>
          <a:xfrm>
            <a:off x="4602421" y="335817"/>
            <a:ext cx="1115213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6948783" y="253229"/>
            <a:ext cx="1095396" cy="39084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 smtClean="0">
                <a:solidFill>
                  <a:schemeClr val="tx1"/>
                </a:solidFill>
              </a:rPr>
              <a:t>LoginActivity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834901" y="80096"/>
            <a:ext cx="95909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smtClean="0"/>
              <a:t>Activity</a:t>
            </a:r>
            <a:endParaRPr lang="en-US" sz="1200" dirty="0"/>
          </a:p>
        </p:txBody>
      </p:sp>
      <p:sp>
        <p:nvSpPr>
          <p:cNvPr id="14" name="Rectangle 13"/>
          <p:cNvSpPr/>
          <p:nvPr/>
        </p:nvSpPr>
        <p:spPr>
          <a:xfrm>
            <a:off x="6948783" y="1486232"/>
            <a:ext cx="1193676" cy="37435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 smtClean="0">
                <a:solidFill>
                  <a:schemeClr val="tx1"/>
                </a:solidFill>
              </a:rPr>
              <a:t>RegisterActivity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948785" y="2091426"/>
            <a:ext cx="1095397" cy="3866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 smtClean="0">
                <a:solidFill>
                  <a:schemeClr val="tx1"/>
                </a:solidFill>
              </a:rPr>
              <a:t>HomeActivity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6948783" y="2755533"/>
            <a:ext cx="1944139" cy="43787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 smtClean="0">
                <a:solidFill>
                  <a:schemeClr val="tx1"/>
                </a:solidFill>
              </a:rPr>
              <a:t>ProfileManagementActivity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948783" y="3460234"/>
            <a:ext cx="1095396" cy="41066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 smtClean="0">
                <a:solidFill>
                  <a:schemeClr val="tx1"/>
                </a:solidFill>
              </a:rPr>
              <a:t>CreateTutorial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6948783" y="4107466"/>
            <a:ext cx="1193676" cy="41008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 smtClean="0">
                <a:solidFill>
                  <a:schemeClr val="tx1"/>
                </a:solidFill>
              </a:rPr>
              <a:t>ManageTutorial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6948785" y="4745563"/>
            <a:ext cx="1198959" cy="41008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 smtClean="0">
                <a:solidFill>
                  <a:schemeClr val="tx1"/>
                </a:solidFill>
              </a:rPr>
              <a:t>ExploreTutorial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6945436" y="5322506"/>
            <a:ext cx="1448525" cy="42487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 smtClean="0">
                <a:solidFill>
                  <a:schemeClr val="tx1"/>
                </a:solidFill>
              </a:rPr>
              <a:t>ViewTutorialDetail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2204358" y="262632"/>
            <a:ext cx="1282114" cy="39084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 smtClean="0">
                <a:solidFill>
                  <a:schemeClr val="tx1"/>
                </a:solidFill>
              </a:rPr>
              <a:t>CreateShop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2204358" y="815800"/>
            <a:ext cx="1282114" cy="46256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 smtClean="0">
                <a:solidFill>
                  <a:schemeClr val="tx1"/>
                </a:solidFill>
              </a:rPr>
              <a:t>ManageShop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2216368" y="1481112"/>
            <a:ext cx="1282114" cy="41478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 smtClean="0">
                <a:solidFill>
                  <a:schemeClr val="tx1"/>
                </a:solidFill>
              </a:rPr>
              <a:t>ExploreShop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1784722" y="5172356"/>
            <a:ext cx="1684833" cy="40335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 smtClean="0">
                <a:solidFill>
                  <a:schemeClr val="tx1"/>
                </a:solidFill>
              </a:rPr>
              <a:t>NotificationActivity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2228379" y="2751006"/>
            <a:ext cx="1282114" cy="41066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 smtClean="0">
                <a:solidFill>
                  <a:schemeClr val="tx1"/>
                </a:solidFill>
              </a:rPr>
              <a:t>GoogleMaps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1784723" y="3350613"/>
            <a:ext cx="1684832" cy="40335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 smtClean="0">
                <a:solidFill>
                  <a:schemeClr val="tx1"/>
                </a:solidFill>
              </a:rPr>
              <a:t>MessageManagement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1784722" y="4544335"/>
            <a:ext cx="1684833" cy="40335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 smtClean="0">
                <a:solidFill>
                  <a:schemeClr val="tx1"/>
                </a:solidFill>
              </a:rPr>
              <a:t>SearchBloggerActivity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2216368" y="2173304"/>
            <a:ext cx="1282114" cy="43787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 smtClean="0">
                <a:solidFill>
                  <a:schemeClr val="tx1"/>
                </a:solidFill>
              </a:rPr>
              <a:t>ViewShopDetail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6945436" y="6011305"/>
            <a:ext cx="1200391" cy="42487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>
                <a:solidFill>
                  <a:schemeClr val="tx1"/>
                </a:solidFill>
              </a:rPr>
              <a:t>Validation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2286081" y="6281365"/>
            <a:ext cx="1200391" cy="42487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 smtClean="0">
                <a:solidFill>
                  <a:schemeClr val="tx1"/>
                </a:solidFill>
              </a:rPr>
              <a:t>myDBClass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4622672" y="2167223"/>
            <a:ext cx="1200391" cy="42487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 smtClean="0">
                <a:solidFill>
                  <a:schemeClr val="tx1"/>
                </a:solidFill>
              </a:rPr>
              <a:t>ImageLoader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38" name="Isosceles Triangle 37"/>
          <p:cNvSpPr/>
          <p:nvPr/>
        </p:nvSpPr>
        <p:spPr>
          <a:xfrm rot="16200000">
            <a:off x="5716742" y="357095"/>
            <a:ext cx="197202" cy="195421"/>
          </a:xfrm>
          <a:prstGeom prst="triangle">
            <a:avLst/>
          </a:prstGeom>
          <a:solidFill>
            <a:schemeClr val="bg1"/>
          </a:solidFill>
          <a:ln w="19050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9" name="Straight Connector 38"/>
          <p:cNvCxnSpPr>
            <a:stCxn id="38" idx="3"/>
            <a:endCxn id="10" idx="1"/>
          </p:cNvCxnSpPr>
          <p:nvPr/>
        </p:nvCxnSpPr>
        <p:spPr>
          <a:xfrm flipV="1">
            <a:off x="5913054" y="448651"/>
            <a:ext cx="1035729" cy="615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/>
          <p:cNvCxnSpPr/>
          <p:nvPr/>
        </p:nvCxnSpPr>
        <p:spPr>
          <a:xfrm flipH="1">
            <a:off x="6437862" y="443551"/>
            <a:ext cx="6698" cy="509139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/>
          <p:cNvCxnSpPr>
            <a:endCxn id="14" idx="1"/>
          </p:cNvCxnSpPr>
          <p:nvPr/>
        </p:nvCxnSpPr>
        <p:spPr>
          <a:xfrm>
            <a:off x="6444558" y="1673411"/>
            <a:ext cx="504225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/>
          <p:cNvCxnSpPr>
            <a:endCxn id="15" idx="1"/>
          </p:cNvCxnSpPr>
          <p:nvPr/>
        </p:nvCxnSpPr>
        <p:spPr>
          <a:xfrm>
            <a:off x="6444558" y="2284775"/>
            <a:ext cx="504227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/>
          <p:cNvCxnSpPr>
            <a:endCxn id="16" idx="1"/>
          </p:cNvCxnSpPr>
          <p:nvPr/>
        </p:nvCxnSpPr>
        <p:spPr>
          <a:xfrm>
            <a:off x="6444558" y="2974470"/>
            <a:ext cx="504225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/>
          <p:cNvCxnSpPr>
            <a:endCxn id="18" idx="1"/>
          </p:cNvCxnSpPr>
          <p:nvPr/>
        </p:nvCxnSpPr>
        <p:spPr>
          <a:xfrm>
            <a:off x="6444558" y="3665568"/>
            <a:ext cx="504225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>
            <a:endCxn id="19" idx="1"/>
          </p:cNvCxnSpPr>
          <p:nvPr/>
        </p:nvCxnSpPr>
        <p:spPr>
          <a:xfrm>
            <a:off x="6444558" y="4312507"/>
            <a:ext cx="504225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/>
          <p:cNvCxnSpPr>
            <a:endCxn id="20" idx="1"/>
          </p:cNvCxnSpPr>
          <p:nvPr/>
        </p:nvCxnSpPr>
        <p:spPr>
          <a:xfrm>
            <a:off x="6444558" y="4950604"/>
            <a:ext cx="504227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/>
          <p:cNvCxnSpPr/>
          <p:nvPr/>
        </p:nvCxnSpPr>
        <p:spPr>
          <a:xfrm>
            <a:off x="6437862" y="5534945"/>
            <a:ext cx="507574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Isosceles Triangle 72"/>
          <p:cNvSpPr/>
          <p:nvPr/>
        </p:nvSpPr>
        <p:spPr>
          <a:xfrm rot="5400000">
            <a:off x="4405903" y="357986"/>
            <a:ext cx="197202" cy="195421"/>
          </a:xfrm>
          <a:prstGeom prst="triangle">
            <a:avLst/>
          </a:prstGeom>
          <a:solidFill>
            <a:schemeClr val="bg1"/>
          </a:solidFill>
          <a:ln w="19050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4" name="Straight Connector 73"/>
          <p:cNvCxnSpPr>
            <a:stCxn id="22" idx="3"/>
            <a:endCxn id="73" idx="3"/>
          </p:cNvCxnSpPr>
          <p:nvPr/>
        </p:nvCxnSpPr>
        <p:spPr>
          <a:xfrm flipV="1">
            <a:off x="3486472" y="455697"/>
            <a:ext cx="920322" cy="235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/>
          <p:cNvCxnSpPr/>
          <p:nvPr/>
        </p:nvCxnSpPr>
        <p:spPr>
          <a:xfrm flipH="1">
            <a:off x="3976397" y="453363"/>
            <a:ext cx="1" cy="492066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/>
          <p:cNvCxnSpPr>
            <a:stCxn id="23" idx="3"/>
          </p:cNvCxnSpPr>
          <p:nvPr/>
        </p:nvCxnSpPr>
        <p:spPr>
          <a:xfrm>
            <a:off x="3486472" y="1047081"/>
            <a:ext cx="489926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/>
          <p:cNvCxnSpPr>
            <a:stCxn id="24" idx="3"/>
          </p:cNvCxnSpPr>
          <p:nvPr/>
        </p:nvCxnSpPr>
        <p:spPr>
          <a:xfrm>
            <a:off x="3498482" y="1688504"/>
            <a:ext cx="477916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/>
          <p:cNvCxnSpPr/>
          <p:nvPr/>
        </p:nvCxnSpPr>
        <p:spPr>
          <a:xfrm>
            <a:off x="3498482" y="2295081"/>
            <a:ext cx="477916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/>
          <p:cNvCxnSpPr>
            <a:stCxn id="26" idx="3"/>
          </p:cNvCxnSpPr>
          <p:nvPr/>
        </p:nvCxnSpPr>
        <p:spPr>
          <a:xfrm>
            <a:off x="3510493" y="2956340"/>
            <a:ext cx="465905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/>
          <p:cNvCxnSpPr>
            <a:stCxn id="27" idx="3"/>
          </p:cNvCxnSpPr>
          <p:nvPr/>
        </p:nvCxnSpPr>
        <p:spPr>
          <a:xfrm>
            <a:off x="3469555" y="3552288"/>
            <a:ext cx="506843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Straight Connector 93"/>
          <p:cNvCxnSpPr>
            <a:stCxn id="28" idx="3"/>
          </p:cNvCxnSpPr>
          <p:nvPr/>
        </p:nvCxnSpPr>
        <p:spPr>
          <a:xfrm>
            <a:off x="3469555" y="4746010"/>
            <a:ext cx="506843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/>
          <p:cNvCxnSpPr>
            <a:stCxn id="25" idx="3"/>
          </p:cNvCxnSpPr>
          <p:nvPr/>
        </p:nvCxnSpPr>
        <p:spPr>
          <a:xfrm>
            <a:off x="3469555" y="5374031"/>
            <a:ext cx="506843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Rectangle 106"/>
          <p:cNvSpPr/>
          <p:nvPr/>
        </p:nvSpPr>
        <p:spPr>
          <a:xfrm>
            <a:off x="9391834" y="2755533"/>
            <a:ext cx="1258884" cy="43787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 smtClean="0">
                <a:solidFill>
                  <a:schemeClr val="tx1"/>
                </a:solidFill>
              </a:rPr>
              <a:t>DownloadJSON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08" name="Rectangle 107"/>
          <p:cNvSpPr/>
          <p:nvPr/>
        </p:nvSpPr>
        <p:spPr>
          <a:xfrm>
            <a:off x="203465" y="4544335"/>
            <a:ext cx="1258884" cy="40335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 smtClean="0">
                <a:solidFill>
                  <a:schemeClr val="tx1"/>
                </a:solidFill>
              </a:rPr>
              <a:t>DownloadJSON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9391834" y="3433029"/>
            <a:ext cx="1258884" cy="43787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 smtClean="0">
                <a:solidFill>
                  <a:schemeClr val="tx1"/>
                </a:solidFill>
              </a:rPr>
              <a:t>DownloadJSON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50" name="Rectangle 49"/>
          <p:cNvSpPr/>
          <p:nvPr/>
        </p:nvSpPr>
        <p:spPr>
          <a:xfrm>
            <a:off x="9391834" y="4095165"/>
            <a:ext cx="1258884" cy="43787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 smtClean="0">
                <a:solidFill>
                  <a:schemeClr val="tx1"/>
                </a:solidFill>
              </a:rPr>
              <a:t>DownloadJSON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9391834" y="4724905"/>
            <a:ext cx="1258884" cy="43787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 smtClean="0">
                <a:solidFill>
                  <a:schemeClr val="tx1"/>
                </a:solidFill>
              </a:rPr>
              <a:t>DownloadJSON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9391834" y="5326661"/>
            <a:ext cx="1258884" cy="43787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 smtClean="0">
                <a:solidFill>
                  <a:schemeClr val="tx1"/>
                </a:solidFill>
              </a:rPr>
              <a:t>DownloadJSON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203465" y="5153795"/>
            <a:ext cx="1258884" cy="43787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 smtClean="0">
                <a:solidFill>
                  <a:schemeClr val="tx1"/>
                </a:solidFill>
              </a:rPr>
              <a:t>DownloadJSON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56" name="Rectangle 55"/>
          <p:cNvSpPr/>
          <p:nvPr/>
        </p:nvSpPr>
        <p:spPr>
          <a:xfrm>
            <a:off x="203465" y="3339355"/>
            <a:ext cx="1258884" cy="43787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 smtClean="0">
                <a:solidFill>
                  <a:schemeClr val="tx1"/>
                </a:solidFill>
              </a:rPr>
              <a:t>DownloadJSON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59" name="Rectangle 58"/>
          <p:cNvSpPr/>
          <p:nvPr/>
        </p:nvSpPr>
        <p:spPr>
          <a:xfrm>
            <a:off x="390186" y="2173304"/>
            <a:ext cx="1258884" cy="43787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 smtClean="0">
                <a:solidFill>
                  <a:schemeClr val="tx1"/>
                </a:solidFill>
              </a:rPr>
              <a:t>DownloadJSON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60" name="Rectangle 59"/>
          <p:cNvSpPr/>
          <p:nvPr/>
        </p:nvSpPr>
        <p:spPr>
          <a:xfrm>
            <a:off x="390186" y="1468120"/>
            <a:ext cx="1258884" cy="43787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 smtClean="0">
                <a:solidFill>
                  <a:schemeClr val="tx1"/>
                </a:solidFill>
              </a:rPr>
              <a:t>DownloadJSON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62" name="Rectangle 61"/>
          <p:cNvSpPr/>
          <p:nvPr/>
        </p:nvSpPr>
        <p:spPr>
          <a:xfrm>
            <a:off x="390186" y="831289"/>
            <a:ext cx="1258884" cy="43787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 smtClean="0">
                <a:solidFill>
                  <a:schemeClr val="tx1"/>
                </a:solidFill>
              </a:rPr>
              <a:t>DownloadJSON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90186" y="245204"/>
            <a:ext cx="1258884" cy="43787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 smtClean="0">
                <a:solidFill>
                  <a:schemeClr val="tx1"/>
                </a:solidFill>
              </a:rPr>
              <a:t>DownloadJSON</a:t>
            </a:r>
            <a:endParaRPr lang="en-US" sz="1200" dirty="0">
              <a:solidFill>
                <a:schemeClr val="tx1"/>
              </a:solidFill>
            </a:endParaRPr>
          </a:p>
        </p:txBody>
      </p:sp>
      <p:cxnSp>
        <p:nvCxnSpPr>
          <p:cNvPr id="65" name="Straight Connector 64"/>
          <p:cNvCxnSpPr>
            <a:stCxn id="63" idx="3"/>
            <a:endCxn id="22" idx="1"/>
          </p:cNvCxnSpPr>
          <p:nvPr/>
        </p:nvCxnSpPr>
        <p:spPr>
          <a:xfrm flipV="1">
            <a:off x="1649070" y="458054"/>
            <a:ext cx="555288" cy="608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/>
          <p:cNvCxnSpPr>
            <a:stCxn id="62" idx="3"/>
            <a:endCxn id="23" idx="1"/>
          </p:cNvCxnSpPr>
          <p:nvPr/>
        </p:nvCxnSpPr>
        <p:spPr>
          <a:xfrm flipV="1">
            <a:off x="1649070" y="1047081"/>
            <a:ext cx="555288" cy="314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/>
          <p:cNvCxnSpPr>
            <a:stCxn id="60" idx="3"/>
            <a:endCxn id="24" idx="1"/>
          </p:cNvCxnSpPr>
          <p:nvPr/>
        </p:nvCxnSpPr>
        <p:spPr>
          <a:xfrm>
            <a:off x="1649070" y="1687057"/>
            <a:ext cx="567298" cy="144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/>
          <p:cNvCxnSpPr>
            <a:stCxn id="59" idx="3"/>
            <a:endCxn id="29" idx="1"/>
          </p:cNvCxnSpPr>
          <p:nvPr/>
        </p:nvCxnSpPr>
        <p:spPr>
          <a:xfrm>
            <a:off x="1649070" y="2392241"/>
            <a:ext cx="567298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/>
          <p:cNvCxnSpPr>
            <a:stCxn id="56" idx="3"/>
            <a:endCxn id="27" idx="1"/>
          </p:cNvCxnSpPr>
          <p:nvPr/>
        </p:nvCxnSpPr>
        <p:spPr>
          <a:xfrm flipV="1">
            <a:off x="1462349" y="3552288"/>
            <a:ext cx="322374" cy="600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/>
          <p:cNvCxnSpPr>
            <a:stCxn id="108" idx="3"/>
            <a:endCxn id="28" idx="1"/>
          </p:cNvCxnSpPr>
          <p:nvPr/>
        </p:nvCxnSpPr>
        <p:spPr>
          <a:xfrm>
            <a:off x="1462349" y="4746010"/>
            <a:ext cx="322373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/>
          <p:cNvCxnSpPr>
            <a:stCxn id="54" idx="3"/>
            <a:endCxn id="25" idx="1"/>
          </p:cNvCxnSpPr>
          <p:nvPr/>
        </p:nvCxnSpPr>
        <p:spPr>
          <a:xfrm>
            <a:off x="1462349" y="5372732"/>
            <a:ext cx="322373" cy="129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/>
          <p:cNvCxnSpPr>
            <a:stCxn id="10" idx="3"/>
            <a:endCxn id="87" idx="1"/>
          </p:cNvCxnSpPr>
          <p:nvPr/>
        </p:nvCxnSpPr>
        <p:spPr>
          <a:xfrm flipV="1">
            <a:off x="8044179" y="447995"/>
            <a:ext cx="600800" cy="65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/>
          <p:cNvCxnSpPr>
            <a:stCxn id="14" idx="3"/>
            <a:endCxn id="96" idx="1"/>
          </p:cNvCxnSpPr>
          <p:nvPr/>
        </p:nvCxnSpPr>
        <p:spPr>
          <a:xfrm>
            <a:off x="8142459" y="1673411"/>
            <a:ext cx="518597" cy="731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/>
          <p:cNvCxnSpPr>
            <a:stCxn id="16" idx="3"/>
            <a:endCxn id="107" idx="1"/>
          </p:cNvCxnSpPr>
          <p:nvPr/>
        </p:nvCxnSpPr>
        <p:spPr>
          <a:xfrm>
            <a:off x="8892922" y="2974470"/>
            <a:ext cx="498912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/>
          <p:cNvCxnSpPr>
            <a:stCxn id="18" idx="3"/>
            <a:endCxn id="48" idx="1"/>
          </p:cNvCxnSpPr>
          <p:nvPr/>
        </p:nvCxnSpPr>
        <p:spPr>
          <a:xfrm flipV="1">
            <a:off x="8044179" y="3651966"/>
            <a:ext cx="1347655" cy="1360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/>
          <p:cNvCxnSpPr>
            <a:stCxn id="19" idx="3"/>
            <a:endCxn id="50" idx="1"/>
          </p:cNvCxnSpPr>
          <p:nvPr/>
        </p:nvCxnSpPr>
        <p:spPr>
          <a:xfrm>
            <a:off x="8142459" y="4312507"/>
            <a:ext cx="1249375" cy="159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/>
          <p:cNvCxnSpPr>
            <a:stCxn id="20" idx="3"/>
            <a:endCxn id="51" idx="1"/>
          </p:cNvCxnSpPr>
          <p:nvPr/>
        </p:nvCxnSpPr>
        <p:spPr>
          <a:xfrm flipV="1">
            <a:off x="8147744" y="4943842"/>
            <a:ext cx="1244090" cy="676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/>
          <p:cNvCxnSpPr>
            <a:stCxn id="21" idx="3"/>
            <a:endCxn id="53" idx="1"/>
          </p:cNvCxnSpPr>
          <p:nvPr/>
        </p:nvCxnSpPr>
        <p:spPr>
          <a:xfrm>
            <a:off x="8393961" y="5534945"/>
            <a:ext cx="997873" cy="1065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Rectangle 109"/>
          <p:cNvSpPr/>
          <p:nvPr/>
        </p:nvSpPr>
        <p:spPr>
          <a:xfrm>
            <a:off x="1784722" y="5740708"/>
            <a:ext cx="1684833" cy="40335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 smtClean="0">
                <a:solidFill>
                  <a:schemeClr val="tx1"/>
                </a:solidFill>
              </a:rPr>
              <a:t>PostFacebookActivity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78" name="Rectangle 77"/>
          <p:cNvSpPr/>
          <p:nvPr/>
        </p:nvSpPr>
        <p:spPr>
          <a:xfrm>
            <a:off x="8395391" y="5999147"/>
            <a:ext cx="1115213" cy="55707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1" name="Straight Connector 80"/>
          <p:cNvCxnSpPr/>
          <p:nvPr/>
        </p:nvCxnSpPr>
        <p:spPr>
          <a:xfrm>
            <a:off x="8395391" y="6214651"/>
            <a:ext cx="1115213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8459699" y="5942855"/>
            <a:ext cx="119157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 smtClean="0"/>
              <a:t>JSONfunction</a:t>
            </a:r>
            <a:endParaRPr lang="en-US" sz="1200" dirty="0"/>
          </a:p>
        </p:txBody>
      </p:sp>
      <p:sp>
        <p:nvSpPr>
          <p:cNvPr id="87" name="Rectangle 86"/>
          <p:cNvSpPr/>
          <p:nvPr/>
        </p:nvSpPr>
        <p:spPr>
          <a:xfrm>
            <a:off x="8644979" y="178215"/>
            <a:ext cx="1115213" cy="53956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0" name="Straight Connector 89"/>
          <p:cNvCxnSpPr/>
          <p:nvPr/>
        </p:nvCxnSpPr>
        <p:spPr>
          <a:xfrm>
            <a:off x="8644979" y="393720"/>
            <a:ext cx="1115213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TextBox 92"/>
          <p:cNvSpPr txBox="1"/>
          <p:nvPr/>
        </p:nvSpPr>
        <p:spPr>
          <a:xfrm>
            <a:off x="8709287" y="121924"/>
            <a:ext cx="119157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 smtClean="0"/>
              <a:t>WebPageTask</a:t>
            </a:r>
            <a:endParaRPr lang="en-US" sz="1200" dirty="0"/>
          </a:p>
        </p:txBody>
      </p:sp>
      <p:sp>
        <p:nvSpPr>
          <p:cNvPr id="96" name="Rectangle 95"/>
          <p:cNvSpPr/>
          <p:nvPr/>
        </p:nvSpPr>
        <p:spPr>
          <a:xfrm>
            <a:off x="8661056" y="1408466"/>
            <a:ext cx="1115213" cy="54451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9" name="Straight Connector 98"/>
          <p:cNvCxnSpPr/>
          <p:nvPr/>
        </p:nvCxnSpPr>
        <p:spPr>
          <a:xfrm>
            <a:off x="8661056" y="1623970"/>
            <a:ext cx="1115213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TextBox 100"/>
          <p:cNvSpPr txBox="1"/>
          <p:nvPr/>
        </p:nvSpPr>
        <p:spPr>
          <a:xfrm>
            <a:off x="8725364" y="1352174"/>
            <a:ext cx="119157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 smtClean="0"/>
              <a:t>WebPageTask</a:t>
            </a:r>
            <a:endParaRPr lang="en-US" sz="1200" dirty="0"/>
          </a:p>
        </p:txBody>
      </p:sp>
      <p:cxnSp>
        <p:nvCxnSpPr>
          <p:cNvPr id="102" name="Straight Connector 101"/>
          <p:cNvCxnSpPr>
            <a:stCxn id="29" idx="3"/>
            <a:endCxn id="11" idx="6"/>
          </p:cNvCxnSpPr>
          <p:nvPr/>
        </p:nvCxnSpPr>
        <p:spPr>
          <a:xfrm>
            <a:off x="3498482" y="2392241"/>
            <a:ext cx="1121538" cy="343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/>
          <p:cNvCxnSpPr/>
          <p:nvPr/>
        </p:nvCxnSpPr>
        <p:spPr>
          <a:xfrm>
            <a:off x="5615220" y="5667808"/>
            <a:ext cx="1330216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Oval 110"/>
          <p:cNvSpPr/>
          <p:nvPr/>
        </p:nvSpPr>
        <p:spPr>
          <a:xfrm>
            <a:off x="5516273" y="2592120"/>
            <a:ext cx="201359" cy="205334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2" name="Straight Connector 111"/>
          <p:cNvCxnSpPr>
            <a:stCxn id="111" idx="0"/>
          </p:cNvCxnSpPr>
          <p:nvPr/>
        </p:nvCxnSpPr>
        <p:spPr>
          <a:xfrm>
            <a:off x="5616953" y="2592120"/>
            <a:ext cx="0" cy="307568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>
            <a:stCxn id="111" idx="2"/>
            <a:endCxn id="111" idx="6"/>
          </p:cNvCxnSpPr>
          <p:nvPr/>
        </p:nvCxnSpPr>
        <p:spPr>
          <a:xfrm>
            <a:off x="5516273" y="2694787"/>
            <a:ext cx="2013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/>
          <p:cNvCxnSpPr>
            <a:stCxn id="11" idx="4"/>
            <a:endCxn id="11" idx="0"/>
          </p:cNvCxnSpPr>
          <p:nvPr/>
        </p:nvCxnSpPr>
        <p:spPr>
          <a:xfrm flipV="1">
            <a:off x="4519341" y="2293009"/>
            <a:ext cx="0" cy="20533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Oval 105"/>
          <p:cNvSpPr/>
          <p:nvPr/>
        </p:nvSpPr>
        <p:spPr>
          <a:xfrm>
            <a:off x="2019885" y="2289574"/>
            <a:ext cx="201359" cy="205334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4" name="Straight Connector 113"/>
          <p:cNvCxnSpPr>
            <a:stCxn id="106" idx="4"/>
            <a:endCxn id="106" idx="0"/>
          </p:cNvCxnSpPr>
          <p:nvPr/>
        </p:nvCxnSpPr>
        <p:spPr>
          <a:xfrm flipV="1">
            <a:off x="2120565" y="2289574"/>
            <a:ext cx="0" cy="20533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>
            <a:stCxn id="106" idx="2"/>
            <a:endCxn id="106" idx="6"/>
          </p:cNvCxnSpPr>
          <p:nvPr/>
        </p:nvCxnSpPr>
        <p:spPr>
          <a:xfrm>
            <a:off x="2019885" y="2392241"/>
            <a:ext cx="2013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Oval 115"/>
          <p:cNvSpPr/>
          <p:nvPr/>
        </p:nvSpPr>
        <p:spPr>
          <a:xfrm>
            <a:off x="2015009" y="1584390"/>
            <a:ext cx="201359" cy="205334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7" name="Straight Connector 116"/>
          <p:cNvCxnSpPr>
            <a:stCxn id="116" idx="4"/>
            <a:endCxn id="116" idx="0"/>
          </p:cNvCxnSpPr>
          <p:nvPr/>
        </p:nvCxnSpPr>
        <p:spPr>
          <a:xfrm flipV="1">
            <a:off x="2115689" y="1584390"/>
            <a:ext cx="0" cy="20533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/>
          <p:cNvCxnSpPr>
            <a:stCxn id="116" idx="2"/>
            <a:endCxn id="116" idx="6"/>
          </p:cNvCxnSpPr>
          <p:nvPr/>
        </p:nvCxnSpPr>
        <p:spPr>
          <a:xfrm>
            <a:off x="2015009" y="1687057"/>
            <a:ext cx="2013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Oval 118"/>
          <p:cNvSpPr/>
          <p:nvPr/>
        </p:nvSpPr>
        <p:spPr>
          <a:xfrm>
            <a:off x="2002999" y="947559"/>
            <a:ext cx="201359" cy="205334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0" name="Straight Connector 119"/>
          <p:cNvCxnSpPr>
            <a:stCxn id="119" idx="4"/>
            <a:endCxn id="119" idx="0"/>
          </p:cNvCxnSpPr>
          <p:nvPr/>
        </p:nvCxnSpPr>
        <p:spPr>
          <a:xfrm flipV="1">
            <a:off x="2103679" y="947559"/>
            <a:ext cx="0" cy="20533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/>
          <p:cNvCxnSpPr>
            <a:stCxn id="119" idx="2"/>
            <a:endCxn id="119" idx="6"/>
          </p:cNvCxnSpPr>
          <p:nvPr/>
        </p:nvCxnSpPr>
        <p:spPr>
          <a:xfrm>
            <a:off x="2002999" y="1050226"/>
            <a:ext cx="2013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Oval 121"/>
          <p:cNvSpPr/>
          <p:nvPr/>
        </p:nvSpPr>
        <p:spPr>
          <a:xfrm>
            <a:off x="2002999" y="361474"/>
            <a:ext cx="201359" cy="205334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3" name="Straight Connector 122"/>
          <p:cNvCxnSpPr>
            <a:stCxn id="122" idx="4"/>
            <a:endCxn id="122" idx="0"/>
          </p:cNvCxnSpPr>
          <p:nvPr/>
        </p:nvCxnSpPr>
        <p:spPr>
          <a:xfrm flipV="1">
            <a:off x="2103679" y="361474"/>
            <a:ext cx="0" cy="20533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/>
          <p:cNvCxnSpPr>
            <a:stCxn id="122" idx="2"/>
            <a:endCxn id="122" idx="6"/>
          </p:cNvCxnSpPr>
          <p:nvPr/>
        </p:nvCxnSpPr>
        <p:spPr>
          <a:xfrm>
            <a:off x="2002999" y="464141"/>
            <a:ext cx="2013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Oval 127"/>
          <p:cNvSpPr/>
          <p:nvPr/>
        </p:nvSpPr>
        <p:spPr>
          <a:xfrm>
            <a:off x="1583364" y="3455625"/>
            <a:ext cx="201359" cy="205334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9" name="Straight Connector 128"/>
          <p:cNvCxnSpPr>
            <a:stCxn id="128" idx="4"/>
            <a:endCxn id="128" idx="0"/>
          </p:cNvCxnSpPr>
          <p:nvPr/>
        </p:nvCxnSpPr>
        <p:spPr>
          <a:xfrm flipV="1">
            <a:off x="1684044" y="3455625"/>
            <a:ext cx="0" cy="20533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/>
          <p:cNvCxnSpPr>
            <a:stCxn id="128" idx="2"/>
            <a:endCxn id="128" idx="6"/>
          </p:cNvCxnSpPr>
          <p:nvPr/>
        </p:nvCxnSpPr>
        <p:spPr>
          <a:xfrm>
            <a:off x="1583364" y="3558292"/>
            <a:ext cx="2013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Oval 130"/>
          <p:cNvSpPr/>
          <p:nvPr/>
        </p:nvSpPr>
        <p:spPr>
          <a:xfrm>
            <a:off x="1583364" y="4643343"/>
            <a:ext cx="201359" cy="205334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2" name="Straight Connector 131"/>
          <p:cNvCxnSpPr>
            <a:stCxn id="131" idx="4"/>
            <a:endCxn id="131" idx="0"/>
          </p:cNvCxnSpPr>
          <p:nvPr/>
        </p:nvCxnSpPr>
        <p:spPr>
          <a:xfrm flipV="1">
            <a:off x="1684044" y="4643343"/>
            <a:ext cx="0" cy="20533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/>
          <p:cNvCxnSpPr>
            <a:stCxn id="131" idx="2"/>
            <a:endCxn id="131" idx="6"/>
          </p:cNvCxnSpPr>
          <p:nvPr/>
        </p:nvCxnSpPr>
        <p:spPr>
          <a:xfrm>
            <a:off x="1583364" y="4746010"/>
            <a:ext cx="2013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Oval 133"/>
          <p:cNvSpPr/>
          <p:nvPr/>
        </p:nvSpPr>
        <p:spPr>
          <a:xfrm>
            <a:off x="1586105" y="5271364"/>
            <a:ext cx="201359" cy="205334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5" name="Straight Connector 134"/>
          <p:cNvCxnSpPr>
            <a:stCxn id="134" idx="4"/>
            <a:endCxn id="134" idx="0"/>
          </p:cNvCxnSpPr>
          <p:nvPr/>
        </p:nvCxnSpPr>
        <p:spPr>
          <a:xfrm flipV="1">
            <a:off x="1686785" y="5271364"/>
            <a:ext cx="0" cy="20533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Straight Connector 135"/>
          <p:cNvCxnSpPr>
            <a:stCxn id="134" idx="2"/>
            <a:endCxn id="134" idx="6"/>
          </p:cNvCxnSpPr>
          <p:nvPr/>
        </p:nvCxnSpPr>
        <p:spPr>
          <a:xfrm>
            <a:off x="1586105" y="5374031"/>
            <a:ext cx="2013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Oval 136"/>
          <p:cNvSpPr/>
          <p:nvPr/>
        </p:nvSpPr>
        <p:spPr>
          <a:xfrm>
            <a:off x="8041779" y="345984"/>
            <a:ext cx="201359" cy="205334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8" name="Straight Connector 137"/>
          <p:cNvCxnSpPr>
            <a:stCxn id="137" idx="4"/>
            <a:endCxn id="137" idx="0"/>
          </p:cNvCxnSpPr>
          <p:nvPr/>
        </p:nvCxnSpPr>
        <p:spPr>
          <a:xfrm flipV="1">
            <a:off x="8142459" y="345984"/>
            <a:ext cx="0" cy="20533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Connector 138"/>
          <p:cNvCxnSpPr>
            <a:stCxn id="137" idx="2"/>
            <a:endCxn id="137" idx="6"/>
          </p:cNvCxnSpPr>
          <p:nvPr/>
        </p:nvCxnSpPr>
        <p:spPr>
          <a:xfrm>
            <a:off x="8041779" y="448651"/>
            <a:ext cx="2013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Oval 139"/>
          <p:cNvSpPr/>
          <p:nvPr/>
        </p:nvSpPr>
        <p:spPr>
          <a:xfrm>
            <a:off x="8142458" y="1570744"/>
            <a:ext cx="201359" cy="205334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1" name="Straight Connector 140"/>
          <p:cNvCxnSpPr>
            <a:stCxn id="140" idx="4"/>
            <a:endCxn id="140" idx="0"/>
          </p:cNvCxnSpPr>
          <p:nvPr/>
        </p:nvCxnSpPr>
        <p:spPr>
          <a:xfrm flipV="1">
            <a:off x="8243138" y="1570744"/>
            <a:ext cx="0" cy="20533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Straight Connector 141"/>
          <p:cNvCxnSpPr>
            <a:stCxn id="140" idx="2"/>
            <a:endCxn id="140" idx="6"/>
          </p:cNvCxnSpPr>
          <p:nvPr/>
        </p:nvCxnSpPr>
        <p:spPr>
          <a:xfrm>
            <a:off x="8142458" y="1673411"/>
            <a:ext cx="2013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Oval 142"/>
          <p:cNvSpPr/>
          <p:nvPr/>
        </p:nvSpPr>
        <p:spPr>
          <a:xfrm>
            <a:off x="8892922" y="2871803"/>
            <a:ext cx="201359" cy="205334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4" name="Straight Connector 143"/>
          <p:cNvCxnSpPr>
            <a:stCxn id="143" idx="4"/>
            <a:endCxn id="143" idx="0"/>
          </p:cNvCxnSpPr>
          <p:nvPr/>
        </p:nvCxnSpPr>
        <p:spPr>
          <a:xfrm flipV="1">
            <a:off x="8993602" y="2871803"/>
            <a:ext cx="0" cy="20533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Straight Connector 144"/>
          <p:cNvCxnSpPr>
            <a:stCxn id="143" idx="2"/>
            <a:endCxn id="143" idx="6"/>
          </p:cNvCxnSpPr>
          <p:nvPr/>
        </p:nvCxnSpPr>
        <p:spPr>
          <a:xfrm>
            <a:off x="8892922" y="2974470"/>
            <a:ext cx="2013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Oval 145"/>
          <p:cNvSpPr/>
          <p:nvPr/>
        </p:nvSpPr>
        <p:spPr>
          <a:xfrm>
            <a:off x="8047064" y="3562901"/>
            <a:ext cx="201359" cy="205334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7" name="Straight Connector 146"/>
          <p:cNvCxnSpPr>
            <a:stCxn id="146" idx="4"/>
            <a:endCxn id="146" idx="0"/>
          </p:cNvCxnSpPr>
          <p:nvPr/>
        </p:nvCxnSpPr>
        <p:spPr>
          <a:xfrm flipV="1">
            <a:off x="8147744" y="3562901"/>
            <a:ext cx="0" cy="20533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Connector 147"/>
          <p:cNvCxnSpPr>
            <a:stCxn id="146" idx="2"/>
            <a:endCxn id="146" idx="6"/>
          </p:cNvCxnSpPr>
          <p:nvPr/>
        </p:nvCxnSpPr>
        <p:spPr>
          <a:xfrm>
            <a:off x="8047064" y="3665568"/>
            <a:ext cx="2013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Oval 148"/>
          <p:cNvSpPr/>
          <p:nvPr/>
        </p:nvSpPr>
        <p:spPr>
          <a:xfrm>
            <a:off x="8147744" y="4209840"/>
            <a:ext cx="201359" cy="205334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0" name="Straight Connector 149"/>
          <p:cNvCxnSpPr>
            <a:stCxn id="149" idx="4"/>
            <a:endCxn id="149" idx="0"/>
          </p:cNvCxnSpPr>
          <p:nvPr/>
        </p:nvCxnSpPr>
        <p:spPr>
          <a:xfrm flipV="1">
            <a:off x="8248424" y="4209840"/>
            <a:ext cx="0" cy="20533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Connector 150"/>
          <p:cNvCxnSpPr>
            <a:stCxn id="149" idx="2"/>
            <a:endCxn id="149" idx="6"/>
          </p:cNvCxnSpPr>
          <p:nvPr/>
        </p:nvCxnSpPr>
        <p:spPr>
          <a:xfrm>
            <a:off x="8147744" y="4312507"/>
            <a:ext cx="2013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Oval 151"/>
          <p:cNvSpPr/>
          <p:nvPr/>
        </p:nvSpPr>
        <p:spPr>
          <a:xfrm>
            <a:off x="8147744" y="4847937"/>
            <a:ext cx="201359" cy="205334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3" name="Straight Connector 152"/>
          <p:cNvCxnSpPr>
            <a:stCxn id="152" idx="4"/>
            <a:endCxn id="152" idx="0"/>
          </p:cNvCxnSpPr>
          <p:nvPr/>
        </p:nvCxnSpPr>
        <p:spPr>
          <a:xfrm flipV="1">
            <a:off x="8248424" y="4847937"/>
            <a:ext cx="0" cy="20533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Straight Connector 153"/>
          <p:cNvCxnSpPr>
            <a:stCxn id="152" idx="2"/>
            <a:endCxn id="152" idx="6"/>
          </p:cNvCxnSpPr>
          <p:nvPr/>
        </p:nvCxnSpPr>
        <p:spPr>
          <a:xfrm>
            <a:off x="8147744" y="4950604"/>
            <a:ext cx="2013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Oval 154"/>
          <p:cNvSpPr/>
          <p:nvPr/>
        </p:nvSpPr>
        <p:spPr>
          <a:xfrm>
            <a:off x="8400823" y="5432278"/>
            <a:ext cx="201359" cy="205334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6" name="Straight Connector 155"/>
          <p:cNvCxnSpPr>
            <a:stCxn id="155" idx="4"/>
            <a:endCxn id="155" idx="0"/>
          </p:cNvCxnSpPr>
          <p:nvPr/>
        </p:nvCxnSpPr>
        <p:spPr>
          <a:xfrm flipV="1">
            <a:off x="8501503" y="5432278"/>
            <a:ext cx="0" cy="20533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Straight Connector 156"/>
          <p:cNvCxnSpPr>
            <a:stCxn id="155" idx="2"/>
            <a:endCxn id="155" idx="6"/>
          </p:cNvCxnSpPr>
          <p:nvPr/>
        </p:nvCxnSpPr>
        <p:spPr>
          <a:xfrm>
            <a:off x="8400823" y="5534945"/>
            <a:ext cx="2013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Straight Connector 157"/>
          <p:cNvCxnSpPr/>
          <p:nvPr/>
        </p:nvCxnSpPr>
        <p:spPr>
          <a:xfrm>
            <a:off x="6461054" y="1076521"/>
            <a:ext cx="504227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Rectangle 158"/>
          <p:cNvSpPr/>
          <p:nvPr/>
        </p:nvSpPr>
        <p:spPr>
          <a:xfrm>
            <a:off x="6948366" y="870175"/>
            <a:ext cx="1095396" cy="39084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 smtClean="0">
                <a:solidFill>
                  <a:schemeClr val="tx1"/>
                </a:solidFill>
              </a:rPr>
              <a:t>LogOutActivity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62" name="Rectangle 161"/>
          <p:cNvSpPr/>
          <p:nvPr/>
        </p:nvSpPr>
        <p:spPr>
          <a:xfrm>
            <a:off x="1784722" y="3954163"/>
            <a:ext cx="1684832" cy="40335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 smtClean="0">
                <a:solidFill>
                  <a:schemeClr val="tx1"/>
                </a:solidFill>
              </a:rPr>
              <a:t>SendMessageActivity</a:t>
            </a:r>
            <a:endParaRPr lang="en-US" sz="1200" dirty="0">
              <a:solidFill>
                <a:schemeClr val="tx1"/>
              </a:solidFill>
            </a:endParaRPr>
          </a:p>
        </p:txBody>
      </p:sp>
      <p:cxnSp>
        <p:nvCxnSpPr>
          <p:cNvPr id="163" name="Straight Connector 162"/>
          <p:cNvCxnSpPr>
            <a:stCxn id="162" idx="3"/>
          </p:cNvCxnSpPr>
          <p:nvPr/>
        </p:nvCxnSpPr>
        <p:spPr>
          <a:xfrm>
            <a:off x="3469554" y="4155838"/>
            <a:ext cx="506843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4" name="Rectangle 163"/>
          <p:cNvSpPr/>
          <p:nvPr/>
        </p:nvSpPr>
        <p:spPr>
          <a:xfrm>
            <a:off x="203464" y="3942905"/>
            <a:ext cx="1258884" cy="43787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 smtClean="0">
                <a:solidFill>
                  <a:schemeClr val="tx1"/>
                </a:solidFill>
              </a:rPr>
              <a:t>DownloadJSON</a:t>
            </a:r>
            <a:endParaRPr lang="en-US" sz="1200" dirty="0">
              <a:solidFill>
                <a:schemeClr val="tx1"/>
              </a:solidFill>
            </a:endParaRPr>
          </a:p>
        </p:txBody>
      </p:sp>
      <p:cxnSp>
        <p:nvCxnSpPr>
          <p:cNvPr id="165" name="Straight Connector 164"/>
          <p:cNvCxnSpPr>
            <a:stCxn id="164" idx="3"/>
            <a:endCxn id="162" idx="1"/>
          </p:cNvCxnSpPr>
          <p:nvPr/>
        </p:nvCxnSpPr>
        <p:spPr>
          <a:xfrm flipV="1">
            <a:off x="1462348" y="4155838"/>
            <a:ext cx="322374" cy="600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Oval 165"/>
          <p:cNvSpPr/>
          <p:nvPr/>
        </p:nvSpPr>
        <p:spPr>
          <a:xfrm>
            <a:off x="1583363" y="4059175"/>
            <a:ext cx="201359" cy="205334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7" name="Straight Connector 166"/>
          <p:cNvCxnSpPr>
            <a:stCxn id="166" idx="4"/>
            <a:endCxn id="166" idx="0"/>
          </p:cNvCxnSpPr>
          <p:nvPr/>
        </p:nvCxnSpPr>
        <p:spPr>
          <a:xfrm flipV="1">
            <a:off x="1684043" y="4059175"/>
            <a:ext cx="0" cy="20533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Straight Connector 167"/>
          <p:cNvCxnSpPr>
            <a:stCxn id="166" idx="2"/>
            <a:endCxn id="166" idx="6"/>
          </p:cNvCxnSpPr>
          <p:nvPr/>
        </p:nvCxnSpPr>
        <p:spPr>
          <a:xfrm>
            <a:off x="1583363" y="4161842"/>
            <a:ext cx="2013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38727810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53150" y="253229"/>
            <a:ext cx="1941950" cy="75359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err="1" smtClean="0">
                <a:solidFill>
                  <a:schemeClr val="tx1"/>
                </a:solidFill>
              </a:rPr>
              <a:t>LoginActivity</a:t>
            </a: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1848068" y="2350656"/>
            <a:ext cx="7181526" cy="284740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" name="Straight Connector 3"/>
          <p:cNvCxnSpPr/>
          <p:nvPr/>
        </p:nvCxnSpPr>
        <p:spPr>
          <a:xfrm>
            <a:off x="1848068" y="2798504"/>
            <a:ext cx="7181526" cy="2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735034" y="2335166"/>
            <a:ext cx="155515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 err="1" smtClean="0"/>
              <a:t>LoginActivity</a:t>
            </a:r>
            <a:endParaRPr lang="en-US" sz="2000" b="1" dirty="0"/>
          </a:p>
        </p:txBody>
      </p:sp>
      <p:cxnSp>
        <p:nvCxnSpPr>
          <p:cNvPr id="8" name="Straight Connector 7"/>
          <p:cNvCxnSpPr/>
          <p:nvPr/>
        </p:nvCxnSpPr>
        <p:spPr>
          <a:xfrm>
            <a:off x="1848068" y="3502173"/>
            <a:ext cx="7181526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2771" y="2797404"/>
            <a:ext cx="179623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+</a:t>
            </a:r>
            <a:r>
              <a:rPr lang="en-US" dirty="0" err="1" smtClean="0"/>
              <a:t>url</a:t>
            </a:r>
            <a:r>
              <a:rPr lang="en-US" dirty="0" smtClean="0"/>
              <a:t> </a:t>
            </a:r>
            <a:r>
              <a:rPr lang="en-US" dirty="0"/>
              <a:t>: String</a:t>
            </a:r>
            <a:br>
              <a:rPr lang="en-US" dirty="0"/>
            </a:br>
            <a:r>
              <a:rPr lang="en-US" dirty="0"/>
              <a:t>+result : String</a:t>
            </a:r>
          </a:p>
          <a:p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1922769" y="3565834"/>
            <a:ext cx="679920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#</a:t>
            </a:r>
            <a:r>
              <a:rPr lang="en-US" dirty="0" err="1" smtClean="0"/>
              <a:t>OnCreate</a:t>
            </a:r>
            <a:r>
              <a:rPr lang="en-US" dirty="0" smtClean="0"/>
              <a:t>(</a:t>
            </a:r>
            <a:r>
              <a:rPr lang="en-US" dirty="0" err="1" smtClean="0"/>
              <a:t>savedInstanceState</a:t>
            </a:r>
            <a:r>
              <a:rPr lang="en-US" dirty="0" smtClean="0"/>
              <a:t> : Bundle) : void</a:t>
            </a:r>
            <a:r>
              <a:rPr lang="en-US" dirty="0"/>
              <a:t/>
            </a:r>
            <a:br>
              <a:rPr lang="en-US" dirty="0"/>
            </a:br>
            <a:r>
              <a:rPr lang="en-US" dirty="0" smtClean="0"/>
              <a:t>+login() </a:t>
            </a:r>
            <a:r>
              <a:rPr lang="en-US" dirty="0"/>
              <a:t>: </a:t>
            </a:r>
            <a:r>
              <a:rPr lang="en-US" dirty="0" smtClean="0"/>
              <a:t>String</a:t>
            </a:r>
          </a:p>
          <a:p>
            <a:r>
              <a:rPr lang="en-US" dirty="0" smtClean="0"/>
              <a:t>+</a:t>
            </a:r>
            <a:r>
              <a:rPr lang="en-US" dirty="0" err="1" smtClean="0"/>
              <a:t>postData</a:t>
            </a:r>
            <a:r>
              <a:rPr lang="en-US" dirty="0" smtClean="0"/>
              <a:t>(</a:t>
            </a:r>
            <a:r>
              <a:rPr lang="en-US" dirty="0" err="1" smtClean="0"/>
              <a:t>url</a:t>
            </a:r>
            <a:r>
              <a:rPr lang="en-US" dirty="0" smtClean="0"/>
              <a:t> : String, </a:t>
            </a:r>
            <a:r>
              <a:rPr lang="en-US" dirty="0" err="1" smtClean="0"/>
              <a:t>nameValuePairs</a:t>
            </a:r>
            <a:r>
              <a:rPr lang="en-US" dirty="0" smtClean="0"/>
              <a:t> : List&lt;</a:t>
            </a:r>
            <a:r>
              <a:rPr lang="en-US" dirty="0" err="1" smtClean="0"/>
              <a:t>NameValuePairs</a:t>
            </a:r>
            <a:r>
              <a:rPr lang="en-US" dirty="0" smtClean="0"/>
              <a:t>&gt;) : String</a:t>
            </a:r>
          </a:p>
          <a:p>
            <a:r>
              <a:rPr lang="en-US" dirty="0" smtClean="0"/>
              <a:t>-</a:t>
            </a:r>
            <a:r>
              <a:rPr lang="en-US" dirty="0" err="1" smtClean="0"/>
              <a:t>isInternetConnected</a:t>
            </a:r>
            <a:r>
              <a:rPr lang="en-US" dirty="0" smtClean="0"/>
              <a:t>() : </a:t>
            </a:r>
            <a:r>
              <a:rPr lang="en-US" dirty="0" err="1" smtClean="0"/>
              <a:t>boolean</a:t>
            </a:r>
            <a:endParaRPr lang="en-US" dirty="0" smtClean="0"/>
          </a:p>
          <a:p>
            <a:r>
              <a:rPr lang="en-US" dirty="0" smtClean="0"/>
              <a:t>-</a:t>
            </a:r>
            <a:r>
              <a:rPr lang="en-US" dirty="0" err="1" smtClean="0"/>
              <a:t>showAlertNoNet</a:t>
            </a:r>
            <a:r>
              <a:rPr lang="en-US" dirty="0" smtClean="0"/>
              <a:t>() : void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5210870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43368" y="349272"/>
            <a:ext cx="1957440" cy="67303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</a:rPr>
              <a:t>RegisterActivity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1848068" y="2056354"/>
            <a:ext cx="7181526" cy="371481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" name="Straight Connector 3"/>
          <p:cNvCxnSpPr/>
          <p:nvPr/>
        </p:nvCxnSpPr>
        <p:spPr>
          <a:xfrm>
            <a:off x="1848068" y="2504202"/>
            <a:ext cx="7181526" cy="2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95632" y="2040864"/>
            <a:ext cx="223505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 err="1" smtClean="0"/>
              <a:t>RegisterActivity</a:t>
            </a:r>
            <a:endParaRPr lang="en-US" sz="2000" b="1" dirty="0"/>
          </a:p>
        </p:txBody>
      </p:sp>
      <p:cxnSp>
        <p:nvCxnSpPr>
          <p:cNvPr id="6" name="Straight Connector 5"/>
          <p:cNvCxnSpPr/>
          <p:nvPr/>
        </p:nvCxnSpPr>
        <p:spPr>
          <a:xfrm>
            <a:off x="1848068" y="4106265"/>
            <a:ext cx="7181526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922771" y="2534082"/>
            <a:ext cx="625546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-</a:t>
            </a:r>
            <a:r>
              <a:rPr lang="en-US" dirty="0" err="1" smtClean="0"/>
              <a:t>editext_username</a:t>
            </a:r>
            <a:r>
              <a:rPr lang="en-US" dirty="0" smtClean="0"/>
              <a:t> : </a:t>
            </a:r>
            <a:r>
              <a:rPr lang="en-US" dirty="0" err="1" smtClean="0"/>
              <a:t>EditText</a:t>
            </a:r>
            <a:r>
              <a:rPr lang="en-US" dirty="0"/>
              <a:t/>
            </a:r>
            <a:br>
              <a:rPr lang="en-US" dirty="0"/>
            </a:br>
            <a:r>
              <a:rPr lang="en-US" dirty="0"/>
              <a:t>-</a:t>
            </a:r>
            <a:r>
              <a:rPr lang="en-US" dirty="0" err="1" smtClean="0"/>
              <a:t>editext_password</a:t>
            </a:r>
            <a:r>
              <a:rPr lang="en-US" dirty="0" smtClean="0"/>
              <a:t> </a:t>
            </a:r>
            <a:r>
              <a:rPr lang="en-US" dirty="0"/>
              <a:t>: </a:t>
            </a:r>
            <a:r>
              <a:rPr lang="en-US" dirty="0" err="1" smtClean="0"/>
              <a:t>EditText</a:t>
            </a:r>
            <a:endParaRPr lang="en-US" dirty="0" smtClean="0"/>
          </a:p>
          <a:p>
            <a:r>
              <a:rPr lang="en-US" dirty="0"/>
              <a:t>-</a:t>
            </a:r>
            <a:r>
              <a:rPr lang="en-US" dirty="0" err="1" smtClean="0"/>
              <a:t>editext_display</a:t>
            </a:r>
            <a:r>
              <a:rPr lang="en-US" dirty="0" smtClean="0"/>
              <a:t> </a:t>
            </a:r>
            <a:r>
              <a:rPr lang="en-US" dirty="0"/>
              <a:t>: </a:t>
            </a:r>
            <a:r>
              <a:rPr lang="en-US" dirty="0" err="1" smtClean="0"/>
              <a:t>EditText</a:t>
            </a:r>
            <a:endParaRPr lang="en-US" dirty="0" smtClean="0"/>
          </a:p>
          <a:p>
            <a:r>
              <a:rPr lang="en-US" dirty="0"/>
              <a:t>+</a:t>
            </a:r>
            <a:r>
              <a:rPr lang="en-US" dirty="0" err="1" smtClean="0"/>
              <a:t>urlHost</a:t>
            </a:r>
            <a:r>
              <a:rPr lang="en-US" dirty="0" smtClean="0"/>
              <a:t> </a:t>
            </a:r>
            <a:r>
              <a:rPr lang="en-US" dirty="0"/>
              <a:t>: String</a:t>
            </a:r>
            <a:br>
              <a:rPr lang="en-US" dirty="0"/>
            </a:br>
            <a:r>
              <a:rPr lang="en-US" dirty="0"/>
              <a:t>+result : </a:t>
            </a:r>
            <a:r>
              <a:rPr lang="en-US" dirty="0" smtClean="0"/>
              <a:t>String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2771" y="4152735"/>
            <a:ext cx="679920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#</a:t>
            </a:r>
            <a:r>
              <a:rPr lang="en-US" dirty="0" err="1" smtClean="0"/>
              <a:t>OnCreate</a:t>
            </a:r>
            <a:r>
              <a:rPr lang="en-US" dirty="0" smtClean="0"/>
              <a:t>(</a:t>
            </a:r>
            <a:r>
              <a:rPr lang="en-US" dirty="0" err="1" smtClean="0"/>
              <a:t>savedInstanceState</a:t>
            </a:r>
            <a:r>
              <a:rPr lang="en-US" dirty="0" smtClean="0"/>
              <a:t> : Bundle) : void</a:t>
            </a:r>
            <a:r>
              <a:rPr lang="en-US" dirty="0"/>
              <a:t/>
            </a:r>
            <a:br>
              <a:rPr lang="en-US" dirty="0"/>
            </a:br>
            <a:r>
              <a:rPr lang="en-US" dirty="0" smtClean="0"/>
              <a:t>-</a:t>
            </a:r>
            <a:r>
              <a:rPr lang="en-US" dirty="0" err="1" smtClean="0"/>
              <a:t>registerViews</a:t>
            </a:r>
            <a:r>
              <a:rPr lang="en-US" dirty="0" smtClean="0"/>
              <a:t>() </a:t>
            </a:r>
            <a:r>
              <a:rPr lang="en-US" dirty="0"/>
              <a:t>: </a:t>
            </a:r>
            <a:r>
              <a:rPr lang="en-US" dirty="0" smtClean="0"/>
              <a:t>void</a:t>
            </a:r>
          </a:p>
          <a:p>
            <a:r>
              <a:rPr lang="en-US" dirty="0" smtClean="0"/>
              <a:t>+</a:t>
            </a:r>
            <a:r>
              <a:rPr lang="en-US" dirty="0" err="1" smtClean="0"/>
              <a:t>signUp</a:t>
            </a:r>
            <a:r>
              <a:rPr lang="en-US" dirty="0" smtClean="0"/>
              <a:t>() : String</a:t>
            </a:r>
          </a:p>
          <a:p>
            <a:r>
              <a:rPr lang="en-US" dirty="0" smtClean="0"/>
              <a:t>+</a:t>
            </a:r>
            <a:r>
              <a:rPr lang="en-US" dirty="0" err="1" smtClean="0"/>
              <a:t>postData</a:t>
            </a:r>
            <a:r>
              <a:rPr lang="en-US" dirty="0" smtClean="0"/>
              <a:t>(</a:t>
            </a:r>
            <a:r>
              <a:rPr lang="en-US" dirty="0" err="1" smtClean="0"/>
              <a:t>url</a:t>
            </a:r>
            <a:r>
              <a:rPr lang="en-US" dirty="0" smtClean="0"/>
              <a:t> : String, </a:t>
            </a:r>
            <a:r>
              <a:rPr lang="en-US" dirty="0" err="1" smtClean="0"/>
              <a:t>nameValuePairs</a:t>
            </a:r>
            <a:r>
              <a:rPr lang="en-US" dirty="0" smtClean="0"/>
              <a:t> : List&lt;</a:t>
            </a:r>
            <a:r>
              <a:rPr lang="en-US" dirty="0" err="1" smtClean="0"/>
              <a:t>NameValuePairs</a:t>
            </a:r>
            <a:r>
              <a:rPr lang="en-US" dirty="0" smtClean="0"/>
              <a:t>&gt;) : String</a:t>
            </a:r>
          </a:p>
          <a:p>
            <a:r>
              <a:rPr lang="en-US" dirty="0" smtClean="0"/>
              <a:t>-</a:t>
            </a:r>
            <a:r>
              <a:rPr lang="en-US" dirty="0" err="1" smtClean="0"/>
              <a:t>checkValidation</a:t>
            </a:r>
            <a:r>
              <a:rPr lang="en-US" dirty="0" smtClean="0"/>
              <a:t>() : </a:t>
            </a:r>
            <a:r>
              <a:rPr lang="en-US" dirty="0" err="1" smtClean="0"/>
              <a:t>boolean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5795566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7663" y="520758"/>
            <a:ext cx="1833525" cy="71840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err="1" smtClean="0">
                <a:solidFill>
                  <a:schemeClr val="tx1"/>
                </a:solidFill>
              </a:rPr>
              <a:t>HomeActivity</a:t>
            </a: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2645892" y="2861033"/>
            <a:ext cx="5183975" cy="124554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" name="Straight Connector 3"/>
          <p:cNvCxnSpPr/>
          <p:nvPr/>
        </p:nvCxnSpPr>
        <p:spPr>
          <a:xfrm>
            <a:off x="2645892" y="3308881"/>
            <a:ext cx="5183975" cy="2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39244" y="2845543"/>
            <a:ext cx="223505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 err="1" smtClean="0"/>
              <a:t>HomeActivity</a:t>
            </a:r>
            <a:endParaRPr lang="en-US" sz="2000" b="1" dirty="0"/>
          </a:p>
        </p:txBody>
      </p:sp>
      <p:sp>
        <p:nvSpPr>
          <p:cNvPr id="8" name="TextBox 7"/>
          <p:cNvSpPr txBox="1"/>
          <p:nvPr/>
        </p:nvSpPr>
        <p:spPr>
          <a:xfrm>
            <a:off x="2720596" y="3506712"/>
            <a:ext cx="467557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#</a:t>
            </a:r>
            <a:r>
              <a:rPr lang="en-US" dirty="0" err="1" smtClean="0"/>
              <a:t>OnCreate</a:t>
            </a:r>
            <a:r>
              <a:rPr lang="en-US" dirty="0" smtClean="0"/>
              <a:t>(</a:t>
            </a:r>
            <a:r>
              <a:rPr lang="en-US" dirty="0" err="1" smtClean="0"/>
              <a:t>savedInstanceState</a:t>
            </a:r>
            <a:r>
              <a:rPr lang="en-US" dirty="0" smtClean="0"/>
              <a:t> : Bundle) : void</a:t>
            </a:r>
            <a:r>
              <a:rPr lang="en-US" dirty="0"/>
              <a:t/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9856902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81412" y="332940"/>
            <a:ext cx="2747383" cy="95269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</a:rPr>
              <a:t>ProfileManagementActivity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3128795" y="2102824"/>
            <a:ext cx="4998106" cy="342694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" name="Straight Connector 3"/>
          <p:cNvCxnSpPr/>
          <p:nvPr/>
        </p:nvCxnSpPr>
        <p:spPr>
          <a:xfrm>
            <a:off x="3128795" y="2550672"/>
            <a:ext cx="4998106" cy="3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084251" y="2087334"/>
            <a:ext cx="339210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 err="1" smtClean="0"/>
              <a:t>ProfileManagementActivity</a:t>
            </a:r>
            <a:endParaRPr lang="en-US" sz="2000" b="1" dirty="0"/>
          </a:p>
        </p:txBody>
      </p:sp>
      <p:cxnSp>
        <p:nvCxnSpPr>
          <p:cNvPr id="6" name="Straight Connector 5"/>
          <p:cNvCxnSpPr/>
          <p:nvPr/>
        </p:nvCxnSpPr>
        <p:spPr>
          <a:xfrm>
            <a:off x="3128795" y="4152735"/>
            <a:ext cx="4998106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3203498" y="2580552"/>
            <a:ext cx="427286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-</a:t>
            </a:r>
            <a:r>
              <a:rPr lang="en-US" dirty="0" err="1" smtClean="0"/>
              <a:t>editext_username</a:t>
            </a:r>
            <a:r>
              <a:rPr lang="en-US" dirty="0" smtClean="0"/>
              <a:t> : </a:t>
            </a:r>
            <a:r>
              <a:rPr lang="en-US" dirty="0" err="1" smtClean="0"/>
              <a:t>EditText</a:t>
            </a:r>
            <a:r>
              <a:rPr lang="en-US" dirty="0"/>
              <a:t/>
            </a:r>
            <a:br>
              <a:rPr lang="en-US" dirty="0"/>
            </a:br>
            <a:r>
              <a:rPr lang="en-US" dirty="0"/>
              <a:t>-</a:t>
            </a:r>
            <a:r>
              <a:rPr lang="en-US" dirty="0" err="1" smtClean="0"/>
              <a:t>editext_password</a:t>
            </a:r>
            <a:r>
              <a:rPr lang="en-US" dirty="0" smtClean="0"/>
              <a:t> </a:t>
            </a:r>
            <a:r>
              <a:rPr lang="en-US" dirty="0"/>
              <a:t>: </a:t>
            </a:r>
            <a:r>
              <a:rPr lang="en-US" dirty="0" err="1" smtClean="0"/>
              <a:t>EditText</a:t>
            </a:r>
            <a:endParaRPr lang="en-US" dirty="0" smtClean="0"/>
          </a:p>
          <a:p>
            <a:r>
              <a:rPr lang="en-US" dirty="0"/>
              <a:t>-</a:t>
            </a:r>
            <a:r>
              <a:rPr lang="en-US" dirty="0" err="1" smtClean="0"/>
              <a:t>editext_display</a:t>
            </a:r>
            <a:r>
              <a:rPr lang="en-US" dirty="0" smtClean="0"/>
              <a:t> </a:t>
            </a:r>
            <a:r>
              <a:rPr lang="en-US" dirty="0"/>
              <a:t>: </a:t>
            </a:r>
            <a:r>
              <a:rPr lang="en-US" dirty="0" err="1" smtClean="0"/>
              <a:t>EditText</a:t>
            </a:r>
            <a:endParaRPr lang="en-US" dirty="0" smtClean="0"/>
          </a:p>
          <a:p>
            <a:r>
              <a:rPr lang="en-US" dirty="0"/>
              <a:t>+</a:t>
            </a:r>
            <a:r>
              <a:rPr lang="en-US" dirty="0" err="1" smtClean="0"/>
              <a:t>urlHost</a:t>
            </a:r>
            <a:r>
              <a:rPr lang="en-US" dirty="0" smtClean="0"/>
              <a:t> </a:t>
            </a:r>
            <a:r>
              <a:rPr lang="en-US" dirty="0"/>
              <a:t>: String</a:t>
            </a:r>
            <a:br>
              <a:rPr lang="en-US" dirty="0"/>
            </a:br>
            <a:r>
              <a:rPr lang="en-US" dirty="0"/>
              <a:t>+result : </a:t>
            </a:r>
            <a:r>
              <a:rPr lang="en-US" dirty="0" smtClean="0"/>
              <a:t>String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3499" y="4199205"/>
            <a:ext cx="4644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#</a:t>
            </a:r>
            <a:r>
              <a:rPr lang="en-US" dirty="0" err="1" smtClean="0"/>
              <a:t>OnCreate</a:t>
            </a:r>
            <a:r>
              <a:rPr lang="en-US" dirty="0" smtClean="0"/>
              <a:t>(</a:t>
            </a:r>
            <a:r>
              <a:rPr lang="en-US" dirty="0" err="1" smtClean="0"/>
              <a:t>savedInstanceState</a:t>
            </a:r>
            <a:r>
              <a:rPr lang="en-US" dirty="0" smtClean="0"/>
              <a:t> : Bundle) : void</a:t>
            </a:r>
            <a:r>
              <a:rPr lang="en-US" dirty="0"/>
              <a:t/>
            </a:r>
            <a:br>
              <a:rPr lang="en-US" dirty="0"/>
            </a:br>
            <a:r>
              <a:rPr lang="en-US" dirty="0"/>
              <a:t>+</a:t>
            </a:r>
            <a:r>
              <a:rPr lang="en-US" dirty="0" smtClean="0"/>
              <a:t>edit() </a:t>
            </a:r>
            <a:r>
              <a:rPr lang="en-US" dirty="0"/>
              <a:t>: </a:t>
            </a:r>
            <a:r>
              <a:rPr lang="en-US" dirty="0" smtClean="0"/>
              <a:t>String</a:t>
            </a:r>
          </a:p>
          <a:p>
            <a:r>
              <a:rPr lang="en-US" dirty="0" smtClean="0"/>
              <a:t>+</a:t>
            </a:r>
            <a:r>
              <a:rPr lang="en-US" dirty="0"/>
              <a:t>u</a:t>
            </a:r>
            <a:r>
              <a:rPr lang="en-US" dirty="0" smtClean="0"/>
              <a:t>pdate () : String</a:t>
            </a:r>
          </a:p>
          <a:p>
            <a:r>
              <a:rPr lang="en-US" dirty="0" smtClean="0"/>
              <a:t>+</a:t>
            </a:r>
            <a:r>
              <a:rPr lang="en-US" dirty="0" err="1" smtClean="0"/>
              <a:t>showAlert</a:t>
            </a:r>
            <a:r>
              <a:rPr lang="en-US" dirty="0" smtClean="0"/>
              <a:t>() : String</a:t>
            </a:r>
          </a:p>
        </p:txBody>
      </p:sp>
    </p:spTree>
    <p:extLst>
      <p:ext uri="{BB962C8B-B14F-4D97-AF65-F5344CB8AC3E}">
        <p14:creationId xmlns:p14="http://schemas.microsoft.com/office/powerpoint/2010/main" val="1661915371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74347" y="340611"/>
            <a:ext cx="2065862" cy="79012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 smtClean="0">
                <a:solidFill>
                  <a:schemeClr val="tx1"/>
                </a:solidFill>
              </a:rPr>
              <a:t>CreateTutorial</a:t>
            </a: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3128795" y="2102824"/>
            <a:ext cx="4998106" cy="338047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" name="Straight Connector 3"/>
          <p:cNvCxnSpPr/>
          <p:nvPr/>
        </p:nvCxnSpPr>
        <p:spPr>
          <a:xfrm>
            <a:off x="3128795" y="2550672"/>
            <a:ext cx="4998106" cy="3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884371" y="2102824"/>
            <a:ext cx="18480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 err="1" smtClean="0"/>
              <a:t>CreateTutorial</a:t>
            </a:r>
            <a:endParaRPr lang="en-US" sz="2000" b="1" dirty="0"/>
          </a:p>
        </p:txBody>
      </p:sp>
      <p:cxnSp>
        <p:nvCxnSpPr>
          <p:cNvPr id="6" name="Straight Connector 5"/>
          <p:cNvCxnSpPr/>
          <p:nvPr/>
        </p:nvCxnSpPr>
        <p:spPr>
          <a:xfrm>
            <a:off x="3128795" y="4679380"/>
            <a:ext cx="4998106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3203498" y="2580552"/>
            <a:ext cx="4272861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-</a:t>
            </a:r>
            <a:r>
              <a:rPr lang="en-US" dirty="0" err="1" smtClean="0"/>
              <a:t>editext_title</a:t>
            </a:r>
            <a:r>
              <a:rPr lang="en-US" dirty="0" smtClean="0"/>
              <a:t> : </a:t>
            </a:r>
            <a:r>
              <a:rPr lang="en-US" dirty="0" err="1" smtClean="0"/>
              <a:t>EditText</a:t>
            </a:r>
            <a:r>
              <a:rPr lang="en-US" dirty="0"/>
              <a:t/>
            </a:r>
            <a:br>
              <a:rPr lang="en-US" dirty="0"/>
            </a:br>
            <a:r>
              <a:rPr lang="en-US" dirty="0" smtClean="0"/>
              <a:t>-category </a:t>
            </a:r>
            <a:r>
              <a:rPr lang="en-US" dirty="0"/>
              <a:t>: </a:t>
            </a:r>
            <a:r>
              <a:rPr lang="en-US" dirty="0" smtClean="0"/>
              <a:t>Checkbox</a:t>
            </a:r>
          </a:p>
          <a:p>
            <a:r>
              <a:rPr lang="en-US" dirty="0" smtClean="0"/>
              <a:t>-</a:t>
            </a:r>
            <a:r>
              <a:rPr lang="en-US" dirty="0" err="1" smtClean="0"/>
              <a:t>img_tutorial</a:t>
            </a:r>
            <a:endParaRPr lang="en-US" dirty="0" smtClean="0"/>
          </a:p>
          <a:p>
            <a:r>
              <a:rPr lang="en-US" dirty="0" smtClean="0"/>
              <a:t>-</a:t>
            </a:r>
            <a:r>
              <a:rPr lang="en-US" dirty="0" err="1" smtClean="0"/>
              <a:t>editext_material</a:t>
            </a:r>
            <a:r>
              <a:rPr lang="en-US" dirty="0" smtClean="0"/>
              <a:t>: </a:t>
            </a:r>
            <a:r>
              <a:rPr lang="en-US" dirty="0" err="1"/>
              <a:t>EditText</a:t>
            </a:r>
            <a:r>
              <a:rPr lang="en-US" dirty="0"/>
              <a:t/>
            </a:r>
            <a:br>
              <a:rPr lang="en-US" dirty="0"/>
            </a:br>
            <a:r>
              <a:rPr lang="en-US" dirty="0"/>
              <a:t>-</a:t>
            </a:r>
            <a:r>
              <a:rPr lang="en-US" dirty="0" err="1" smtClean="0"/>
              <a:t>img_material</a:t>
            </a:r>
            <a:r>
              <a:rPr lang="en-US" dirty="0" smtClean="0"/>
              <a:t/>
            </a:r>
            <a:br>
              <a:rPr lang="en-US" dirty="0" smtClean="0"/>
            </a:br>
            <a:r>
              <a:rPr lang="en-US" dirty="0"/>
              <a:t>-</a:t>
            </a:r>
            <a:r>
              <a:rPr lang="en-US" dirty="0" err="1" smtClean="0"/>
              <a:t>editext_step</a:t>
            </a:r>
            <a:r>
              <a:rPr lang="en-US" dirty="0" smtClean="0"/>
              <a:t>: </a:t>
            </a:r>
            <a:r>
              <a:rPr lang="en-US" dirty="0" err="1"/>
              <a:t>EditText</a:t>
            </a:r>
            <a:r>
              <a:rPr lang="en-US" dirty="0"/>
              <a:t/>
            </a:r>
            <a:br>
              <a:rPr lang="en-US" dirty="0"/>
            </a:br>
            <a:r>
              <a:rPr lang="en-US" dirty="0"/>
              <a:t>-</a:t>
            </a:r>
            <a:r>
              <a:rPr lang="en-US" dirty="0" err="1" smtClean="0"/>
              <a:t>img_step</a:t>
            </a:r>
            <a:endParaRPr lang="en-US" dirty="0"/>
          </a:p>
          <a:p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3203499" y="4718922"/>
            <a:ext cx="4644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#</a:t>
            </a:r>
            <a:r>
              <a:rPr lang="en-US" dirty="0" err="1" smtClean="0"/>
              <a:t>OnCreate</a:t>
            </a:r>
            <a:r>
              <a:rPr lang="en-US" dirty="0" smtClean="0"/>
              <a:t>(</a:t>
            </a:r>
            <a:r>
              <a:rPr lang="en-US" dirty="0" err="1" smtClean="0"/>
              <a:t>savedInstanceState</a:t>
            </a:r>
            <a:r>
              <a:rPr lang="en-US" dirty="0" smtClean="0"/>
              <a:t> : Bundle) : void</a:t>
            </a:r>
            <a:r>
              <a:rPr lang="en-US" dirty="0"/>
              <a:t/>
            </a:r>
            <a:br>
              <a:rPr lang="en-US" dirty="0"/>
            </a:br>
            <a:r>
              <a:rPr lang="en-US" dirty="0" smtClean="0"/>
              <a:t>+</a:t>
            </a:r>
            <a:r>
              <a:rPr lang="en-US" dirty="0" err="1" smtClean="0"/>
              <a:t>addData</a:t>
            </a:r>
            <a:r>
              <a:rPr lang="en-US" dirty="0" smtClean="0"/>
              <a:t>() </a:t>
            </a:r>
            <a:r>
              <a:rPr lang="en-US" dirty="0"/>
              <a:t>: </a:t>
            </a:r>
            <a:r>
              <a:rPr lang="en-US" dirty="0" smtClean="0"/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3245798464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5324" y="554135"/>
            <a:ext cx="3134609" cy="107226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err="1" smtClean="0">
                <a:solidFill>
                  <a:schemeClr val="tx1"/>
                </a:solidFill>
              </a:rPr>
              <a:t>ManageTutorial</a:t>
            </a:r>
            <a:endParaRPr lang="en-US" sz="2800" dirty="0">
              <a:solidFill>
                <a:schemeClr val="tx1"/>
              </a:solidFill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4507323" y="1641892"/>
            <a:ext cx="4998106" cy="422141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" name="Straight Connector 3"/>
          <p:cNvCxnSpPr/>
          <p:nvPr/>
        </p:nvCxnSpPr>
        <p:spPr>
          <a:xfrm>
            <a:off x="4507323" y="2089740"/>
            <a:ext cx="4998106" cy="3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79626" y="1626402"/>
            <a:ext cx="291681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 err="1" smtClean="0"/>
              <a:t>ManageTutorialActivity</a:t>
            </a:r>
            <a:endParaRPr lang="en-US" sz="2000" b="1" dirty="0"/>
          </a:p>
        </p:txBody>
      </p:sp>
      <p:cxnSp>
        <p:nvCxnSpPr>
          <p:cNvPr id="6" name="Straight Connector 5"/>
          <p:cNvCxnSpPr/>
          <p:nvPr/>
        </p:nvCxnSpPr>
        <p:spPr>
          <a:xfrm>
            <a:off x="4507323" y="4218448"/>
            <a:ext cx="4998106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82026" y="2119620"/>
            <a:ext cx="4272861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-</a:t>
            </a:r>
            <a:r>
              <a:rPr lang="en-US" dirty="0" err="1" smtClean="0"/>
              <a:t>editext_title</a:t>
            </a:r>
            <a:r>
              <a:rPr lang="en-US" dirty="0" smtClean="0"/>
              <a:t> : </a:t>
            </a:r>
            <a:r>
              <a:rPr lang="en-US" dirty="0" err="1" smtClean="0"/>
              <a:t>EditText</a:t>
            </a:r>
            <a:r>
              <a:rPr lang="en-US" dirty="0"/>
              <a:t/>
            </a:r>
            <a:br>
              <a:rPr lang="en-US" dirty="0"/>
            </a:br>
            <a:r>
              <a:rPr lang="en-US" dirty="0" smtClean="0"/>
              <a:t>-category </a:t>
            </a:r>
            <a:r>
              <a:rPr lang="en-US" dirty="0"/>
              <a:t>: </a:t>
            </a:r>
            <a:r>
              <a:rPr lang="en-US" dirty="0" smtClean="0"/>
              <a:t>Checkbox</a:t>
            </a:r>
          </a:p>
          <a:p>
            <a:r>
              <a:rPr lang="en-US" dirty="0" smtClean="0"/>
              <a:t>-</a:t>
            </a:r>
            <a:r>
              <a:rPr lang="en-US" dirty="0" err="1" smtClean="0"/>
              <a:t>img_tutorial</a:t>
            </a:r>
            <a:endParaRPr lang="en-US" dirty="0" smtClean="0"/>
          </a:p>
          <a:p>
            <a:r>
              <a:rPr lang="en-US" dirty="0" smtClean="0"/>
              <a:t>-</a:t>
            </a:r>
            <a:r>
              <a:rPr lang="en-US" dirty="0" err="1" smtClean="0"/>
              <a:t>editext_material</a:t>
            </a:r>
            <a:r>
              <a:rPr lang="en-US" dirty="0" smtClean="0"/>
              <a:t>: </a:t>
            </a:r>
            <a:r>
              <a:rPr lang="en-US" dirty="0" err="1"/>
              <a:t>EditText</a:t>
            </a:r>
            <a:r>
              <a:rPr lang="en-US" dirty="0"/>
              <a:t/>
            </a:r>
            <a:br>
              <a:rPr lang="en-US" dirty="0"/>
            </a:br>
            <a:r>
              <a:rPr lang="en-US" dirty="0"/>
              <a:t>-</a:t>
            </a:r>
            <a:r>
              <a:rPr lang="en-US" dirty="0" err="1" smtClean="0"/>
              <a:t>img_material</a:t>
            </a:r>
            <a:r>
              <a:rPr lang="en-US" dirty="0" smtClean="0"/>
              <a:t/>
            </a:r>
            <a:br>
              <a:rPr lang="en-US" dirty="0" smtClean="0"/>
            </a:br>
            <a:r>
              <a:rPr lang="en-US" dirty="0"/>
              <a:t>-</a:t>
            </a:r>
            <a:r>
              <a:rPr lang="en-US" dirty="0" err="1" smtClean="0"/>
              <a:t>editext_step</a:t>
            </a:r>
            <a:r>
              <a:rPr lang="en-US" dirty="0" smtClean="0"/>
              <a:t>: </a:t>
            </a:r>
            <a:r>
              <a:rPr lang="en-US" dirty="0" err="1"/>
              <a:t>EditText</a:t>
            </a:r>
            <a:r>
              <a:rPr lang="en-US" dirty="0"/>
              <a:t/>
            </a:r>
            <a:br>
              <a:rPr lang="en-US" dirty="0"/>
            </a:br>
            <a:r>
              <a:rPr lang="en-US" dirty="0"/>
              <a:t>-</a:t>
            </a:r>
            <a:r>
              <a:rPr lang="en-US" dirty="0" err="1" smtClean="0"/>
              <a:t>img_step</a:t>
            </a:r>
            <a:endParaRPr lang="en-US" dirty="0"/>
          </a:p>
          <a:p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4582027" y="4257990"/>
            <a:ext cx="46446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#</a:t>
            </a:r>
            <a:r>
              <a:rPr lang="en-US" dirty="0" err="1" smtClean="0"/>
              <a:t>OnCreate</a:t>
            </a:r>
            <a:r>
              <a:rPr lang="en-US" dirty="0" smtClean="0"/>
              <a:t>(</a:t>
            </a:r>
            <a:r>
              <a:rPr lang="en-US" dirty="0" err="1" smtClean="0"/>
              <a:t>savedInstanceState</a:t>
            </a:r>
            <a:r>
              <a:rPr lang="en-US" dirty="0" smtClean="0"/>
              <a:t> : Bundle) : void</a:t>
            </a:r>
            <a:r>
              <a:rPr lang="en-US" dirty="0"/>
              <a:t/>
            </a:r>
            <a:br>
              <a:rPr lang="en-US" dirty="0"/>
            </a:br>
            <a:r>
              <a:rPr lang="en-US" dirty="0" smtClean="0"/>
              <a:t>+edit()</a:t>
            </a:r>
          </a:p>
          <a:p>
            <a:r>
              <a:rPr lang="en-US" dirty="0" smtClean="0"/>
              <a:t>+delete()</a:t>
            </a:r>
          </a:p>
          <a:p>
            <a:r>
              <a:rPr lang="en-US" dirty="0" smtClean="0"/>
              <a:t>+update()</a:t>
            </a:r>
          </a:p>
          <a:p>
            <a:r>
              <a:rPr lang="en-US" dirty="0" smtClean="0"/>
              <a:t>+</a:t>
            </a:r>
            <a:r>
              <a:rPr lang="en-US" dirty="0" err="1" smtClean="0"/>
              <a:t>showAlert</a:t>
            </a:r>
            <a:r>
              <a:rPr lang="en-US" dirty="0" smtClean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578251633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5326" y="433244"/>
            <a:ext cx="2391132" cy="94532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 smtClean="0">
                <a:solidFill>
                  <a:schemeClr val="tx1"/>
                </a:solidFill>
              </a:rPr>
              <a:t>ExploreTutorial</a:t>
            </a: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3050506" y="2717542"/>
            <a:ext cx="4954382" cy="22546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" name="Straight Connector 3"/>
          <p:cNvCxnSpPr/>
          <p:nvPr/>
        </p:nvCxnSpPr>
        <p:spPr>
          <a:xfrm>
            <a:off x="3050506" y="3165390"/>
            <a:ext cx="4954382" cy="12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626363" y="2717542"/>
            <a:ext cx="186674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 err="1" smtClean="0"/>
              <a:t>ExploreTutorial</a:t>
            </a:r>
            <a:endParaRPr lang="en-US" sz="2000" b="1" dirty="0"/>
          </a:p>
        </p:txBody>
      </p:sp>
      <p:cxnSp>
        <p:nvCxnSpPr>
          <p:cNvPr id="6" name="Straight Connector 5"/>
          <p:cNvCxnSpPr/>
          <p:nvPr/>
        </p:nvCxnSpPr>
        <p:spPr>
          <a:xfrm>
            <a:off x="3050506" y="3838077"/>
            <a:ext cx="4954382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3125209" y="3195270"/>
            <a:ext cx="46628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-</a:t>
            </a:r>
            <a:r>
              <a:rPr lang="en-US" dirty="0" err="1" smtClean="0"/>
              <a:t>arrayList</a:t>
            </a:r>
            <a:r>
              <a:rPr lang="en-US" dirty="0" smtClean="0"/>
              <a:t> : </a:t>
            </a:r>
            <a:r>
              <a:rPr lang="en-US" dirty="0" err="1" smtClean="0"/>
              <a:t>ArrayList</a:t>
            </a:r>
            <a:r>
              <a:rPr lang="en-US" dirty="0" smtClean="0"/>
              <a:t> &lt;</a:t>
            </a:r>
            <a:r>
              <a:rPr lang="en-US" dirty="0" err="1" smtClean="0"/>
              <a:t>HashMap</a:t>
            </a:r>
            <a:r>
              <a:rPr lang="en-US" dirty="0" smtClean="0"/>
              <a:t>&lt;string, string&gt;&gt;</a:t>
            </a:r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3094231" y="3905900"/>
            <a:ext cx="491065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#</a:t>
            </a:r>
            <a:r>
              <a:rPr lang="en-US" dirty="0" err="1"/>
              <a:t>OnCreate</a:t>
            </a:r>
            <a:r>
              <a:rPr lang="en-US" dirty="0"/>
              <a:t>(</a:t>
            </a:r>
            <a:r>
              <a:rPr lang="en-US" dirty="0" err="1"/>
              <a:t>savedInstanceState</a:t>
            </a:r>
            <a:r>
              <a:rPr lang="en-US" dirty="0"/>
              <a:t> : Bundle) : void</a:t>
            </a:r>
            <a:endParaRPr lang="en-US" dirty="0" smtClean="0"/>
          </a:p>
          <a:p>
            <a:r>
              <a:rPr lang="en-US" dirty="0" smtClean="0"/>
              <a:t>+random()</a:t>
            </a:r>
          </a:p>
          <a:p>
            <a:r>
              <a:rPr lang="en-US" dirty="0" smtClean="0"/>
              <a:t>+</a:t>
            </a:r>
            <a:r>
              <a:rPr lang="en-US" dirty="0" err="1" smtClean="0"/>
              <a:t>TutorialListView</a:t>
            </a:r>
            <a:r>
              <a:rPr lang="en-US" dirty="0" smtClean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1419640687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34945" y="255808"/>
            <a:ext cx="3258522" cy="9213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 err="1" smtClean="0">
                <a:solidFill>
                  <a:schemeClr val="tx1"/>
                </a:solidFill>
              </a:rPr>
              <a:t>ViewTutorialDetail</a:t>
            </a:r>
            <a:endParaRPr lang="en-US" sz="3200" dirty="0">
              <a:solidFill>
                <a:schemeClr val="tx1"/>
              </a:solidFill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3115428" y="1702056"/>
            <a:ext cx="5620413" cy="4635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" name="Straight Connector 3"/>
          <p:cNvCxnSpPr/>
          <p:nvPr/>
        </p:nvCxnSpPr>
        <p:spPr>
          <a:xfrm>
            <a:off x="3115429" y="2149904"/>
            <a:ext cx="5620413" cy="8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896672" y="1702056"/>
            <a:ext cx="243665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 err="1" smtClean="0"/>
              <a:t>ViewTutorialDetail</a:t>
            </a:r>
            <a:endParaRPr lang="en-US" sz="2000" b="1" dirty="0"/>
          </a:p>
        </p:txBody>
      </p:sp>
      <p:cxnSp>
        <p:nvCxnSpPr>
          <p:cNvPr id="6" name="Straight Connector 5"/>
          <p:cNvCxnSpPr/>
          <p:nvPr/>
        </p:nvCxnSpPr>
        <p:spPr>
          <a:xfrm>
            <a:off x="3115429" y="4619379"/>
            <a:ext cx="5620413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3190132" y="2179784"/>
            <a:ext cx="3085069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-</a:t>
            </a:r>
            <a:r>
              <a:rPr lang="en-US" dirty="0" err="1" smtClean="0"/>
              <a:t>editext_title</a:t>
            </a:r>
            <a:r>
              <a:rPr lang="en-US" dirty="0" smtClean="0"/>
              <a:t> : </a:t>
            </a:r>
            <a:r>
              <a:rPr lang="en-US" dirty="0" err="1" smtClean="0"/>
              <a:t>EditText</a:t>
            </a:r>
            <a:r>
              <a:rPr lang="en-US" dirty="0"/>
              <a:t/>
            </a:r>
            <a:br>
              <a:rPr lang="en-US" dirty="0"/>
            </a:br>
            <a:r>
              <a:rPr lang="en-US" dirty="0" smtClean="0"/>
              <a:t>-category </a:t>
            </a:r>
            <a:r>
              <a:rPr lang="en-US" dirty="0"/>
              <a:t>: </a:t>
            </a:r>
            <a:r>
              <a:rPr lang="en-US" dirty="0" smtClean="0"/>
              <a:t>Checkbox</a:t>
            </a:r>
          </a:p>
          <a:p>
            <a:r>
              <a:rPr lang="en-US" dirty="0" smtClean="0"/>
              <a:t>-</a:t>
            </a:r>
            <a:r>
              <a:rPr lang="en-US" dirty="0" err="1" smtClean="0"/>
              <a:t>img_tutorial</a:t>
            </a:r>
            <a:endParaRPr lang="en-US" dirty="0" smtClean="0"/>
          </a:p>
          <a:p>
            <a:r>
              <a:rPr lang="en-US" dirty="0" smtClean="0"/>
              <a:t>-</a:t>
            </a:r>
            <a:r>
              <a:rPr lang="en-US" dirty="0" err="1" smtClean="0"/>
              <a:t>editext_material</a:t>
            </a:r>
            <a:r>
              <a:rPr lang="en-US" dirty="0" smtClean="0"/>
              <a:t>: </a:t>
            </a:r>
            <a:r>
              <a:rPr lang="en-US" dirty="0" err="1"/>
              <a:t>EditText</a:t>
            </a:r>
            <a:r>
              <a:rPr lang="en-US" dirty="0"/>
              <a:t/>
            </a:r>
            <a:br>
              <a:rPr lang="en-US" dirty="0"/>
            </a:br>
            <a:r>
              <a:rPr lang="en-US" dirty="0"/>
              <a:t>-</a:t>
            </a:r>
            <a:r>
              <a:rPr lang="en-US" dirty="0" err="1" smtClean="0"/>
              <a:t>img_material</a:t>
            </a:r>
            <a:r>
              <a:rPr lang="en-US" dirty="0" smtClean="0"/>
              <a:t/>
            </a:r>
            <a:br>
              <a:rPr lang="en-US" dirty="0" smtClean="0"/>
            </a:br>
            <a:r>
              <a:rPr lang="en-US" dirty="0"/>
              <a:t>-</a:t>
            </a:r>
            <a:r>
              <a:rPr lang="en-US" dirty="0" err="1" smtClean="0"/>
              <a:t>editext_step</a:t>
            </a:r>
            <a:r>
              <a:rPr lang="en-US" dirty="0" smtClean="0"/>
              <a:t>: </a:t>
            </a:r>
            <a:r>
              <a:rPr lang="en-US" dirty="0" err="1"/>
              <a:t>EditText</a:t>
            </a:r>
            <a:r>
              <a:rPr lang="en-US" dirty="0"/>
              <a:t/>
            </a:r>
            <a:br>
              <a:rPr lang="en-US" dirty="0"/>
            </a:br>
            <a:r>
              <a:rPr lang="en-US" dirty="0"/>
              <a:t>-</a:t>
            </a:r>
            <a:r>
              <a:rPr lang="en-US" dirty="0" err="1" smtClean="0"/>
              <a:t>img_step</a:t>
            </a:r>
            <a:endParaRPr lang="en-US" dirty="0" smtClean="0"/>
          </a:p>
          <a:p>
            <a:r>
              <a:rPr lang="en-US" dirty="0" smtClean="0"/>
              <a:t>-</a:t>
            </a:r>
            <a:r>
              <a:rPr lang="en-US" dirty="0" err="1" smtClean="0"/>
              <a:t>imageLoader</a:t>
            </a:r>
            <a:r>
              <a:rPr lang="en-US" dirty="0" smtClean="0"/>
              <a:t> : </a:t>
            </a:r>
            <a:r>
              <a:rPr lang="en-US" dirty="0" err="1" smtClean="0"/>
              <a:t>ImageLoader</a:t>
            </a:r>
            <a:endParaRPr lang="en-US" dirty="0"/>
          </a:p>
          <a:p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3130918" y="4691433"/>
            <a:ext cx="508103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#</a:t>
            </a:r>
            <a:r>
              <a:rPr lang="en-US" dirty="0" err="1"/>
              <a:t>OnCreate</a:t>
            </a:r>
            <a:r>
              <a:rPr lang="en-US" dirty="0"/>
              <a:t>(</a:t>
            </a:r>
            <a:r>
              <a:rPr lang="en-US" dirty="0" err="1"/>
              <a:t>savedInstanceState</a:t>
            </a:r>
            <a:r>
              <a:rPr lang="en-US" dirty="0"/>
              <a:t> : Bundle) : void</a:t>
            </a:r>
            <a:r>
              <a:rPr lang="en-US" dirty="0" smtClean="0"/>
              <a:t/>
            </a:r>
            <a:br>
              <a:rPr lang="en-US" dirty="0" smtClean="0"/>
            </a:br>
            <a:r>
              <a:rPr lang="en-US" dirty="0" smtClean="0"/>
              <a:t>+</a:t>
            </a:r>
            <a:r>
              <a:rPr lang="en-US" dirty="0" err="1" smtClean="0"/>
              <a:t>TutorialListView</a:t>
            </a:r>
            <a:r>
              <a:rPr lang="en-US" dirty="0" smtClean="0"/>
              <a:t>()</a:t>
            </a:r>
          </a:p>
          <a:p>
            <a:r>
              <a:rPr lang="en-US" dirty="0"/>
              <a:t>+</a:t>
            </a:r>
            <a:r>
              <a:rPr lang="en-US" dirty="0" err="1" smtClean="0"/>
              <a:t>getItem</a:t>
            </a:r>
            <a:r>
              <a:rPr lang="en-US" dirty="0" smtClean="0"/>
              <a:t>()</a:t>
            </a:r>
          </a:p>
          <a:p>
            <a:r>
              <a:rPr lang="en-US" dirty="0"/>
              <a:t>+</a:t>
            </a:r>
            <a:r>
              <a:rPr lang="en-US" dirty="0" err="1" smtClean="0"/>
              <a:t>getItemId</a:t>
            </a:r>
            <a:r>
              <a:rPr lang="en-US" dirty="0" smtClean="0"/>
              <a:t>()</a:t>
            </a:r>
          </a:p>
          <a:p>
            <a:r>
              <a:rPr lang="en-US" dirty="0"/>
              <a:t>+</a:t>
            </a:r>
            <a:r>
              <a:rPr lang="en-US" dirty="0" err="1" smtClean="0"/>
              <a:t>getView</a:t>
            </a:r>
            <a:r>
              <a:rPr lang="en-US" dirty="0" smtClean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130605373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19384" y="353477"/>
            <a:ext cx="1773000" cy="77725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smtClean="0">
                <a:solidFill>
                  <a:schemeClr val="tx1"/>
                </a:solidFill>
              </a:rPr>
              <a:t>Validation</a:t>
            </a: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714622" y="2009829"/>
            <a:ext cx="8501381" cy="25529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" name="Straight Connector 3"/>
          <p:cNvCxnSpPr/>
          <p:nvPr/>
        </p:nvCxnSpPr>
        <p:spPr>
          <a:xfrm>
            <a:off x="714623" y="2457677"/>
            <a:ext cx="8501380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395216" y="1994339"/>
            <a:ext cx="146334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 smtClean="0"/>
              <a:t>Validation</a:t>
            </a:r>
            <a:endParaRPr lang="en-US" sz="2000" b="1" dirty="0"/>
          </a:p>
        </p:txBody>
      </p:sp>
      <p:cxnSp>
        <p:nvCxnSpPr>
          <p:cNvPr id="6" name="Straight Connector 5"/>
          <p:cNvCxnSpPr/>
          <p:nvPr/>
        </p:nvCxnSpPr>
        <p:spPr>
          <a:xfrm>
            <a:off x="714623" y="3450009"/>
            <a:ext cx="8501380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89326" y="2487557"/>
            <a:ext cx="625546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-EMAIL_REGEX : String</a:t>
            </a:r>
          </a:p>
          <a:p>
            <a:r>
              <a:rPr lang="en-US" dirty="0" smtClean="0"/>
              <a:t>-REQUIRED_MSG </a:t>
            </a:r>
            <a:r>
              <a:rPr lang="en-US" dirty="0"/>
              <a:t>: S</a:t>
            </a:r>
            <a:r>
              <a:rPr lang="en-US" dirty="0" smtClean="0"/>
              <a:t>tring</a:t>
            </a:r>
          </a:p>
          <a:p>
            <a:r>
              <a:rPr lang="en-US" dirty="0" smtClean="0"/>
              <a:t>-EMAIL_MSG </a:t>
            </a:r>
            <a:r>
              <a:rPr lang="en-US" dirty="0"/>
              <a:t>: S</a:t>
            </a:r>
            <a:r>
              <a:rPr lang="en-US" dirty="0" smtClean="0"/>
              <a:t>tring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9325" y="3511969"/>
            <a:ext cx="880228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+</a:t>
            </a:r>
            <a:r>
              <a:rPr lang="en-US" dirty="0" err="1" smtClean="0"/>
              <a:t>isEmailAddress</a:t>
            </a:r>
            <a:r>
              <a:rPr lang="en-US" dirty="0" smtClean="0"/>
              <a:t>(</a:t>
            </a:r>
            <a:r>
              <a:rPr lang="en-US" dirty="0" err="1" smtClean="0"/>
              <a:t>editText</a:t>
            </a:r>
            <a:r>
              <a:rPr lang="en-US" dirty="0" smtClean="0"/>
              <a:t> : </a:t>
            </a:r>
            <a:r>
              <a:rPr lang="en-US" dirty="0" err="1" smtClean="0"/>
              <a:t>EditText</a:t>
            </a:r>
            <a:r>
              <a:rPr lang="en-US" dirty="0" smtClean="0"/>
              <a:t>, required : </a:t>
            </a:r>
            <a:r>
              <a:rPr lang="en-US" dirty="0" err="1" smtClean="0"/>
              <a:t>boolean</a:t>
            </a:r>
            <a:r>
              <a:rPr lang="en-US" dirty="0" smtClean="0"/>
              <a:t>) : </a:t>
            </a:r>
            <a:r>
              <a:rPr lang="en-US" dirty="0" err="1" smtClean="0"/>
              <a:t>boolean</a:t>
            </a:r>
            <a:r>
              <a:rPr lang="en-US" dirty="0"/>
              <a:t/>
            </a:r>
            <a:br>
              <a:rPr lang="en-US" dirty="0"/>
            </a:br>
            <a:r>
              <a:rPr lang="en-US" dirty="0"/>
              <a:t>+</a:t>
            </a:r>
            <a:r>
              <a:rPr lang="en-US" dirty="0" err="1" smtClean="0"/>
              <a:t>isValid</a:t>
            </a:r>
            <a:r>
              <a:rPr lang="en-US" dirty="0" smtClean="0"/>
              <a:t>(</a:t>
            </a:r>
            <a:r>
              <a:rPr lang="en-US" dirty="0" err="1"/>
              <a:t>editText</a:t>
            </a:r>
            <a:r>
              <a:rPr lang="en-US" dirty="0"/>
              <a:t> : </a:t>
            </a:r>
            <a:r>
              <a:rPr lang="en-US" dirty="0" err="1"/>
              <a:t>EditText</a:t>
            </a:r>
            <a:r>
              <a:rPr lang="en-US" dirty="0"/>
              <a:t>, </a:t>
            </a:r>
            <a:r>
              <a:rPr lang="en-US" dirty="0" smtClean="0"/>
              <a:t>regex </a:t>
            </a:r>
            <a:r>
              <a:rPr lang="en-US" dirty="0"/>
              <a:t>: </a:t>
            </a:r>
            <a:r>
              <a:rPr lang="en-US" dirty="0" smtClean="0"/>
              <a:t>String, </a:t>
            </a:r>
            <a:r>
              <a:rPr lang="en-US" dirty="0" err="1" smtClean="0"/>
              <a:t>errMsg</a:t>
            </a:r>
            <a:r>
              <a:rPr lang="en-US" dirty="0" smtClean="0"/>
              <a:t> : String, required : </a:t>
            </a:r>
            <a:r>
              <a:rPr lang="en-US" dirty="0" err="1" smtClean="0"/>
              <a:t>boolean</a:t>
            </a:r>
            <a:r>
              <a:rPr lang="en-US" dirty="0" smtClean="0"/>
              <a:t>) </a:t>
            </a:r>
            <a:r>
              <a:rPr lang="en-US" dirty="0"/>
              <a:t>: </a:t>
            </a:r>
            <a:r>
              <a:rPr lang="en-US" dirty="0" err="1" smtClean="0"/>
              <a:t>boolean</a:t>
            </a:r>
            <a:endParaRPr lang="en-US" dirty="0" smtClean="0"/>
          </a:p>
          <a:p>
            <a:r>
              <a:rPr lang="en-US" dirty="0" smtClean="0"/>
              <a:t>+</a:t>
            </a:r>
            <a:r>
              <a:rPr lang="en-US" dirty="0" err="1" smtClean="0"/>
              <a:t>hasText</a:t>
            </a:r>
            <a:r>
              <a:rPr lang="en-US" dirty="0" smtClean="0"/>
              <a:t>(</a:t>
            </a:r>
            <a:r>
              <a:rPr lang="en-US" dirty="0" err="1" smtClean="0"/>
              <a:t>editText</a:t>
            </a:r>
            <a:r>
              <a:rPr lang="en-US" dirty="0" smtClean="0"/>
              <a:t> : </a:t>
            </a:r>
            <a:r>
              <a:rPr lang="en-US" dirty="0" err="1" smtClean="0"/>
              <a:t>EditText</a:t>
            </a:r>
            <a:r>
              <a:rPr lang="en-US" dirty="0" smtClean="0"/>
              <a:t>) : </a:t>
            </a:r>
            <a:r>
              <a:rPr lang="en-US" dirty="0" err="1" smtClean="0"/>
              <a:t>boolean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3048127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445" y="521365"/>
            <a:ext cx="1960786" cy="70230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 smtClean="0">
                <a:solidFill>
                  <a:schemeClr val="tx1"/>
                </a:solidFill>
              </a:rPr>
              <a:t>myDBClass</a:t>
            </a: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1922771" y="1815131"/>
            <a:ext cx="7181526" cy="33583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" name="Straight Connector 3"/>
          <p:cNvCxnSpPr/>
          <p:nvPr/>
        </p:nvCxnSpPr>
        <p:spPr>
          <a:xfrm>
            <a:off x="1922771" y="2262979"/>
            <a:ext cx="7181526" cy="2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871693" y="1799641"/>
            <a:ext cx="146334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 err="1" smtClean="0"/>
              <a:t>myDBClass</a:t>
            </a:r>
            <a:endParaRPr lang="en-US" sz="2000" b="1" dirty="0"/>
          </a:p>
        </p:txBody>
      </p:sp>
      <p:cxnSp>
        <p:nvCxnSpPr>
          <p:cNvPr id="6" name="Straight Connector 5"/>
          <p:cNvCxnSpPr/>
          <p:nvPr/>
        </p:nvCxnSpPr>
        <p:spPr>
          <a:xfrm>
            <a:off x="1922771" y="3255311"/>
            <a:ext cx="7181526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997474" y="2292859"/>
            <a:ext cx="625546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-DATABASE_VERSION : </a:t>
            </a:r>
            <a:r>
              <a:rPr lang="en-US" dirty="0" err="1" smtClean="0"/>
              <a:t>int</a:t>
            </a:r>
            <a:endParaRPr lang="en-US" dirty="0" smtClean="0"/>
          </a:p>
          <a:p>
            <a:r>
              <a:rPr lang="en-US" dirty="0"/>
              <a:t>-</a:t>
            </a:r>
            <a:r>
              <a:rPr lang="en-US" dirty="0" smtClean="0"/>
              <a:t>DATABASE_NAME </a:t>
            </a:r>
            <a:r>
              <a:rPr lang="en-US" dirty="0"/>
              <a:t>: S</a:t>
            </a:r>
            <a:r>
              <a:rPr lang="en-US" dirty="0" smtClean="0"/>
              <a:t>tring</a:t>
            </a:r>
          </a:p>
          <a:p>
            <a:r>
              <a:rPr lang="en-US" dirty="0" smtClean="0"/>
              <a:t>-TABLE_NAME </a:t>
            </a:r>
            <a:r>
              <a:rPr lang="en-US" dirty="0"/>
              <a:t>: S</a:t>
            </a:r>
            <a:r>
              <a:rPr lang="en-US" dirty="0" smtClean="0"/>
              <a:t>tring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97474" y="3286291"/>
            <a:ext cx="7311464" cy="17543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+</a:t>
            </a:r>
            <a:r>
              <a:rPr lang="en-US" dirty="0" err="1" smtClean="0"/>
              <a:t>myDBClass</a:t>
            </a:r>
            <a:r>
              <a:rPr lang="en-US" dirty="0" smtClean="0"/>
              <a:t>(context : Context)</a:t>
            </a:r>
            <a:r>
              <a:rPr lang="en-US" dirty="0"/>
              <a:t/>
            </a:r>
            <a:br>
              <a:rPr lang="en-US" dirty="0"/>
            </a:br>
            <a:r>
              <a:rPr lang="en-US" dirty="0" smtClean="0"/>
              <a:t>+</a:t>
            </a:r>
            <a:r>
              <a:rPr lang="en-US" dirty="0" err="1" smtClean="0"/>
              <a:t>onCreate</a:t>
            </a:r>
            <a:r>
              <a:rPr lang="en-US" dirty="0" smtClean="0"/>
              <a:t>(</a:t>
            </a:r>
            <a:r>
              <a:rPr lang="en-US" dirty="0" err="1" smtClean="0"/>
              <a:t>db</a:t>
            </a:r>
            <a:r>
              <a:rPr lang="en-US" dirty="0" smtClean="0"/>
              <a:t> : </a:t>
            </a:r>
            <a:r>
              <a:rPr lang="en-US" dirty="0" err="1" smtClean="0"/>
              <a:t>SQLDatabese</a:t>
            </a:r>
            <a:r>
              <a:rPr lang="en-US" dirty="0" smtClean="0"/>
              <a:t>) : void</a:t>
            </a:r>
          </a:p>
          <a:p>
            <a:r>
              <a:rPr lang="en-US" dirty="0" smtClean="0"/>
              <a:t>+</a:t>
            </a:r>
            <a:r>
              <a:rPr lang="en-US" dirty="0" err="1" smtClean="0"/>
              <a:t>InsertData</a:t>
            </a:r>
            <a:r>
              <a:rPr lang="en-US" dirty="0" smtClean="0"/>
              <a:t>(Username : String, </a:t>
            </a:r>
            <a:r>
              <a:rPr lang="en-US" dirty="0" err="1" smtClean="0"/>
              <a:t>TutorialID</a:t>
            </a:r>
            <a:r>
              <a:rPr lang="en-US" dirty="0" smtClean="0"/>
              <a:t> : String) : long</a:t>
            </a:r>
          </a:p>
          <a:p>
            <a:r>
              <a:rPr lang="en-US" dirty="0" smtClean="0"/>
              <a:t>+</a:t>
            </a:r>
            <a:r>
              <a:rPr lang="en-US" dirty="0" err="1" smtClean="0"/>
              <a:t>SelectData</a:t>
            </a:r>
            <a:r>
              <a:rPr lang="en-US" dirty="0"/>
              <a:t>(Username : </a:t>
            </a:r>
            <a:r>
              <a:rPr lang="en-US" dirty="0" smtClean="0"/>
              <a:t>String) : String []</a:t>
            </a:r>
          </a:p>
          <a:p>
            <a:r>
              <a:rPr lang="en-US" dirty="0"/>
              <a:t>+</a:t>
            </a:r>
            <a:r>
              <a:rPr lang="en-US" dirty="0" err="1" smtClean="0"/>
              <a:t>SelectAllData</a:t>
            </a:r>
            <a:r>
              <a:rPr lang="en-US" dirty="0"/>
              <a:t>(Username : String) : </a:t>
            </a:r>
            <a:r>
              <a:rPr lang="en-US" dirty="0" err="1" smtClean="0"/>
              <a:t>ArrayList</a:t>
            </a:r>
            <a:r>
              <a:rPr lang="en-US" dirty="0" smtClean="0"/>
              <a:t>&lt;</a:t>
            </a:r>
            <a:r>
              <a:rPr lang="en-US" dirty="0" err="1" smtClean="0"/>
              <a:t>HashMap</a:t>
            </a:r>
            <a:r>
              <a:rPr lang="en-US" dirty="0" smtClean="0"/>
              <a:t>&lt;String, String&gt;&gt;</a:t>
            </a:r>
            <a:endParaRPr lang="en-US" dirty="0"/>
          </a:p>
          <a:p>
            <a:r>
              <a:rPr lang="en-US" dirty="0" smtClean="0"/>
              <a:t>+</a:t>
            </a:r>
            <a:r>
              <a:rPr lang="en-US" dirty="0" err="1" smtClean="0"/>
              <a:t>DeleteData</a:t>
            </a:r>
            <a:r>
              <a:rPr lang="en-US" dirty="0" smtClean="0"/>
              <a:t>(</a:t>
            </a:r>
            <a:r>
              <a:rPr lang="en-US" dirty="0" err="1" smtClean="0"/>
              <a:t>TutorialID</a:t>
            </a:r>
            <a:r>
              <a:rPr lang="en-US" dirty="0" smtClean="0"/>
              <a:t> </a:t>
            </a:r>
            <a:r>
              <a:rPr lang="en-US" dirty="0"/>
              <a:t>: </a:t>
            </a:r>
            <a:r>
              <a:rPr lang="en-US" dirty="0" smtClean="0"/>
              <a:t>String, </a:t>
            </a:r>
            <a:r>
              <a:rPr lang="en-US" dirty="0"/>
              <a:t>Username : String</a:t>
            </a:r>
            <a:r>
              <a:rPr lang="en-US" dirty="0" smtClean="0"/>
              <a:t>) </a:t>
            </a:r>
            <a:r>
              <a:rPr lang="en-US" dirty="0"/>
              <a:t>: </a:t>
            </a:r>
            <a:r>
              <a:rPr lang="en-US" dirty="0" smtClean="0"/>
              <a:t>void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46731361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89278" y="433399"/>
            <a:ext cx="1649573" cy="65086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err="1" smtClean="0">
                <a:solidFill>
                  <a:schemeClr val="tx1"/>
                </a:solidFill>
              </a:rPr>
              <a:t>ImageLoader</a:t>
            </a: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1922771" y="1257507"/>
            <a:ext cx="7181526" cy="48453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" name="Straight Connector 3"/>
          <p:cNvCxnSpPr/>
          <p:nvPr/>
        </p:nvCxnSpPr>
        <p:spPr>
          <a:xfrm>
            <a:off x="1922771" y="1705356"/>
            <a:ext cx="7181526" cy="2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670334" y="1242018"/>
            <a:ext cx="194350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 err="1" smtClean="0"/>
              <a:t>ImageLoader</a:t>
            </a:r>
            <a:endParaRPr lang="en-US" sz="2000" b="1" dirty="0"/>
          </a:p>
        </p:txBody>
      </p:sp>
      <p:cxnSp>
        <p:nvCxnSpPr>
          <p:cNvPr id="6" name="Straight Connector 5"/>
          <p:cNvCxnSpPr/>
          <p:nvPr/>
        </p:nvCxnSpPr>
        <p:spPr>
          <a:xfrm>
            <a:off x="1922770" y="3893774"/>
            <a:ext cx="7181526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997473" y="1735236"/>
            <a:ext cx="7106823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-</a:t>
            </a:r>
            <a:r>
              <a:rPr lang="en-US" dirty="0" err="1" smtClean="0"/>
              <a:t>imageViews</a:t>
            </a:r>
            <a:r>
              <a:rPr lang="en-US" dirty="0" smtClean="0"/>
              <a:t> : Map&lt;</a:t>
            </a:r>
            <a:r>
              <a:rPr lang="en-US" dirty="0" err="1" smtClean="0"/>
              <a:t>ImageView</a:t>
            </a:r>
            <a:r>
              <a:rPr lang="en-US" dirty="0" smtClean="0"/>
              <a:t>, String&gt; = </a:t>
            </a:r>
            <a:r>
              <a:rPr lang="en-US" dirty="0" err="1" smtClean="0"/>
              <a:t>Collections.syncronizedMap</a:t>
            </a:r>
            <a:r>
              <a:rPr lang="en-US" dirty="0" smtClean="0"/>
              <a:t>(new </a:t>
            </a:r>
            <a:r>
              <a:rPr lang="en-US" dirty="0" err="1" smtClean="0"/>
              <a:t>WeakHashMap</a:t>
            </a:r>
            <a:r>
              <a:rPr lang="en-US" dirty="0" smtClean="0"/>
              <a:t>&lt;</a:t>
            </a:r>
            <a:r>
              <a:rPr lang="en-US" dirty="0" err="1" smtClean="0"/>
              <a:t>ImageView</a:t>
            </a:r>
            <a:r>
              <a:rPr lang="en-US" dirty="0" smtClean="0"/>
              <a:t>, String&gt;())</a:t>
            </a:r>
            <a:br>
              <a:rPr lang="en-US" dirty="0" smtClean="0"/>
            </a:br>
            <a:r>
              <a:rPr lang="en-US" dirty="0" smtClean="0"/>
              <a:t>~</a:t>
            </a:r>
            <a:r>
              <a:rPr lang="en-US" dirty="0" err="1" smtClean="0"/>
              <a:t>executorService</a:t>
            </a:r>
            <a:r>
              <a:rPr lang="en-US" dirty="0" smtClean="0"/>
              <a:t> : </a:t>
            </a:r>
            <a:r>
              <a:rPr lang="en-US" dirty="0" err="1" smtClean="0"/>
              <a:t>ExecutorService</a:t>
            </a:r>
            <a:r>
              <a:rPr lang="en-US" dirty="0" smtClean="0"/>
              <a:t/>
            </a:r>
            <a:br>
              <a:rPr lang="en-US" dirty="0" smtClean="0"/>
            </a:br>
            <a:r>
              <a:rPr lang="en-US" dirty="0" smtClean="0"/>
              <a:t>~handler : Handler = new Handler()</a:t>
            </a:r>
          </a:p>
          <a:p>
            <a:r>
              <a:rPr lang="en-US" dirty="0" smtClean="0"/>
              <a:t>~</a:t>
            </a:r>
            <a:r>
              <a:rPr lang="en-US" dirty="0" err="1" smtClean="0"/>
              <a:t>stub_id</a:t>
            </a:r>
            <a:r>
              <a:rPr lang="en-US" dirty="0" smtClean="0"/>
              <a:t> : </a:t>
            </a:r>
            <a:r>
              <a:rPr lang="en-US" dirty="0" err="1" smtClean="0"/>
              <a:t>int</a:t>
            </a:r>
            <a:r>
              <a:rPr lang="en-US" dirty="0" smtClean="0"/>
              <a:t> = </a:t>
            </a:r>
            <a:r>
              <a:rPr lang="en-US" dirty="0" err="1" smtClean="0"/>
              <a:t>R.drawable.ic_launcher</a:t>
            </a:r>
            <a:endParaRPr lang="en-US" dirty="0" smtClean="0"/>
          </a:p>
          <a:p>
            <a:r>
              <a:rPr lang="en-US" dirty="0" smtClean="0"/>
              <a:t>~</a:t>
            </a:r>
            <a:r>
              <a:rPr lang="en-US" dirty="0" err="1" smtClean="0"/>
              <a:t>memoryCache</a:t>
            </a:r>
            <a:r>
              <a:rPr lang="en-US" dirty="0" smtClean="0"/>
              <a:t> : </a:t>
            </a:r>
            <a:r>
              <a:rPr lang="en-US" dirty="0" err="1" smtClean="0"/>
              <a:t>MemoryCache</a:t>
            </a:r>
            <a:r>
              <a:rPr lang="en-US" dirty="0" smtClean="0"/>
              <a:t> = </a:t>
            </a:r>
            <a:r>
              <a:rPr lang="en-US" dirty="0" err="1" smtClean="0"/>
              <a:t>newMemoryCache</a:t>
            </a:r>
            <a:r>
              <a:rPr lang="en-US" dirty="0" smtClean="0"/>
              <a:t>()</a:t>
            </a:r>
          </a:p>
          <a:p>
            <a:r>
              <a:rPr lang="en-US" dirty="0" smtClean="0"/>
              <a:t>~</a:t>
            </a:r>
            <a:r>
              <a:rPr lang="en-US" dirty="0" err="1" smtClean="0"/>
              <a:t>fileCache</a:t>
            </a:r>
            <a:r>
              <a:rPr lang="en-US" dirty="0" smtClean="0"/>
              <a:t> : </a:t>
            </a:r>
            <a:r>
              <a:rPr lang="en-US" dirty="0" err="1" smtClean="0"/>
              <a:t>FileCache</a:t>
            </a:r>
            <a:endParaRPr lang="en-US" dirty="0" smtClean="0"/>
          </a:p>
        </p:txBody>
      </p:sp>
      <p:sp>
        <p:nvSpPr>
          <p:cNvPr id="8" name="TextBox 7"/>
          <p:cNvSpPr txBox="1"/>
          <p:nvPr/>
        </p:nvSpPr>
        <p:spPr>
          <a:xfrm>
            <a:off x="1953749" y="3910743"/>
            <a:ext cx="7311464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+</a:t>
            </a:r>
            <a:r>
              <a:rPr lang="en-US" dirty="0" err="1" smtClean="0"/>
              <a:t>imageLoader</a:t>
            </a:r>
            <a:r>
              <a:rPr lang="en-US" dirty="0" smtClean="0"/>
              <a:t>(context : Context)</a:t>
            </a:r>
            <a:r>
              <a:rPr lang="en-US" dirty="0"/>
              <a:t/>
            </a:r>
            <a:br>
              <a:rPr lang="en-US" dirty="0"/>
            </a:br>
            <a:r>
              <a:rPr lang="en-US" dirty="0" smtClean="0"/>
              <a:t>+</a:t>
            </a:r>
            <a:r>
              <a:rPr lang="en-US" dirty="0" err="1" smtClean="0"/>
              <a:t>DisplayImage</a:t>
            </a:r>
            <a:r>
              <a:rPr lang="en-US" dirty="0" smtClean="0"/>
              <a:t>(</a:t>
            </a:r>
            <a:r>
              <a:rPr lang="en-US" dirty="0" err="1" smtClean="0"/>
              <a:t>url</a:t>
            </a:r>
            <a:r>
              <a:rPr lang="en-US" dirty="0" smtClean="0"/>
              <a:t> : String, </a:t>
            </a:r>
            <a:r>
              <a:rPr lang="en-US" dirty="0" err="1" smtClean="0"/>
              <a:t>imageView</a:t>
            </a:r>
            <a:r>
              <a:rPr lang="en-US" dirty="0" smtClean="0"/>
              <a:t> : </a:t>
            </a:r>
            <a:r>
              <a:rPr lang="en-US" dirty="0" err="1"/>
              <a:t>imageView</a:t>
            </a:r>
            <a:r>
              <a:rPr lang="en-US" dirty="0" smtClean="0"/>
              <a:t>) : void</a:t>
            </a:r>
          </a:p>
          <a:p>
            <a:r>
              <a:rPr lang="en-US" dirty="0" smtClean="0"/>
              <a:t>-</a:t>
            </a:r>
            <a:r>
              <a:rPr lang="en-US" dirty="0" err="1" smtClean="0"/>
              <a:t>queuePhoto</a:t>
            </a:r>
            <a:r>
              <a:rPr lang="en-US" dirty="0"/>
              <a:t>(</a:t>
            </a:r>
            <a:r>
              <a:rPr lang="en-US" dirty="0" err="1"/>
              <a:t>url</a:t>
            </a:r>
            <a:r>
              <a:rPr lang="en-US" dirty="0"/>
              <a:t> : String, </a:t>
            </a:r>
            <a:r>
              <a:rPr lang="en-US" dirty="0" err="1"/>
              <a:t>imageView</a:t>
            </a:r>
            <a:r>
              <a:rPr lang="en-US" dirty="0"/>
              <a:t> : </a:t>
            </a:r>
            <a:r>
              <a:rPr lang="en-US" dirty="0" err="1"/>
              <a:t>imageView</a:t>
            </a:r>
            <a:r>
              <a:rPr lang="en-US" dirty="0"/>
              <a:t>) : void</a:t>
            </a:r>
          </a:p>
          <a:p>
            <a:r>
              <a:rPr lang="en-US" dirty="0" smtClean="0"/>
              <a:t>-</a:t>
            </a:r>
            <a:r>
              <a:rPr lang="en-US" dirty="0" err="1" smtClean="0"/>
              <a:t>getBitmap</a:t>
            </a:r>
            <a:r>
              <a:rPr lang="en-US" dirty="0" smtClean="0"/>
              <a:t>(</a:t>
            </a:r>
            <a:r>
              <a:rPr lang="en-US" dirty="0" err="1" smtClean="0"/>
              <a:t>url</a:t>
            </a:r>
            <a:r>
              <a:rPr lang="en-US" dirty="0" smtClean="0"/>
              <a:t> </a:t>
            </a:r>
            <a:r>
              <a:rPr lang="en-US" dirty="0"/>
              <a:t>: String) : </a:t>
            </a:r>
            <a:r>
              <a:rPr lang="en-US" dirty="0" smtClean="0"/>
              <a:t>Bitmap</a:t>
            </a:r>
            <a:endParaRPr lang="en-US" dirty="0"/>
          </a:p>
          <a:p>
            <a:r>
              <a:rPr lang="en-US" dirty="0" smtClean="0"/>
              <a:t>-</a:t>
            </a:r>
            <a:r>
              <a:rPr lang="en-US" dirty="0" err="1" smtClean="0"/>
              <a:t>decodeFile</a:t>
            </a:r>
            <a:r>
              <a:rPr lang="en-US" dirty="0" smtClean="0"/>
              <a:t>(f </a:t>
            </a:r>
            <a:r>
              <a:rPr lang="en-US" dirty="0"/>
              <a:t>: </a:t>
            </a:r>
            <a:r>
              <a:rPr lang="en-US" dirty="0" smtClean="0"/>
              <a:t>File) </a:t>
            </a:r>
            <a:r>
              <a:rPr lang="en-US" dirty="0"/>
              <a:t>: </a:t>
            </a:r>
            <a:r>
              <a:rPr lang="en-US" dirty="0" smtClean="0"/>
              <a:t>Bitmap</a:t>
            </a:r>
          </a:p>
          <a:p>
            <a:r>
              <a:rPr lang="en-US" dirty="0" smtClean="0"/>
              <a:t>~</a:t>
            </a:r>
            <a:r>
              <a:rPr lang="en-US" dirty="0" err="1" smtClean="0"/>
              <a:t>imageViewReused</a:t>
            </a:r>
            <a:r>
              <a:rPr lang="en-US" dirty="0" smtClean="0"/>
              <a:t>(</a:t>
            </a:r>
            <a:r>
              <a:rPr lang="en-US" dirty="0" err="1" smtClean="0"/>
              <a:t>photoToLoad</a:t>
            </a:r>
            <a:r>
              <a:rPr lang="en-US" dirty="0" smtClean="0"/>
              <a:t> : </a:t>
            </a:r>
            <a:r>
              <a:rPr lang="en-US" dirty="0" err="1" smtClean="0"/>
              <a:t>PhotoToLoad</a:t>
            </a:r>
            <a:r>
              <a:rPr lang="en-US" dirty="0" smtClean="0"/>
              <a:t>) : </a:t>
            </a:r>
            <a:r>
              <a:rPr lang="en-US" dirty="0" err="1" smtClean="0"/>
              <a:t>boolean</a:t>
            </a:r>
            <a:endParaRPr lang="en-US" dirty="0" smtClean="0"/>
          </a:p>
          <a:p>
            <a:r>
              <a:rPr lang="en-US" dirty="0" smtClean="0"/>
              <a:t>+</a:t>
            </a:r>
            <a:r>
              <a:rPr lang="en-US" dirty="0" err="1" smtClean="0"/>
              <a:t>clearCache</a:t>
            </a:r>
            <a:r>
              <a:rPr lang="en-US" dirty="0" smtClean="0"/>
              <a:t>() : void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3445596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204358" y="262632"/>
            <a:ext cx="1282114" cy="39084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 smtClean="0">
                <a:solidFill>
                  <a:schemeClr val="tx1"/>
                </a:solidFill>
              </a:rPr>
              <a:t>CreateShop</a:t>
            </a:r>
            <a:endParaRPr 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36881229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204358" y="815800"/>
            <a:ext cx="1282114" cy="46256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 smtClean="0">
                <a:solidFill>
                  <a:schemeClr val="tx1"/>
                </a:solidFill>
              </a:rPr>
              <a:t>ManageShop</a:t>
            </a:r>
            <a:endParaRPr 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09858712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216368" y="1481112"/>
            <a:ext cx="1282114" cy="41478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 smtClean="0">
                <a:solidFill>
                  <a:schemeClr val="tx1"/>
                </a:solidFill>
              </a:rPr>
              <a:t>ExploreShop</a:t>
            </a:r>
            <a:endParaRPr 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60295853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2216368" y="2173304"/>
            <a:ext cx="1282114" cy="43787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 smtClean="0">
                <a:solidFill>
                  <a:schemeClr val="tx1"/>
                </a:solidFill>
              </a:rPr>
              <a:t>ViewShopDetail</a:t>
            </a:r>
            <a:endParaRPr 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59883931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2228379" y="2878006"/>
            <a:ext cx="1282114" cy="41066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 smtClean="0">
                <a:solidFill>
                  <a:schemeClr val="tx1"/>
                </a:solidFill>
              </a:rPr>
              <a:t>GoogleMaps</a:t>
            </a:r>
            <a:endParaRPr 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03607497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1784723" y="3525238"/>
            <a:ext cx="1684832" cy="40335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 smtClean="0">
                <a:solidFill>
                  <a:schemeClr val="tx1"/>
                </a:solidFill>
              </a:rPr>
              <a:t>MessageManagement</a:t>
            </a:r>
            <a:endParaRPr 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56885270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1784722" y="4163335"/>
            <a:ext cx="1684833" cy="40335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 smtClean="0">
                <a:solidFill>
                  <a:schemeClr val="tx1"/>
                </a:solidFill>
              </a:rPr>
              <a:t>SearchBloggerActivity</a:t>
            </a:r>
            <a:endParaRPr 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16465262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784722" y="4791356"/>
            <a:ext cx="1684833" cy="40335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 smtClean="0">
                <a:solidFill>
                  <a:schemeClr val="tx1"/>
                </a:solidFill>
              </a:rPr>
              <a:t>NotificationActivity</a:t>
            </a:r>
            <a:endParaRPr 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2097452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00486" y="481268"/>
            <a:ext cx="2412820" cy="71142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</a:rPr>
              <a:t>PostFacebookActivity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2929562" y="1970026"/>
            <a:ext cx="4923403" cy="320348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" name="Straight Connector 3"/>
          <p:cNvCxnSpPr/>
          <p:nvPr/>
        </p:nvCxnSpPr>
        <p:spPr>
          <a:xfrm>
            <a:off x="2929562" y="2417875"/>
            <a:ext cx="4923403" cy="2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128218" y="1954537"/>
            <a:ext cx="267148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 err="1" smtClean="0"/>
              <a:t>PostFacebookActivity</a:t>
            </a:r>
            <a:endParaRPr lang="en-US" sz="2000" b="1" dirty="0"/>
          </a:p>
        </p:txBody>
      </p:sp>
      <p:cxnSp>
        <p:nvCxnSpPr>
          <p:cNvPr id="6" name="Straight Connector 5"/>
          <p:cNvCxnSpPr/>
          <p:nvPr/>
        </p:nvCxnSpPr>
        <p:spPr>
          <a:xfrm>
            <a:off x="2929562" y="4293111"/>
            <a:ext cx="4923403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976029" y="4335527"/>
            <a:ext cx="52796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#</a:t>
            </a:r>
            <a:r>
              <a:rPr lang="en-US" dirty="0" err="1" smtClean="0"/>
              <a:t>onCreate</a:t>
            </a:r>
            <a:r>
              <a:rPr lang="en-US" dirty="0" smtClean="0"/>
              <a:t>(</a:t>
            </a:r>
            <a:r>
              <a:rPr lang="en-US" dirty="0" err="1" smtClean="0"/>
              <a:t>savedInstanceState</a:t>
            </a:r>
            <a:r>
              <a:rPr lang="en-US" dirty="0" smtClean="0"/>
              <a:t> : Bundle) : void</a:t>
            </a:r>
            <a:r>
              <a:rPr lang="en-US" dirty="0"/>
              <a:t/>
            </a:r>
            <a:br>
              <a:rPr lang="en-US" dirty="0"/>
            </a:br>
            <a:r>
              <a:rPr lang="en-US" dirty="0" smtClean="0"/>
              <a:t>-</a:t>
            </a:r>
            <a:r>
              <a:rPr lang="en-US" dirty="0" err="1" smtClean="0"/>
              <a:t>postToFacebook</a:t>
            </a:r>
            <a:r>
              <a:rPr lang="en-US" dirty="0" smtClean="0"/>
              <a:t>(review : String) : void</a:t>
            </a:r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3004265" y="2447755"/>
            <a:ext cx="4151691" cy="17543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-</a:t>
            </a:r>
            <a:r>
              <a:rPr lang="en-US" dirty="0" err="1" smtClean="0"/>
              <a:t>mFacebook</a:t>
            </a:r>
            <a:r>
              <a:rPr lang="en-US" dirty="0" smtClean="0"/>
              <a:t> : Facebook</a:t>
            </a:r>
            <a:br>
              <a:rPr lang="en-US" dirty="0" smtClean="0"/>
            </a:br>
            <a:r>
              <a:rPr lang="en-US" dirty="0" smtClean="0"/>
              <a:t>-</a:t>
            </a:r>
            <a:r>
              <a:rPr lang="en-US" dirty="0" err="1" smtClean="0"/>
              <a:t>mFacebookCb</a:t>
            </a:r>
            <a:r>
              <a:rPr lang="en-US" dirty="0" smtClean="0"/>
              <a:t> : Checkbox</a:t>
            </a:r>
          </a:p>
          <a:p>
            <a:r>
              <a:rPr lang="en-US" dirty="0" smtClean="0"/>
              <a:t>-</a:t>
            </a:r>
            <a:r>
              <a:rPr lang="en-US" dirty="0" err="1" smtClean="0"/>
              <a:t>mProgress</a:t>
            </a:r>
            <a:r>
              <a:rPr lang="en-US" dirty="0" smtClean="0"/>
              <a:t> : </a:t>
            </a:r>
            <a:r>
              <a:rPr lang="en-US" dirty="0" err="1" smtClean="0"/>
              <a:t>ProgressDialog</a:t>
            </a:r>
            <a:endParaRPr lang="en-US" dirty="0" smtClean="0"/>
          </a:p>
          <a:p>
            <a:r>
              <a:rPr lang="en-US" dirty="0" smtClean="0"/>
              <a:t>-</a:t>
            </a:r>
            <a:r>
              <a:rPr lang="en-US" dirty="0" err="1" smtClean="0"/>
              <a:t>mRunOnUi</a:t>
            </a:r>
            <a:r>
              <a:rPr lang="en-US" dirty="0" smtClean="0"/>
              <a:t> : Handler = new Handler()</a:t>
            </a:r>
          </a:p>
          <a:p>
            <a:r>
              <a:rPr lang="en-US" dirty="0" smtClean="0"/>
              <a:t>-APP_ID : String</a:t>
            </a:r>
          </a:p>
          <a:p>
            <a:r>
              <a:rPr lang="en-US" dirty="0" smtClean="0"/>
              <a:t>-</a:t>
            </a:r>
            <a:r>
              <a:rPr lang="en-US" dirty="0" err="1" smtClean="0"/>
              <a:t>rimg</a:t>
            </a:r>
            <a:r>
              <a:rPr lang="en-US" dirty="0" smtClean="0"/>
              <a:t> : String</a:t>
            </a:r>
          </a:p>
        </p:txBody>
      </p:sp>
    </p:spTree>
    <p:extLst>
      <p:ext uri="{BB962C8B-B14F-4D97-AF65-F5344CB8AC3E}">
        <p14:creationId xmlns:p14="http://schemas.microsoft.com/office/powerpoint/2010/main" val="1020922693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57027" y="497181"/>
            <a:ext cx="2309811" cy="8968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 smtClean="0">
                <a:solidFill>
                  <a:schemeClr val="tx1"/>
                </a:solidFill>
              </a:rPr>
              <a:t>DownloadJSON</a:t>
            </a: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2929562" y="1970026"/>
            <a:ext cx="4923403" cy="32344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" name="Straight Connector 3"/>
          <p:cNvCxnSpPr/>
          <p:nvPr/>
        </p:nvCxnSpPr>
        <p:spPr>
          <a:xfrm>
            <a:off x="2929562" y="2417875"/>
            <a:ext cx="4923403" cy="2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484467" y="1954537"/>
            <a:ext cx="18815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 err="1" smtClean="0"/>
              <a:t>DownloadJSON</a:t>
            </a:r>
            <a:endParaRPr lang="en-US" sz="2000" b="1" dirty="0"/>
          </a:p>
        </p:txBody>
      </p:sp>
      <p:cxnSp>
        <p:nvCxnSpPr>
          <p:cNvPr id="6" name="Straight Connector 5"/>
          <p:cNvCxnSpPr/>
          <p:nvPr/>
        </p:nvCxnSpPr>
        <p:spPr>
          <a:xfrm>
            <a:off x="2929562" y="4060768"/>
            <a:ext cx="4923403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3004265" y="2447755"/>
            <a:ext cx="415169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-</a:t>
            </a:r>
            <a:r>
              <a:rPr lang="en-US" dirty="0" err="1" smtClean="0"/>
              <a:t>tutorialObject</a:t>
            </a:r>
            <a:r>
              <a:rPr lang="en-US" dirty="0" smtClean="0"/>
              <a:t> : </a:t>
            </a:r>
            <a:r>
              <a:rPr lang="en-US" dirty="0" err="1" smtClean="0"/>
              <a:t>JSONObject</a:t>
            </a:r>
            <a:r>
              <a:rPr lang="en-US" dirty="0" smtClean="0"/>
              <a:t/>
            </a:r>
            <a:br>
              <a:rPr lang="en-US" dirty="0" smtClean="0"/>
            </a:br>
            <a:r>
              <a:rPr lang="en-US" dirty="0" smtClean="0"/>
              <a:t>-</a:t>
            </a:r>
            <a:r>
              <a:rPr lang="en-US" dirty="0" err="1" smtClean="0"/>
              <a:t>subObject</a:t>
            </a:r>
            <a:r>
              <a:rPr lang="en-US" dirty="0" smtClean="0"/>
              <a:t> : </a:t>
            </a:r>
            <a:r>
              <a:rPr lang="en-US" dirty="0" err="1" smtClean="0"/>
              <a:t>JSONObject</a:t>
            </a:r>
            <a:endParaRPr lang="en-US" dirty="0" smtClean="0"/>
          </a:p>
          <a:p>
            <a:r>
              <a:rPr lang="en-US" dirty="0" smtClean="0"/>
              <a:t>-array : </a:t>
            </a:r>
            <a:r>
              <a:rPr lang="en-US" dirty="0" err="1" smtClean="0"/>
              <a:t>JSONArray</a:t>
            </a:r>
            <a:endParaRPr lang="en-US" dirty="0" smtClean="0"/>
          </a:p>
          <a:p>
            <a:r>
              <a:rPr lang="en-US" dirty="0" smtClean="0"/>
              <a:t>-array2 : </a:t>
            </a:r>
            <a:r>
              <a:rPr lang="en-US" dirty="0" err="1" smtClean="0"/>
              <a:t>JSONArray</a:t>
            </a:r>
            <a:endParaRPr lang="en-US" dirty="0" smtClean="0"/>
          </a:p>
          <a:p>
            <a:r>
              <a:rPr lang="en-US" dirty="0" smtClean="0"/>
              <a:t>-</a:t>
            </a:r>
            <a:r>
              <a:rPr lang="en-US" dirty="0" err="1" smtClean="0"/>
              <a:t>resultob</a:t>
            </a:r>
            <a:r>
              <a:rPr lang="en-US" dirty="0" smtClean="0"/>
              <a:t> : </a:t>
            </a:r>
            <a:r>
              <a:rPr lang="en-US" dirty="0" err="1" smtClean="0"/>
              <a:t>JSONObject</a:t>
            </a:r>
            <a:endParaRPr lang="en-US" dirty="0" smtClean="0"/>
          </a:p>
        </p:txBody>
      </p:sp>
      <p:sp>
        <p:nvSpPr>
          <p:cNvPr id="8" name="TextBox 7"/>
          <p:cNvSpPr txBox="1"/>
          <p:nvPr/>
        </p:nvSpPr>
        <p:spPr>
          <a:xfrm>
            <a:off x="2976029" y="4103700"/>
            <a:ext cx="443049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#</a:t>
            </a:r>
            <a:r>
              <a:rPr lang="en-US" dirty="0" err="1" smtClean="0"/>
              <a:t>onPreExecute</a:t>
            </a:r>
            <a:r>
              <a:rPr lang="en-US" dirty="0" smtClean="0"/>
              <a:t>() : void</a:t>
            </a:r>
            <a:r>
              <a:rPr lang="en-US" dirty="0"/>
              <a:t/>
            </a:r>
            <a:br>
              <a:rPr lang="en-US" dirty="0"/>
            </a:br>
            <a:r>
              <a:rPr lang="en-US" dirty="0" smtClean="0"/>
              <a:t>#</a:t>
            </a:r>
            <a:r>
              <a:rPr lang="en-US" dirty="0" err="1" smtClean="0"/>
              <a:t>doInBackground</a:t>
            </a:r>
            <a:r>
              <a:rPr lang="en-US" dirty="0" smtClean="0"/>
              <a:t>(</a:t>
            </a:r>
            <a:r>
              <a:rPr lang="en-US" dirty="0" err="1" smtClean="0"/>
              <a:t>params</a:t>
            </a:r>
            <a:r>
              <a:rPr lang="en-US" dirty="0" smtClean="0"/>
              <a:t> : Void …) : void</a:t>
            </a:r>
          </a:p>
          <a:p>
            <a:r>
              <a:rPr lang="en-US" dirty="0" smtClean="0"/>
              <a:t>#</a:t>
            </a:r>
            <a:r>
              <a:rPr lang="en-US" dirty="0" err="1" smtClean="0"/>
              <a:t>onPostExecute</a:t>
            </a:r>
            <a:r>
              <a:rPr lang="en-US" dirty="0" smtClean="0"/>
              <a:t>(</a:t>
            </a:r>
            <a:r>
              <a:rPr lang="en-US" dirty="0" err="1" smtClean="0"/>
              <a:t>args</a:t>
            </a:r>
            <a:r>
              <a:rPr lang="en-US" dirty="0" smtClean="0"/>
              <a:t> : Void) : void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0640283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780</TotalTime>
  <Words>285</Words>
  <Application>Microsoft Macintosh PowerPoint</Application>
  <PresentationFormat>Custom</PresentationFormat>
  <Paragraphs>150</Paragraphs>
  <Slides>22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3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pimchanok sripraphan</dc:creator>
  <cp:lastModifiedBy>pimchanok sripraphan</cp:lastModifiedBy>
  <cp:revision>69</cp:revision>
  <dcterms:created xsi:type="dcterms:W3CDTF">2014-05-20T17:52:38Z</dcterms:created>
  <dcterms:modified xsi:type="dcterms:W3CDTF">2014-10-07T15:43:55Z</dcterms:modified>
</cp:coreProperties>
</file>