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5201563" cy="18003838"/>
  <p:notesSz cx="6858000" cy="9144000"/>
  <p:defaultTextStyle>
    <a:defPPr>
      <a:defRPr lang="en-US"/>
    </a:defPPr>
    <a:lvl1pPr marL="0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1pPr>
    <a:lvl2pPr marL="1234317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2pPr>
    <a:lvl3pPr marL="2468633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3pPr>
    <a:lvl4pPr marL="3702950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4pPr>
    <a:lvl5pPr marL="4937267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5pPr>
    <a:lvl6pPr marL="6171584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6pPr>
    <a:lvl7pPr marL="7405899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7pPr>
    <a:lvl8pPr marL="8640216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8pPr>
    <a:lvl9pPr marL="9874533" algn="l" defTabSz="1234317" rtl="0" eaLnBrk="1" latinLnBrk="0" hangingPunct="1">
      <a:defRPr sz="5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9" d="100"/>
          <a:sy n="29" d="100"/>
        </p:scale>
        <p:origin x="-1896" y="-128"/>
      </p:cViewPr>
      <p:guideLst>
        <p:guide orient="horz" pos="5671"/>
        <p:guide pos="7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118" y="5592861"/>
            <a:ext cx="21421330" cy="38591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235" y="10202175"/>
            <a:ext cx="17641095" cy="4600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34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70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937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171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405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640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874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0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50" y="11569134"/>
            <a:ext cx="21421330" cy="3575762"/>
          </a:xfrm>
        </p:spPr>
        <p:txBody>
          <a:bodyPr anchor="t"/>
          <a:lstStyle>
            <a:lvl1pPr algn="l">
              <a:defRPr sz="10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750" y="7630796"/>
            <a:ext cx="21421330" cy="3938338"/>
          </a:xfrm>
        </p:spPr>
        <p:txBody>
          <a:bodyPr anchor="b"/>
          <a:lstStyle>
            <a:lvl1pPr marL="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1pPr>
            <a:lvl2pPr marL="1234317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2pPr>
            <a:lvl3pPr marL="2468633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3pPr>
            <a:lvl4pPr marL="3702950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4pPr>
            <a:lvl5pPr marL="4937267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5pPr>
            <a:lvl6pPr marL="6171584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6pPr>
            <a:lvl7pPr marL="7405899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7pPr>
            <a:lvl8pPr marL="8640216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8pPr>
            <a:lvl9pPr marL="9874533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5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3967" y="11027351"/>
            <a:ext cx="31042552" cy="31194151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4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36543" y="11027351"/>
            <a:ext cx="31046927" cy="31194151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4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079" y="720988"/>
            <a:ext cx="22681406" cy="300064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78" y="4030028"/>
            <a:ext cx="11135067" cy="1679523"/>
          </a:xfrm>
        </p:spPr>
        <p:txBody>
          <a:bodyPr anchor="b"/>
          <a:lstStyle>
            <a:lvl1pPr marL="0" indent="0">
              <a:buNone/>
              <a:defRPr sz="6500" b="1"/>
            </a:lvl1pPr>
            <a:lvl2pPr marL="1234317" indent="0">
              <a:buNone/>
              <a:defRPr sz="5400" b="1"/>
            </a:lvl2pPr>
            <a:lvl3pPr marL="2468633" indent="0">
              <a:buNone/>
              <a:defRPr sz="5000" b="1"/>
            </a:lvl3pPr>
            <a:lvl4pPr marL="3702950" indent="0">
              <a:buNone/>
              <a:defRPr sz="4400" b="1"/>
            </a:lvl4pPr>
            <a:lvl5pPr marL="4937267" indent="0">
              <a:buNone/>
              <a:defRPr sz="4400" b="1"/>
            </a:lvl5pPr>
            <a:lvl6pPr marL="6171584" indent="0">
              <a:buNone/>
              <a:defRPr sz="4400" b="1"/>
            </a:lvl6pPr>
            <a:lvl7pPr marL="7405899" indent="0">
              <a:buNone/>
              <a:defRPr sz="4400" b="1"/>
            </a:lvl7pPr>
            <a:lvl8pPr marL="8640216" indent="0">
              <a:buNone/>
              <a:defRPr sz="4400" b="1"/>
            </a:lvl8pPr>
            <a:lvl9pPr marL="9874533" indent="0">
              <a:buNone/>
              <a:defRPr sz="4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078" y="5709551"/>
            <a:ext cx="11135067" cy="10373046"/>
          </a:xfrm>
        </p:spPr>
        <p:txBody>
          <a:bodyPr/>
          <a:lstStyle>
            <a:lvl1pPr>
              <a:defRPr sz="6500"/>
            </a:lvl1pPr>
            <a:lvl2pPr>
              <a:defRPr sz="5400"/>
            </a:lvl2pPr>
            <a:lvl3pPr>
              <a:defRPr sz="50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2046" y="4030028"/>
            <a:ext cx="11139442" cy="1679523"/>
          </a:xfrm>
        </p:spPr>
        <p:txBody>
          <a:bodyPr anchor="b"/>
          <a:lstStyle>
            <a:lvl1pPr marL="0" indent="0">
              <a:buNone/>
              <a:defRPr sz="6500" b="1"/>
            </a:lvl1pPr>
            <a:lvl2pPr marL="1234317" indent="0">
              <a:buNone/>
              <a:defRPr sz="5400" b="1"/>
            </a:lvl2pPr>
            <a:lvl3pPr marL="2468633" indent="0">
              <a:buNone/>
              <a:defRPr sz="5000" b="1"/>
            </a:lvl3pPr>
            <a:lvl4pPr marL="3702950" indent="0">
              <a:buNone/>
              <a:defRPr sz="4400" b="1"/>
            </a:lvl4pPr>
            <a:lvl5pPr marL="4937267" indent="0">
              <a:buNone/>
              <a:defRPr sz="4400" b="1"/>
            </a:lvl5pPr>
            <a:lvl6pPr marL="6171584" indent="0">
              <a:buNone/>
              <a:defRPr sz="4400" b="1"/>
            </a:lvl6pPr>
            <a:lvl7pPr marL="7405899" indent="0">
              <a:buNone/>
              <a:defRPr sz="4400" b="1"/>
            </a:lvl7pPr>
            <a:lvl8pPr marL="8640216" indent="0">
              <a:buNone/>
              <a:defRPr sz="4400" b="1"/>
            </a:lvl8pPr>
            <a:lvl9pPr marL="9874533" indent="0">
              <a:buNone/>
              <a:defRPr sz="4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2046" y="5709551"/>
            <a:ext cx="11139442" cy="10373046"/>
          </a:xfrm>
        </p:spPr>
        <p:txBody>
          <a:bodyPr/>
          <a:lstStyle>
            <a:lvl1pPr>
              <a:defRPr sz="6500"/>
            </a:lvl1pPr>
            <a:lvl2pPr>
              <a:defRPr sz="5400"/>
            </a:lvl2pPr>
            <a:lvl3pPr>
              <a:defRPr sz="50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3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6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4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080" y="716820"/>
            <a:ext cx="8291141" cy="3050651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111" y="716823"/>
            <a:ext cx="14088374" cy="15365778"/>
          </a:xfrm>
        </p:spPr>
        <p:txBody>
          <a:bodyPr/>
          <a:lstStyle>
            <a:lvl1pPr>
              <a:defRPr sz="8600"/>
            </a:lvl1pPr>
            <a:lvl2pPr>
              <a:defRPr sz="7700"/>
            </a:lvl2pPr>
            <a:lvl3pPr>
              <a:defRPr sz="65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080" y="3767472"/>
            <a:ext cx="8291141" cy="12315127"/>
          </a:xfrm>
        </p:spPr>
        <p:txBody>
          <a:bodyPr/>
          <a:lstStyle>
            <a:lvl1pPr marL="0" indent="0">
              <a:buNone/>
              <a:defRPr sz="3800"/>
            </a:lvl1pPr>
            <a:lvl2pPr marL="1234317" indent="0">
              <a:buNone/>
              <a:defRPr sz="3200"/>
            </a:lvl2pPr>
            <a:lvl3pPr marL="2468633" indent="0">
              <a:buNone/>
              <a:defRPr sz="2700"/>
            </a:lvl3pPr>
            <a:lvl4pPr marL="3702950" indent="0">
              <a:buNone/>
              <a:defRPr sz="2400"/>
            </a:lvl4pPr>
            <a:lvl5pPr marL="4937267" indent="0">
              <a:buNone/>
              <a:defRPr sz="2400"/>
            </a:lvl5pPr>
            <a:lvl6pPr marL="6171584" indent="0">
              <a:buNone/>
              <a:defRPr sz="2400"/>
            </a:lvl6pPr>
            <a:lvl7pPr marL="7405899" indent="0">
              <a:buNone/>
              <a:defRPr sz="2400"/>
            </a:lvl7pPr>
            <a:lvl8pPr marL="8640216" indent="0">
              <a:buNone/>
              <a:defRPr sz="2400"/>
            </a:lvl8pPr>
            <a:lvl9pPr marL="9874533" indent="0">
              <a:buNone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2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683" y="12602687"/>
            <a:ext cx="15120938" cy="1487818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9683" y="1608677"/>
            <a:ext cx="15120938" cy="10802303"/>
          </a:xfrm>
        </p:spPr>
        <p:txBody>
          <a:bodyPr/>
          <a:lstStyle>
            <a:lvl1pPr marL="0" indent="0">
              <a:buNone/>
              <a:defRPr sz="8600"/>
            </a:lvl1pPr>
            <a:lvl2pPr marL="1234317" indent="0">
              <a:buNone/>
              <a:defRPr sz="7700"/>
            </a:lvl2pPr>
            <a:lvl3pPr marL="2468633" indent="0">
              <a:buNone/>
              <a:defRPr sz="6500"/>
            </a:lvl3pPr>
            <a:lvl4pPr marL="3702950" indent="0">
              <a:buNone/>
              <a:defRPr sz="5400"/>
            </a:lvl4pPr>
            <a:lvl5pPr marL="4937267" indent="0">
              <a:buNone/>
              <a:defRPr sz="5400"/>
            </a:lvl5pPr>
            <a:lvl6pPr marL="6171584" indent="0">
              <a:buNone/>
              <a:defRPr sz="5400"/>
            </a:lvl6pPr>
            <a:lvl7pPr marL="7405899" indent="0">
              <a:buNone/>
              <a:defRPr sz="5400"/>
            </a:lvl7pPr>
            <a:lvl8pPr marL="8640216" indent="0">
              <a:buNone/>
              <a:defRPr sz="5400"/>
            </a:lvl8pPr>
            <a:lvl9pPr marL="9874533" indent="0">
              <a:buNone/>
              <a:defRPr sz="5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9683" y="14090507"/>
            <a:ext cx="15120938" cy="2112948"/>
          </a:xfrm>
        </p:spPr>
        <p:txBody>
          <a:bodyPr/>
          <a:lstStyle>
            <a:lvl1pPr marL="0" indent="0">
              <a:buNone/>
              <a:defRPr sz="3800"/>
            </a:lvl1pPr>
            <a:lvl2pPr marL="1234317" indent="0">
              <a:buNone/>
              <a:defRPr sz="3200"/>
            </a:lvl2pPr>
            <a:lvl3pPr marL="2468633" indent="0">
              <a:buNone/>
              <a:defRPr sz="2700"/>
            </a:lvl3pPr>
            <a:lvl4pPr marL="3702950" indent="0">
              <a:buNone/>
              <a:defRPr sz="2400"/>
            </a:lvl4pPr>
            <a:lvl5pPr marL="4937267" indent="0">
              <a:buNone/>
              <a:defRPr sz="2400"/>
            </a:lvl5pPr>
            <a:lvl6pPr marL="6171584" indent="0">
              <a:buNone/>
              <a:defRPr sz="2400"/>
            </a:lvl6pPr>
            <a:lvl7pPr marL="7405899" indent="0">
              <a:buNone/>
              <a:defRPr sz="2400"/>
            </a:lvl7pPr>
            <a:lvl8pPr marL="8640216" indent="0">
              <a:buNone/>
              <a:defRPr sz="2400"/>
            </a:lvl8pPr>
            <a:lvl9pPr marL="9874533" indent="0">
              <a:buNone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9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0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9376" y="1892070"/>
            <a:ext cx="15624095" cy="403294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73966" y="1892070"/>
            <a:ext cx="46465381" cy="403294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5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0079" y="720988"/>
            <a:ext cx="22681406" cy="3000641"/>
          </a:xfrm>
          <a:prstGeom prst="rect">
            <a:avLst/>
          </a:prstGeom>
        </p:spPr>
        <p:txBody>
          <a:bodyPr vert="horz" lIns="246848" tIns="123424" rIns="246848" bIns="1234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79" y="4200898"/>
            <a:ext cx="22681406" cy="11881700"/>
          </a:xfrm>
          <a:prstGeom prst="rect">
            <a:avLst/>
          </a:prstGeom>
        </p:spPr>
        <p:txBody>
          <a:bodyPr vert="horz" lIns="246848" tIns="123424" rIns="246848" bIns="1234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0078" y="16686892"/>
            <a:ext cx="5880365" cy="958539"/>
          </a:xfrm>
          <a:prstGeom prst="rect">
            <a:avLst/>
          </a:prstGeom>
        </p:spPr>
        <p:txBody>
          <a:bodyPr vert="horz" lIns="246848" tIns="123424" rIns="246848" bIns="123424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7AB3A-8B43-D94C-947A-D3DEA5B974B8}" type="datetimeFigureOut">
              <a:rPr lang="en-US" smtClean="0"/>
              <a:t>11/10/14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10536" y="16686892"/>
            <a:ext cx="7980494" cy="958539"/>
          </a:xfrm>
          <a:prstGeom prst="rect">
            <a:avLst/>
          </a:prstGeom>
        </p:spPr>
        <p:txBody>
          <a:bodyPr vert="horz" lIns="246848" tIns="123424" rIns="246848" bIns="123424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61121" y="16686892"/>
            <a:ext cx="5880365" cy="958539"/>
          </a:xfrm>
          <a:prstGeom prst="rect">
            <a:avLst/>
          </a:prstGeom>
        </p:spPr>
        <p:txBody>
          <a:bodyPr vert="horz" lIns="246848" tIns="123424" rIns="246848" bIns="123424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E0254-8D74-5E4E-9BB1-C0AC8E93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5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34317" rtl="0" eaLnBrk="1" latinLnBrk="0" hangingPunct="1">
        <a:spcBef>
          <a:spcPct val="0"/>
        </a:spcBef>
        <a:buNone/>
        <a:defRPr sz="11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25737" indent="-925737" algn="l" defTabSz="1234317" rtl="0" eaLnBrk="1" latinLnBrk="0" hangingPunct="1">
        <a:spcBef>
          <a:spcPct val="20000"/>
        </a:spcBef>
        <a:buFont typeface="Arial"/>
        <a:buChar char="•"/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005764" indent="-771449" algn="l" defTabSz="1234317" rtl="0" eaLnBrk="1" latinLnBrk="0" hangingPunct="1">
        <a:spcBef>
          <a:spcPct val="20000"/>
        </a:spcBef>
        <a:buFont typeface="Arial"/>
        <a:buChar char="–"/>
        <a:defRPr sz="7700" kern="1200">
          <a:solidFill>
            <a:schemeClr val="tx1"/>
          </a:solidFill>
          <a:latin typeface="+mn-lt"/>
          <a:ea typeface="+mn-ea"/>
          <a:cs typeface="+mn-cs"/>
        </a:defRPr>
      </a:lvl2pPr>
      <a:lvl3pPr marL="3085791" indent="-617159" algn="l" defTabSz="123431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108" indent="-617159" algn="l" defTabSz="1234317" rtl="0" eaLnBrk="1" latinLnBrk="0" hangingPunct="1">
        <a:spcBef>
          <a:spcPct val="20000"/>
        </a:spcBef>
        <a:buFont typeface="Arial"/>
        <a:buChar char="–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554425" indent="-617159" algn="l" defTabSz="1234317" rtl="0" eaLnBrk="1" latinLnBrk="0" hangingPunct="1">
        <a:spcBef>
          <a:spcPct val="20000"/>
        </a:spcBef>
        <a:buFont typeface="Arial"/>
        <a:buChar char="»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788741" indent="-617159" algn="l" defTabSz="1234317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023058" indent="-617159" algn="l" defTabSz="1234317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257375" indent="-617159" algn="l" defTabSz="1234317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491690" indent="-617159" algn="l" defTabSz="1234317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234317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468633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3702950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267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5pPr>
      <a:lvl6pPr marL="6171584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6pPr>
      <a:lvl7pPr marL="7405899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7pPr>
      <a:lvl8pPr marL="8640216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8pPr>
      <a:lvl9pPr marL="9874533" algn="l" defTabSz="1234317" rtl="0" eaLnBrk="1" latinLnBrk="0" hangingPunct="1">
        <a:defRPr sz="5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197659"/>
              </p:ext>
            </p:extLst>
          </p:nvPr>
        </p:nvGraphicFramePr>
        <p:xfrm>
          <a:off x="9377410" y="4878202"/>
          <a:ext cx="2079281" cy="35971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Registered User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user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username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password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email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user_pic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creation_time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role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graphicFrame>
        <p:nvGraphicFramePr>
          <p:cNvPr id="173" name="Table 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240199"/>
              </p:ext>
            </p:extLst>
          </p:nvPr>
        </p:nvGraphicFramePr>
        <p:xfrm>
          <a:off x="6252102" y="5057609"/>
          <a:ext cx="2079281" cy="32313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Tutorial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tutorial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title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categoryID</a:t>
                      </a:r>
                      <a:r>
                        <a:rPr lang="en-US" sz="2000" baseline="0" dirty="0" smtClean="0"/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tutorial_pic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material_pic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material_des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graphicFrame>
        <p:nvGraphicFramePr>
          <p:cNvPr id="174" name="Table 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73890"/>
              </p:ext>
            </p:extLst>
          </p:nvPr>
        </p:nvGraphicFramePr>
        <p:xfrm>
          <a:off x="12546324" y="4991948"/>
          <a:ext cx="2079281" cy="24387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Shop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shopID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shop_name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shop_info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shop_pic</a:t>
                      </a:r>
                      <a:endParaRPr lang="en-US" sz="2000" dirty="0" smtClean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userID</a:t>
                      </a:r>
                      <a:r>
                        <a:rPr lang="en-US" sz="2000" dirty="0" smtClean="0"/>
                        <a:t> (FK)</a:t>
                      </a:r>
                    </a:p>
                  </a:txBody>
                  <a:tcPr marT="45721" marB="45721" anchor="ctr"/>
                </a:tc>
              </a:tr>
            </a:tbl>
          </a:graphicData>
        </a:graphic>
      </p:graphicFrame>
      <p:graphicFrame>
        <p:nvGraphicFramePr>
          <p:cNvPr id="175" name="Table 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32869"/>
              </p:ext>
            </p:extLst>
          </p:nvPr>
        </p:nvGraphicFramePr>
        <p:xfrm>
          <a:off x="15681674" y="5190068"/>
          <a:ext cx="2079281" cy="204245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Branch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branchID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tel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locationID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graphicFrame>
        <p:nvGraphicFramePr>
          <p:cNvPr id="176" name="Table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33933"/>
              </p:ext>
            </p:extLst>
          </p:nvPr>
        </p:nvGraphicFramePr>
        <p:xfrm>
          <a:off x="18866572" y="5388188"/>
          <a:ext cx="2079281" cy="16461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Picture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picID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picture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branchID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177" name="Picture 176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545" y="5775247"/>
            <a:ext cx="310901" cy="310901"/>
          </a:xfrm>
          <a:prstGeom prst="rect">
            <a:avLst/>
          </a:prstGeom>
        </p:spPr>
      </p:pic>
      <p:pic>
        <p:nvPicPr>
          <p:cNvPr id="178" name="Picture 177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242" y="5537829"/>
            <a:ext cx="310901" cy="310901"/>
          </a:xfrm>
          <a:prstGeom prst="rect">
            <a:avLst/>
          </a:prstGeom>
        </p:spPr>
      </p:pic>
      <p:pic>
        <p:nvPicPr>
          <p:cNvPr id="179" name="Picture 178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569" y="5705217"/>
            <a:ext cx="310901" cy="310901"/>
          </a:xfrm>
          <a:prstGeom prst="rect">
            <a:avLst/>
          </a:prstGeom>
        </p:spPr>
      </p:pic>
      <p:pic>
        <p:nvPicPr>
          <p:cNvPr id="180" name="Picture 179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5767" y="5915528"/>
            <a:ext cx="310901" cy="310901"/>
          </a:xfrm>
          <a:prstGeom prst="rect">
            <a:avLst/>
          </a:prstGeom>
        </p:spPr>
      </p:pic>
      <p:pic>
        <p:nvPicPr>
          <p:cNvPr id="181" name="Picture 180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242" y="5591197"/>
            <a:ext cx="310901" cy="310901"/>
          </a:xfrm>
          <a:prstGeom prst="rect">
            <a:avLst/>
          </a:prstGeom>
        </p:spPr>
      </p:pic>
      <p:cxnSp>
        <p:nvCxnSpPr>
          <p:cNvPr id="182" name="Straight Connector 181"/>
          <p:cNvCxnSpPr>
            <a:stCxn id="172" idx="1"/>
            <a:endCxn id="173" idx="3"/>
          </p:cNvCxnSpPr>
          <p:nvPr/>
        </p:nvCxnSpPr>
        <p:spPr>
          <a:xfrm flipH="1" flipV="1">
            <a:off x="8331383" y="6673305"/>
            <a:ext cx="1046027" cy="34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74" idx="1"/>
          </p:cNvCxnSpPr>
          <p:nvPr/>
        </p:nvCxnSpPr>
        <p:spPr>
          <a:xfrm flipH="1" flipV="1">
            <a:off x="11456692" y="6210812"/>
            <a:ext cx="1089632" cy="51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75" idx="1"/>
            <a:endCxn id="174" idx="3"/>
          </p:cNvCxnSpPr>
          <p:nvPr/>
        </p:nvCxnSpPr>
        <p:spPr>
          <a:xfrm flipH="1">
            <a:off x="14625605" y="6211294"/>
            <a:ext cx="1056069" cy="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stCxn id="176" idx="1"/>
            <a:endCxn id="175" idx="3"/>
          </p:cNvCxnSpPr>
          <p:nvPr/>
        </p:nvCxnSpPr>
        <p:spPr>
          <a:xfrm flipH="1">
            <a:off x="17760955" y="6211258"/>
            <a:ext cx="1105617" cy="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flipV="1">
            <a:off x="8331382" y="6675058"/>
            <a:ext cx="270330" cy="2019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8340519" y="6481940"/>
            <a:ext cx="270330" cy="21139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flipV="1">
            <a:off x="12311767" y="6053014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>
            <a:off x="12328807" y="6222891"/>
            <a:ext cx="217232" cy="1683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flipV="1">
            <a:off x="15445421" y="6040933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>
            <a:off x="15462461" y="6210810"/>
            <a:ext cx="217232" cy="1683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V="1">
            <a:off x="18632298" y="6049813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>
            <a:off x="18649339" y="6219692"/>
            <a:ext cx="217232" cy="1683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flipV="1">
            <a:off x="9229310" y="6548238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>
          <a:xfrm flipV="1">
            <a:off x="11613326" y="6071922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flipV="1">
            <a:off x="14850275" y="6091942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 flipV="1">
            <a:off x="17931150" y="6071922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Donut 197"/>
          <p:cNvSpPr/>
          <p:nvPr/>
        </p:nvSpPr>
        <p:spPr>
          <a:xfrm>
            <a:off x="8588036" y="6544172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9" name="Donut 198"/>
          <p:cNvSpPr/>
          <p:nvPr/>
        </p:nvSpPr>
        <p:spPr>
          <a:xfrm>
            <a:off x="12059332" y="6087820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0" name="Straight Connector 199"/>
          <p:cNvCxnSpPr/>
          <p:nvPr/>
        </p:nvCxnSpPr>
        <p:spPr>
          <a:xfrm flipV="1">
            <a:off x="15427146" y="6071852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Donut 200"/>
          <p:cNvSpPr/>
          <p:nvPr/>
        </p:nvSpPr>
        <p:spPr>
          <a:xfrm>
            <a:off x="18379863" y="6088845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02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391289"/>
              </p:ext>
            </p:extLst>
          </p:nvPr>
        </p:nvGraphicFramePr>
        <p:xfrm>
          <a:off x="6238318" y="2779837"/>
          <a:ext cx="2079281" cy="124982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categoryID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description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03" name="Picture 202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857" y="3310377"/>
            <a:ext cx="310901" cy="310901"/>
          </a:xfrm>
          <a:prstGeom prst="rect">
            <a:avLst/>
          </a:prstGeom>
        </p:spPr>
      </p:pic>
      <p:cxnSp>
        <p:nvCxnSpPr>
          <p:cNvPr id="204" name="Straight Connector 203"/>
          <p:cNvCxnSpPr>
            <a:stCxn id="202" idx="2"/>
            <a:endCxn id="173" idx="0"/>
          </p:cNvCxnSpPr>
          <p:nvPr/>
        </p:nvCxnSpPr>
        <p:spPr>
          <a:xfrm>
            <a:off x="7277958" y="4029664"/>
            <a:ext cx="13784" cy="10279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>
            <a:off x="7124746" y="4188288"/>
            <a:ext cx="33399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>
            <a:off x="7291741" y="4797620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 flipV="1">
            <a:off x="7076215" y="4797620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Donut 207"/>
          <p:cNvSpPr/>
          <p:nvPr/>
        </p:nvSpPr>
        <p:spPr>
          <a:xfrm>
            <a:off x="7165523" y="4529895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09" name="Table 2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442853"/>
              </p:ext>
            </p:extLst>
          </p:nvPr>
        </p:nvGraphicFramePr>
        <p:xfrm>
          <a:off x="15462462" y="2730240"/>
          <a:ext cx="2499707" cy="16461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Map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location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/>
                        <a:t>    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branchID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(FK)</a:t>
                      </a:r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10" name="Picture 209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5204" y="3263895"/>
            <a:ext cx="310901" cy="310901"/>
          </a:xfrm>
          <a:prstGeom prst="rect">
            <a:avLst/>
          </a:prstGeom>
        </p:spPr>
      </p:pic>
      <p:cxnSp>
        <p:nvCxnSpPr>
          <p:cNvPr id="211" name="Straight Connector 210"/>
          <p:cNvCxnSpPr>
            <a:stCxn id="209" idx="2"/>
            <a:endCxn id="175" idx="0"/>
          </p:cNvCxnSpPr>
          <p:nvPr/>
        </p:nvCxnSpPr>
        <p:spPr>
          <a:xfrm>
            <a:off x="16712315" y="4376380"/>
            <a:ext cx="8999" cy="8136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16556758" y="4556719"/>
            <a:ext cx="33399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>
            <a:off x="16553643" y="5046106"/>
            <a:ext cx="33399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4" name="Table 2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56808"/>
              </p:ext>
            </p:extLst>
          </p:nvPr>
        </p:nvGraphicFramePr>
        <p:xfrm>
          <a:off x="3386528" y="5265514"/>
          <a:ext cx="2079281" cy="283507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step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step_number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step_des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step_pic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step_vdo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tutorialID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15" name="Picture 214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802" y="5797427"/>
            <a:ext cx="310901" cy="310901"/>
          </a:xfrm>
          <a:prstGeom prst="rect">
            <a:avLst/>
          </a:prstGeom>
        </p:spPr>
      </p:pic>
      <p:cxnSp>
        <p:nvCxnSpPr>
          <p:cNvPr id="216" name="Straight Connector 215"/>
          <p:cNvCxnSpPr>
            <a:stCxn id="173" idx="1"/>
            <a:endCxn id="214" idx="3"/>
          </p:cNvCxnSpPr>
          <p:nvPr/>
        </p:nvCxnSpPr>
        <p:spPr>
          <a:xfrm flipH="1">
            <a:off x="5465809" y="6673305"/>
            <a:ext cx="786293" cy="97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flipV="1">
            <a:off x="5465808" y="6682020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>
            <a:off x="5465808" y="6511280"/>
            <a:ext cx="217232" cy="1683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 flipV="1">
            <a:off x="5700351" y="6556013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V="1">
            <a:off x="6124208" y="6546672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1" name="Table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568905"/>
              </p:ext>
            </p:extLst>
          </p:nvPr>
        </p:nvGraphicFramePr>
        <p:xfrm>
          <a:off x="11197841" y="10084515"/>
          <a:ext cx="2499707" cy="204245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Notification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notification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/>
                        <a:t>     </a:t>
                      </a:r>
                      <a:r>
                        <a:rPr lang="en-US" sz="2000" baseline="0" dirty="0" err="1" smtClean="0"/>
                        <a:t>activityID</a:t>
                      </a:r>
                      <a:r>
                        <a:rPr lang="en-US" sz="2000" baseline="0" dirty="0" smtClean="0"/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userID</a:t>
                      </a:r>
                      <a:r>
                        <a:rPr lang="en-US" sz="2000" dirty="0" smtClean="0"/>
                        <a:t> (FK)    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status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22" name="Picture 221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702" y="10621673"/>
            <a:ext cx="310901" cy="310901"/>
          </a:xfrm>
          <a:prstGeom prst="rect">
            <a:avLst/>
          </a:prstGeom>
        </p:spPr>
      </p:pic>
      <p:graphicFrame>
        <p:nvGraphicFramePr>
          <p:cNvPr id="223" name="Table 2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995622"/>
              </p:ext>
            </p:extLst>
          </p:nvPr>
        </p:nvGraphicFramePr>
        <p:xfrm>
          <a:off x="14434576" y="10163901"/>
          <a:ext cx="2499707" cy="124982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activity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/>
                        <a:t>     activity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24" name="Picture 223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439" y="10701060"/>
            <a:ext cx="310901" cy="310901"/>
          </a:xfrm>
          <a:prstGeom prst="rect">
            <a:avLst/>
          </a:prstGeom>
        </p:spPr>
      </p:pic>
      <p:graphicFrame>
        <p:nvGraphicFramePr>
          <p:cNvPr id="225" name="Table 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523598"/>
              </p:ext>
            </p:extLst>
          </p:nvPr>
        </p:nvGraphicFramePr>
        <p:xfrm>
          <a:off x="17673199" y="10033110"/>
          <a:ext cx="2499707" cy="16461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Follow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follow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/>
                        <a:t>    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following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follower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26" name="Picture 225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5941" y="10566765"/>
            <a:ext cx="310901" cy="310901"/>
          </a:xfrm>
          <a:prstGeom prst="rect">
            <a:avLst/>
          </a:prstGeom>
        </p:spPr>
      </p:pic>
      <p:graphicFrame>
        <p:nvGraphicFramePr>
          <p:cNvPr id="227" name="Table 2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855796"/>
              </p:ext>
            </p:extLst>
          </p:nvPr>
        </p:nvGraphicFramePr>
        <p:xfrm>
          <a:off x="20919766" y="13222533"/>
          <a:ext cx="2631622" cy="24387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31622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message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conversation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</a:t>
                      </a:r>
                      <a:r>
                        <a:rPr lang="en-US" sz="2000" dirty="0" err="1" smtClean="0"/>
                        <a:t>senderID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smtClean="0"/>
                        <a:t>(FK)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</a:t>
                      </a:r>
                      <a:r>
                        <a:rPr lang="en-US" sz="2000" dirty="0" err="1" smtClean="0"/>
                        <a:t>message_detail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time</a:t>
                      </a:r>
                      <a:endParaRPr lang="en-US" sz="2000" dirty="0"/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28" name="Picture 227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6049" y="13603540"/>
            <a:ext cx="310901" cy="310901"/>
          </a:xfrm>
          <a:prstGeom prst="rect">
            <a:avLst/>
          </a:prstGeom>
        </p:spPr>
      </p:pic>
      <p:graphicFrame>
        <p:nvGraphicFramePr>
          <p:cNvPr id="229" name="Table 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193537"/>
              </p:ext>
            </p:extLst>
          </p:nvPr>
        </p:nvGraphicFramePr>
        <p:xfrm>
          <a:off x="7998605" y="10098594"/>
          <a:ext cx="2499707" cy="16461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Like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like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/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tutorial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(FK)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user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(FK)</a:t>
                      </a:r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30" name="Picture 229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605" y="10610654"/>
            <a:ext cx="310901" cy="310901"/>
          </a:xfrm>
          <a:prstGeom prst="rect">
            <a:avLst/>
          </a:prstGeom>
        </p:spPr>
      </p:pic>
      <p:graphicFrame>
        <p:nvGraphicFramePr>
          <p:cNvPr id="231" name="Table 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180944"/>
              </p:ext>
            </p:extLst>
          </p:nvPr>
        </p:nvGraphicFramePr>
        <p:xfrm>
          <a:off x="1492991" y="9984349"/>
          <a:ext cx="2499707" cy="24387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Comment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comment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/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comment_detail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tutorial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(FK)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user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(FK)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time</a:t>
                      </a:r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32" name="Picture 231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990" y="10496409"/>
            <a:ext cx="310901" cy="310901"/>
          </a:xfrm>
          <a:prstGeom prst="rect">
            <a:avLst/>
          </a:prstGeom>
        </p:spPr>
      </p:pic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38852"/>
              </p:ext>
            </p:extLst>
          </p:nvPr>
        </p:nvGraphicFramePr>
        <p:xfrm>
          <a:off x="20919766" y="10044810"/>
          <a:ext cx="2499707" cy="204245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Conversation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conversation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  <a:endParaRPr lang="en-US" sz="2000" dirty="0" smtClean="0"/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/>
                        <a:t>    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userID_1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userID_2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status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34" name="Picture 233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2509" y="10578465"/>
            <a:ext cx="310901" cy="310901"/>
          </a:xfrm>
          <a:prstGeom prst="rect">
            <a:avLst/>
          </a:prstGeom>
        </p:spPr>
      </p:pic>
      <p:graphicFrame>
        <p:nvGraphicFramePr>
          <p:cNvPr id="235" name="Table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93073"/>
              </p:ext>
            </p:extLst>
          </p:nvPr>
        </p:nvGraphicFramePr>
        <p:xfrm>
          <a:off x="4765441" y="10084514"/>
          <a:ext cx="2499707" cy="16461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457201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solidFill>
                            <a:schemeClr val="bg1"/>
                          </a:solidFill>
                        </a:rPr>
                        <a:t>Popular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popular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/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tutorial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(FK)</a:t>
                      </a:r>
                    </a:p>
                  </a:txBody>
                  <a:tcPr marT="45721" marB="45721" anchor="ctr"/>
                </a:tc>
              </a:tr>
              <a:tr h="3963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like_number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1" marB="45721" anchor="ctr"/>
                </a:tc>
              </a:tr>
            </a:tbl>
          </a:graphicData>
        </a:graphic>
      </p:graphicFrame>
      <p:pic>
        <p:nvPicPr>
          <p:cNvPr id="236" name="Picture 235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441" y="10596575"/>
            <a:ext cx="310901" cy="310901"/>
          </a:xfrm>
          <a:prstGeom prst="rect">
            <a:avLst/>
          </a:prstGeom>
        </p:spPr>
      </p:pic>
      <p:cxnSp>
        <p:nvCxnSpPr>
          <p:cNvPr id="237" name="Straight Connector 236"/>
          <p:cNvCxnSpPr/>
          <p:nvPr/>
        </p:nvCxnSpPr>
        <p:spPr>
          <a:xfrm flipH="1">
            <a:off x="13716411" y="11011961"/>
            <a:ext cx="73702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/>
          <p:cNvCxnSpPr/>
          <p:nvPr/>
        </p:nvCxnSpPr>
        <p:spPr>
          <a:xfrm flipV="1">
            <a:off x="13835139" y="10874647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/>
          <p:nvPr/>
        </p:nvCxnSpPr>
        <p:spPr>
          <a:xfrm flipV="1">
            <a:off x="14312902" y="10865268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/>
          <p:cNvCxnSpPr/>
          <p:nvPr/>
        </p:nvCxnSpPr>
        <p:spPr>
          <a:xfrm>
            <a:off x="16411556" y="11409392"/>
            <a:ext cx="6892" cy="140741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/>
          <p:cNvCxnSpPr/>
          <p:nvPr/>
        </p:nvCxnSpPr>
        <p:spPr>
          <a:xfrm flipH="1">
            <a:off x="16418448" y="12816811"/>
            <a:ext cx="533606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/>
          <p:cNvCxnSpPr/>
          <p:nvPr/>
        </p:nvCxnSpPr>
        <p:spPr>
          <a:xfrm>
            <a:off x="21763300" y="12087263"/>
            <a:ext cx="0" cy="7295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/>
          <p:cNvCxnSpPr/>
          <p:nvPr/>
        </p:nvCxnSpPr>
        <p:spPr>
          <a:xfrm>
            <a:off x="15114655" y="11413728"/>
            <a:ext cx="6892" cy="144408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/>
          <p:cNvCxnSpPr/>
          <p:nvPr/>
        </p:nvCxnSpPr>
        <p:spPr>
          <a:xfrm flipH="1">
            <a:off x="9288971" y="12857810"/>
            <a:ext cx="582568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/>
        </p:nvCxnSpPr>
        <p:spPr>
          <a:xfrm>
            <a:off x="9282998" y="11749510"/>
            <a:ext cx="5973" cy="11083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/>
          <p:nvPr/>
        </p:nvCxnSpPr>
        <p:spPr>
          <a:xfrm>
            <a:off x="14947661" y="11610478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/>
        </p:nvCxnSpPr>
        <p:spPr>
          <a:xfrm>
            <a:off x="16259399" y="11621178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/>
          <p:nvPr/>
        </p:nvCxnSpPr>
        <p:spPr>
          <a:xfrm flipV="1">
            <a:off x="21763300" y="12087263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/>
          <p:cNvCxnSpPr/>
          <p:nvPr/>
        </p:nvCxnSpPr>
        <p:spPr>
          <a:xfrm>
            <a:off x="21534706" y="12084374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/>
          <p:nvPr/>
        </p:nvCxnSpPr>
        <p:spPr>
          <a:xfrm>
            <a:off x="21596449" y="12347252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 flipV="1">
            <a:off x="9288971" y="11762168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>
            <a:off x="9060377" y="11759279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>
            <a:off x="9122120" y="1202215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 flipH="1">
            <a:off x="2710109" y="12434796"/>
            <a:ext cx="2818" cy="12492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flipV="1">
            <a:off x="2718900" y="12447454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/>
        </p:nvCxnSpPr>
        <p:spPr>
          <a:xfrm>
            <a:off x="2490306" y="12444565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>
            <a:off x="2552049" y="12707443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flipH="1">
            <a:off x="2689383" y="13684005"/>
            <a:ext cx="130865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>
            <a:off x="15775972" y="11413728"/>
            <a:ext cx="0" cy="22702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/>
          <p:cNvCxnSpPr/>
          <p:nvPr/>
        </p:nvCxnSpPr>
        <p:spPr>
          <a:xfrm>
            <a:off x="15608977" y="1160369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127"/>
          <p:cNvCxnSpPr/>
          <p:nvPr/>
        </p:nvCxnSpPr>
        <p:spPr>
          <a:xfrm flipH="1">
            <a:off x="16934283" y="10919123"/>
            <a:ext cx="735096" cy="2432"/>
          </a:xfrm>
          <a:prstGeom prst="straightConnector1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/>
          <p:nvPr/>
        </p:nvCxnSpPr>
        <p:spPr>
          <a:xfrm flipV="1">
            <a:off x="17045727" y="10776353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/>
          <p:cNvCxnSpPr/>
          <p:nvPr/>
        </p:nvCxnSpPr>
        <p:spPr>
          <a:xfrm flipV="1">
            <a:off x="17433610" y="10776353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/>
          <p:cNvCxnSpPr/>
          <p:nvPr/>
        </p:nvCxnSpPr>
        <p:spPr>
          <a:xfrm flipV="1">
            <a:off x="17434822" y="10751677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/>
          <p:cNvCxnSpPr/>
          <p:nvPr/>
        </p:nvCxnSpPr>
        <p:spPr>
          <a:xfrm>
            <a:off x="17451862" y="10921555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/>
          <p:cNvCxnSpPr/>
          <p:nvPr/>
        </p:nvCxnSpPr>
        <p:spPr>
          <a:xfrm flipH="1">
            <a:off x="2790050" y="9017111"/>
            <a:ext cx="39074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/>
          <p:cNvCxnSpPr/>
          <p:nvPr/>
        </p:nvCxnSpPr>
        <p:spPr>
          <a:xfrm>
            <a:off x="2790050" y="9017111"/>
            <a:ext cx="0" cy="9620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/>
          <p:cNvCxnSpPr/>
          <p:nvPr/>
        </p:nvCxnSpPr>
        <p:spPr>
          <a:xfrm>
            <a:off x="2792601" y="9719196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/>
          <p:nvPr/>
        </p:nvCxnSpPr>
        <p:spPr>
          <a:xfrm flipV="1">
            <a:off x="2577076" y="9719196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Donut 283"/>
          <p:cNvSpPr/>
          <p:nvPr/>
        </p:nvSpPr>
        <p:spPr>
          <a:xfrm>
            <a:off x="2666384" y="9451471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5" name="Straight Connector 284"/>
          <p:cNvCxnSpPr/>
          <p:nvPr/>
        </p:nvCxnSpPr>
        <p:spPr>
          <a:xfrm>
            <a:off x="6697449" y="8301796"/>
            <a:ext cx="1" cy="7153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/>
          <p:nvPr/>
        </p:nvCxnSpPr>
        <p:spPr>
          <a:xfrm>
            <a:off x="6532813" y="8473494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/>
          <p:cNvCxnSpPr/>
          <p:nvPr/>
        </p:nvCxnSpPr>
        <p:spPr>
          <a:xfrm>
            <a:off x="7839702" y="8303929"/>
            <a:ext cx="0" cy="953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/>
          <p:cNvCxnSpPr/>
          <p:nvPr/>
        </p:nvCxnSpPr>
        <p:spPr>
          <a:xfrm>
            <a:off x="7675066" y="847562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flipH="1">
            <a:off x="7839702" y="9257175"/>
            <a:ext cx="138960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/>
          <p:cNvCxnSpPr/>
          <p:nvPr/>
        </p:nvCxnSpPr>
        <p:spPr>
          <a:xfrm>
            <a:off x="9226758" y="9257175"/>
            <a:ext cx="0" cy="8340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/>
          <p:cNvCxnSpPr/>
          <p:nvPr/>
        </p:nvCxnSpPr>
        <p:spPr>
          <a:xfrm>
            <a:off x="9229309" y="9831252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/>
          <p:cNvCxnSpPr/>
          <p:nvPr/>
        </p:nvCxnSpPr>
        <p:spPr>
          <a:xfrm flipV="1">
            <a:off x="9013784" y="9831252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Donut 304"/>
          <p:cNvSpPr/>
          <p:nvPr/>
        </p:nvSpPr>
        <p:spPr>
          <a:xfrm>
            <a:off x="9103092" y="9563527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8" name="Straight Connector 307"/>
          <p:cNvCxnSpPr/>
          <p:nvPr/>
        </p:nvCxnSpPr>
        <p:spPr>
          <a:xfrm>
            <a:off x="10127755" y="8493454"/>
            <a:ext cx="0" cy="7624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>
            <a:off x="9963119" y="8702504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/>
          <p:nvPr/>
        </p:nvCxnSpPr>
        <p:spPr>
          <a:xfrm flipH="1">
            <a:off x="10127755" y="9255949"/>
            <a:ext cx="234358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/>
          <p:nvPr/>
        </p:nvCxnSpPr>
        <p:spPr>
          <a:xfrm>
            <a:off x="12471335" y="9255949"/>
            <a:ext cx="0" cy="8474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/>
          <p:nvPr/>
        </p:nvCxnSpPr>
        <p:spPr>
          <a:xfrm>
            <a:off x="12473886" y="9843413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/>
          <p:cNvCxnSpPr/>
          <p:nvPr/>
        </p:nvCxnSpPr>
        <p:spPr>
          <a:xfrm flipV="1">
            <a:off x="12258361" y="9843413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Donut 313"/>
          <p:cNvSpPr/>
          <p:nvPr/>
        </p:nvSpPr>
        <p:spPr>
          <a:xfrm>
            <a:off x="12347669" y="9575688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21" name="Straight Connector 320"/>
          <p:cNvCxnSpPr/>
          <p:nvPr/>
        </p:nvCxnSpPr>
        <p:spPr>
          <a:xfrm>
            <a:off x="10869705" y="8475627"/>
            <a:ext cx="0" cy="541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/>
          <p:cNvCxnSpPr/>
          <p:nvPr/>
        </p:nvCxnSpPr>
        <p:spPr>
          <a:xfrm>
            <a:off x="10705069" y="868467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/>
          <p:cNvCxnSpPr/>
          <p:nvPr/>
        </p:nvCxnSpPr>
        <p:spPr>
          <a:xfrm flipH="1">
            <a:off x="10869707" y="9017111"/>
            <a:ext cx="804245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/>
          <p:cNvCxnSpPr/>
          <p:nvPr/>
        </p:nvCxnSpPr>
        <p:spPr>
          <a:xfrm flipH="1">
            <a:off x="18909610" y="9017111"/>
            <a:ext cx="2551" cy="10337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/>
          <p:cNvCxnSpPr/>
          <p:nvPr/>
        </p:nvCxnSpPr>
        <p:spPr>
          <a:xfrm>
            <a:off x="18912161" y="9790836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/>
          <p:cNvCxnSpPr/>
          <p:nvPr/>
        </p:nvCxnSpPr>
        <p:spPr>
          <a:xfrm flipV="1">
            <a:off x="18696636" y="9790836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Donut 326"/>
          <p:cNvSpPr/>
          <p:nvPr/>
        </p:nvSpPr>
        <p:spPr>
          <a:xfrm>
            <a:off x="18785944" y="9523111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34" name="Straight Connector 333"/>
          <p:cNvCxnSpPr/>
          <p:nvPr/>
        </p:nvCxnSpPr>
        <p:spPr>
          <a:xfrm flipH="1">
            <a:off x="22183420" y="8100593"/>
            <a:ext cx="2550" cy="193251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/>
          <p:cNvCxnSpPr/>
          <p:nvPr/>
        </p:nvCxnSpPr>
        <p:spPr>
          <a:xfrm>
            <a:off x="22185970" y="9773121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/>
          <p:cNvCxnSpPr/>
          <p:nvPr/>
        </p:nvCxnSpPr>
        <p:spPr>
          <a:xfrm flipV="1">
            <a:off x="21970445" y="9773121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Donut 336"/>
          <p:cNvSpPr/>
          <p:nvPr/>
        </p:nvSpPr>
        <p:spPr>
          <a:xfrm>
            <a:off x="22059753" y="9505396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39" name="Straight Connector 338"/>
          <p:cNvCxnSpPr/>
          <p:nvPr/>
        </p:nvCxnSpPr>
        <p:spPr>
          <a:xfrm flipH="1">
            <a:off x="11456691" y="8100593"/>
            <a:ext cx="1072927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/>
          <p:cNvCxnSpPr/>
          <p:nvPr/>
        </p:nvCxnSpPr>
        <p:spPr>
          <a:xfrm flipV="1">
            <a:off x="11709875" y="7966092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127"/>
          <p:cNvCxnSpPr/>
          <p:nvPr/>
        </p:nvCxnSpPr>
        <p:spPr>
          <a:xfrm flipH="1">
            <a:off x="7263509" y="11011388"/>
            <a:ext cx="735096" cy="2432"/>
          </a:xfrm>
          <a:prstGeom prst="straightConnector1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/>
          <p:cNvCxnSpPr/>
          <p:nvPr/>
        </p:nvCxnSpPr>
        <p:spPr>
          <a:xfrm flipV="1">
            <a:off x="7374953" y="10868618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/>
          <p:cNvCxnSpPr/>
          <p:nvPr/>
        </p:nvCxnSpPr>
        <p:spPr>
          <a:xfrm flipV="1">
            <a:off x="7762836" y="10868618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/>
          <p:cNvCxnSpPr/>
          <p:nvPr/>
        </p:nvCxnSpPr>
        <p:spPr>
          <a:xfrm flipV="1">
            <a:off x="7764048" y="10843942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/>
          <p:cNvCxnSpPr/>
          <p:nvPr/>
        </p:nvCxnSpPr>
        <p:spPr>
          <a:xfrm>
            <a:off x="7781088" y="11013820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/>
          <p:cNvCxnSpPr/>
          <p:nvPr/>
        </p:nvCxnSpPr>
        <p:spPr>
          <a:xfrm flipH="1">
            <a:off x="7253493" y="8303929"/>
            <a:ext cx="1336" cy="11624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/>
          <p:cNvCxnSpPr/>
          <p:nvPr/>
        </p:nvCxnSpPr>
        <p:spPr>
          <a:xfrm>
            <a:off x="7090193" y="847562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/>
          <p:cNvCxnSpPr/>
          <p:nvPr/>
        </p:nvCxnSpPr>
        <p:spPr>
          <a:xfrm flipH="1">
            <a:off x="5943382" y="9466421"/>
            <a:ext cx="131011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/>
          <p:cNvCxnSpPr/>
          <p:nvPr/>
        </p:nvCxnSpPr>
        <p:spPr>
          <a:xfrm>
            <a:off x="5943382" y="9451471"/>
            <a:ext cx="0" cy="6397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/>
          <p:cNvCxnSpPr/>
          <p:nvPr/>
        </p:nvCxnSpPr>
        <p:spPr>
          <a:xfrm>
            <a:off x="5778746" y="990434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/>
          <p:cNvCxnSpPr/>
          <p:nvPr/>
        </p:nvCxnSpPr>
        <p:spPr>
          <a:xfrm>
            <a:off x="22616146" y="12084374"/>
            <a:ext cx="2147" cy="11381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/>
          <p:cNvCxnSpPr/>
          <p:nvPr/>
        </p:nvCxnSpPr>
        <p:spPr>
          <a:xfrm>
            <a:off x="22449151" y="12227864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/>
          <p:cNvCxnSpPr/>
          <p:nvPr/>
        </p:nvCxnSpPr>
        <p:spPr>
          <a:xfrm>
            <a:off x="22616146" y="12962544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/>
          <p:cNvCxnSpPr/>
          <p:nvPr/>
        </p:nvCxnSpPr>
        <p:spPr>
          <a:xfrm flipV="1">
            <a:off x="22400621" y="12962544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/>
          <p:cNvCxnSpPr/>
          <p:nvPr/>
        </p:nvCxnSpPr>
        <p:spPr>
          <a:xfrm>
            <a:off x="22453656" y="12962544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096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248</Words>
  <Application>Microsoft Macintosh PowerPoint</Application>
  <PresentationFormat>Custom</PresentationFormat>
  <Paragraphs>82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7</cp:revision>
  <dcterms:created xsi:type="dcterms:W3CDTF">2014-10-20T13:07:04Z</dcterms:created>
  <dcterms:modified xsi:type="dcterms:W3CDTF">2014-11-10T12:26:55Z</dcterms:modified>
</cp:coreProperties>
</file>