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311" r:id="rId4"/>
    <p:sldId id="301" r:id="rId5"/>
    <p:sldId id="302" r:id="rId6"/>
    <p:sldId id="268" r:id="rId7"/>
    <p:sldId id="295" r:id="rId8"/>
    <p:sldId id="266" r:id="rId9"/>
    <p:sldId id="296" r:id="rId10"/>
    <p:sldId id="293" r:id="rId11"/>
    <p:sldId id="294" r:id="rId12"/>
    <p:sldId id="269" r:id="rId13"/>
    <p:sldId id="304" r:id="rId14"/>
    <p:sldId id="280" r:id="rId15"/>
    <p:sldId id="305" r:id="rId16"/>
    <p:sldId id="309" r:id="rId17"/>
    <p:sldId id="306" r:id="rId18"/>
    <p:sldId id="307" r:id="rId19"/>
    <p:sldId id="300" r:id="rId20"/>
    <p:sldId id="298" r:id="rId21"/>
    <p:sldId id="310" r:id="rId22"/>
    <p:sldId id="312" r:id="rId23"/>
    <p:sldId id="313" r:id="rId24"/>
    <p:sldId id="314" r:id="rId25"/>
    <p:sldId id="315" r:id="rId26"/>
    <p:sldId id="320" r:id="rId27"/>
    <p:sldId id="321" r:id="rId28"/>
    <p:sldId id="322" r:id="rId29"/>
    <p:sldId id="316" r:id="rId30"/>
    <p:sldId id="319" r:id="rId31"/>
    <p:sldId id="318" r:id="rId32"/>
    <p:sldId id="323" r:id="rId33"/>
    <p:sldId id="324" r:id="rId34"/>
    <p:sldId id="334" r:id="rId35"/>
    <p:sldId id="335" r:id="rId36"/>
    <p:sldId id="336" r:id="rId37"/>
    <p:sldId id="328" r:id="rId38"/>
    <p:sldId id="329" r:id="rId39"/>
    <p:sldId id="332" r:id="rId40"/>
    <p:sldId id="331" r:id="rId41"/>
    <p:sldId id="337" r:id="rId42"/>
    <p:sldId id="338" r:id="rId43"/>
    <p:sldId id="340" r:id="rId44"/>
    <p:sldId id="343" r:id="rId45"/>
    <p:sldId id="341" r:id="rId46"/>
    <p:sldId id="344" r:id="rId47"/>
    <p:sldId id="345" r:id="rId48"/>
    <p:sldId id="346" r:id="rId49"/>
    <p:sldId id="347" r:id="rId50"/>
    <p:sldId id="348" r:id="rId51"/>
  </p:sldIdLst>
  <p:sldSz cx="107997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CCFF39"/>
    <a:srgbClr val="FF4D7D"/>
    <a:srgbClr val="719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-1536" y="-112"/>
      </p:cViewPr>
      <p:guideLst>
        <p:guide orient="horz" pos="2160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printerSettings" Target="printerSettings/printerSettings1.bin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130426"/>
            <a:ext cx="9179799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3886200"/>
            <a:ext cx="755983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0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45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7" y="4406901"/>
            <a:ext cx="91797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7" y="2906713"/>
            <a:ext cx="91797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9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8" y="1600201"/>
            <a:ext cx="47698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1600201"/>
            <a:ext cx="47698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1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2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3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5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0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2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8" y="274639"/>
            <a:ext cx="2429947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274639"/>
            <a:ext cx="7109844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1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988" y="6356351"/>
            <a:ext cx="2519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F63ED-244D-4346-A15C-DC13E53AAAF7}" type="datetimeFigureOut">
              <a:rPr lang="en-US" smtClean="0"/>
              <a:t>12/22/14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9919" y="6356351"/>
            <a:ext cx="3419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39830" y="6356351"/>
            <a:ext cx="2519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F079A-40EE-BD45-9858-0BDF8AA7E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8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75355" y="127061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Visitor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518152" y="1781769"/>
            <a:ext cx="0" cy="47543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49660" y="1270613"/>
            <a:ext cx="19850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RegisterActivity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963579" y="1272959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Registered User Database</a:t>
            </a:r>
            <a:endParaRPr lang="en-US" dirty="0"/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942207" y="1781769"/>
            <a:ext cx="0" cy="47543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771503" y="1784115"/>
            <a:ext cx="0" cy="47520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469148" y="1270613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HomeVisitorActivity</a:t>
            </a:r>
            <a:endParaRPr lang="en-US" dirty="0"/>
          </a:p>
        </p:txBody>
      </p:sp>
      <p:cxnSp>
        <p:nvCxnSpPr>
          <p:cNvPr id="12" name="Straight Connector 11"/>
          <p:cNvCxnSpPr>
            <a:stCxn id="11" idx="2"/>
          </p:cNvCxnSpPr>
          <p:nvPr/>
        </p:nvCxnSpPr>
        <p:spPr>
          <a:xfrm>
            <a:off x="3595221" y="1781769"/>
            <a:ext cx="0" cy="47543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448451" y="2026598"/>
            <a:ext cx="139404" cy="432649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513806" y="204208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872505" y="2503222"/>
            <a:ext cx="139403" cy="384987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715789" y="3650476"/>
            <a:ext cx="139402" cy="257382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518152" y="2119534"/>
            <a:ext cx="19956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653208" y="2506772"/>
            <a:ext cx="22192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448451" y="3544629"/>
            <a:ext cx="44240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8809064" y="4818061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9551023" y="4351057"/>
            <a:ext cx="0" cy="46700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8809064" y="4369461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1587855" y="5213550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879104" y="1780980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890194" y="2178997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6" name="TextBox 45"/>
          <p:cNvSpPr txBox="1"/>
          <p:nvPr/>
        </p:nvSpPr>
        <p:spPr>
          <a:xfrm>
            <a:off x="2351879" y="3217791"/>
            <a:ext cx="33113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Input information</a:t>
            </a:r>
            <a:br>
              <a:rPr lang="en-US" sz="1600" dirty="0" smtClean="0"/>
            </a:br>
            <a:r>
              <a:rPr lang="en-US" sz="1600" dirty="0" smtClean="0"/>
              <a:t>(profile picture, username, password,</a:t>
            </a:r>
          </a:p>
          <a:p>
            <a:pPr algn="ctr"/>
            <a:r>
              <a:rPr lang="en-US" sz="1600" dirty="0" smtClean="0"/>
              <a:t> re-password, email)</a:t>
            </a:r>
            <a:endParaRPr lang="en-US" sz="1600" dirty="0"/>
          </a:p>
        </p:txBody>
      </p:sp>
      <p:sp>
        <p:nvSpPr>
          <p:cNvPr id="47" name="TextBox 46"/>
          <p:cNvSpPr txBox="1"/>
          <p:nvPr/>
        </p:nvSpPr>
        <p:spPr>
          <a:xfrm>
            <a:off x="8816508" y="4049913"/>
            <a:ext cx="1604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6: if (input=valid)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2613376" y="4647975"/>
            <a:ext cx="24421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8: Result = Success</a:t>
            </a:r>
          </a:p>
          <a:p>
            <a:r>
              <a:rPr lang="en-US" sz="1600" dirty="0" smtClean="0"/>
              <a:t>Display successful message</a:t>
            </a:r>
            <a:endParaRPr lang="en-US" sz="1600" dirty="0"/>
          </a:p>
        </p:txBody>
      </p:sp>
      <p:pic>
        <p:nvPicPr>
          <p:cNvPr id="33" name="Picture 32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26" y="237437"/>
            <a:ext cx="1199252" cy="1199252"/>
          </a:xfrm>
          <a:prstGeom prst="rect">
            <a:avLst/>
          </a:prstGeom>
        </p:spPr>
      </p:pic>
      <p:cxnSp>
        <p:nvCxnSpPr>
          <p:cNvPr id="38" name="Straight Arrow Connector 37"/>
          <p:cNvCxnSpPr/>
          <p:nvPr/>
        </p:nvCxnSpPr>
        <p:spPr>
          <a:xfrm flipH="1">
            <a:off x="1571297" y="2941458"/>
            <a:ext cx="430120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300504" y="2599712"/>
            <a:ext cx="242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Return registration form</a:t>
            </a:r>
            <a:endParaRPr lang="en-US" sz="1600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6011908" y="3789050"/>
            <a:ext cx="26862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011908" y="4984834"/>
            <a:ext cx="26862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68702" y="4646280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7: Return result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6112899" y="2993703"/>
            <a:ext cx="256542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</a:t>
            </a:r>
            <a:r>
              <a:rPr lang="en-US" sz="1600" dirty="0" err="1" smtClean="0"/>
              <a:t>addData</a:t>
            </a:r>
            <a:endParaRPr lang="en-US" sz="1600" dirty="0" smtClean="0"/>
          </a:p>
          <a:p>
            <a:pPr algn="ctr"/>
            <a:r>
              <a:rPr lang="en-US" sz="1600" dirty="0" smtClean="0"/>
              <a:t>(username</a:t>
            </a:r>
            <a:r>
              <a:rPr lang="en-US" sz="1600" dirty="0"/>
              <a:t>, </a:t>
            </a:r>
            <a:r>
              <a:rPr lang="en-US" sz="1600" dirty="0" smtClean="0"/>
              <a:t>Password, </a:t>
            </a:r>
            <a:endParaRPr lang="th-TH" sz="1600" dirty="0" smtClean="0"/>
          </a:p>
          <a:p>
            <a:pPr algn="ctr"/>
            <a:r>
              <a:rPr lang="en-US" sz="1600" dirty="0" smtClean="0"/>
              <a:t>re</a:t>
            </a:r>
            <a:r>
              <a:rPr lang="en-US" sz="1600" dirty="0"/>
              <a:t>-password, </a:t>
            </a:r>
            <a:r>
              <a:rPr lang="en-US" sz="1600" dirty="0" smtClean="0"/>
              <a:t>email)</a:t>
            </a:r>
            <a:r>
              <a:rPr lang="th-TH" sz="1600" dirty="0" smtClean="0"/>
              <a:t/>
            </a:r>
            <a:br>
              <a:rPr lang="th-TH" sz="1600" dirty="0" smtClean="0"/>
            </a:br>
            <a:r>
              <a:rPr lang="en-US" sz="1600" dirty="0" smtClean="0"/>
              <a:t>5: </a:t>
            </a:r>
            <a:r>
              <a:rPr lang="en-US" sz="1600" dirty="0" err="1" smtClean="0"/>
              <a:t>uploadFile</a:t>
            </a:r>
            <a:r>
              <a:rPr lang="en-US" sz="1600" dirty="0" smtClean="0"/>
              <a:t>(profile picture)</a:t>
            </a:r>
            <a:endParaRPr lang="en-US" sz="1600" dirty="0"/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1571297" y="6313466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614095" y="5733037"/>
            <a:ext cx="202541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Result = Fail</a:t>
            </a:r>
          </a:p>
          <a:p>
            <a:r>
              <a:rPr lang="en-US" sz="1600" dirty="0" smtClean="0"/>
              <a:t>Display error message</a:t>
            </a:r>
            <a:endParaRPr lang="en-US" sz="1600" dirty="0"/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8837552" y="5876538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9579511" y="5409534"/>
            <a:ext cx="0" cy="46700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8837552" y="5427938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817180" y="5070980"/>
            <a:ext cx="8459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else()</a:t>
            </a:r>
            <a:endParaRPr lang="en-US" sz="1600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6011908" y="6083169"/>
            <a:ext cx="26862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68702" y="5744615"/>
            <a:ext cx="1587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10: Return result</a:t>
            </a:r>
            <a:endParaRPr lang="en-US" sz="1600" dirty="0"/>
          </a:p>
        </p:txBody>
      </p:sp>
      <p:sp>
        <p:nvSpPr>
          <p:cNvPr id="57" name="Rectangle 56"/>
          <p:cNvSpPr/>
          <p:nvPr/>
        </p:nvSpPr>
        <p:spPr>
          <a:xfrm>
            <a:off x="644851" y="4054042"/>
            <a:ext cx="9776484" cy="2637211"/>
          </a:xfrm>
          <a:prstGeom prst="rect">
            <a:avLst/>
          </a:prstGeom>
          <a:noFill/>
          <a:ln w="127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nip Single Corner Rectangle 57"/>
          <p:cNvSpPr/>
          <p:nvPr/>
        </p:nvSpPr>
        <p:spPr>
          <a:xfrm rot="5400000">
            <a:off x="861214" y="3828939"/>
            <a:ext cx="302404" cy="752615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723275" y="400932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819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630" y="1092848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9427" y="1604004"/>
            <a:ext cx="0" cy="4968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263645" y="1059935"/>
            <a:ext cx="19850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LoginActivity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61221" y="1053174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7256192" y="1571091"/>
            <a:ext cx="0" cy="500115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169145" y="1564330"/>
            <a:ext cx="10798" cy="500792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9725" y="1873350"/>
            <a:ext cx="150119" cy="456720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504702" y="1888840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186491" y="2280251"/>
            <a:ext cx="139402" cy="41603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100348" y="3445279"/>
            <a:ext cx="153038" cy="272299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59844" y="1966286"/>
            <a:ext cx="174485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44104" y="2353524"/>
            <a:ext cx="454238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79427" y="3267724"/>
            <a:ext cx="6507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9228901" y="463590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 flipV="1">
            <a:off x="9970860" y="4150491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9228901" y="415049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325893" y="4889791"/>
            <a:ext cx="17920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70000" y="1627732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2881090" y="2025749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6" name="TextBox 45"/>
          <p:cNvSpPr txBox="1"/>
          <p:nvPr/>
        </p:nvSpPr>
        <p:spPr>
          <a:xfrm>
            <a:off x="2548148" y="2948708"/>
            <a:ext cx="204124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Input information</a:t>
            </a:r>
            <a:br>
              <a:rPr lang="en-US" sz="1600" dirty="0" smtClean="0"/>
            </a:br>
            <a:r>
              <a:rPr lang="en-US" sz="1600" dirty="0" smtClean="0"/>
              <a:t>(username, password)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7484978" y="4563812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5040989" y="5155210"/>
            <a:ext cx="2261680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8988" y="4814161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3" name="Rectangle 42"/>
          <p:cNvSpPr/>
          <p:nvPr/>
        </p:nvSpPr>
        <p:spPr>
          <a:xfrm>
            <a:off x="4927354" y="5097372"/>
            <a:ext cx="153645" cy="4488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" y="62183"/>
            <a:ext cx="1199252" cy="119925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462211" y="105991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HomeVisitorActivity</a:t>
            </a:r>
            <a:endParaRPr lang="en-US" dirty="0"/>
          </a:p>
        </p:txBody>
      </p:sp>
      <p:cxnSp>
        <p:nvCxnSpPr>
          <p:cNvPr id="48" name="Straight Connector 47"/>
          <p:cNvCxnSpPr>
            <a:stCxn id="37" idx="2"/>
          </p:cNvCxnSpPr>
          <p:nvPr/>
        </p:nvCxnSpPr>
        <p:spPr>
          <a:xfrm flipH="1">
            <a:off x="2555718" y="1571074"/>
            <a:ext cx="32566" cy="50011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759844" y="2828900"/>
            <a:ext cx="64266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649756" y="2487154"/>
            <a:ext cx="1911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Return log in form</a:t>
            </a:r>
            <a:endParaRPr lang="en-US" sz="1600" dirty="0"/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7325893" y="3514696"/>
            <a:ext cx="17920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78105" y="105991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54" name="Straight Connector 53"/>
          <p:cNvCxnSpPr>
            <a:stCxn id="53" idx="2"/>
          </p:cNvCxnSpPr>
          <p:nvPr/>
        </p:nvCxnSpPr>
        <p:spPr>
          <a:xfrm>
            <a:off x="5004178" y="1571074"/>
            <a:ext cx="0" cy="50011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245966" y="3854755"/>
            <a:ext cx="14273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6: if (input=valid)</a:t>
            </a:r>
            <a:endParaRPr lang="en-US" sz="1400" dirty="0"/>
          </a:p>
        </p:txBody>
      </p:sp>
      <p:sp>
        <p:nvSpPr>
          <p:cNvPr id="58" name="TextBox 57"/>
          <p:cNvSpPr txBox="1"/>
          <p:nvPr/>
        </p:nvSpPr>
        <p:spPr>
          <a:xfrm>
            <a:off x="7392154" y="3191328"/>
            <a:ext cx="18366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log in (username, </a:t>
            </a:r>
          </a:p>
          <a:p>
            <a:pPr algn="ctr"/>
            <a:r>
              <a:rPr lang="en-US" sz="1600" dirty="0" smtClean="0"/>
              <a:t> password)</a:t>
            </a:r>
            <a:endParaRPr lang="en-US" sz="1600" dirty="0"/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721217" y="5491766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746738" y="4926191"/>
            <a:ext cx="240983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  <a:r>
              <a:rPr lang="en-US" sz="1600" dirty="0" smtClean="0"/>
              <a:t>: Result = Success</a:t>
            </a:r>
          </a:p>
          <a:p>
            <a:r>
              <a:rPr lang="en-US" sz="1600" dirty="0" smtClean="0"/>
              <a:t>Return blogger home page</a:t>
            </a:r>
            <a:endParaRPr lang="en-US" sz="16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704660" y="6365648"/>
            <a:ext cx="648183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747457" y="5785219"/>
            <a:ext cx="202541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</a:t>
            </a:r>
            <a:r>
              <a:rPr lang="en-US" sz="1600" dirty="0"/>
              <a:t>2: </a:t>
            </a:r>
            <a:r>
              <a:rPr lang="en-US" sz="1600" dirty="0" smtClean="0"/>
              <a:t>Result = Fail</a:t>
            </a:r>
          </a:p>
          <a:p>
            <a:r>
              <a:rPr lang="en-US" sz="1600" dirty="0" smtClean="0"/>
              <a:t>Display error message</a:t>
            </a:r>
            <a:endParaRPr lang="en-US" sz="1600" dirty="0"/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9211836" y="5815253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 flipV="1">
            <a:off x="9953795" y="5329844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211836" y="5329843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271025" y="4998826"/>
            <a:ext cx="854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else()</a:t>
            </a:r>
            <a:endParaRPr lang="en-US" sz="14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7319208" y="6138055"/>
            <a:ext cx="17920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478293" y="5812076"/>
            <a:ext cx="1587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Return result</a:t>
            </a:r>
            <a:endParaRPr lang="en-US" sz="1600" dirty="0"/>
          </a:p>
        </p:txBody>
      </p:sp>
      <p:sp>
        <p:nvSpPr>
          <p:cNvPr id="64" name="Rectangle 63"/>
          <p:cNvSpPr/>
          <p:nvPr/>
        </p:nvSpPr>
        <p:spPr>
          <a:xfrm>
            <a:off x="236738" y="3787059"/>
            <a:ext cx="10455311" cy="2934221"/>
          </a:xfrm>
          <a:prstGeom prst="rect">
            <a:avLst/>
          </a:prstGeom>
          <a:noFill/>
          <a:ln w="127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Snip Single Corner Rectangle 64"/>
          <p:cNvSpPr/>
          <p:nvPr/>
        </p:nvSpPr>
        <p:spPr>
          <a:xfrm rot="5400000">
            <a:off x="453102" y="3561956"/>
            <a:ext cx="302404" cy="752615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315163" y="374233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0924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79427" y="1604004"/>
            <a:ext cx="0" cy="49682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263645" y="1059935"/>
            <a:ext cx="19850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LoginActivity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61221" y="1053174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7256192" y="1571091"/>
            <a:ext cx="0" cy="500115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169145" y="1564330"/>
            <a:ext cx="10798" cy="500792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9725" y="2014477"/>
            <a:ext cx="150119" cy="439079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504702" y="202996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186491" y="2439021"/>
            <a:ext cx="139402" cy="396625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59844" y="2107414"/>
            <a:ext cx="174485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44104" y="2494652"/>
            <a:ext cx="454238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79427" y="3408852"/>
            <a:ext cx="6507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70000" y="1768860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2881090" y="2166877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6" name="TextBox 45"/>
          <p:cNvSpPr txBox="1"/>
          <p:nvPr/>
        </p:nvSpPr>
        <p:spPr>
          <a:xfrm>
            <a:off x="2548148" y="3089836"/>
            <a:ext cx="204124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Input information</a:t>
            </a:r>
            <a:br>
              <a:rPr lang="en-US" sz="1600" dirty="0" smtClean="0"/>
            </a:br>
            <a:r>
              <a:rPr lang="en-US" sz="1600" dirty="0" smtClean="0"/>
              <a:t>(username, password)</a:t>
            </a:r>
            <a:endParaRPr lang="en-US" sz="1600" dirty="0"/>
          </a:p>
        </p:txBody>
      </p:sp>
      <p:pic>
        <p:nvPicPr>
          <p:cNvPr id="33" name="Picture 32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" y="62183"/>
            <a:ext cx="1199252" cy="119925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462211" y="105991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HomeVisitorActivity</a:t>
            </a:r>
            <a:endParaRPr lang="en-US" dirty="0"/>
          </a:p>
        </p:txBody>
      </p:sp>
      <p:cxnSp>
        <p:nvCxnSpPr>
          <p:cNvPr id="48" name="Straight Connector 47"/>
          <p:cNvCxnSpPr>
            <a:stCxn id="37" idx="2"/>
          </p:cNvCxnSpPr>
          <p:nvPr/>
        </p:nvCxnSpPr>
        <p:spPr>
          <a:xfrm flipH="1">
            <a:off x="2555718" y="1571074"/>
            <a:ext cx="32566" cy="50011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759844" y="2970028"/>
            <a:ext cx="64266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649756" y="2628282"/>
            <a:ext cx="1911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Return log in form</a:t>
            </a:r>
            <a:endParaRPr lang="en-US" sz="1600" dirty="0"/>
          </a:p>
        </p:txBody>
      </p:sp>
      <p:cxnSp>
        <p:nvCxnSpPr>
          <p:cNvPr id="54" name="Straight Connector 53"/>
          <p:cNvCxnSpPr/>
          <p:nvPr/>
        </p:nvCxnSpPr>
        <p:spPr>
          <a:xfrm>
            <a:off x="5004178" y="1571074"/>
            <a:ext cx="0" cy="50011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878105" y="105991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HomeShopActivity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36630" y="1092848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Shopkeeper</a:t>
            </a:r>
            <a:endParaRPr lang="en-US" sz="1600" dirty="0"/>
          </a:p>
        </p:txBody>
      </p:sp>
      <p:sp>
        <p:nvSpPr>
          <p:cNvPr id="47" name="Rectangle 46"/>
          <p:cNvSpPr/>
          <p:nvPr/>
        </p:nvSpPr>
        <p:spPr>
          <a:xfrm>
            <a:off x="9100348" y="3445279"/>
            <a:ext cx="153038" cy="272299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9228901" y="463590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9970860" y="4150491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9228901" y="415049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7325893" y="4889791"/>
            <a:ext cx="17920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484978" y="4563812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59" name="Straight Arrow Connector 58"/>
          <p:cNvCxnSpPr/>
          <p:nvPr/>
        </p:nvCxnSpPr>
        <p:spPr>
          <a:xfrm flipH="1">
            <a:off x="5040989" y="5155210"/>
            <a:ext cx="2261680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488988" y="4814161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61" name="Rectangle 60"/>
          <p:cNvSpPr/>
          <p:nvPr/>
        </p:nvSpPr>
        <p:spPr>
          <a:xfrm>
            <a:off x="4927354" y="5097372"/>
            <a:ext cx="153645" cy="4488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7325893" y="3514696"/>
            <a:ext cx="17920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245966" y="3854755"/>
            <a:ext cx="14273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6: if (input=valid)</a:t>
            </a:r>
            <a:endParaRPr lang="en-US" sz="1400" dirty="0"/>
          </a:p>
        </p:txBody>
      </p:sp>
      <p:sp>
        <p:nvSpPr>
          <p:cNvPr id="64" name="TextBox 63"/>
          <p:cNvSpPr txBox="1"/>
          <p:nvPr/>
        </p:nvSpPr>
        <p:spPr>
          <a:xfrm>
            <a:off x="7392154" y="3191328"/>
            <a:ext cx="18366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log in (username, </a:t>
            </a:r>
          </a:p>
          <a:p>
            <a:pPr algn="ctr"/>
            <a:r>
              <a:rPr lang="en-US" sz="1600" dirty="0" smtClean="0"/>
              <a:t> password)</a:t>
            </a:r>
            <a:endParaRPr lang="en-US" sz="1600" dirty="0"/>
          </a:p>
        </p:txBody>
      </p:sp>
      <p:cxnSp>
        <p:nvCxnSpPr>
          <p:cNvPr id="65" name="Straight Arrow Connector 64"/>
          <p:cNvCxnSpPr/>
          <p:nvPr/>
        </p:nvCxnSpPr>
        <p:spPr>
          <a:xfrm flipH="1">
            <a:off x="721217" y="5491766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746738" y="4926191"/>
            <a:ext cx="240983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  <a:r>
              <a:rPr lang="en-US" sz="1600" dirty="0" smtClean="0"/>
              <a:t>: Result = Success</a:t>
            </a:r>
          </a:p>
          <a:p>
            <a:r>
              <a:rPr lang="en-US" sz="1600" dirty="0" smtClean="0"/>
              <a:t>Return blogger home page</a:t>
            </a:r>
            <a:endParaRPr lang="en-US" sz="1600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704660" y="6295084"/>
            <a:ext cx="648183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747457" y="5714655"/>
            <a:ext cx="202541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</a:t>
            </a:r>
            <a:r>
              <a:rPr lang="en-US" sz="1600" dirty="0"/>
              <a:t>2: </a:t>
            </a:r>
            <a:r>
              <a:rPr lang="en-US" sz="1600" dirty="0" smtClean="0"/>
              <a:t>Result = Fail</a:t>
            </a:r>
          </a:p>
          <a:p>
            <a:r>
              <a:rPr lang="en-US" sz="1600" dirty="0" smtClean="0"/>
              <a:t>Display error message</a:t>
            </a:r>
            <a:endParaRPr lang="en-US" sz="1600" dirty="0"/>
          </a:p>
        </p:txBody>
      </p:sp>
      <p:cxnSp>
        <p:nvCxnSpPr>
          <p:cNvPr id="69" name="Straight Arrow Connector 68"/>
          <p:cNvCxnSpPr/>
          <p:nvPr/>
        </p:nvCxnSpPr>
        <p:spPr>
          <a:xfrm flipH="1">
            <a:off x="9211836" y="5815253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 flipV="1">
            <a:off x="9953795" y="5329844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9211836" y="5329843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271025" y="4998826"/>
            <a:ext cx="854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else()</a:t>
            </a:r>
            <a:endParaRPr lang="en-US" sz="1400" dirty="0"/>
          </a:p>
        </p:txBody>
      </p:sp>
      <p:cxnSp>
        <p:nvCxnSpPr>
          <p:cNvPr id="73" name="Straight Arrow Connector 72"/>
          <p:cNvCxnSpPr/>
          <p:nvPr/>
        </p:nvCxnSpPr>
        <p:spPr>
          <a:xfrm flipH="1">
            <a:off x="7319208" y="6138055"/>
            <a:ext cx="17920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78293" y="5812076"/>
            <a:ext cx="1587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Return result</a:t>
            </a:r>
            <a:endParaRPr lang="en-US" sz="1600" dirty="0"/>
          </a:p>
        </p:txBody>
      </p:sp>
      <p:sp>
        <p:nvSpPr>
          <p:cNvPr id="75" name="Rectangle 74"/>
          <p:cNvSpPr/>
          <p:nvPr/>
        </p:nvSpPr>
        <p:spPr>
          <a:xfrm>
            <a:off x="236738" y="3787059"/>
            <a:ext cx="10455311" cy="2934221"/>
          </a:xfrm>
          <a:prstGeom prst="rect">
            <a:avLst/>
          </a:prstGeom>
          <a:noFill/>
          <a:ln w="127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Snip Single Corner Rectangle 75"/>
          <p:cNvSpPr/>
          <p:nvPr/>
        </p:nvSpPr>
        <p:spPr>
          <a:xfrm rot="5400000">
            <a:off x="453102" y="3561956"/>
            <a:ext cx="302404" cy="752615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315163" y="374233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5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60217" y="1995438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803014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493188" y="1995438"/>
            <a:ext cx="19850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LogOutActivity</a:t>
            </a:r>
            <a:endParaRPr lang="en-US" dirty="0"/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8485735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733313" y="2917069"/>
            <a:ext cx="139402" cy="21995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057334" y="293255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416034" y="3286320"/>
            <a:ext cx="139402" cy="14844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872715" y="3010004"/>
            <a:ext cx="418461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196736" y="3397242"/>
            <a:ext cx="22192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905282" y="2660995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6433722" y="3069467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3784493" y="4625209"/>
            <a:ext cx="4631542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037980" y="4717870"/>
            <a:ext cx="152127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5: Return visitor </a:t>
            </a:r>
          </a:p>
          <a:p>
            <a:pPr algn="ctr"/>
            <a:r>
              <a:rPr lang="en-US" sz="1600" dirty="0" smtClean="0"/>
              <a:t>home page</a:t>
            </a:r>
            <a:endParaRPr lang="en-US" sz="1600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8555436" y="4397575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9297395" y="3636090"/>
            <a:ext cx="0" cy="7614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8555436" y="363609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17" y="964818"/>
            <a:ext cx="1199252" cy="119925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009416" y="199543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28" name="Straight Connector 27"/>
          <p:cNvCxnSpPr>
            <a:stCxn id="24" idx="2"/>
          </p:cNvCxnSpPr>
          <p:nvPr/>
        </p:nvCxnSpPr>
        <p:spPr>
          <a:xfrm>
            <a:off x="6135489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55436" y="3305415"/>
            <a:ext cx="1853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session_destroy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0" name="Rectangle 29"/>
          <p:cNvSpPr/>
          <p:nvPr/>
        </p:nvSpPr>
        <p:spPr>
          <a:xfrm>
            <a:off x="2588719" y="199543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HomeVisitorActivity</a:t>
            </a:r>
            <a:endParaRPr lang="en-US" dirty="0"/>
          </a:p>
        </p:txBody>
      </p:sp>
      <p:cxnSp>
        <p:nvCxnSpPr>
          <p:cNvPr id="31" name="Straight Connector 30"/>
          <p:cNvCxnSpPr>
            <a:stCxn id="30" idx="2"/>
          </p:cNvCxnSpPr>
          <p:nvPr/>
        </p:nvCxnSpPr>
        <p:spPr>
          <a:xfrm>
            <a:off x="3714792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645091" y="455895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774811" y="4294225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4: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872715" y="5040934"/>
            <a:ext cx="19117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3998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60217" y="1995438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Shopkeeper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803014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493188" y="1995438"/>
            <a:ext cx="19850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LogOutActivity</a:t>
            </a:r>
            <a:endParaRPr lang="en-US" dirty="0"/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8485735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733313" y="2917069"/>
            <a:ext cx="139402" cy="21995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057334" y="293255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416034" y="3286320"/>
            <a:ext cx="139402" cy="14844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872715" y="3010004"/>
            <a:ext cx="418461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196736" y="3397242"/>
            <a:ext cx="22192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905282" y="2660995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6433722" y="3069467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8555436" y="4397575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9297395" y="3636090"/>
            <a:ext cx="0" cy="7614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8555436" y="363609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17" y="964818"/>
            <a:ext cx="1199252" cy="119925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009416" y="199543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HomeShopActivity</a:t>
            </a:r>
            <a:endParaRPr lang="en-US" dirty="0"/>
          </a:p>
        </p:txBody>
      </p:sp>
      <p:cxnSp>
        <p:nvCxnSpPr>
          <p:cNvPr id="28" name="Straight Connector 27"/>
          <p:cNvCxnSpPr>
            <a:stCxn id="24" idx="2"/>
          </p:cNvCxnSpPr>
          <p:nvPr/>
        </p:nvCxnSpPr>
        <p:spPr>
          <a:xfrm>
            <a:off x="6135489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588719" y="199543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HomeVisitorActivity</a:t>
            </a:r>
            <a:endParaRPr lang="en-US" dirty="0"/>
          </a:p>
        </p:txBody>
      </p:sp>
      <p:cxnSp>
        <p:nvCxnSpPr>
          <p:cNvPr id="31" name="Straight Connector 30"/>
          <p:cNvCxnSpPr>
            <a:stCxn id="30" idx="2"/>
          </p:cNvCxnSpPr>
          <p:nvPr/>
        </p:nvCxnSpPr>
        <p:spPr>
          <a:xfrm>
            <a:off x="3714792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645091" y="455895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774811" y="4294225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4: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872715" y="5040934"/>
            <a:ext cx="19117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55436" y="3305415"/>
            <a:ext cx="1853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session_destroy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2037980" y="4717870"/>
            <a:ext cx="152127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5: Return visitor </a:t>
            </a:r>
          </a:p>
          <a:p>
            <a:pPr algn="ctr"/>
            <a:r>
              <a:rPr lang="en-US" sz="1600" dirty="0" smtClean="0"/>
              <a:t>home page</a:t>
            </a:r>
            <a:endParaRPr lang="en-US" sz="1600" dirty="0"/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3784493" y="4625209"/>
            <a:ext cx="4631542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5636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52714" y="131894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595511" y="1830097"/>
            <a:ext cx="0" cy="30620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596711" y="131894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617009" y="1830097"/>
            <a:ext cx="1" cy="30620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404635" y="1830097"/>
            <a:ext cx="0" cy="30620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525809" y="2095897"/>
            <a:ext cx="139403" cy="246810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44379" y="2111386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47309" y="2542599"/>
            <a:ext cx="139402" cy="202140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665212" y="2219212"/>
            <a:ext cx="19791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783781" y="2586849"/>
            <a:ext cx="2763527" cy="107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915002" y="1909389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4280935" y="2259074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5490316" y="1318941"/>
            <a:ext cx="224554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ViewProfileDetail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9334933" y="2999564"/>
            <a:ext cx="139403" cy="93823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1665212" y="4397727"/>
            <a:ext cx="495179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023425" y="4062787"/>
            <a:ext cx="4267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Display result</a:t>
            </a:r>
            <a:br>
              <a:rPr lang="en-US" sz="1600" dirty="0" smtClean="0"/>
            </a:br>
            <a:r>
              <a:rPr lang="en-US" sz="1600" dirty="0" smtClean="0"/>
              <a:t>(profile picture, username, follower number, </a:t>
            </a:r>
          </a:p>
          <a:p>
            <a:pPr algn="ctr"/>
            <a:r>
              <a:rPr lang="en-US" sz="1600" dirty="0" smtClean="0"/>
              <a:t>following number, email, list of created tutorials)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6617010" y="3110998"/>
            <a:ext cx="27179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705471" y="3526492"/>
            <a:ext cx="26910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Return result</a:t>
            </a:r>
          </a:p>
          <a:p>
            <a:pPr algn="ctr"/>
            <a:r>
              <a:rPr lang="en-US" sz="1600" dirty="0"/>
              <a:t>(profile picture, username, </a:t>
            </a:r>
            <a:endParaRPr lang="en-US" sz="1600" dirty="0" smtClean="0"/>
          </a:p>
          <a:p>
            <a:pPr algn="ctr"/>
            <a:r>
              <a:rPr lang="en-US" sz="1600" dirty="0" smtClean="0"/>
              <a:t>follower </a:t>
            </a:r>
            <a:r>
              <a:rPr lang="en-US" sz="1600" dirty="0"/>
              <a:t>number, </a:t>
            </a:r>
            <a:endParaRPr lang="en-US" sz="1600" dirty="0" smtClean="0"/>
          </a:p>
          <a:p>
            <a:pPr algn="ctr"/>
            <a:r>
              <a:rPr lang="en-US" sz="1600" dirty="0" smtClean="0"/>
              <a:t>following </a:t>
            </a:r>
            <a:r>
              <a:rPr lang="en-US" sz="1600" dirty="0"/>
              <a:t>number, </a:t>
            </a:r>
            <a:endParaRPr lang="en-US" sz="1600" dirty="0" smtClean="0"/>
          </a:p>
          <a:p>
            <a:pPr algn="ctr"/>
            <a:r>
              <a:rPr lang="en-US" sz="1600" dirty="0" smtClean="0"/>
              <a:t>email</a:t>
            </a:r>
            <a:r>
              <a:rPr lang="en-US" sz="1600" dirty="0"/>
              <a:t>, list of created tutorials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6686710" y="3849556"/>
            <a:ext cx="264822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85" y="290020"/>
            <a:ext cx="1199252" cy="11992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593401" y="1316833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29" name="Straight Connector 28"/>
          <p:cNvCxnSpPr>
            <a:stCxn id="25" idx="2"/>
          </p:cNvCxnSpPr>
          <p:nvPr/>
        </p:nvCxnSpPr>
        <p:spPr>
          <a:xfrm>
            <a:off x="3719474" y="1827989"/>
            <a:ext cx="0" cy="30642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288894" y="2750978"/>
            <a:ext cx="1287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9429805" y="366458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0171764" y="330309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9429805" y="330309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474336" y="2735955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4: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228614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52714" y="131894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Shopkeeper</a:t>
            </a:r>
            <a:endParaRPr lang="en-US" sz="16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595511" y="1830097"/>
            <a:ext cx="0" cy="30620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596711" y="131894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617009" y="1830097"/>
            <a:ext cx="1" cy="30620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404635" y="1830097"/>
            <a:ext cx="0" cy="30620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525809" y="2095897"/>
            <a:ext cx="139403" cy="246810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44379" y="2111386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47309" y="2542599"/>
            <a:ext cx="139402" cy="202140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665212" y="2219212"/>
            <a:ext cx="19791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783781" y="2586849"/>
            <a:ext cx="2763527" cy="107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915002" y="1909389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4280935" y="2259074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5490316" y="1318941"/>
            <a:ext cx="224554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ViewProfileDetail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9334933" y="2999564"/>
            <a:ext cx="139403" cy="93823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1665212" y="4397727"/>
            <a:ext cx="495179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17010" y="3110998"/>
            <a:ext cx="27179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812170" y="3526492"/>
            <a:ext cx="24776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Return result</a:t>
            </a:r>
          </a:p>
          <a:p>
            <a:pPr algn="ctr"/>
            <a:r>
              <a:rPr lang="en-US" sz="1600" dirty="0"/>
              <a:t>(profile picture, username, </a:t>
            </a:r>
            <a:endParaRPr lang="en-US" sz="1600" dirty="0" smtClean="0"/>
          </a:p>
          <a:p>
            <a:pPr algn="ctr"/>
            <a:r>
              <a:rPr lang="en-US" sz="1600" dirty="0" smtClean="0"/>
              <a:t>email</a:t>
            </a:r>
            <a:r>
              <a:rPr lang="en-US" sz="1600" dirty="0"/>
              <a:t>, list of created shops)</a:t>
            </a:r>
          </a:p>
          <a:p>
            <a:pPr algn="ctr"/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6686710" y="3849556"/>
            <a:ext cx="264822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85" y="290020"/>
            <a:ext cx="1199252" cy="11992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593401" y="1316833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HomeShopActivity</a:t>
            </a:r>
            <a:endParaRPr lang="en-US" dirty="0"/>
          </a:p>
        </p:txBody>
      </p:sp>
      <p:cxnSp>
        <p:nvCxnSpPr>
          <p:cNvPr id="29" name="Straight Connector 28"/>
          <p:cNvCxnSpPr>
            <a:stCxn id="25" idx="2"/>
          </p:cNvCxnSpPr>
          <p:nvPr/>
        </p:nvCxnSpPr>
        <p:spPr>
          <a:xfrm>
            <a:off x="3719474" y="1827989"/>
            <a:ext cx="0" cy="30642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783781" y="4075769"/>
            <a:ext cx="24776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Display result</a:t>
            </a:r>
            <a:br>
              <a:rPr lang="en-US" sz="1600" dirty="0" smtClean="0"/>
            </a:br>
            <a:r>
              <a:rPr lang="en-US" sz="1600" dirty="0"/>
              <a:t>(profile picture, username, </a:t>
            </a:r>
          </a:p>
          <a:p>
            <a:pPr algn="ctr"/>
            <a:r>
              <a:rPr lang="en-US" sz="1600" dirty="0"/>
              <a:t>email, list of created shops)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8894" y="2750978"/>
            <a:ext cx="1287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9429805" y="366458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10171764" y="330309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9429805" y="330309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74336" y="2735955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4: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948845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339" y="112987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3136" y="1641029"/>
            <a:ext cx="0" cy="42334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053192" y="1129873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367987" y="1641029"/>
            <a:ext cx="0" cy="42334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flipH="1">
            <a:off x="9853370" y="1641029"/>
            <a:ext cx="7746" cy="42334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3434" y="1906829"/>
            <a:ext cx="139404" cy="35075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02004" y="1922318"/>
            <a:ext cx="139402" cy="41484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298285" y="2353531"/>
            <a:ext cx="139403" cy="30608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22837" y="2030144"/>
            <a:ext cx="19791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41406" y="2255448"/>
            <a:ext cx="199016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72627" y="1720321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2900577" y="1938622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2773922" y="3163689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Input information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/>
              <a:t>profile picture, email)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21839" y="1129873"/>
            <a:ext cx="290778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ProfileManagementActivity</a:t>
            </a:r>
            <a:endParaRPr lang="en-US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2837" y="3470935"/>
            <a:ext cx="657544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7410533" y="4035464"/>
            <a:ext cx="238088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791415" y="3986901"/>
            <a:ext cx="129458" cy="82252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7437688" y="4721223"/>
            <a:ext cx="235372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494753" y="4413629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Return </a:t>
            </a:r>
            <a:r>
              <a:rPr lang="en-US" sz="1600" dirty="0"/>
              <a:t>result</a:t>
            </a:r>
            <a:br>
              <a:rPr lang="en-US" sz="1600" dirty="0"/>
            </a:br>
            <a:r>
              <a:rPr lang="en-US" sz="1600" dirty="0"/>
              <a:t>(profile picture, email) 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722837" y="5151476"/>
            <a:ext cx="65846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82914" y="4829634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Display result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(profile picture, email)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84349" y="2679048"/>
            <a:ext cx="2375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4: Return edit profile form</a:t>
            </a:r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 flipV="1">
            <a:off x="722838" y="2983249"/>
            <a:ext cx="6645149" cy="1671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1" y="103937"/>
            <a:ext cx="1199252" cy="119925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647849" y="1121473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1" idx="2"/>
          </p:cNvCxnSpPr>
          <p:nvPr/>
        </p:nvCxnSpPr>
        <p:spPr>
          <a:xfrm>
            <a:off x="2773922" y="1632629"/>
            <a:ext cx="0" cy="42418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4884349" y="1616285"/>
            <a:ext cx="16925" cy="425822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234730" y="1121473"/>
            <a:ext cx="132517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</a:t>
            </a:r>
            <a:endParaRPr lang="en-US" dirty="0" smtClean="0"/>
          </a:p>
          <a:p>
            <a:pPr algn="ctr"/>
            <a:r>
              <a:rPr lang="en-US" dirty="0" smtClean="0"/>
              <a:t>Detail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4831572" y="2154330"/>
            <a:ext cx="139402" cy="4306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173198" y="2173304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938694" y="2489108"/>
            <a:ext cx="23595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9920872" y="463869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 flipV="1">
            <a:off x="10662831" y="4153283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9920872" y="415328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837884" y="4685508"/>
            <a:ext cx="1033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check</a:t>
            </a:r>
          </a:p>
          <a:p>
            <a:pPr algn="ctr"/>
            <a:r>
              <a:rPr lang="en-US" sz="1400" dirty="0" smtClean="0"/>
              <a:t>Validation()</a:t>
            </a:r>
            <a:endParaRPr lang="en-US" sz="1400" dirty="0"/>
          </a:p>
        </p:txBody>
      </p:sp>
      <p:sp>
        <p:nvSpPr>
          <p:cNvPr id="47" name="TextBox 46"/>
          <p:cNvSpPr txBox="1"/>
          <p:nvPr/>
        </p:nvSpPr>
        <p:spPr>
          <a:xfrm>
            <a:off x="7494753" y="3712096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 err="1" smtClean="0"/>
              <a:t>updateData</a:t>
            </a:r>
            <a:endParaRPr lang="en-US" sz="1600" dirty="0" smtClean="0"/>
          </a:p>
          <a:p>
            <a:pPr algn="ctr"/>
            <a:r>
              <a:rPr lang="en-US" sz="1600" dirty="0" smtClean="0"/>
              <a:t>(</a:t>
            </a:r>
            <a:r>
              <a:rPr lang="en-US" sz="1600" dirty="0"/>
              <a:t>profile picture, email) </a:t>
            </a:r>
          </a:p>
        </p:txBody>
      </p:sp>
    </p:spTree>
    <p:extLst>
      <p:ext uri="{BB962C8B-B14F-4D97-AF65-F5344CB8AC3E}">
        <p14:creationId xmlns:p14="http://schemas.microsoft.com/office/powerpoint/2010/main" val="3062314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339" y="112987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Shopkeeper</a:t>
            </a:r>
            <a:endParaRPr lang="en-US" sz="16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3136" y="1641029"/>
            <a:ext cx="0" cy="42334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053192" y="1129873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367987" y="1641029"/>
            <a:ext cx="0" cy="42334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flipH="1">
            <a:off x="9853370" y="1641029"/>
            <a:ext cx="7746" cy="42334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3434" y="1906829"/>
            <a:ext cx="139404" cy="35075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02004" y="1922318"/>
            <a:ext cx="139402" cy="41484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298285" y="2353531"/>
            <a:ext cx="139403" cy="30608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22837" y="2030144"/>
            <a:ext cx="19791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41406" y="2255448"/>
            <a:ext cx="199016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72627" y="1720321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2900577" y="1938622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5921839" y="1129873"/>
            <a:ext cx="290778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ProfileManagementActivity</a:t>
            </a:r>
            <a:endParaRPr lang="en-US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22837" y="3470935"/>
            <a:ext cx="657544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7410533" y="4035464"/>
            <a:ext cx="238088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791415" y="3986901"/>
            <a:ext cx="129458" cy="82252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7437688" y="4721223"/>
            <a:ext cx="235372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494753" y="4413629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Return </a:t>
            </a:r>
            <a:r>
              <a:rPr lang="en-US" sz="1600" dirty="0"/>
              <a:t>result</a:t>
            </a:r>
            <a:br>
              <a:rPr lang="en-US" sz="1600" dirty="0"/>
            </a:br>
            <a:r>
              <a:rPr lang="en-US" sz="1600" dirty="0"/>
              <a:t>(profile picture, email) 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722837" y="5151476"/>
            <a:ext cx="65846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82916" y="4845124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Display result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/>
              <a:t>profile picture, email)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84349" y="2679048"/>
            <a:ext cx="2375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4: Return edit profile form</a:t>
            </a:r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 flipV="1">
            <a:off x="722838" y="2983249"/>
            <a:ext cx="6645149" cy="1671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1" y="103937"/>
            <a:ext cx="1199252" cy="119925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647849" y="1121473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HomeShopActivity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1" idx="2"/>
          </p:cNvCxnSpPr>
          <p:nvPr/>
        </p:nvCxnSpPr>
        <p:spPr>
          <a:xfrm>
            <a:off x="2773922" y="1632629"/>
            <a:ext cx="0" cy="42418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4884349" y="1616285"/>
            <a:ext cx="16925" cy="425822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234730" y="1121473"/>
            <a:ext cx="132517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</a:t>
            </a:r>
            <a:endParaRPr lang="en-US" dirty="0" smtClean="0"/>
          </a:p>
          <a:p>
            <a:pPr algn="ctr"/>
            <a:r>
              <a:rPr lang="en-US" dirty="0" smtClean="0"/>
              <a:t>Detail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4831572" y="2154330"/>
            <a:ext cx="139402" cy="4306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173198" y="2173304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938694" y="2489108"/>
            <a:ext cx="23595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9920872" y="463869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 flipV="1">
            <a:off x="10662831" y="4153283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9920872" y="415328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37884" y="4685508"/>
            <a:ext cx="1033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check</a:t>
            </a:r>
          </a:p>
          <a:p>
            <a:pPr algn="ctr"/>
            <a:r>
              <a:rPr lang="en-US" sz="1400" dirty="0" smtClean="0"/>
              <a:t>Validation()</a:t>
            </a:r>
            <a:endParaRPr lang="en-US" sz="1400" dirty="0"/>
          </a:p>
        </p:txBody>
      </p:sp>
      <p:sp>
        <p:nvSpPr>
          <p:cNvPr id="50" name="TextBox 49"/>
          <p:cNvSpPr txBox="1"/>
          <p:nvPr/>
        </p:nvSpPr>
        <p:spPr>
          <a:xfrm>
            <a:off x="2773922" y="3163689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Input information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/>
              <a:t>profile picture, email)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4753" y="3712096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 err="1" smtClean="0"/>
              <a:t>updateData</a:t>
            </a:r>
            <a:endParaRPr lang="en-US" sz="1600" dirty="0" smtClean="0"/>
          </a:p>
          <a:p>
            <a:pPr algn="ctr"/>
            <a:r>
              <a:rPr lang="en-US" sz="1600" dirty="0" smtClean="0"/>
              <a:t>(</a:t>
            </a:r>
            <a:r>
              <a:rPr lang="en-US" sz="1600" dirty="0"/>
              <a:t>profile picture, email) </a:t>
            </a:r>
          </a:p>
        </p:txBody>
      </p:sp>
    </p:spTree>
    <p:extLst>
      <p:ext uri="{BB962C8B-B14F-4D97-AF65-F5344CB8AC3E}">
        <p14:creationId xmlns:p14="http://schemas.microsoft.com/office/powerpoint/2010/main" val="18418807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268" y="112987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5065" y="1641029"/>
            <a:ext cx="0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28750" y="1121473"/>
            <a:ext cx="1615847" cy="5195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750188" y="1641029"/>
            <a:ext cx="0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flipH="1">
            <a:off x="9928928" y="1641029"/>
            <a:ext cx="7746" cy="47391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5363" y="1906828"/>
            <a:ext cx="139403" cy="41617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50566" y="190121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680486" y="2590141"/>
            <a:ext cx="139403" cy="4600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24766" y="2030144"/>
            <a:ext cx="1425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24605" y="2364095"/>
            <a:ext cx="150458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9985" y="1701916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2384914" y="2033375"/>
            <a:ext cx="98957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</a:t>
            </a:r>
            <a:endParaRPr lang="en-US" sz="1600" dirty="0" smtClean="0"/>
          </a:p>
          <a:p>
            <a:r>
              <a:rPr lang="en-US" sz="1600" dirty="0" smtClean="0"/>
              <a:t>Listener()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4494395" y="1129873"/>
            <a:ext cx="237218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ProfileManagement</a:t>
            </a:r>
            <a:endParaRPr lang="en-US" dirty="0" smtClean="0"/>
          </a:p>
          <a:p>
            <a:pPr algn="ctr"/>
            <a:r>
              <a:rPr lang="en-US" dirty="0" smtClean="0"/>
              <a:t>Activity</a:t>
            </a:r>
            <a:endParaRPr lang="en-US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655065" y="4073889"/>
            <a:ext cx="730557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859226" y="4345371"/>
            <a:ext cx="139403" cy="133508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5731782" y="2973923"/>
            <a:ext cx="222885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1" y="103937"/>
            <a:ext cx="1199252" cy="119925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356989" y="1129873"/>
            <a:ext cx="17352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 smtClean="0"/>
          </a:p>
          <a:p>
            <a:pPr algn="ctr"/>
            <a:r>
              <a:rPr lang="en-US" dirty="0" smtClean="0"/>
              <a:t>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1" idx="2"/>
          </p:cNvCxnSpPr>
          <p:nvPr/>
        </p:nvCxnSpPr>
        <p:spPr>
          <a:xfrm flipH="1">
            <a:off x="2220267" y="1641029"/>
            <a:ext cx="4338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8030340" y="1632629"/>
            <a:ext cx="0" cy="517728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924915" y="1129873"/>
            <a:ext cx="216768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ChangePassword</a:t>
            </a:r>
            <a:endParaRPr lang="en-US" dirty="0" smtClean="0"/>
          </a:p>
          <a:p>
            <a:pPr algn="ctr"/>
            <a:r>
              <a:rPr lang="en-US" dirty="0" smtClean="0"/>
              <a:t>Activity</a:t>
            </a:r>
            <a:endParaRPr lang="en-US" dirty="0"/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3798889" y="1616285"/>
            <a:ext cx="1" cy="477229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132347" y="1121473"/>
            <a:ext cx="132517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</a:t>
            </a:r>
            <a:endParaRPr lang="en-US" dirty="0" smtClean="0"/>
          </a:p>
          <a:p>
            <a:pPr algn="ctr"/>
            <a:r>
              <a:rPr lang="en-US" dirty="0" smtClean="0"/>
              <a:t>Detail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3729188" y="2282909"/>
            <a:ext cx="139402" cy="47894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3798890" y="2691665"/>
            <a:ext cx="189839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816528" y="2350161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65" name="Rectangle 64"/>
          <p:cNvSpPr/>
          <p:nvPr/>
        </p:nvSpPr>
        <p:spPr>
          <a:xfrm>
            <a:off x="7960639" y="2902976"/>
            <a:ext cx="139402" cy="31655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6034988" y="2625284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4: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724766" y="3488866"/>
            <a:ext cx="7258765" cy="57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410659" y="3156044"/>
            <a:ext cx="2904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Return change password form</a:t>
            </a:r>
            <a:endParaRPr lang="en-US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1703862" y="3730817"/>
            <a:ext cx="46116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Input information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(current password, new password, re-new password) </a:t>
            </a:r>
            <a:endParaRPr lang="en-US" sz="1600" dirty="0"/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8100041" y="4467051"/>
            <a:ext cx="17591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>
            <a:off x="9998629" y="5129269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 flipV="1">
            <a:off x="10740588" y="4643860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9998629" y="4643859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H="1">
            <a:off x="8100041" y="5594523"/>
            <a:ext cx="184567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136944" y="5258242"/>
            <a:ext cx="17615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9: Return </a:t>
            </a:r>
            <a:r>
              <a:rPr lang="en-US" sz="1600" dirty="0"/>
              <a:t>result</a:t>
            </a:r>
            <a:br>
              <a:rPr lang="en-US" sz="1600" dirty="0"/>
            </a:br>
            <a:r>
              <a:rPr lang="en-US" sz="1600" dirty="0"/>
              <a:t>(current password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new password, </a:t>
            </a:r>
            <a:endParaRPr lang="en-US" sz="1600" dirty="0" smtClean="0"/>
          </a:p>
          <a:p>
            <a:pPr algn="ctr"/>
            <a:r>
              <a:rPr lang="en-US" sz="1600" dirty="0" smtClean="0"/>
              <a:t>re</a:t>
            </a:r>
            <a:r>
              <a:rPr lang="en-US" sz="1600" dirty="0"/>
              <a:t>-new password) </a:t>
            </a:r>
          </a:p>
        </p:txBody>
      </p:sp>
      <p:cxnSp>
        <p:nvCxnSpPr>
          <p:cNvPr id="82" name="Straight Arrow Connector 81"/>
          <p:cNvCxnSpPr/>
          <p:nvPr/>
        </p:nvCxnSpPr>
        <p:spPr>
          <a:xfrm flipH="1">
            <a:off x="759616" y="5877421"/>
            <a:ext cx="7258765" cy="57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760064" y="5549751"/>
            <a:ext cx="493451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Display result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/>
              <a:t>current password, new password, re-new password)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90204" y="4152498"/>
            <a:ext cx="1033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8: check</a:t>
            </a:r>
          </a:p>
          <a:p>
            <a:pPr algn="ctr"/>
            <a:r>
              <a:rPr lang="en-US" sz="1400" dirty="0" smtClean="0"/>
              <a:t>Validation()</a:t>
            </a:r>
            <a:endParaRPr lang="en-US" sz="1400" dirty="0"/>
          </a:p>
        </p:txBody>
      </p:sp>
      <p:sp>
        <p:nvSpPr>
          <p:cNvPr id="51" name="TextBox 50"/>
          <p:cNvSpPr txBox="1"/>
          <p:nvPr/>
        </p:nvSpPr>
        <p:spPr>
          <a:xfrm>
            <a:off x="8072120" y="3881972"/>
            <a:ext cx="17615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updateData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(current password, </a:t>
            </a:r>
          </a:p>
          <a:p>
            <a:pPr algn="ctr"/>
            <a:r>
              <a:rPr lang="en-US" sz="1600" dirty="0" smtClean="0"/>
              <a:t>new password, </a:t>
            </a:r>
          </a:p>
          <a:p>
            <a:pPr algn="ctr"/>
            <a:r>
              <a:rPr lang="en-US" sz="1600" dirty="0" smtClean="0"/>
              <a:t>re-new password)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599037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268" y="112987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Shopkeeper</a:t>
            </a:r>
            <a:endParaRPr lang="en-US" sz="16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5065" y="1641029"/>
            <a:ext cx="0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28750" y="1121473"/>
            <a:ext cx="1615847" cy="5195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750188" y="1641029"/>
            <a:ext cx="0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flipH="1">
            <a:off x="9928928" y="1641029"/>
            <a:ext cx="7746" cy="47391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5363" y="1906828"/>
            <a:ext cx="139403" cy="41617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50566" y="190121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680486" y="2590141"/>
            <a:ext cx="139403" cy="4600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24766" y="2030144"/>
            <a:ext cx="1425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24605" y="2364095"/>
            <a:ext cx="150458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9985" y="1701916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2384914" y="2033375"/>
            <a:ext cx="98957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</a:t>
            </a:r>
            <a:endParaRPr lang="en-US" sz="1600" dirty="0" smtClean="0"/>
          </a:p>
          <a:p>
            <a:r>
              <a:rPr lang="en-US" sz="1600" dirty="0" smtClean="0"/>
              <a:t>Listener()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4494395" y="1129873"/>
            <a:ext cx="237218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ProfileManagement</a:t>
            </a:r>
            <a:endParaRPr lang="en-US" dirty="0" smtClean="0"/>
          </a:p>
          <a:p>
            <a:pPr algn="ctr"/>
            <a:r>
              <a:rPr lang="en-US" dirty="0" smtClean="0"/>
              <a:t>Activity</a:t>
            </a:r>
            <a:endParaRPr lang="en-US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655065" y="4073889"/>
            <a:ext cx="730557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859226" y="4345371"/>
            <a:ext cx="139403" cy="133508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5731782" y="2973923"/>
            <a:ext cx="222885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1" y="103937"/>
            <a:ext cx="1199252" cy="119925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356989" y="1129873"/>
            <a:ext cx="17352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HomeShop</a:t>
            </a:r>
            <a:endParaRPr lang="en-US" dirty="0" smtClean="0"/>
          </a:p>
          <a:p>
            <a:pPr algn="ctr"/>
            <a:r>
              <a:rPr lang="en-US" dirty="0" smtClean="0"/>
              <a:t>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1" idx="2"/>
          </p:cNvCxnSpPr>
          <p:nvPr/>
        </p:nvCxnSpPr>
        <p:spPr>
          <a:xfrm flipH="1">
            <a:off x="2220267" y="1641029"/>
            <a:ext cx="4338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8030340" y="1632629"/>
            <a:ext cx="0" cy="517728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924915" y="1129873"/>
            <a:ext cx="216768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ChangePassword</a:t>
            </a:r>
            <a:endParaRPr lang="en-US" dirty="0" smtClean="0"/>
          </a:p>
          <a:p>
            <a:pPr algn="ctr"/>
            <a:r>
              <a:rPr lang="en-US" dirty="0" smtClean="0"/>
              <a:t>Activity</a:t>
            </a:r>
            <a:endParaRPr lang="en-US" dirty="0"/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3798889" y="1616285"/>
            <a:ext cx="1" cy="477229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132347" y="1121473"/>
            <a:ext cx="132517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</a:t>
            </a:r>
            <a:endParaRPr lang="en-US" dirty="0" smtClean="0"/>
          </a:p>
          <a:p>
            <a:pPr algn="ctr"/>
            <a:r>
              <a:rPr lang="en-US" dirty="0" smtClean="0"/>
              <a:t>Detail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3729188" y="2282909"/>
            <a:ext cx="139402" cy="47894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3798890" y="2691665"/>
            <a:ext cx="189839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816528" y="2350161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65" name="Rectangle 64"/>
          <p:cNvSpPr/>
          <p:nvPr/>
        </p:nvSpPr>
        <p:spPr>
          <a:xfrm>
            <a:off x="7960639" y="2902976"/>
            <a:ext cx="139402" cy="31655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6034988" y="2625284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4: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724766" y="3488866"/>
            <a:ext cx="7258765" cy="57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410659" y="3156044"/>
            <a:ext cx="2904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Return change password form</a:t>
            </a:r>
            <a:endParaRPr lang="en-US" sz="1600" dirty="0"/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8100041" y="4467051"/>
            <a:ext cx="17591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>
            <a:off x="9998629" y="5129269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 flipV="1">
            <a:off x="10740588" y="4643860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9998629" y="4643859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H="1">
            <a:off x="8100041" y="5594523"/>
            <a:ext cx="184567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759616" y="5877421"/>
            <a:ext cx="7258765" cy="57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136944" y="5258242"/>
            <a:ext cx="17615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9: Return </a:t>
            </a:r>
            <a:r>
              <a:rPr lang="en-US" sz="1600" dirty="0"/>
              <a:t>result</a:t>
            </a:r>
            <a:br>
              <a:rPr lang="en-US" sz="1600" dirty="0"/>
            </a:br>
            <a:r>
              <a:rPr lang="en-US" sz="1600" dirty="0"/>
              <a:t>(current password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new password, </a:t>
            </a:r>
            <a:endParaRPr lang="en-US" sz="1600" dirty="0" smtClean="0"/>
          </a:p>
          <a:p>
            <a:pPr algn="ctr"/>
            <a:r>
              <a:rPr lang="en-US" sz="1600" dirty="0" smtClean="0"/>
              <a:t>re</a:t>
            </a:r>
            <a:r>
              <a:rPr lang="en-US" sz="1600" dirty="0"/>
              <a:t>-new password)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0204" y="4152498"/>
            <a:ext cx="1033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8: check</a:t>
            </a:r>
          </a:p>
          <a:p>
            <a:pPr algn="ctr"/>
            <a:r>
              <a:rPr lang="en-US" sz="1400" dirty="0" smtClean="0"/>
              <a:t>Validation()</a:t>
            </a:r>
            <a:endParaRPr 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1703862" y="3730817"/>
            <a:ext cx="46116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Input information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(current password, new password, re-new password) </a:t>
            </a:r>
            <a:endParaRPr 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8072120" y="3881972"/>
            <a:ext cx="17615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updateData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(current password, </a:t>
            </a:r>
          </a:p>
          <a:p>
            <a:pPr algn="ctr"/>
            <a:r>
              <a:rPr lang="en-US" sz="1600" dirty="0" smtClean="0"/>
              <a:t>new password, </a:t>
            </a:r>
          </a:p>
          <a:p>
            <a:pPr algn="ctr"/>
            <a:r>
              <a:rPr lang="en-US" sz="1600" dirty="0" smtClean="0"/>
              <a:t>re-new password) </a:t>
            </a:r>
            <a:endParaRPr lang="en-US" sz="1600" dirty="0"/>
          </a:p>
        </p:txBody>
      </p:sp>
      <p:sp>
        <p:nvSpPr>
          <p:cNvPr id="60" name="TextBox 59"/>
          <p:cNvSpPr txBox="1"/>
          <p:nvPr/>
        </p:nvSpPr>
        <p:spPr>
          <a:xfrm>
            <a:off x="1760064" y="5549751"/>
            <a:ext cx="493451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Display result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/>
              <a:t>current password, new password, re-new password) </a:t>
            </a:r>
          </a:p>
        </p:txBody>
      </p:sp>
    </p:spTree>
    <p:extLst>
      <p:ext uri="{BB962C8B-B14F-4D97-AF65-F5344CB8AC3E}">
        <p14:creationId xmlns:p14="http://schemas.microsoft.com/office/powerpoint/2010/main" val="15292807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174" y="967695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706971" y="1478851"/>
            <a:ext cx="0" cy="510549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28774" y="973307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566849" y="1484463"/>
            <a:ext cx="0" cy="50998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flipH="1">
            <a:off x="9928952" y="1484463"/>
            <a:ext cx="7746" cy="50998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7269" y="1775631"/>
            <a:ext cx="139403" cy="46753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844882" y="1765752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497146" y="2196963"/>
            <a:ext cx="139403" cy="38219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76672" y="1867340"/>
            <a:ext cx="40682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984284" y="2251994"/>
            <a:ext cx="251286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77016" y="1538911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5230773" y="191344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6120700" y="973307"/>
            <a:ext cx="290778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ProfileManagementActivity</a:t>
            </a:r>
            <a:endParaRPr lang="en-US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21231" y="3867939"/>
            <a:ext cx="677842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866996" y="2421579"/>
            <a:ext cx="139403" cy="255883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7636549" y="4884450"/>
            <a:ext cx="223044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853621" y="4563713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776672" y="5197279"/>
            <a:ext cx="677842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596260" y="4866686"/>
            <a:ext cx="2985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10: Display confirmation message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7636549" y="2533014"/>
            <a:ext cx="22304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709134" y="2779340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4: Return </a:t>
            </a:r>
            <a:r>
              <a:rPr lang="en-US" sz="1600" dirty="0"/>
              <a:t>result</a:t>
            </a:r>
            <a:br>
              <a:rPr lang="en-US" sz="1600" dirty="0"/>
            </a:br>
            <a:r>
              <a:rPr lang="en-US" sz="1600" dirty="0"/>
              <a:t>(profile picture, email) 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7636549" y="3101182"/>
            <a:ext cx="22304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" y="-55764"/>
            <a:ext cx="1199252" cy="119925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798473" y="974949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0" name="Straight Connector 29"/>
          <p:cNvCxnSpPr>
            <a:stCxn id="29" idx="2"/>
          </p:cNvCxnSpPr>
          <p:nvPr/>
        </p:nvCxnSpPr>
        <p:spPr>
          <a:xfrm>
            <a:off x="4924546" y="1486105"/>
            <a:ext cx="0" cy="50982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440793" y="974949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2" idx="2"/>
          </p:cNvCxnSpPr>
          <p:nvPr/>
        </p:nvCxnSpPr>
        <p:spPr>
          <a:xfrm>
            <a:off x="2566866" y="1486105"/>
            <a:ext cx="0" cy="50982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706971" y="5556597"/>
            <a:ext cx="6790175" cy="194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490442" y="5944421"/>
            <a:ext cx="139402" cy="475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2905030" y="5237513"/>
            <a:ext cx="116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Confirm</a:t>
            </a:r>
            <a:endParaRPr lang="en-US" sz="1600" dirty="0"/>
          </a:p>
        </p:txBody>
      </p:sp>
      <p:cxnSp>
        <p:nvCxnSpPr>
          <p:cNvPr id="65" name="Straight Arrow Connector 64"/>
          <p:cNvCxnSpPr/>
          <p:nvPr/>
        </p:nvCxnSpPr>
        <p:spPr>
          <a:xfrm flipH="1">
            <a:off x="2613133" y="6008114"/>
            <a:ext cx="487226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222835" y="5669560"/>
            <a:ext cx="1587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12: Return result</a:t>
            </a:r>
            <a:endParaRPr lang="en-US" sz="1600" dirty="0"/>
          </a:p>
        </p:txBody>
      </p:sp>
      <p:cxnSp>
        <p:nvCxnSpPr>
          <p:cNvPr id="74" name="Straight Arrow Connector 73"/>
          <p:cNvCxnSpPr/>
          <p:nvPr/>
        </p:nvCxnSpPr>
        <p:spPr>
          <a:xfrm flipH="1">
            <a:off x="776672" y="6349837"/>
            <a:ext cx="1790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57216" y="6015567"/>
            <a:ext cx="165552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</a:t>
            </a:r>
            <a:r>
              <a:rPr lang="en-US" sz="1600" dirty="0"/>
              <a:t>3</a:t>
            </a:r>
            <a:r>
              <a:rPr lang="en-US" sz="1600" dirty="0" smtClean="0"/>
              <a:t>: Display visitor </a:t>
            </a:r>
          </a:p>
          <a:p>
            <a:pPr algn="ctr"/>
            <a:r>
              <a:rPr lang="en-US" sz="1600" dirty="0" smtClean="0"/>
              <a:t>home page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8018982" y="2201129"/>
            <a:ext cx="1287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9992421" y="468732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10734380" y="4201913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9992421" y="420191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887676" y="4687322"/>
            <a:ext cx="1050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:Delete </a:t>
            </a:r>
          </a:p>
          <a:p>
            <a:pPr algn="ctr"/>
            <a:r>
              <a:rPr lang="en-US" sz="1400" dirty="0" smtClean="0"/>
              <a:t>blogger’s </a:t>
            </a:r>
          </a:p>
          <a:p>
            <a:pPr algn="ctr"/>
            <a:r>
              <a:rPr lang="en-US" sz="1400" dirty="0" smtClean="0"/>
              <a:t>information</a:t>
            </a:r>
            <a:endParaRPr lang="en-US" sz="1400" dirty="0"/>
          </a:p>
        </p:txBody>
      </p:sp>
      <p:sp>
        <p:nvSpPr>
          <p:cNvPr id="46" name="TextBox 45"/>
          <p:cNvSpPr txBox="1"/>
          <p:nvPr/>
        </p:nvSpPr>
        <p:spPr>
          <a:xfrm>
            <a:off x="2596260" y="3529385"/>
            <a:ext cx="2357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Request delete account</a:t>
            </a:r>
            <a:endParaRPr lang="en-US" sz="1600" dirty="0"/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7636549" y="4062502"/>
            <a:ext cx="22304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140662" y="3730617"/>
            <a:ext cx="1044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delete()</a:t>
            </a:r>
            <a:endParaRPr lang="en-US" sz="16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776672" y="3405783"/>
            <a:ext cx="670872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429621" y="3044236"/>
            <a:ext cx="3691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Return result (</a:t>
            </a:r>
            <a:r>
              <a:rPr lang="en-US" sz="1600" dirty="0"/>
              <a:t>profile picture, email) </a:t>
            </a:r>
          </a:p>
        </p:txBody>
      </p:sp>
    </p:spTree>
    <p:extLst>
      <p:ext uri="{BB962C8B-B14F-4D97-AF65-F5344CB8AC3E}">
        <p14:creationId xmlns:p14="http://schemas.microsoft.com/office/powerpoint/2010/main" val="1957676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174" y="967695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Shopkeeper</a:t>
            </a:r>
            <a:endParaRPr lang="en-US" sz="16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706971" y="1478851"/>
            <a:ext cx="0" cy="510549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28774" y="973307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566849" y="1484463"/>
            <a:ext cx="0" cy="50998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flipH="1">
            <a:off x="9928952" y="1484463"/>
            <a:ext cx="7746" cy="50998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7269" y="1775631"/>
            <a:ext cx="139403" cy="46753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844882" y="1765752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497146" y="2196963"/>
            <a:ext cx="139403" cy="38219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76672" y="1867340"/>
            <a:ext cx="40682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984284" y="2251994"/>
            <a:ext cx="251286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77016" y="1538911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5230773" y="191344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6120700" y="973307"/>
            <a:ext cx="290778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ProfileManagementActivity</a:t>
            </a:r>
            <a:endParaRPr lang="en-US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21231" y="3830591"/>
            <a:ext cx="677842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866996" y="2421579"/>
            <a:ext cx="139403" cy="255883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7636549" y="4884450"/>
            <a:ext cx="223044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853621" y="4563713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776672" y="5197279"/>
            <a:ext cx="677842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596260" y="4866686"/>
            <a:ext cx="2985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10: Display confirmation message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7636549" y="2533014"/>
            <a:ext cx="22304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709134" y="2779340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4: Return </a:t>
            </a:r>
            <a:r>
              <a:rPr lang="en-US" sz="1600" dirty="0"/>
              <a:t>result</a:t>
            </a:r>
            <a:br>
              <a:rPr lang="en-US" sz="1600" dirty="0"/>
            </a:br>
            <a:r>
              <a:rPr lang="en-US" sz="1600" dirty="0"/>
              <a:t>(profile picture, email) 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7636549" y="3101182"/>
            <a:ext cx="22304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" y="-55764"/>
            <a:ext cx="1199252" cy="119925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798473" y="974949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HomeShopActivity</a:t>
            </a:r>
            <a:endParaRPr lang="en-US" dirty="0"/>
          </a:p>
        </p:txBody>
      </p:sp>
      <p:cxnSp>
        <p:nvCxnSpPr>
          <p:cNvPr id="30" name="Straight Connector 29"/>
          <p:cNvCxnSpPr>
            <a:stCxn id="29" idx="2"/>
          </p:cNvCxnSpPr>
          <p:nvPr/>
        </p:nvCxnSpPr>
        <p:spPr>
          <a:xfrm>
            <a:off x="4924546" y="1486105"/>
            <a:ext cx="0" cy="50982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440793" y="974949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2" idx="2"/>
          </p:cNvCxnSpPr>
          <p:nvPr/>
        </p:nvCxnSpPr>
        <p:spPr>
          <a:xfrm>
            <a:off x="2566866" y="1486105"/>
            <a:ext cx="0" cy="50982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706971" y="5556597"/>
            <a:ext cx="6790175" cy="194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490442" y="5944421"/>
            <a:ext cx="139402" cy="475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2905030" y="5237513"/>
            <a:ext cx="116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Confirm</a:t>
            </a:r>
            <a:endParaRPr lang="en-US" sz="1600" dirty="0"/>
          </a:p>
        </p:txBody>
      </p:sp>
      <p:cxnSp>
        <p:nvCxnSpPr>
          <p:cNvPr id="65" name="Straight Arrow Connector 64"/>
          <p:cNvCxnSpPr/>
          <p:nvPr/>
        </p:nvCxnSpPr>
        <p:spPr>
          <a:xfrm flipH="1">
            <a:off x="2613133" y="6008114"/>
            <a:ext cx="487226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222835" y="5669560"/>
            <a:ext cx="1587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12: Return result</a:t>
            </a:r>
            <a:endParaRPr lang="en-US" sz="1600" dirty="0"/>
          </a:p>
        </p:txBody>
      </p:sp>
      <p:cxnSp>
        <p:nvCxnSpPr>
          <p:cNvPr id="74" name="Straight Arrow Connector 73"/>
          <p:cNvCxnSpPr/>
          <p:nvPr/>
        </p:nvCxnSpPr>
        <p:spPr>
          <a:xfrm flipH="1">
            <a:off x="776672" y="6349837"/>
            <a:ext cx="1790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57216" y="6015567"/>
            <a:ext cx="165552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</a:t>
            </a:r>
            <a:r>
              <a:rPr lang="en-US" sz="1600" dirty="0"/>
              <a:t>3</a:t>
            </a:r>
            <a:r>
              <a:rPr lang="en-US" sz="1600" dirty="0" smtClean="0"/>
              <a:t>: Display visitor </a:t>
            </a:r>
          </a:p>
          <a:p>
            <a:pPr algn="ctr"/>
            <a:r>
              <a:rPr lang="en-US" sz="1600" dirty="0" smtClean="0"/>
              <a:t>home page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8018982" y="2201129"/>
            <a:ext cx="1287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9992421" y="468732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10734380" y="4201913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9992421" y="420191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887676" y="4687322"/>
            <a:ext cx="1050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:Delete </a:t>
            </a:r>
          </a:p>
          <a:p>
            <a:pPr algn="ctr"/>
            <a:r>
              <a:rPr lang="en-US" sz="1400" dirty="0" smtClean="0"/>
              <a:t>blogger’s </a:t>
            </a:r>
          </a:p>
          <a:p>
            <a:pPr algn="ctr"/>
            <a:r>
              <a:rPr lang="en-US" sz="1400" dirty="0" smtClean="0"/>
              <a:t>information</a:t>
            </a:r>
            <a:endParaRPr lang="en-US" sz="1400" dirty="0"/>
          </a:p>
        </p:txBody>
      </p:sp>
      <p:sp>
        <p:nvSpPr>
          <p:cNvPr id="46" name="TextBox 45"/>
          <p:cNvSpPr txBox="1"/>
          <p:nvPr/>
        </p:nvSpPr>
        <p:spPr>
          <a:xfrm>
            <a:off x="2596260" y="3492037"/>
            <a:ext cx="2357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Request delete account</a:t>
            </a:r>
            <a:endParaRPr lang="en-US" sz="1600" dirty="0"/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7636549" y="4062502"/>
            <a:ext cx="22304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140662" y="3730617"/>
            <a:ext cx="1044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delete()</a:t>
            </a:r>
            <a:endParaRPr lang="en-US" sz="16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776672" y="3349761"/>
            <a:ext cx="670872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429621" y="2988214"/>
            <a:ext cx="3691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Return result (</a:t>
            </a:r>
            <a:r>
              <a:rPr lang="en-US" sz="1600" dirty="0"/>
              <a:t>profile picture, email) </a:t>
            </a:r>
          </a:p>
        </p:txBody>
      </p:sp>
    </p:spTree>
    <p:extLst>
      <p:ext uri="{BB962C8B-B14F-4D97-AF65-F5344CB8AC3E}">
        <p14:creationId xmlns:p14="http://schemas.microsoft.com/office/powerpoint/2010/main" val="20058702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657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454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54490" y="118495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TutorialRandomActivity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94708" y="11849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ViewTutorialDetail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324572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7757531" y="16961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7753" y="2106582"/>
            <a:ext cx="139402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5709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41808" y="2506813"/>
            <a:ext cx="139402" cy="173732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87454" y="219951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55111" y="258675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81210" y="2956010"/>
            <a:ext cx="43951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311509" y="4177193"/>
            <a:ext cx="23992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57156" y="5281952"/>
            <a:ext cx="68003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48406" y="186096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59496" y="22589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1678917" y="4962525"/>
            <a:ext cx="53450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Display tutorial information</a:t>
            </a:r>
          </a:p>
          <a:p>
            <a:pPr algn="ctr"/>
            <a:r>
              <a:rPr lang="en-US" sz="1600" dirty="0" smtClean="0"/>
              <a:t>(tutorial picture, title, category, owner username, </a:t>
            </a:r>
          </a:p>
          <a:p>
            <a:pPr algn="ctr"/>
            <a:r>
              <a:rPr lang="en-US" sz="1600" dirty="0" smtClean="0"/>
              <a:t>number of like, material description, material picture,</a:t>
            </a:r>
          </a:p>
          <a:p>
            <a:pPr algn="ctr"/>
            <a:r>
              <a:rPr lang="en-US" sz="1600" dirty="0" smtClean="0"/>
              <a:t> step number, step description, step picture, </a:t>
            </a:r>
            <a:r>
              <a:rPr lang="en-US" sz="1600" dirty="0"/>
              <a:t>video, comment) 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5381210" y="3544621"/>
            <a:ext cx="44648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33678" y="3206067"/>
            <a:ext cx="1857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</a:t>
            </a:r>
            <a:r>
              <a:rPr lang="en-US" sz="1600" dirty="0" err="1" smtClean="0"/>
              <a:t>TutorialListView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7838548" y="5061727"/>
            <a:ext cx="19494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776068" y="4749479"/>
            <a:ext cx="41348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10: Return selected </a:t>
            </a:r>
          </a:p>
          <a:p>
            <a:pPr algn="ctr"/>
            <a:r>
              <a:rPr lang="en-US" sz="1600" dirty="0" smtClean="0"/>
              <a:t>tutorial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/>
              <a:t>(tutorial picture, title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category, owner username, </a:t>
            </a:r>
          </a:p>
          <a:p>
            <a:pPr algn="ctr"/>
            <a:r>
              <a:rPr lang="en-US" sz="1600" dirty="0"/>
              <a:t>number of like, material description, </a:t>
            </a:r>
            <a:endParaRPr lang="en-US" sz="1600" dirty="0" smtClean="0"/>
          </a:p>
          <a:p>
            <a:pPr algn="ctr"/>
            <a:r>
              <a:rPr lang="en-US" sz="1600" dirty="0" smtClean="0"/>
              <a:t>material </a:t>
            </a:r>
            <a:r>
              <a:rPr lang="en-US" sz="1600" dirty="0"/>
              <a:t>picture</a:t>
            </a:r>
            <a:r>
              <a:rPr lang="en-US" sz="1600" dirty="0" smtClean="0"/>
              <a:t>, </a:t>
            </a:r>
            <a:r>
              <a:rPr lang="en-US" sz="1600" dirty="0"/>
              <a:t>step number, </a:t>
            </a:r>
            <a:endParaRPr lang="en-US" sz="1600" dirty="0" smtClean="0"/>
          </a:p>
          <a:p>
            <a:pPr algn="ctr"/>
            <a:r>
              <a:rPr lang="en-US" sz="1600" dirty="0" smtClean="0"/>
              <a:t>step </a:t>
            </a:r>
            <a:r>
              <a:rPr lang="en-US" sz="1600" dirty="0"/>
              <a:t>description, step picture, </a:t>
            </a:r>
            <a:r>
              <a:rPr lang="en-US" sz="1600" dirty="0" smtClean="0"/>
              <a:t>video, comment)  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2908016"/>
            <a:ext cx="139402" cy="22156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710712" y="4130723"/>
            <a:ext cx="139402" cy="11763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32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59337" y="118495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410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80801" y="2630728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random()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5621196" y="3868505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838548" y="4422146"/>
            <a:ext cx="19378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57156" y="3869244"/>
            <a:ext cx="43685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55111" y="3540925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7907439" y="4115232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9887505" y="3436001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10629464" y="3074511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9887505" y="3074511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62335" y="257639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4: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894218" y="4893516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10636177" y="4532026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9894218" y="4532026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869048" y="4033912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05749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657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454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54490" y="118495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TutorialPopularActivity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94708" y="11849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ViewTutorialDetail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324572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7757531" y="16961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7753" y="2106582"/>
            <a:ext cx="139402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5709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41808" y="2506813"/>
            <a:ext cx="139402" cy="173732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87454" y="219951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55111" y="258675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81210" y="2956010"/>
            <a:ext cx="43951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311509" y="4177193"/>
            <a:ext cx="23992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57156" y="5281952"/>
            <a:ext cx="68003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48406" y="186096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59496" y="22589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1678917" y="4962525"/>
            <a:ext cx="53450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Display tutorial information</a:t>
            </a:r>
          </a:p>
          <a:p>
            <a:pPr algn="ctr"/>
            <a:r>
              <a:rPr lang="en-US" sz="1600" dirty="0" smtClean="0"/>
              <a:t>(tutorial picture, title, category, owner username, </a:t>
            </a:r>
          </a:p>
          <a:p>
            <a:pPr algn="ctr"/>
            <a:r>
              <a:rPr lang="en-US" sz="1600" dirty="0" smtClean="0"/>
              <a:t>number of like, material description, material picture,</a:t>
            </a:r>
          </a:p>
          <a:p>
            <a:pPr algn="ctr"/>
            <a:r>
              <a:rPr lang="en-US" sz="1600" dirty="0" smtClean="0"/>
              <a:t> step number, step description, step picture, </a:t>
            </a:r>
            <a:r>
              <a:rPr lang="en-US" sz="1600" dirty="0"/>
              <a:t>video, comment) 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5381210" y="3544621"/>
            <a:ext cx="44648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33678" y="3206067"/>
            <a:ext cx="1857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</a:t>
            </a:r>
            <a:r>
              <a:rPr lang="en-US" sz="1600" dirty="0" err="1" smtClean="0"/>
              <a:t>TutorialListView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7838548" y="5061727"/>
            <a:ext cx="19494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744314" y="4749479"/>
            <a:ext cx="41348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10: Return selected </a:t>
            </a:r>
          </a:p>
          <a:p>
            <a:pPr algn="ctr"/>
            <a:r>
              <a:rPr lang="en-US" sz="1600" dirty="0" smtClean="0"/>
              <a:t>tutorial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/>
              <a:t>(tutorial picture, title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category, owner username, </a:t>
            </a:r>
          </a:p>
          <a:p>
            <a:pPr algn="ctr"/>
            <a:r>
              <a:rPr lang="en-US" sz="1600" dirty="0"/>
              <a:t>number of like, material description, </a:t>
            </a:r>
            <a:endParaRPr lang="en-US" sz="1600" dirty="0" smtClean="0"/>
          </a:p>
          <a:p>
            <a:pPr algn="ctr"/>
            <a:r>
              <a:rPr lang="en-US" sz="1600" dirty="0" smtClean="0"/>
              <a:t>material </a:t>
            </a:r>
            <a:r>
              <a:rPr lang="en-US" sz="1600" dirty="0"/>
              <a:t>picture</a:t>
            </a:r>
            <a:r>
              <a:rPr lang="en-US" sz="1600" dirty="0" smtClean="0"/>
              <a:t>, </a:t>
            </a:r>
            <a:r>
              <a:rPr lang="en-US" sz="1600" dirty="0"/>
              <a:t>step number, </a:t>
            </a:r>
            <a:endParaRPr lang="en-US" sz="1600" dirty="0" smtClean="0"/>
          </a:p>
          <a:p>
            <a:pPr algn="ctr"/>
            <a:r>
              <a:rPr lang="en-US" sz="1600" dirty="0" smtClean="0"/>
              <a:t>step </a:t>
            </a:r>
            <a:r>
              <a:rPr lang="en-US" sz="1600" dirty="0"/>
              <a:t>description, step picture, video, comment)  </a:t>
            </a:r>
          </a:p>
          <a:p>
            <a:pPr algn="ctr"/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2908016"/>
            <a:ext cx="139402" cy="22156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710712" y="4130723"/>
            <a:ext cx="139402" cy="11763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32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59337" y="118495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410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80801" y="2630728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popular()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5621196" y="3868505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838548" y="4422146"/>
            <a:ext cx="19378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57156" y="3869244"/>
            <a:ext cx="43685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55111" y="3540925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7907439" y="4115232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9887505" y="3454675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10629464" y="3093185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9887505" y="3093185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62335" y="2595071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4: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894218" y="491219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10636177" y="455070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9894218" y="455070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869048" y="4052586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97358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656" y="9203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8453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74032" y="920336"/>
            <a:ext cx="173324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TutorialCategory</a:t>
            </a:r>
            <a:endParaRPr lang="en-US" sz="1600" dirty="0" smtClean="0"/>
          </a:p>
          <a:p>
            <a:pPr algn="ctr"/>
            <a:r>
              <a:rPr lang="en-US" sz="1600" dirty="0" smtClean="0"/>
              <a:t>Activity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78632" y="920336"/>
            <a:ext cx="135636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ViewTutorial</a:t>
            </a:r>
            <a:endParaRPr lang="en-US" sz="1600" dirty="0" smtClean="0"/>
          </a:p>
          <a:p>
            <a:pPr algn="ctr"/>
            <a:r>
              <a:rPr lang="en-US" sz="1600" dirty="0" smtClean="0"/>
              <a:t>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8211606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Category </a:t>
            </a:r>
            <a:r>
              <a:rPr lang="en-US" sz="16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840657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 flipH="1">
            <a:off x="7453480" y="1431492"/>
            <a:ext cx="3332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78091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8752" y="1841967"/>
            <a:ext cx="139402" cy="426187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/>
          <p:cNvSpPr/>
          <p:nvPr/>
        </p:nvSpPr>
        <p:spPr>
          <a:xfrm>
            <a:off x="2184695" y="1841967"/>
            <a:ext cx="139402" cy="4981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ectangle 22"/>
          <p:cNvSpPr/>
          <p:nvPr/>
        </p:nvSpPr>
        <p:spPr>
          <a:xfrm>
            <a:off x="3946209" y="2164604"/>
            <a:ext cx="139402" cy="16860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8453" y="1934902"/>
            <a:ext cx="15062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24097" y="2221445"/>
            <a:ext cx="16403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959931" y="2340130"/>
            <a:ext cx="4751287" cy="42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33915" y="3436928"/>
            <a:ext cx="32122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154" y="4639058"/>
            <a:ext cx="502280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39405" y="1596348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2367937" y="1913668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1669217" y="5496362"/>
            <a:ext cx="480016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16: Display tutorial information</a:t>
            </a:r>
          </a:p>
          <a:p>
            <a:pPr algn="ctr"/>
            <a:r>
              <a:rPr lang="en-US" sz="1400" dirty="0" smtClean="0"/>
              <a:t>(tutorial picture, title, category, owner username, </a:t>
            </a:r>
          </a:p>
          <a:p>
            <a:pPr algn="ctr"/>
            <a:r>
              <a:rPr lang="en-US" sz="1400" dirty="0" smtClean="0"/>
              <a:t>number of like, material description, material picture,</a:t>
            </a:r>
          </a:p>
          <a:p>
            <a:pPr algn="ctr"/>
            <a:r>
              <a:rPr lang="en-US" sz="1400" dirty="0" smtClean="0"/>
              <a:t> step number, step description, step picture, </a:t>
            </a:r>
            <a:r>
              <a:rPr lang="en-US" sz="1400" dirty="0"/>
              <a:t>video, comment) 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4085611" y="2741245"/>
            <a:ext cx="46256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54401" y="4043506"/>
            <a:ext cx="173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</a:t>
            </a:r>
            <a:r>
              <a:rPr lang="en-US" sz="1400" dirty="0" err="1" smtClean="0"/>
              <a:t>TutorialListView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906675" y="4351283"/>
            <a:ext cx="40418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838489" y="5285349"/>
            <a:ext cx="3741266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15: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like, material description, </a:t>
            </a:r>
            <a:endParaRPr lang="en-US" sz="1400" dirty="0" smtClean="0"/>
          </a:p>
          <a:p>
            <a:pPr algn="ctr"/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video, comment)  </a:t>
            </a:r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9948489" y="3771714"/>
            <a:ext cx="139402" cy="21380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Rectangle 54"/>
          <p:cNvSpPr/>
          <p:nvPr/>
        </p:nvSpPr>
        <p:spPr>
          <a:xfrm>
            <a:off x="8711218" y="2265907"/>
            <a:ext cx="139402" cy="57867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" y="-10312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50336" y="920336"/>
            <a:ext cx="160015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</a:t>
            </a:r>
            <a:endParaRPr lang="en-US" sz="1600" dirty="0" smtClean="0"/>
          </a:p>
          <a:p>
            <a:pPr algn="ctr"/>
            <a:r>
              <a:rPr lang="en-US" sz="1600" dirty="0" smtClean="0"/>
              <a:t>Activity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250416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76617" y="2058075"/>
            <a:ext cx="1540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</a:t>
            </a:r>
            <a:r>
              <a:rPr lang="en-US" sz="1400" dirty="0" err="1" smtClean="0"/>
              <a:t>categoryList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4122215" y="3463286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5910358" y="3900841"/>
            <a:ext cx="403813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33915" y="2908726"/>
            <a:ext cx="3230555" cy="119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529970" y="3155509"/>
            <a:ext cx="1604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Select a category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210546" y="3608943"/>
            <a:ext cx="17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category ()</a:t>
            </a:r>
            <a:endParaRPr lang="en-US" sz="1400" dirty="0"/>
          </a:p>
        </p:txBody>
      </p:sp>
      <p:sp>
        <p:nvSpPr>
          <p:cNvPr id="51" name="Rectangle 50"/>
          <p:cNvSpPr/>
          <p:nvPr/>
        </p:nvSpPr>
        <p:spPr>
          <a:xfrm>
            <a:off x="3174242" y="920336"/>
            <a:ext cx="16711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Tutorial</a:t>
            </a:r>
          </a:p>
          <a:p>
            <a:pPr algn="ctr"/>
            <a:r>
              <a:rPr lang="en-US" sz="1600" dirty="0" err="1" smtClean="0"/>
              <a:t>CategoriesList</a:t>
            </a:r>
            <a:endParaRPr lang="en-US" sz="1600" dirty="0"/>
          </a:p>
        </p:txBody>
      </p:sp>
      <p:cxnSp>
        <p:nvCxnSpPr>
          <p:cNvPr id="52" name="Straight Connector 51"/>
          <p:cNvCxnSpPr>
            <a:stCxn id="51" idx="2"/>
          </p:cNvCxnSpPr>
          <p:nvPr/>
        </p:nvCxnSpPr>
        <p:spPr>
          <a:xfrm>
            <a:off x="400982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448877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Tutorial </a:t>
            </a:r>
            <a:r>
              <a:rPr lang="en-US" sz="1600" dirty="0"/>
              <a:t>Database</a:t>
            </a:r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10018190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18120" y="2434724"/>
            <a:ext cx="38580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Display list of categories</a:t>
            </a:r>
            <a:br>
              <a:rPr lang="en-US" sz="1400" dirty="0" smtClean="0"/>
            </a:br>
            <a:r>
              <a:rPr lang="en-US" sz="1400" dirty="0" smtClean="0"/>
              <a:t>(outfit, accessory, gift, kid, </a:t>
            </a:r>
          </a:p>
          <a:p>
            <a:pPr algn="ctr"/>
            <a:r>
              <a:rPr lang="en-US" sz="1400" dirty="0" smtClean="0"/>
              <a:t>garden, home décor, pet, other) 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038792" y="3771714"/>
            <a:ext cx="17321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5770956" y="3725294"/>
            <a:ext cx="139402" cy="13412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4" name="TextBox 73"/>
          <p:cNvSpPr txBox="1"/>
          <p:nvPr/>
        </p:nvSpPr>
        <p:spPr>
          <a:xfrm>
            <a:off x="2204918" y="4346298"/>
            <a:ext cx="2074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Display list of tutorials</a:t>
            </a:r>
            <a:endParaRPr lang="en-US" sz="1400" dirty="0"/>
          </a:p>
        </p:txBody>
      </p:sp>
      <p:sp>
        <p:nvSpPr>
          <p:cNvPr id="75" name="Rectangle 74"/>
          <p:cNvSpPr/>
          <p:nvPr/>
        </p:nvSpPr>
        <p:spPr>
          <a:xfrm>
            <a:off x="7378139" y="4936004"/>
            <a:ext cx="153626" cy="11678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5850665" y="5004181"/>
            <a:ext cx="15274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858717" y="4696404"/>
            <a:ext cx="167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12: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7495290" y="5250067"/>
            <a:ext cx="2427174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531765" y="4942291"/>
            <a:ext cx="17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</a:t>
            </a:r>
            <a:r>
              <a:rPr lang="en-US" sz="1400" dirty="0" err="1" smtClean="0"/>
              <a:t>showInfo</a:t>
            </a:r>
            <a:r>
              <a:rPr lang="en-US" sz="1400" dirty="0" smtClean="0"/>
              <a:t> ()</a:t>
            </a:r>
            <a:endParaRPr lang="en-US" sz="1400" dirty="0"/>
          </a:p>
        </p:txBody>
      </p:sp>
      <p:cxnSp>
        <p:nvCxnSpPr>
          <p:cNvPr id="91" name="Straight Arrow Connector 90"/>
          <p:cNvCxnSpPr/>
          <p:nvPr/>
        </p:nvCxnSpPr>
        <p:spPr>
          <a:xfrm flipH="1">
            <a:off x="7531765" y="5779363"/>
            <a:ext cx="243644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761605" y="2430963"/>
            <a:ext cx="1735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4: </a:t>
            </a:r>
            <a:r>
              <a:rPr lang="en-US" sz="1400" dirty="0" err="1" smtClean="0"/>
              <a:t>CategoryListView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97" name="Straight Arrow Connector 96"/>
          <p:cNvCxnSpPr/>
          <p:nvPr/>
        </p:nvCxnSpPr>
        <p:spPr>
          <a:xfrm flipH="1">
            <a:off x="748154" y="6008698"/>
            <a:ext cx="6598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10036921" y="4276331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10778880" y="3914841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0036921" y="3914841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937043" y="341672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9: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1" name="Straight Arrow Connector 60"/>
          <p:cNvCxnSpPr/>
          <p:nvPr/>
        </p:nvCxnSpPr>
        <p:spPr>
          <a:xfrm flipH="1">
            <a:off x="10043634" y="5733846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10785593" y="5372356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10043634" y="5372356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021813" y="4874242"/>
            <a:ext cx="860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14: </a:t>
            </a:r>
            <a:r>
              <a:rPr lang="en-US" sz="1400" dirty="0" err="1" smtClean="0"/>
              <a:t>Retri</a:t>
            </a:r>
            <a:r>
              <a:rPr lang="en-US" sz="1400" dirty="0" smtClean="0"/>
              <a:t>-</a:t>
            </a:r>
          </a:p>
          <a:p>
            <a:pPr algn="ctr"/>
            <a:r>
              <a:rPr lang="en-US" sz="1400" dirty="0"/>
              <a:t>-</a:t>
            </a:r>
            <a:r>
              <a:rPr lang="en-US" sz="1400" dirty="0" smtClean="0"/>
              <a:t>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2303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657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454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54490" y="118495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TutorialFollowActivity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94708" y="11849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ViewTutorialDetail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324572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7757531" y="16961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7753" y="2106582"/>
            <a:ext cx="139402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5709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41808" y="2506813"/>
            <a:ext cx="139402" cy="173732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87454" y="219951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55111" y="258675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81210" y="2956010"/>
            <a:ext cx="43951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311509" y="4177193"/>
            <a:ext cx="23992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57156" y="5281952"/>
            <a:ext cx="68003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48406" y="186096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59496" y="22589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1678917" y="4962525"/>
            <a:ext cx="53450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Display tutorial information</a:t>
            </a:r>
          </a:p>
          <a:p>
            <a:pPr algn="ctr"/>
            <a:r>
              <a:rPr lang="en-US" sz="1600" dirty="0" smtClean="0"/>
              <a:t>(tutorial picture, title, category, owner username, </a:t>
            </a:r>
          </a:p>
          <a:p>
            <a:pPr algn="ctr"/>
            <a:r>
              <a:rPr lang="en-US" sz="1600" dirty="0" smtClean="0"/>
              <a:t>number of like, material description, material picture,</a:t>
            </a:r>
          </a:p>
          <a:p>
            <a:pPr algn="ctr"/>
            <a:r>
              <a:rPr lang="en-US" sz="1600" dirty="0" smtClean="0"/>
              <a:t> step number, step description, step picture, </a:t>
            </a:r>
            <a:r>
              <a:rPr lang="en-US" sz="1600" dirty="0"/>
              <a:t>video, comment) 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5381210" y="3544621"/>
            <a:ext cx="44648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33678" y="3206067"/>
            <a:ext cx="1857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</a:t>
            </a:r>
            <a:r>
              <a:rPr lang="en-US" sz="1600" dirty="0" err="1" smtClean="0"/>
              <a:t>TutorialListView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7838548" y="5061727"/>
            <a:ext cx="19494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760190" y="4749479"/>
            <a:ext cx="41348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10: Return selected </a:t>
            </a:r>
          </a:p>
          <a:p>
            <a:pPr algn="ctr"/>
            <a:r>
              <a:rPr lang="en-US" sz="1600" dirty="0" smtClean="0"/>
              <a:t>tutorial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/>
              <a:t>(tutorial picture, title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category, owner username, </a:t>
            </a:r>
          </a:p>
          <a:p>
            <a:pPr algn="ctr"/>
            <a:r>
              <a:rPr lang="en-US" sz="1600" dirty="0"/>
              <a:t>number of like, material description, </a:t>
            </a:r>
            <a:endParaRPr lang="en-US" sz="1600" dirty="0" smtClean="0"/>
          </a:p>
          <a:p>
            <a:pPr algn="ctr"/>
            <a:r>
              <a:rPr lang="en-US" sz="1600" dirty="0" smtClean="0"/>
              <a:t>material </a:t>
            </a:r>
            <a:r>
              <a:rPr lang="en-US" sz="1600" dirty="0"/>
              <a:t>picture</a:t>
            </a:r>
            <a:r>
              <a:rPr lang="en-US" sz="1600" dirty="0" smtClean="0"/>
              <a:t>, </a:t>
            </a:r>
            <a:r>
              <a:rPr lang="en-US" sz="1600" dirty="0"/>
              <a:t>step number, </a:t>
            </a:r>
            <a:endParaRPr lang="en-US" sz="1600" dirty="0" smtClean="0"/>
          </a:p>
          <a:p>
            <a:pPr algn="ctr"/>
            <a:r>
              <a:rPr lang="en-US" sz="1600" dirty="0" smtClean="0"/>
              <a:t>step </a:t>
            </a:r>
            <a:r>
              <a:rPr lang="en-US" sz="1600" dirty="0"/>
              <a:t>description, step picture, video, comment)  </a:t>
            </a:r>
          </a:p>
          <a:p>
            <a:pPr algn="ctr"/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2908016"/>
            <a:ext cx="139402" cy="22156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710712" y="4130723"/>
            <a:ext cx="139402" cy="11763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32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59337" y="118495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410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80801" y="2630728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follow()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5621196" y="3868505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838548" y="4422146"/>
            <a:ext cx="19378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57156" y="3869244"/>
            <a:ext cx="43685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55111" y="3540925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7907439" y="4115232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9887505" y="3436001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10629464" y="3074511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9887505" y="3074511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62335" y="257639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4: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894218" y="4893516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10636177" y="4532026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9894218" y="4532026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869048" y="4033912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1433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657" y="9277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454" y="14389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54490" y="92775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TutorialSearchActivity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94708" y="9277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ViewTutorialDetail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38150" y="9277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324572" y="14389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7757531" y="14389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4389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7753" y="1849382"/>
            <a:ext cx="139402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5709" y="18648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41808" y="2249613"/>
            <a:ext cx="139402" cy="21664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87454" y="194231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55111" y="232955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81210" y="3164985"/>
            <a:ext cx="43951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311509" y="4386168"/>
            <a:ext cx="23992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57156" y="5490927"/>
            <a:ext cx="68003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48406" y="160376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59496" y="20017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1678917" y="5171500"/>
            <a:ext cx="53450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Display tutorial information</a:t>
            </a:r>
          </a:p>
          <a:p>
            <a:pPr algn="ctr"/>
            <a:r>
              <a:rPr lang="en-US" sz="1600" dirty="0" smtClean="0"/>
              <a:t>(tutorial picture, title, category, owner username, </a:t>
            </a:r>
          </a:p>
          <a:p>
            <a:pPr algn="ctr"/>
            <a:r>
              <a:rPr lang="en-US" sz="1600" dirty="0" smtClean="0"/>
              <a:t>number of like, material description, material picture,</a:t>
            </a:r>
          </a:p>
          <a:p>
            <a:pPr algn="ctr"/>
            <a:r>
              <a:rPr lang="en-US" sz="1600" dirty="0" smtClean="0"/>
              <a:t> step number, step description, step picture, </a:t>
            </a:r>
            <a:r>
              <a:rPr lang="en-US" sz="1600" dirty="0"/>
              <a:t>video, comment) 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5381210" y="3753596"/>
            <a:ext cx="44648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33678" y="3415042"/>
            <a:ext cx="1857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 err="1" smtClean="0"/>
              <a:t>TutorialListView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7838548" y="5270702"/>
            <a:ext cx="19494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744314" y="4958454"/>
            <a:ext cx="41348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Return selected </a:t>
            </a:r>
          </a:p>
          <a:p>
            <a:pPr algn="ctr"/>
            <a:r>
              <a:rPr lang="en-US" sz="1600" dirty="0" smtClean="0"/>
              <a:t>tutorial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/>
              <a:t>(tutorial picture, title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category, owner username, </a:t>
            </a:r>
          </a:p>
          <a:p>
            <a:pPr algn="ctr"/>
            <a:r>
              <a:rPr lang="en-US" sz="1600" dirty="0"/>
              <a:t>number of like, material description, </a:t>
            </a:r>
            <a:endParaRPr lang="en-US" sz="1600" dirty="0" smtClean="0"/>
          </a:p>
          <a:p>
            <a:pPr algn="ctr"/>
            <a:r>
              <a:rPr lang="en-US" sz="1600" dirty="0" smtClean="0"/>
              <a:t>material </a:t>
            </a:r>
            <a:r>
              <a:rPr lang="en-US" sz="1600" dirty="0"/>
              <a:t>picture</a:t>
            </a:r>
            <a:r>
              <a:rPr lang="en-US" sz="1600" dirty="0" smtClean="0"/>
              <a:t>, </a:t>
            </a:r>
            <a:r>
              <a:rPr lang="en-US" sz="1600" dirty="0"/>
              <a:t>step number, </a:t>
            </a:r>
            <a:endParaRPr lang="en-US" sz="1600" dirty="0" smtClean="0"/>
          </a:p>
          <a:p>
            <a:pPr algn="ctr"/>
            <a:r>
              <a:rPr lang="en-US" sz="1600" dirty="0" smtClean="0"/>
              <a:t>step </a:t>
            </a:r>
            <a:r>
              <a:rPr lang="en-US" sz="1600" dirty="0"/>
              <a:t>description, step picture, video, comment)  </a:t>
            </a:r>
          </a:p>
          <a:p>
            <a:pPr algn="ctr"/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3116991"/>
            <a:ext cx="139402" cy="22156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710712" y="4339698"/>
            <a:ext cx="139402" cy="11763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32" y="-95708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59337" y="92775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410" y="14389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80801" y="2839703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search ()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5621196" y="40774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838548" y="4631121"/>
            <a:ext cx="19378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57156" y="4078219"/>
            <a:ext cx="43685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55111" y="3749900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7907439" y="4324207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951707" y="2808532"/>
            <a:ext cx="42846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074423" y="2510820"/>
            <a:ext cx="1602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Input keyword</a:t>
            </a:r>
            <a:endParaRPr lang="en-US" sz="1600" dirty="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9887505" y="3641415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10629464" y="3279925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9887505" y="3279925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862335" y="2781811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9894218" y="509893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10636177" y="473744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894218" y="473744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824164" y="4239326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68665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611" y="6506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6408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24771" y="650636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CreateTutorial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9353811" y="660966"/>
            <a:ext cx="11692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3956557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938434" y="1172122"/>
            <a:ext cx="0" cy="5685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3197" y="1370896"/>
            <a:ext cx="161182" cy="534363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26890" y="1370896"/>
            <a:ext cx="139402" cy="2961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891172" y="1525778"/>
            <a:ext cx="148004" cy="136163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868733" y="2416452"/>
            <a:ext cx="123325" cy="413816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6408" y="1448342"/>
            <a:ext cx="15504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96591" y="1599693"/>
            <a:ext cx="16215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8693563" y="6475307"/>
            <a:ext cx="115247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335288" y="1310718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6" name="TextBox 45"/>
          <p:cNvSpPr txBox="1"/>
          <p:nvPr/>
        </p:nvSpPr>
        <p:spPr>
          <a:xfrm>
            <a:off x="916859" y="1941458"/>
            <a:ext cx="2924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Add tutorial information </a:t>
            </a:r>
          </a:p>
          <a:p>
            <a:pPr algn="ctr"/>
            <a:r>
              <a:rPr lang="en-US" sz="1400" dirty="0" smtClean="0"/>
              <a:t>(tutorial picture, title, category)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063618" y="6295062"/>
            <a:ext cx="2404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20: Return successful message</a:t>
            </a:r>
            <a:endParaRPr lang="en-US" sz="1400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76408" y="2217179"/>
            <a:ext cx="322393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59991" y="3387183"/>
            <a:ext cx="48998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42" y="-92940"/>
            <a:ext cx="896137" cy="89613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475983" y="650636"/>
            <a:ext cx="164099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HomeBlogger</a:t>
            </a:r>
            <a:endParaRPr lang="en-US" sz="1400" dirty="0"/>
          </a:p>
          <a:p>
            <a:pPr algn="ctr"/>
            <a:r>
              <a:rPr lang="en-US" sz="1400" dirty="0"/>
              <a:t>Activity</a:t>
            </a:r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>
            <a:off x="2296483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833535" y="650636"/>
            <a:ext cx="154031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CreateMaterial</a:t>
            </a:r>
            <a:endParaRPr lang="en-US" sz="14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5603692" y="1161792"/>
            <a:ext cx="11912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050045" y="660966"/>
            <a:ext cx="117484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CreateStep</a:t>
            </a:r>
            <a:endParaRPr lang="en-US" sz="1400" dirty="0"/>
          </a:p>
        </p:txBody>
      </p:sp>
      <p:cxnSp>
        <p:nvCxnSpPr>
          <p:cNvPr id="36" name="Straight Connector 35"/>
          <p:cNvCxnSpPr>
            <a:stCxn id="35" idx="2"/>
          </p:cNvCxnSpPr>
          <p:nvPr/>
        </p:nvCxnSpPr>
        <p:spPr>
          <a:xfrm>
            <a:off x="8637469" y="1172122"/>
            <a:ext cx="0" cy="5685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659991" y="4572101"/>
            <a:ext cx="64919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544171" y="2706036"/>
            <a:ext cx="135215" cy="13151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151951" y="3904268"/>
            <a:ext cx="139402" cy="131531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719510" y="5744579"/>
            <a:ext cx="78530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441554" y="3107466"/>
            <a:ext cx="3641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8: Add </a:t>
            </a:r>
            <a:r>
              <a:rPr lang="en-US" sz="1400" dirty="0" smtClean="0"/>
              <a:t>tutorial information </a:t>
            </a:r>
          </a:p>
          <a:p>
            <a:pPr algn="ctr"/>
            <a:r>
              <a:rPr lang="en-US" sz="1400" dirty="0" smtClean="0"/>
              <a:t>(material description, material picture)</a:t>
            </a:r>
            <a:endParaRPr lang="en-US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3387550" y="4296981"/>
            <a:ext cx="3641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12</a:t>
            </a:r>
            <a:r>
              <a:rPr lang="en-US" sz="1400" dirty="0"/>
              <a:t>: Add </a:t>
            </a:r>
            <a:r>
              <a:rPr lang="en-US" sz="1400" dirty="0" smtClean="0"/>
              <a:t>tutorial information </a:t>
            </a:r>
          </a:p>
          <a:p>
            <a:pPr algn="ctr"/>
            <a:r>
              <a:rPr lang="en-US" sz="1400" dirty="0" smtClean="0"/>
              <a:t>(step number, video)</a:t>
            </a:r>
            <a:endParaRPr lang="en-US" sz="1400" dirty="0"/>
          </a:p>
        </p:txBody>
      </p:sp>
      <p:sp>
        <p:nvSpPr>
          <p:cNvPr id="50" name="Rectangle 49"/>
          <p:cNvSpPr/>
          <p:nvPr/>
        </p:nvSpPr>
        <p:spPr>
          <a:xfrm>
            <a:off x="6534365" y="650636"/>
            <a:ext cx="13745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CreateStepList</a:t>
            </a:r>
            <a:endParaRPr lang="en-US" sz="1400" dirty="0"/>
          </a:p>
        </p:txBody>
      </p:sp>
      <p:cxnSp>
        <p:nvCxnSpPr>
          <p:cNvPr id="51" name="Straight Connector 50"/>
          <p:cNvCxnSpPr>
            <a:stCxn id="50" idx="2"/>
          </p:cNvCxnSpPr>
          <p:nvPr/>
        </p:nvCxnSpPr>
        <p:spPr>
          <a:xfrm>
            <a:off x="7221652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743708" y="1936871"/>
            <a:ext cx="320649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017220" y="1648234"/>
            <a:ext cx="2463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3: Return manage tutorial form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011185" y="2825898"/>
            <a:ext cx="153298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966277" y="2535292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69" name="Straight Arrow Connector 68"/>
          <p:cNvCxnSpPr/>
          <p:nvPr/>
        </p:nvCxnSpPr>
        <p:spPr>
          <a:xfrm flipH="1">
            <a:off x="754379" y="3087663"/>
            <a:ext cx="481348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441554" y="2809829"/>
            <a:ext cx="25331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Return manage material form</a:t>
            </a:r>
            <a:endParaRPr lang="en-US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5619543" y="3713447"/>
            <a:ext cx="167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5615604" y="3972442"/>
            <a:ext cx="15363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719510" y="4273821"/>
            <a:ext cx="643244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935405" y="3957054"/>
            <a:ext cx="2581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11: Return manage step list form</a:t>
            </a:r>
            <a:endParaRPr 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>
            <a:off x="7252064" y="5143811"/>
            <a:ext cx="132049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8572559" y="5109730"/>
            <a:ext cx="139402" cy="160768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7354653" y="4882201"/>
            <a:ext cx="979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14: </a:t>
            </a:r>
            <a:r>
              <a:rPr lang="en-US" sz="1400" dirty="0" err="1" smtClean="0"/>
              <a:t>onClick</a:t>
            </a:r>
            <a:endParaRPr lang="en-US" sz="1400" dirty="0" smtClean="0"/>
          </a:p>
          <a:p>
            <a:pPr algn="ctr"/>
            <a:r>
              <a:rPr lang="en-US" sz="1400" dirty="0" smtClean="0"/>
              <a:t>Listener()</a:t>
            </a:r>
            <a:endParaRPr lang="en-US" sz="1400" dirty="0"/>
          </a:p>
        </p:txBody>
      </p:sp>
      <p:cxnSp>
        <p:nvCxnSpPr>
          <p:cNvPr id="91" name="Straight Arrow Connector 90"/>
          <p:cNvCxnSpPr/>
          <p:nvPr/>
        </p:nvCxnSpPr>
        <p:spPr>
          <a:xfrm flipH="1">
            <a:off x="743707" y="5419236"/>
            <a:ext cx="7828853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387550" y="5452910"/>
            <a:ext cx="3641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16</a:t>
            </a:r>
            <a:r>
              <a:rPr lang="en-US" sz="1400" dirty="0"/>
              <a:t>: Add </a:t>
            </a:r>
            <a:r>
              <a:rPr lang="en-US" sz="1400" dirty="0" smtClean="0"/>
              <a:t>tutorial information </a:t>
            </a:r>
          </a:p>
          <a:p>
            <a:pPr algn="ctr"/>
            <a:r>
              <a:rPr lang="en-US" sz="1400" dirty="0" smtClean="0"/>
              <a:t>(step picture, step description)</a:t>
            </a:r>
            <a:endParaRPr lang="en-US" sz="1400" dirty="0"/>
          </a:p>
        </p:txBody>
      </p:sp>
      <p:sp>
        <p:nvSpPr>
          <p:cNvPr id="95" name="TextBox 94"/>
          <p:cNvSpPr txBox="1"/>
          <p:nvPr/>
        </p:nvSpPr>
        <p:spPr>
          <a:xfrm>
            <a:off x="3840990" y="5144109"/>
            <a:ext cx="23283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15: Return manage step form</a:t>
            </a:r>
            <a:endParaRPr lang="en-US" sz="1400" dirty="0"/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8693563" y="5956806"/>
            <a:ext cx="115247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9903253" y="5550901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18:Validate </a:t>
            </a:r>
          </a:p>
          <a:p>
            <a:pPr algn="ctr"/>
            <a:r>
              <a:rPr lang="en-US" sz="1400" dirty="0"/>
              <a:t>a</a:t>
            </a:r>
            <a:r>
              <a:rPr lang="en-US" sz="1400" dirty="0" smtClean="0"/>
              <a:t>ll inputs</a:t>
            </a:r>
            <a:endParaRPr lang="en-US" sz="1400" dirty="0"/>
          </a:p>
        </p:txBody>
      </p:sp>
      <p:cxnSp>
        <p:nvCxnSpPr>
          <p:cNvPr id="118" name="Straight Arrow Connector 117"/>
          <p:cNvCxnSpPr/>
          <p:nvPr/>
        </p:nvCxnSpPr>
        <p:spPr>
          <a:xfrm flipH="1">
            <a:off x="743706" y="6602839"/>
            <a:ext cx="7828853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8764479" y="6191307"/>
            <a:ext cx="953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19: Return </a:t>
            </a:r>
          </a:p>
          <a:p>
            <a:pPr algn="ctr"/>
            <a:r>
              <a:rPr lang="en-US" sz="1400" dirty="0" smtClean="0"/>
              <a:t>result</a:t>
            </a:r>
            <a:endParaRPr lang="en-US" sz="1400" dirty="0"/>
          </a:p>
        </p:txBody>
      </p:sp>
      <p:sp>
        <p:nvSpPr>
          <p:cNvPr id="67" name="TextBox 66"/>
          <p:cNvSpPr txBox="1"/>
          <p:nvPr/>
        </p:nvSpPr>
        <p:spPr>
          <a:xfrm>
            <a:off x="673319" y="1126861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3999533" y="2480753"/>
            <a:ext cx="587156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679387" y="3632847"/>
            <a:ext cx="419171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7252064" y="4804126"/>
            <a:ext cx="26561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flipH="1">
            <a:off x="9992058" y="6349767"/>
            <a:ext cx="4074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 flipV="1">
            <a:off x="10387431" y="6067009"/>
            <a:ext cx="6208" cy="2827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 flipV="1">
            <a:off x="9992058" y="6067007"/>
            <a:ext cx="401199" cy="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32667" y="2201209"/>
            <a:ext cx="2924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</a:t>
            </a:r>
            <a:r>
              <a:rPr lang="en-US" sz="1400" dirty="0" err="1" smtClean="0"/>
              <a:t>addData</a:t>
            </a:r>
            <a:r>
              <a:rPr lang="en-US" sz="1400" dirty="0" smtClean="0"/>
              <a:t>(title, category)</a:t>
            </a:r>
            <a:br>
              <a:rPr lang="en-US" sz="1400" dirty="0" smtClean="0"/>
            </a:br>
            <a:r>
              <a:rPr lang="en-US" sz="1400" dirty="0" smtClean="0"/>
              <a:t>5: </a:t>
            </a:r>
            <a:r>
              <a:rPr lang="en-US" sz="1400" dirty="0" err="1" smtClean="0"/>
              <a:t>uploadFile</a:t>
            </a:r>
            <a:r>
              <a:rPr lang="en-US" sz="1400" dirty="0" smtClean="0"/>
              <a:t> (tutorial picture)</a:t>
            </a:r>
            <a:endParaRPr 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6641296" y="3369076"/>
            <a:ext cx="36416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9: </a:t>
            </a:r>
            <a:r>
              <a:rPr lang="en-US" sz="1400" dirty="0" err="1" smtClean="0"/>
              <a:t>addData</a:t>
            </a:r>
            <a:r>
              <a:rPr lang="en-US" sz="1400" dirty="0"/>
              <a:t> </a:t>
            </a:r>
            <a:r>
              <a:rPr lang="en-US" sz="1400" dirty="0" smtClean="0"/>
              <a:t>(material </a:t>
            </a:r>
            <a:r>
              <a:rPr lang="en-US" sz="1400" dirty="0"/>
              <a:t>description)</a:t>
            </a:r>
            <a:br>
              <a:rPr lang="en-US" sz="1400" dirty="0"/>
            </a:br>
            <a:r>
              <a:rPr lang="en-US" sz="1400" dirty="0" smtClean="0"/>
              <a:t>9: </a:t>
            </a:r>
            <a:r>
              <a:rPr lang="en-US" sz="1400" dirty="0" err="1" smtClean="0"/>
              <a:t>uploadFile</a:t>
            </a:r>
            <a:r>
              <a:rPr lang="en-US" sz="1400" dirty="0" smtClean="0"/>
              <a:t> (material </a:t>
            </a:r>
            <a:r>
              <a:rPr lang="en-US" sz="1400" dirty="0"/>
              <a:t>picture)</a:t>
            </a:r>
          </a:p>
          <a:p>
            <a:pPr algn="ctr"/>
            <a:endParaRPr lang="en-US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6757814" y="4510366"/>
            <a:ext cx="36416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</a:t>
            </a:r>
            <a:r>
              <a:rPr lang="en-US" sz="1400" dirty="0" err="1" smtClean="0"/>
              <a:t>addData</a:t>
            </a:r>
            <a:r>
              <a:rPr lang="en-US" sz="1400" dirty="0" smtClean="0"/>
              <a:t>(step number)</a:t>
            </a:r>
          </a:p>
          <a:p>
            <a:pPr algn="ctr"/>
            <a:r>
              <a:rPr lang="en-US" sz="1400" dirty="0" smtClean="0"/>
              <a:t>13: </a:t>
            </a:r>
            <a:r>
              <a:rPr lang="en-US" sz="1400" dirty="0" err="1" smtClean="0"/>
              <a:t>uploadVdo</a:t>
            </a:r>
            <a:r>
              <a:rPr lang="en-US" sz="1400" dirty="0" smtClean="0"/>
              <a:t> (</a:t>
            </a:r>
            <a:r>
              <a:rPr lang="en-US" sz="1400" dirty="0" err="1" smtClean="0"/>
              <a:t>vdo</a:t>
            </a:r>
            <a:r>
              <a:rPr lang="en-US" sz="1400" dirty="0" smtClean="0"/>
              <a:t>)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73" name="TextBox 72"/>
          <p:cNvSpPr txBox="1"/>
          <p:nvPr/>
        </p:nvSpPr>
        <p:spPr>
          <a:xfrm>
            <a:off x="8547858" y="5219587"/>
            <a:ext cx="1499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17: </a:t>
            </a:r>
            <a:r>
              <a:rPr lang="en-US" sz="1400" dirty="0" err="1" smtClean="0"/>
              <a:t>addData</a:t>
            </a:r>
            <a:endParaRPr lang="en-US" sz="1400" dirty="0" smtClean="0"/>
          </a:p>
          <a:p>
            <a:pPr algn="ctr"/>
            <a:r>
              <a:rPr lang="en-US" sz="1400" dirty="0" smtClean="0"/>
              <a:t> (step </a:t>
            </a:r>
            <a:r>
              <a:rPr lang="en-US" sz="1400" dirty="0"/>
              <a:t>description)</a:t>
            </a:r>
            <a:br>
              <a:rPr lang="en-US" sz="1400" dirty="0"/>
            </a:br>
            <a:r>
              <a:rPr lang="en-US" sz="1400" dirty="0" smtClean="0"/>
              <a:t>17: </a:t>
            </a:r>
            <a:r>
              <a:rPr lang="en-US" sz="1400" dirty="0" err="1" smtClean="0"/>
              <a:t>uploadFile</a:t>
            </a:r>
            <a:r>
              <a:rPr lang="en-US" sz="1400" dirty="0" smtClean="0"/>
              <a:t> </a:t>
            </a:r>
          </a:p>
          <a:p>
            <a:pPr algn="ctr"/>
            <a:r>
              <a:rPr lang="en-US" sz="1400" dirty="0" smtClean="0"/>
              <a:t>(step </a:t>
            </a:r>
            <a:r>
              <a:rPr lang="en-US" sz="1400" dirty="0"/>
              <a:t>picture</a:t>
            </a:r>
            <a:r>
              <a:rPr lang="en-US" sz="1400" dirty="0" smtClean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50065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611" y="6506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6408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24771" y="650636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ManageTutorial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9353811" y="660966"/>
            <a:ext cx="11692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3956557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938434" y="1172122"/>
            <a:ext cx="0" cy="5685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3197" y="1370896"/>
            <a:ext cx="161182" cy="534363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26890" y="1370896"/>
            <a:ext cx="139402" cy="2961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891172" y="1525778"/>
            <a:ext cx="148004" cy="136163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868733" y="2416452"/>
            <a:ext cx="123325" cy="413816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6408" y="1448342"/>
            <a:ext cx="15504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96591" y="1599693"/>
            <a:ext cx="16215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8693563" y="6475307"/>
            <a:ext cx="115247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335288" y="1310718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6" name="TextBox 45"/>
          <p:cNvSpPr txBox="1"/>
          <p:nvPr/>
        </p:nvSpPr>
        <p:spPr>
          <a:xfrm>
            <a:off x="916859" y="1941458"/>
            <a:ext cx="2924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Update tutorial information</a:t>
            </a:r>
          </a:p>
          <a:p>
            <a:pPr algn="ctr"/>
            <a:r>
              <a:rPr lang="en-US" sz="1400" dirty="0" smtClean="0"/>
              <a:t>(tutorial picture, title, category)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063618" y="6295062"/>
            <a:ext cx="2404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20: Return successful message</a:t>
            </a:r>
            <a:endParaRPr lang="en-US" sz="1400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76408" y="2217179"/>
            <a:ext cx="322393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59991" y="3387183"/>
            <a:ext cx="48998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42" y="-92940"/>
            <a:ext cx="896137" cy="89613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475983" y="650636"/>
            <a:ext cx="164099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ProfileManagementActivity</a:t>
            </a:r>
            <a:endParaRPr lang="en-US" sz="1400" dirty="0"/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>
            <a:off x="2296483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833535" y="650636"/>
            <a:ext cx="154031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ManageMaterial</a:t>
            </a:r>
            <a:endParaRPr lang="en-US" sz="14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5603692" y="1161792"/>
            <a:ext cx="11912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050045" y="660966"/>
            <a:ext cx="117484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ManageStep</a:t>
            </a:r>
            <a:endParaRPr lang="en-US" sz="1400" dirty="0"/>
          </a:p>
        </p:txBody>
      </p:sp>
      <p:cxnSp>
        <p:nvCxnSpPr>
          <p:cNvPr id="36" name="Straight Connector 35"/>
          <p:cNvCxnSpPr>
            <a:stCxn id="35" idx="2"/>
          </p:cNvCxnSpPr>
          <p:nvPr/>
        </p:nvCxnSpPr>
        <p:spPr>
          <a:xfrm>
            <a:off x="8637469" y="1172122"/>
            <a:ext cx="0" cy="5685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659991" y="4572101"/>
            <a:ext cx="64919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544171" y="2706036"/>
            <a:ext cx="135215" cy="13151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151951" y="3904268"/>
            <a:ext cx="139402" cy="131531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719510" y="5744579"/>
            <a:ext cx="78530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441554" y="3107466"/>
            <a:ext cx="3641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8: Update tutorial information</a:t>
            </a:r>
          </a:p>
          <a:p>
            <a:pPr algn="ctr"/>
            <a:r>
              <a:rPr lang="en-US" sz="1400" dirty="0" smtClean="0"/>
              <a:t>(material description, material picture)</a:t>
            </a:r>
            <a:endParaRPr lang="en-US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3387550" y="4296981"/>
            <a:ext cx="3641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12</a:t>
            </a:r>
            <a:r>
              <a:rPr lang="en-US" sz="1400" dirty="0"/>
              <a:t>: Update tutorial information</a:t>
            </a:r>
          </a:p>
          <a:p>
            <a:pPr algn="ctr"/>
            <a:r>
              <a:rPr lang="en-US" sz="1400" dirty="0" smtClean="0"/>
              <a:t>(step number, video)</a:t>
            </a:r>
            <a:endParaRPr lang="en-US" sz="1400" dirty="0"/>
          </a:p>
        </p:txBody>
      </p:sp>
      <p:sp>
        <p:nvSpPr>
          <p:cNvPr id="50" name="Rectangle 49"/>
          <p:cNvSpPr/>
          <p:nvPr/>
        </p:nvSpPr>
        <p:spPr>
          <a:xfrm>
            <a:off x="6534365" y="650636"/>
            <a:ext cx="13745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ManageStepList</a:t>
            </a:r>
            <a:endParaRPr lang="en-US" sz="1400" dirty="0"/>
          </a:p>
        </p:txBody>
      </p:sp>
      <p:cxnSp>
        <p:nvCxnSpPr>
          <p:cNvPr id="51" name="Straight Connector 50"/>
          <p:cNvCxnSpPr>
            <a:stCxn id="50" idx="2"/>
          </p:cNvCxnSpPr>
          <p:nvPr/>
        </p:nvCxnSpPr>
        <p:spPr>
          <a:xfrm>
            <a:off x="7221652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743708" y="1936871"/>
            <a:ext cx="320649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017220" y="1648234"/>
            <a:ext cx="2463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3: Return manage tutorial form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011185" y="2825898"/>
            <a:ext cx="153298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966277" y="2535292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69" name="Straight Arrow Connector 68"/>
          <p:cNvCxnSpPr/>
          <p:nvPr/>
        </p:nvCxnSpPr>
        <p:spPr>
          <a:xfrm flipH="1">
            <a:off x="754379" y="3087663"/>
            <a:ext cx="481348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441554" y="2809829"/>
            <a:ext cx="25331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Return manage material form</a:t>
            </a:r>
            <a:endParaRPr lang="en-US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5619543" y="3713447"/>
            <a:ext cx="167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5615604" y="3972442"/>
            <a:ext cx="15363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719510" y="4273821"/>
            <a:ext cx="643244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935405" y="3957054"/>
            <a:ext cx="2581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11: Return manage step list form</a:t>
            </a:r>
            <a:endParaRPr 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>
            <a:off x="7252064" y="5143811"/>
            <a:ext cx="132049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8572559" y="5109730"/>
            <a:ext cx="139402" cy="160768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7418961" y="4882201"/>
            <a:ext cx="979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14: </a:t>
            </a:r>
            <a:r>
              <a:rPr lang="en-US" sz="1400" dirty="0" err="1" smtClean="0"/>
              <a:t>onClick</a:t>
            </a:r>
            <a:endParaRPr lang="en-US" sz="1400" dirty="0" smtClean="0"/>
          </a:p>
          <a:p>
            <a:pPr algn="ctr"/>
            <a:r>
              <a:rPr lang="en-US" sz="1400" dirty="0" smtClean="0"/>
              <a:t>Listener()</a:t>
            </a:r>
            <a:endParaRPr lang="en-US" sz="1400" dirty="0"/>
          </a:p>
        </p:txBody>
      </p:sp>
      <p:cxnSp>
        <p:nvCxnSpPr>
          <p:cNvPr id="91" name="Straight Arrow Connector 90"/>
          <p:cNvCxnSpPr/>
          <p:nvPr/>
        </p:nvCxnSpPr>
        <p:spPr>
          <a:xfrm flipH="1">
            <a:off x="743707" y="5419236"/>
            <a:ext cx="7828853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387550" y="5452910"/>
            <a:ext cx="3641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16</a:t>
            </a:r>
            <a:r>
              <a:rPr lang="en-US" sz="1400" dirty="0"/>
              <a:t>: Update tutorial information</a:t>
            </a:r>
          </a:p>
          <a:p>
            <a:pPr algn="ctr"/>
            <a:r>
              <a:rPr lang="en-US" sz="1400" dirty="0" smtClean="0"/>
              <a:t>(step picture, step description)</a:t>
            </a:r>
            <a:endParaRPr lang="en-US" sz="1400" dirty="0"/>
          </a:p>
        </p:txBody>
      </p:sp>
      <p:sp>
        <p:nvSpPr>
          <p:cNvPr id="95" name="TextBox 94"/>
          <p:cNvSpPr txBox="1"/>
          <p:nvPr/>
        </p:nvSpPr>
        <p:spPr>
          <a:xfrm>
            <a:off x="3840990" y="5144109"/>
            <a:ext cx="23283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15: Return manage step form</a:t>
            </a:r>
            <a:endParaRPr lang="en-US" sz="1400" dirty="0"/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8693563" y="5956806"/>
            <a:ext cx="115247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9903253" y="5550901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18:Validate </a:t>
            </a:r>
          </a:p>
          <a:p>
            <a:pPr algn="ctr"/>
            <a:r>
              <a:rPr lang="en-US" sz="1400" dirty="0"/>
              <a:t>a</a:t>
            </a:r>
            <a:r>
              <a:rPr lang="en-US" sz="1400" dirty="0" smtClean="0"/>
              <a:t>ll inputs</a:t>
            </a:r>
            <a:endParaRPr lang="en-US" sz="1400" dirty="0"/>
          </a:p>
        </p:txBody>
      </p:sp>
      <p:cxnSp>
        <p:nvCxnSpPr>
          <p:cNvPr id="118" name="Straight Arrow Connector 117"/>
          <p:cNvCxnSpPr/>
          <p:nvPr/>
        </p:nvCxnSpPr>
        <p:spPr>
          <a:xfrm flipH="1">
            <a:off x="743706" y="6602839"/>
            <a:ext cx="7828853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8764479" y="6191307"/>
            <a:ext cx="953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19: Return </a:t>
            </a:r>
          </a:p>
          <a:p>
            <a:pPr algn="ctr"/>
            <a:r>
              <a:rPr lang="en-US" sz="1400" dirty="0" smtClean="0"/>
              <a:t>result</a:t>
            </a:r>
            <a:endParaRPr lang="en-US" sz="1400" dirty="0"/>
          </a:p>
        </p:txBody>
      </p:sp>
      <p:sp>
        <p:nvSpPr>
          <p:cNvPr id="67" name="TextBox 66"/>
          <p:cNvSpPr txBox="1"/>
          <p:nvPr/>
        </p:nvSpPr>
        <p:spPr>
          <a:xfrm>
            <a:off x="673319" y="1126861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3999533" y="2480753"/>
            <a:ext cx="587156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679387" y="3632847"/>
            <a:ext cx="419171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7252064" y="4804126"/>
            <a:ext cx="26561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flipH="1">
            <a:off x="9992058" y="6349767"/>
            <a:ext cx="4074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 flipV="1">
            <a:off x="10387431" y="6067009"/>
            <a:ext cx="6208" cy="2827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 flipV="1">
            <a:off x="9992058" y="6067007"/>
            <a:ext cx="401199" cy="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32667" y="2201209"/>
            <a:ext cx="2924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</a:t>
            </a:r>
            <a:r>
              <a:rPr lang="en-US" sz="1400" dirty="0" err="1" smtClean="0"/>
              <a:t>addData</a:t>
            </a:r>
            <a:r>
              <a:rPr lang="en-US" sz="1400" dirty="0" smtClean="0"/>
              <a:t>(title, category)</a:t>
            </a:r>
            <a:br>
              <a:rPr lang="en-US" sz="1400" dirty="0" smtClean="0"/>
            </a:br>
            <a:r>
              <a:rPr lang="en-US" sz="1400" dirty="0" smtClean="0"/>
              <a:t>5: </a:t>
            </a:r>
            <a:r>
              <a:rPr lang="en-US" sz="1400" dirty="0" err="1" smtClean="0"/>
              <a:t>uploadFile</a:t>
            </a:r>
            <a:r>
              <a:rPr lang="en-US" sz="1400" dirty="0" smtClean="0"/>
              <a:t> (tutorial picture)</a:t>
            </a:r>
            <a:endParaRPr lang="en-US" sz="1400" dirty="0"/>
          </a:p>
        </p:txBody>
      </p:sp>
      <p:sp>
        <p:nvSpPr>
          <p:cNvPr id="73" name="TextBox 72"/>
          <p:cNvSpPr txBox="1"/>
          <p:nvPr/>
        </p:nvSpPr>
        <p:spPr>
          <a:xfrm>
            <a:off x="6641296" y="3369076"/>
            <a:ext cx="36416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9: </a:t>
            </a:r>
            <a:r>
              <a:rPr lang="en-US" sz="1400" dirty="0" err="1" smtClean="0"/>
              <a:t>addData</a:t>
            </a:r>
            <a:r>
              <a:rPr lang="en-US" sz="1400" dirty="0"/>
              <a:t> </a:t>
            </a:r>
            <a:r>
              <a:rPr lang="en-US" sz="1400" dirty="0" smtClean="0"/>
              <a:t>(material </a:t>
            </a:r>
            <a:r>
              <a:rPr lang="en-US" sz="1400" dirty="0"/>
              <a:t>description)</a:t>
            </a:r>
            <a:br>
              <a:rPr lang="en-US" sz="1400" dirty="0"/>
            </a:br>
            <a:r>
              <a:rPr lang="en-US" sz="1400" dirty="0" smtClean="0"/>
              <a:t>9: </a:t>
            </a:r>
            <a:r>
              <a:rPr lang="en-US" sz="1400" dirty="0" err="1" smtClean="0"/>
              <a:t>uploadFile</a:t>
            </a:r>
            <a:r>
              <a:rPr lang="en-US" sz="1400" dirty="0" smtClean="0"/>
              <a:t> (material </a:t>
            </a:r>
            <a:r>
              <a:rPr lang="en-US" sz="1400" dirty="0"/>
              <a:t>picture)</a:t>
            </a:r>
          </a:p>
          <a:p>
            <a:pPr algn="ctr"/>
            <a:endParaRPr 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6757814" y="4510366"/>
            <a:ext cx="36416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</a:t>
            </a:r>
            <a:r>
              <a:rPr lang="en-US" sz="1400" dirty="0" err="1" smtClean="0"/>
              <a:t>addData</a:t>
            </a:r>
            <a:r>
              <a:rPr lang="en-US" sz="1400" dirty="0" smtClean="0"/>
              <a:t>(step number)</a:t>
            </a:r>
          </a:p>
          <a:p>
            <a:pPr algn="ctr"/>
            <a:r>
              <a:rPr lang="en-US" sz="1400" dirty="0" smtClean="0"/>
              <a:t>13: </a:t>
            </a:r>
            <a:r>
              <a:rPr lang="en-US" sz="1400" dirty="0" err="1" smtClean="0"/>
              <a:t>uploadVdo</a:t>
            </a:r>
            <a:r>
              <a:rPr lang="en-US" sz="1400" dirty="0" smtClean="0"/>
              <a:t> (</a:t>
            </a:r>
            <a:r>
              <a:rPr lang="en-US" sz="1400" dirty="0" err="1" smtClean="0"/>
              <a:t>vdo</a:t>
            </a:r>
            <a:r>
              <a:rPr lang="en-US" sz="1400" dirty="0" smtClean="0"/>
              <a:t>)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77" name="TextBox 76"/>
          <p:cNvSpPr txBox="1"/>
          <p:nvPr/>
        </p:nvSpPr>
        <p:spPr>
          <a:xfrm>
            <a:off x="8547858" y="5219587"/>
            <a:ext cx="1499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17: </a:t>
            </a:r>
            <a:r>
              <a:rPr lang="en-US" sz="1400" dirty="0" err="1" smtClean="0"/>
              <a:t>addData</a:t>
            </a:r>
            <a:endParaRPr lang="en-US" sz="1400" dirty="0" smtClean="0"/>
          </a:p>
          <a:p>
            <a:pPr algn="ctr"/>
            <a:r>
              <a:rPr lang="en-US" sz="1400" dirty="0" smtClean="0"/>
              <a:t> (step </a:t>
            </a:r>
            <a:r>
              <a:rPr lang="en-US" sz="1400" dirty="0"/>
              <a:t>description)</a:t>
            </a:r>
            <a:br>
              <a:rPr lang="en-US" sz="1400" dirty="0"/>
            </a:br>
            <a:r>
              <a:rPr lang="en-US" sz="1400" dirty="0" smtClean="0"/>
              <a:t>17: </a:t>
            </a:r>
            <a:r>
              <a:rPr lang="en-US" sz="1400" dirty="0" err="1" smtClean="0"/>
              <a:t>uploadFile</a:t>
            </a:r>
            <a:r>
              <a:rPr lang="en-US" sz="1400" dirty="0" smtClean="0"/>
              <a:t> </a:t>
            </a:r>
          </a:p>
          <a:p>
            <a:pPr algn="ctr"/>
            <a:r>
              <a:rPr lang="en-US" sz="1400" dirty="0" smtClean="0"/>
              <a:t>(step </a:t>
            </a:r>
            <a:r>
              <a:rPr lang="en-US" sz="1400" dirty="0"/>
              <a:t>picture</a:t>
            </a:r>
            <a:r>
              <a:rPr lang="en-US" sz="1400" dirty="0" smtClean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16535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07151" y="781354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049948" y="1292510"/>
            <a:ext cx="0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598311" y="781354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ManageTutorial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8624101" y="781354"/>
            <a:ext cx="11692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4330097" y="1292510"/>
            <a:ext cx="0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208724" y="1292510"/>
            <a:ext cx="0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6737" y="1632333"/>
            <a:ext cx="161182" cy="460866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600430" y="1826383"/>
            <a:ext cx="139402" cy="2961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264712" y="1981265"/>
            <a:ext cx="120013" cy="60200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139023" y="3666662"/>
            <a:ext cx="155027" cy="12191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049948" y="1903829"/>
            <a:ext cx="15504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70131" y="2055180"/>
            <a:ext cx="16215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08828" y="1766205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449562" y="5798912"/>
            <a:ext cx="2404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Return successful message</a:t>
            </a:r>
            <a:endParaRPr lang="en-US" sz="1400" dirty="0"/>
          </a:p>
        </p:txBody>
      </p:sp>
      <p:pic>
        <p:nvPicPr>
          <p:cNvPr id="30" name="Picture 29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82" y="37778"/>
            <a:ext cx="896137" cy="89613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849523" y="781354"/>
            <a:ext cx="164099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ProfileManagementActivity</a:t>
            </a:r>
            <a:endParaRPr lang="en-US" sz="1400" dirty="0"/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>
            <a:off x="2670023" y="1292510"/>
            <a:ext cx="108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207075" y="781354"/>
            <a:ext cx="154031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ManageMaterial</a:t>
            </a:r>
            <a:endParaRPr lang="en-US" sz="14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5977232" y="1292510"/>
            <a:ext cx="11912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917711" y="2398083"/>
            <a:ext cx="135215" cy="55561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528721" y="2769481"/>
            <a:ext cx="139402" cy="347151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907905" y="781354"/>
            <a:ext cx="13745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ManageStepList</a:t>
            </a:r>
            <a:endParaRPr lang="en-US" sz="1400" dirty="0"/>
          </a:p>
        </p:txBody>
      </p:sp>
      <p:cxnSp>
        <p:nvCxnSpPr>
          <p:cNvPr id="51" name="Straight Connector 50"/>
          <p:cNvCxnSpPr>
            <a:stCxn id="50" idx="2"/>
          </p:cNvCxnSpPr>
          <p:nvPr/>
        </p:nvCxnSpPr>
        <p:spPr>
          <a:xfrm flipH="1">
            <a:off x="7591253" y="1292510"/>
            <a:ext cx="3939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4384725" y="2487540"/>
            <a:ext cx="153298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339817" y="2196934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5977232" y="2546744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4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5973293" y="2866828"/>
            <a:ext cx="15363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H="1">
            <a:off x="1117247" y="6087549"/>
            <a:ext cx="6411474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82137" y="1599989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7591253" y="3757263"/>
            <a:ext cx="15363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1049948" y="3368121"/>
            <a:ext cx="645933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938006" y="3073663"/>
            <a:ext cx="2044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Request delete tutorial</a:t>
            </a:r>
            <a:endParaRPr lang="en-US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7980208" y="3458890"/>
            <a:ext cx="936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delete()</a:t>
            </a:r>
            <a:endParaRPr lang="en-US" sz="1400" dirty="0"/>
          </a:p>
        </p:txBody>
      </p:sp>
      <p:cxnSp>
        <p:nvCxnSpPr>
          <p:cNvPr id="84" name="Straight Arrow Connector 83"/>
          <p:cNvCxnSpPr/>
          <p:nvPr/>
        </p:nvCxnSpPr>
        <p:spPr>
          <a:xfrm flipH="1">
            <a:off x="9257005" y="4411948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H="1" flipV="1">
            <a:off x="9998964" y="3926539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9257005" y="3926538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318710" y="4411948"/>
            <a:ext cx="803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:Delete </a:t>
            </a:r>
          </a:p>
          <a:p>
            <a:pPr algn="ctr"/>
            <a:r>
              <a:rPr lang="en-US" sz="1400" dirty="0" smtClean="0"/>
              <a:t>tutorial</a:t>
            </a:r>
          </a:p>
        </p:txBody>
      </p:sp>
      <p:cxnSp>
        <p:nvCxnSpPr>
          <p:cNvPr id="92" name="Straight Arrow Connector 91"/>
          <p:cNvCxnSpPr/>
          <p:nvPr/>
        </p:nvCxnSpPr>
        <p:spPr>
          <a:xfrm flipH="1">
            <a:off x="7668123" y="4755724"/>
            <a:ext cx="1406178" cy="1781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7679249" y="4466486"/>
            <a:ext cx="132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8</a:t>
            </a:r>
            <a:r>
              <a:rPr lang="en-US" sz="1400" dirty="0" smtClean="0"/>
              <a:t>: Return result</a:t>
            </a:r>
            <a:endParaRPr lang="en-US" sz="1400" dirty="0"/>
          </a:p>
        </p:txBody>
      </p:sp>
      <p:cxnSp>
        <p:nvCxnSpPr>
          <p:cNvPr id="97" name="Straight Arrow Connector 96"/>
          <p:cNvCxnSpPr/>
          <p:nvPr/>
        </p:nvCxnSpPr>
        <p:spPr>
          <a:xfrm flipH="1">
            <a:off x="1150213" y="5076516"/>
            <a:ext cx="63785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969800" y="4745923"/>
            <a:ext cx="2544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9</a:t>
            </a:r>
            <a:r>
              <a:rPr lang="en-US" sz="1400" dirty="0" smtClean="0"/>
              <a:t>: Display confirmation message</a:t>
            </a:r>
            <a:endParaRPr lang="en-US" sz="1400" dirty="0"/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1080511" y="5546795"/>
            <a:ext cx="6448210" cy="194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192260" y="5265059"/>
            <a:ext cx="1041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10: Confirm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67897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929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657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454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54490" y="118495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ShopRandomActivity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94708" y="11849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ViewShopDetail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Shop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324572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7757531" y="16961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7753" y="2106582"/>
            <a:ext cx="139402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5709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41808" y="2506813"/>
            <a:ext cx="139402" cy="173732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87454" y="219951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55111" y="258675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81210" y="2956010"/>
            <a:ext cx="43951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311509" y="4177193"/>
            <a:ext cx="23992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57156" y="5281952"/>
            <a:ext cx="68003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48406" y="186096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59496" y="22589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1998223" y="4962525"/>
            <a:ext cx="41125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11: Display shop information</a:t>
            </a:r>
          </a:p>
          <a:p>
            <a:pPr algn="ctr"/>
            <a:r>
              <a:rPr lang="en-US" sz="1600" dirty="0"/>
              <a:t>(shop name, owner username, </a:t>
            </a:r>
          </a:p>
          <a:p>
            <a:pPr algn="ctr"/>
            <a:r>
              <a:rPr lang="en-US" sz="1600" dirty="0"/>
              <a:t>branch, telephone number, </a:t>
            </a:r>
          </a:p>
          <a:p>
            <a:pPr algn="ctr"/>
            <a:r>
              <a:rPr lang="en-US" sz="1600" dirty="0"/>
              <a:t>information, pictures, </a:t>
            </a:r>
            <a:r>
              <a:rPr lang="en-US" sz="1600" dirty="0" smtClean="0"/>
              <a:t>location</a:t>
            </a:r>
            <a:r>
              <a:rPr lang="en-US" sz="1600" dirty="0"/>
              <a:t>)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5381210" y="3544621"/>
            <a:ext cx="44648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48994" y="3206067"/>
            <a:ext cx="162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</a:t>
            </a:r>
            <a:r>
              <a:rPr lang="en-US" sz="1600" dirty="0" err="1"/>
              <a:t>ShopListView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7838548" y="5061727"/>
            <a:ext cx="19494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507928" y="4749479"/>
            <a:ext cx="26369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Return selected </a:t>
            </a:r>
          </a:p>
          <a:p>
            <a:pPr algn="ctr"/>
            <a:r>
              <a:rPr lang="en-US" sz="1600" dirty="0" smtClean="0"/>
              <a:t>shop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 smtClean="0"/>
              <a:t>(shop name, </a:t>
            </a:r>
            <a:r>
              <a:rPr lang="en-US" sz="1600" dirty="0"/>
              <a:t>owner username, </a:t>
            </a:r>
          </a:p>
          <a:p>
            <a:pPr algn="ctr"/>
            <a:r>
              <a:rPr lang="en-US" sz="1600" dirty="0"/>
              <a:t>b</a:t>
            </a:r>
            <a:r>
              <a:rPr lang="en-US" sz="1600" dirty="0" smtClean="0"/>
              <a:t>ranch, telephone number, </a:t>
            </a:r>
          </a:p>
          <a:p>
            <a:pPr algn="ctr"/>
            <a:r>
              <a:rPr lang="en-US" sz="1600" dirty="0" smtClean="0"/>
              <a:t>information, pictures, location)</a:t>
            </a:r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2908016"/>
            <a:ext cx="139402" cy="22156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710712" y="4130723"/>
            <a:ext cx="139402" cy="11763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32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59337" y="118495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HomeBloggerActivity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410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80801" y="2630728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random()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5621196" y="3868505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838548" y="4422146"/>
            <a:ext cx="19378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57156" y="3869244"/>
            <a:ext cx="43685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55111" y="3540925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shops</a:t>
            </a:r>
            <a:endParaRPr 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7907439" y="4115232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9887505" y="3436001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10629464" y="3074511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9887505" y="3074511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62335" y="257639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4: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894218" y="4893516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10636177" y="4532026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9894218" y="4532026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869048" y="4033912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28714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656" y="9203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8453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74032" y="920336"/>
            <a:ext cx="173324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ShopCategory</a:t>
            </a:r>
            <a:endParaRPr lang="en-US" sz="1600" dirty="0" smtClean="0"/>
          </a:p>
          <a:p>
            <a:pPr algn="ctr"/>
            <a:r>
              <a:rPr lang="en-US" sz="1600" dirty="0" smtClean="0"/>
              <a:t>Activity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78632" y="920336"/>
            <a:ext cx="135636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ViewShop</a:t>
            </a:r>
            <a:endParaRPr lang="en-US" sz="1600" dirty="0" smtClean="0"/>
          </a:p>
          <a:p>
            <a:pPr algn="ctr"/>
            <a:r>
              <a:rPr lang="en-US" sz="1600" dirty="0" smtClean="0"/>
              <a:t>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8211606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Category </a:t>
            </a:r>
            <a:r>
              <a:rPr lang="en-US" sz="16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840657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 flipH="1">
            <a:off x="7453480" y="1431492"/>
            <a:ext cx="3332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78091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8752" y="1841967"/>
            <a:ext cx="139402" cy="426187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/>
          <p:cNvSpPr/>
          <p:nvPr/>
        </p:nvSpPr>
        <p:spPr>
          <a:xfrm>
            <a:off x="2184695" y="1841967"/>
            <a:ext cx="139402" cy="4981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ectangle 22"/>
          <p:cNvSpPr/>
          <p:nvPr/>
        </p:nvSpPr>
        <p:spPr>
          <a:xfrm>
            <a:off x="3946209" y="2164604"/>
            <a:ext cx="139402" cy="16860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8453" y="1934902"/>
            <a:ext cx="15062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24097" y="2221445"/>
            <a:ext cx="16403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959931" y="2340130"/>
            <a:ext cx="4751287" cy="42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33915" y="3436928"/>
            <a:ext cx="32122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154" y="4639058"/>
            <a:ext cx="502280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39405" y="1596348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2367937" y="1913668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2152943" y="5733828"/>
            <a:ext cx="3366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16: </a:t>
            </a:r>
            <a:r>
              <a:rPr lang="en-US" sz="1400" dirty="0"/>
              <a:t>Display shop information</a:t>
            </a:r>
          </a:p>
          <a:p>
            <a:pPr algn="ctr"/>
            <a:r>
              <a:rPr lang="en-US" sz="1400" dirty="0"/>
              <a:t>(shop name, owner username, </a:t>
            </a:r>
          </a:p>
          <a:p>
            <a:pPr algn="ctr"/>
            <a:r>
              <a:rPr lang="en-US" sz="1400" dirty="0"/>
              <a:t>branch, telephone number, </a:t>
            </a:r>
          </a:p>
          <a:p>
            <a:pPr algn="ctr"/>
            <a:r>
              <a:rPr lang="en-US" sz="1400" dirty="0"/>
              <a:t>information, pictures, location)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4085611" y="2741245"/>
            <a:ext cx="46256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255303" y="4043506"/>
            <a:ext cx="1537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</a:t>
            </a:r>
            <a:r>
              <a:rPr lang="en-US" sz="1400" dirty="0" err="1" smtClean="0"/>
              <a:t>ShopListView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906675" y="4351283"/>
            <a:ext cx="40418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483727" y="5475849"/>
            <a:ext cx="245078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15: </a:t>
            </a:r>
            <a:r>
              <a:rPr lang="en-US" sz="1400" dirty="0"/>
              <a:t>Return selected </a:t>
            </a:r>
          </a:p>
          <a:p>
            <a:pPr algn="ctr"/>
            <a:r>
              <a:rPr lang="en-US" sz="1400" dirty="0"/>
              <a:t>shop information</a:t>
            </a:r>
            <a:br>
              <a:rPr lang="en-US" sz="1400" dirty="0"/>
            </a:br>
            <a:r>
              <a:rPr lang="en-US" sz="1400" dirty="0"/>
              <a:t>(shop name, owner username, </a:t>
            </a:r>
          </a:p>
          <a:p>
            <a:pPr algn="ctr"/>
            <a:r>
              <a:rPr lang="en-US" sz="1400" dirty="0"/>
              <a:t>branch, telephone number, </a:t>
            </a:r>
          </a:p>
          <a:p>
            <a:pPr algn="ctr"/>
            <a:r>
              <a:rPr lang="en-US" sz="1400" dirty="0"/>
              <a:t>information, pictures, </a:t>
            </a:r>
            <a:r>
              <a:rPr lang="en-US" sz="1400" dirty="0" smtClean="0"/>
              <a:t>location)</a:t>
            </a:r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9948489" y="3771714"/>
            <a:ext cx="139402" cy="21380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Rectangle 54"/>
          <p:cNvSpPr/>
          <p:nvPr/>
        </p:nvSpPr>
        <p:spPr>
          <a:xfrm>
            <a:off x="8711218" y="2265907"/>
            <a:ext cx="139402" cy="57867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" y="-10312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384754" y="920336"/>
            <a:ext cx="17292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HomeBloggerActivity</a:t>
            </a:r>
            <a:endParaRPr lang="en-US" sz="14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249377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76617" y="2058075"/>
            <a:ext cx="1540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</a:t>
            </a:r>
            <a:r>
              <a:rPr lang="en-US" sz="1400" dirty="0" err="1" smtClean="0"/>
              <a:t>categoryList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4122215" y="3463286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5910358" y="3900841"/>
            <a:ext cx="403813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33915" y="2908726"/>
            <a:ext cx="3230555" cy="119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529970" y="3155509"/>
            <a:ext cx="1604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Select a category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210546" y="3608943"/>
            <a:ext cx="17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category ()</a:t>
            </a:r>
            <a:endParaRPr lang="en-US" sz="1400" dirty="0"/>
          </a:p>
        </p:txBody>
      </p:sp>
      <p:sp>
        <p:nvSpPr>
          <p:cNvPr id="51" name="Rectangle 50"/>
          <p:cNvSpPr/>
          <p:nvPr/>
        </p:nvSpPr>
        <p:spPr>
          <a:xfrm>
            <a:off x="3174242" y="920336"/>
            <a:ext cx="16711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</a:t>
            </a:r>
          </a:p>
          <a:p>
            <a:pPr algn="ctr"/>
            <a:r>
              <a:rPr lang="en-US" sz="1600" dirty="0" err="1" smtClean="0"/>
              <a:t>CategoriesList</a:t>
            </a:r>
            <a:endParaRPr lang="en-US" sz="1600" dirty="0"/>
          </a:p>
        </p:txBody>
      </p:sp>
      <p:cxnSp>
        <p:nvCxnSpPr>
          <p:cNvPr id="52" name="Straight Connector 51"/>
          <p:cNvCxnSpPr>
            <a:stCxn id="51" idx="2"/>
          </p:cNvCxnSpPr>
          <p:nvPr/>
        </p:nvCxnSpPr>
        <p:spPr>
          <a:xfrm>
            <a:off x="400982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448877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 </a:t>
            </a:r>
            <a:r>
              <a:rPr lang="en-US" sz="1600" dirty="0"/>
              <a:t>Database</a:t>
            </a:r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10018190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6402" y="2418849"/>
            <a:ext cx="30635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Display list of categories</a:t>
            </a:r>
            <a:br>
              <a:rPr lang="en-US" sz="1400" dirty="0" smtClean="0"/>
            </a:br>
            <a:r>
              <a:rPr lang="en-US" sz="1400" dirty="0" smtClean="0"/>
              <a:t>(fabric, accessory, wood, stationary, container other) 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038792" y="3771714"/>
            <a:ext cx="17321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5770956" y="3725294"/>
            <a:ext cx="139402" cy="13412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4" name="TextBox 73"/>
          <p:cNvSpPr txBox="1"/>
          <p:nvPr/>
        </p:nvSpPr>
        <p:spPr>
          <a:xfrm>
            <a:off x="2298282" y="4346298"/>
            <a:ext cx="1887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Display list of shops</a:t>
            </a:r>
            <a:endParaRPr lang="en-US" sz="1400" dirty="0"/>
          </a:p>
        </p:txBody>
      </p:sp>
      <p:sp>
        <p:nvSpPr>
          <p:cNvPr id="75" name="Rectangle 74"/>
          <p:cNvSpPr/>
          <p:nvPr/>
        </p:nvSpPr>
        <p:spPr>
          <a:xfrm>
            <a:off x="7378139" y="4936004"/>
            <a:ext cx="153626" cy="11678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5850665" y="5004181"/>
            <a:ext cx="15274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858717" y="4696404"/>
            <a:ext cx="167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12: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7495290" y="5250067"/>
            <a:ext cx="2427174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531765" y="4942291"/>
            <a:ext cx="17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</a:t>
            </a:r>
            <a:r>
              <a:rPr lang="en-US" sz="1400" dirty="0" err="1" smtClean="0"/>
              <a:t>showInfo</a:t>
            </a:r>
            <a:r>
              <a:rPr lang="en-US" sz="1400" dirty="0" smtClean="0"/>
              <a:t> ()</a:t>
            </a:r>
            <a:endParaRPr lang="en-US" sz="1400" dirty="0"/>
          </a:p>
        </p:txBody>
      </p:sp>
      <p:cxnSp>
        <p:nvCxnSpPr>
          <p:cNvPr id="91" name="Straight Arrow Connector 90"/>
          <p:cNvCxnSpPr/>
          <p:nvPr/>
        </p:nvCxnSpPr>
        <p:spPr>
          <a:xfrm flipH="1">
            <a:off x="7531765" y="5779363"/>
            <a:ext cx="243644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761605" y="2430963"/>
            <a:ext cx="1735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4: </a:t>
            </a:r>
            <a:r>
              <a:rPr lang="en-US" sz="1400" dirty="0" err="1" smtClean="0"/>
              <a:t>CategoryListView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97" name="Straight Arrow Connector 96"/>
          <p:cNvCxnSpPr/>
          <p:nvPr/>
        </p:nvCxnSpPr>
        <p:spPr>
          <a:xfrm flipH="1">
            <a:off x="748154" y="6008698"/>
            <a:ext cx="6598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10036921" y="4276331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10778880" y="3914841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0036921" y="3914841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937043" y="341672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9: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1" name="Straight Arrow Connector 60"/>
          <p:cNvCxnSpPr/>
          <p:nvPr/>
        </p:nvCxnSpPr>
        <p:spPr>
          <a:xfrm flipH="1">
            <a:off x="10043634" y="5733846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10785593" y="5372356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10043634" y="5372356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021813" y="4874242"/>
            <a:ext cx="860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14: </a:t>
            </a:r>
            <a:r>
              <a:rPr lang="en-US" sz="1400" dirty="0" err="1" smtClean="0"/>
              <a:t>Retri</a:t>
            </a:r>
            <a:r>
              <a:rPr lang="en-US" sz="1400" dirty="0" smtClean="0"/>
              <a:t>-</a:t>
            </a:r>
          </a:p>
          <a:p>
            <a:pPr algn="ctr"/>
            <a:r>
              <a:rPr lang="en-US" sz="1400" dirty="0"/>
              <a:t>-</a:t>
            </a:r>
            <a:r>
              <a:rPr lang="en-US" sz="1400" dirty="0" smtClean="0"/>
              <a:t>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48426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657" y="9277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454" y="1438907"/>
            <a:ext cx="0" cy="4524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54490" y="92775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ShopSearchActivity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94708" y="9277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ViewShopDetail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9038150" y="9277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 </a:t>
            </a:r>
            <a:r>
              <a:rPr lang="en-US" sz="16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324572" y="1438907"/>
            <a:ext cx="1179" cy="4524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7757531" y="1438907"/>
            <a:ext cx="30986" cy="4524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438907"/>
            <a:ext cx="1" cy="4524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7752" y="1849382"/>
            <a:ext cx="139403" cy="366667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5709" y="18648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41808" y="2249613"/>
            <a:ext cx="139402" cy="21664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87454" y="194231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55111" y="232955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81210" y="3164985"/>
            <a:ext cx="43951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311509" y="4386168"/>
            <a:ext cx="23992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57156" y="5397987"/>
            <a:ext cx="68003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48406" y="160376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59496" y="20017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2139223" y="5098930"/>
            <a:ext cx="3830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12: </a:t>
            </a:r>
            <a:r>
              <a:rPr lang="en-US" sz="1400" dirty="0"/>
              <a:t>Display shop information</a:t>
            </a:r>
          </a:p>
          <a:p>
            <a:pPr algn="ctr"/>
            <a:r>
              <a:rPr lang="en-US" sz="1400" dirty="0"/>
              <a:t>(shop name, owner username, </a:t>
            </a:r>
          </a:p>
          <a:p>
            <a:pPr algn="ctr"/>
            <a:r>
              <a:rPr lang="en-US" sz="1400" dirty="0"/>
              <a:t>branch, telephone number, </a:t>
            </a:r>
          </a:p>
          <a:p>
            <a:pPr algn="ctr"/>
            <a:r>
              <a:rPr lang="en-US" sz="1400" dirty="0"/>
              <a:t>information, pictures, location)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5381210" y="3753596"/>
            <a:ext cx="44648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48994" y="3415042"/>
            <a:ext cx="162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 err="1"/>
              <a:t>ShopListView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7838548" y="5270702"/>
            <a:ext cx="19494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613616" y="4982165"/>
            <a:ext cx="245078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</a:t>
            </a:r>
            <a:r>
              <a:rPr lang="en-US" sz="1400" dirty="0"/>
              <a:t>Return selected </a:t>
            </a:r>
          </a:p>
          <a:p>
            <a:pPr algn="ctr"/>
            <a:r>
              <a:rPr lang="en-US" sz="1400" dirty="0"/>
              <a:t>shop information</a:t>
            </a:r>
            <a:br>
              <a:rPr lang="en-US" sz="1400" dirty="0"/>
            </a:br>
            <a:r>
              <a:rPr lang="en-US" sz="1400" dirty="0"/>
              <a:t>(shop name, owner username, </a:t>
            </a:r>
          </a:p>
          <a:p>
            <a:pPr algn="ctr"/>
            <a:r>
              <a:rPr lang="en-US" sz="1400" dirty="0"/>
              <a:t>branch, telephone number, </a:t>
            </a:r>
          </a:p>
          <a:p>
            <a:pPr algn="ctr"/>
            <a:r>
              <a:rPr lang="en-US" sz="1400" dirty="0"/>
              <a:t>information, pictures, location)</a:t>
            </a:r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3116991"/>
            <a:ext cx="139402" cy="22156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710712" y="4339698"/>
            <a:ext cx="139402" cy="11763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32" y="-95708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59337" y="92775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HomeBloggerActivity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410" y="1438907"/>
            <a:ext cx="0" cy="45245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80801" y="2839703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search ()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5621196" y="40774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838548" y="4631121"/>
            <a:ext cx="19378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57156" y="4078219"/>
            <a:ext cx="43685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55111" y="3749900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shops</a:t>
            </a:r>
            <a:endParaRPr 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7907439" y="4324207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951707" y="2808532"/>
            <a:ext cx="42846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074423" y="2510820"/>
            <a:ext cx="1602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Input keyword</a:t>
            </a:r>
            <a:endParaRPr lang="en-US" sz="1600" dirty="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9887505" y="3641415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10629464" y="3279925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9887505" y="3279925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862335" y="2781811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9894218" y="509893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10636177" y="473744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894218" y="473744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824164" y="4239326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65889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657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Shopkeeper</a:t>
            </a:r>
            <a:endParaRPr lang="en-US" sz="16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454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54490" y="118495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ShopRandomActivity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94708" y="11849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ViewShopDetail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Shop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324572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7757531" y="16961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7753" y="2106582"/>
            <a:ext cx="139402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5709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41808" y="2506813"/>
            <a:ext cx="139402" cy="173732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87454" y="219951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55111" y="258675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81210" y="2956010"/>
            <a:ext cx="43951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311509" y="4177193"/>
            <a:ext cx="23992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57156" y="5281952"/>
            <a:ext cx="68003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48406" y="186096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59496" y="22589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1998223" y="4962525"/>
            <a:ext cx="41125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11: Display shop information</a:t>
            </a:r>
          </a:p>
          <a:p>
            <a:pPr algn="ctr"/>
            <a:r>
              <a:rPr lang="en-US" sz="1600" dirty="0"/>
              <a:t>(shop name, owner username, </a:t>
            </a:r>
          </a:p>
          <a:p>
            <a:pPr algn="ctr"/>
            <a:r>
              <a:rPr lang="en-US" sz="1600" dirty="0"/>
              <a:t>branch, telephone number, </a:t>
            </a:r>
          </a:p>
          <a:p>
            <a:pPr algn="ctr"/>
            <a:r>
              <a:rPr lang="en-US" sz="1600" dirty="0"/>
              <a:t>information, pictures, </a:t>
            </a:r>
            <a:r>
              <a:rPr lang="en-US" sz="1600" dirty="0" smtClean="0"/>
              <a:t>location</a:t>
            </a:r>
            <a:r>
              <a:rPr lang="en-US" sz="1600" dirty="0"/>
              <a:t>)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5381210" y="3544621"/>
            <a:ext cx="44648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48994" y="3206067"/>
            <a:ext cx="162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</a:t>
            </a:r>
            <a:r>
              <a:rPr lang="en-US" sz="1600" dirty="0" err="1"/>
              <a:t>ShopListView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7838548" y="5061727"/>
            <a:ext cx="19494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507928" y="4749479"/>
            <a:ext cx="26369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Return selected </a:t>
            </a:r>
          </a:p>
          <a:p>
            <a:pPr algn="ctr"/>
            <a:r>
              <a:rPr lang="en-US" sz="1600" dirty="0" smtClean="0"/>
              <a:t>shop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 smtClean="0"/>
              <a:t>(shop name, </a:t>
            </a:r>
            <a:r>
              <a:rPr lang="en-US" sz="1600" dirty="0"/>
              <a:t>owner username, </a:t>
            </a:r>
          </a:p>
          <a:p>
            <a:pPr algn="ctr"/>
            <a:r>
              <a:rPr lang="en-US" sz="1600" dirty="0"/>
              <a:t>b</a:t>
            </a:r>
            <a:r>
              <a:rPr lang="en-US" sz="1600" dirty="0" smtClean="0"/>
              <a:t>ranch, telephone number, </a:t>
            </a:r>
          </a:p>
          <a:p>
            <a:pPr algn="ctr"/>
            <a:r>
              <a:rPr lang="en-US" sz="1600" dirty="0" smtClean="0"/>
              <a:t>information, pictures, location)</a:t>
            </a:r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2908016"/>
            <a:ext cx="139402" cy="22156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710712" y="4130723"/>
            <a:ext cx="139402" cy="11763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32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59337" y="118495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HomeShopActivity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410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80801" y="2630728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random()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5621196" y="3868505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838548" y="4422146"/>
            <a:ext cx="19378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57156" y="3869244"/>
            <a:ext cx="43685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55111" y="3540925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shops</a:t>
            </a:r>
            <a:endParaRPr 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7907439" y="4115232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9887505" y="3436001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10629464" y="3074511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9887505" y="3074511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62335" y="257639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4: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894218" y="4893516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10636177" y="4532026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9894218" y="4532026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869048" y="4033912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01120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656" y="9203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Shopkeeper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8453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74032" y="920336"/>
            <a:ext cx="173324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ShopCategory</a:t>
            </a:r>
            <a:endParaRPr lang="en-US" sz="1600" dirty="0" smtClean="0"/>
          </a:p>
          <a:p>
            <a:pPr algn="ctr"/>
            <a:r>
              <a:rPr lang="en-US" sz="1600" dirty="0" smtClean="0"/>
              <a:t>Activity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78632" y="920336"/>
            <a:ext cx="135636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ViewShop</a:t>
            </a:r>
            <a:endParaRPr lang="en-US" sz="1600" dirty="0" smtClean="0"/>
          </a:p>
          <a:p>
            <a:pPr algn="ctr"/>
            <a:r>
              <a:rPr lang="en-US" sz="1600" dirty="0" smtClean="0"/>
              <a:t>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8211606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Category </a:t>
            </a:r>
            <a:r>
              <a:rPr lang="en-US" sz="16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840657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 flipH="1">
            <a:off x="7453480" y="1431492"/>
            <a:ext cx="3332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78091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8752" y="1841967"/>
            <a:ext cx="139402" cy="426187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/>
          <p:cNvSpPr/>
          <p:nvPr/>
        </p:nvSpPr>
        <p:spPr>
          <a:xfrm>
            <a:off x="2184695" y="1841967"/>
            <a:ext cx="139402" cy="4981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ectangle 22"/>
          <p:cNvSpPr/>
          <p:nvPr/>
        </p:nvSpPr>
        <p:spPr>
          <a:xfrm>
            <a:off x="3946209" y="2164604"/>
            <a:ext cx="139402" cy="16860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8453" y="1934902"/>
            <a:ext cx="15062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24097" y="2221445"/>
            <a:ext cx="16403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959931" y="2340130"/>
            <a:ext cx="4751287" cy="42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33915" y="3436928"/>
            <a:ext cx="32122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154" y="4639058"/>
            <a:ext cx="502280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39405" y="1596348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2367937" y="1913668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2152943" y="5733828"/>
            <a:ext cx="3366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16: </a:t>
            </a:r>
            <a:r>
              <a:rPr lang="en-US" sz="1400" dirty="0"/>
              <a:t>Display shop information</a:t>
            </a:r>
          </a:p>
          <a:p>
            <a:pPr algn="ctr"/>
            <a:r>
              <a:rPr lang="en-US" sz="1400" dirty="0"/>
              <a:t>(shop name, owner username, </a:t>
            </a:r>
          </a:p>
          <a:p>
            <a:pPr algn="ctr"/>
            <a:r>
              <a:rPr lang="en-US" sz="1400" dirty="0"/>
              <a:t>branch, telephone number, </a:t>
            </a:r>
          </a:p>
          <a:p>
            <a:pPr algn="ctr"/>
            <a:r>
              <a:rPr lang="en-US" sz="1400" dirty="0"/>
              <a:t>information, pictures, location)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4085611" y="2741245"/>
            <a:ext cx="46256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255303" y="4043506"/>
            <a:ext cx="1537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</a:t>
            </a:r>
            <a:r>
              <a:rPr lang="en-US" sz="1400" dirty="0" err="1" smtClean="0"/>
              <a:t>ShopListView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906675" y="4351283"/>
            <a:ext cx="40418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483727" y="5475849"/>
            <a:ext cx="245078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15: </a:t>
            </a:r>
            <a:r>
              <a:rPr lang="en-US" sz="1400" dirty="0"/>
              <a:t>Return selected </a:t>
            </a:r>
          </a:p>
          <a:p>
            <a:pPr algn="ctr"/>
            <a:r>
              <a:rPr lang="en-US" sz="1400" dirty="0"/>
              <a:t>shop information</a:t>
            </a:r>
            <a:br>
              <a:rPr lang="en-US" sz="1400" dirty="0"/>
            </a:br>
            <a:r>
              <a:rPr lang="en-US" sz="1400" dirty="0"/>
              <a:t>(shop name, owner username, </a:t>
            </a:r>
          </a:p>
          <a:p>
            <a:pPr algn="ctr"/>
            <a:r>
              <a:rPr lang="en-US" sz="1400" dirty="0"/>
              <a:t>branch, telephone number, </a:t>
            </a:r>
          </a:p>
          <a:p>
            <a:pPr algn="ctr"/>
            <a:r>
              <a:rPr lang="en-US" sz="1400" dirty="0"/>
              <a:t>information, pictures, </a:t>
            </a:r>
            <a:r>
              <a:rPr lang="en-US" sz="1400" dirty="0" smtClean="0"/>
              <a:t>location)</a:t>
            </a:r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9948489" y="3771714"/>
            <a:ext cx="139402" cy="21380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Rectangle 54"/>
          <p:cNvSpPr/>
          <p:nvPr/>
        </p:nvSpPr>
        <p:spPr>
          <a:xfrm>
            <a:off x="8711218" y="2265907"/>
            <a:ext cx="139402" cy="57867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" y="-10312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50336" y="920336"/>
            <a:ext cx="160015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HomeShopActivity</a:t>
            </a:r>
            <a:endParaRPr lang="en-US" sz="14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250416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76617" y="2058075"/>
            <a:ext cx="1540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</a:t>
            </a:r>
            <a:r>
              <a:rPr lang="en-US" sz="1400" dirty="0" err="1" smtClean="0"/>
              <a:t>categoryList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4122215" y="3463286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5910358" y="3900841"/>
            <a:ext cx="403813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33915" y="2908726"/>
            <a:ext cx="3230555" cy="119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529970" y="3155509"/>
            <a:ext cx="1604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Select a category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210546" y="3608943"/>
            <a:ext cx="17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category ()</a:t>
            </a:r>
            <a:endParaRPr lang="en-US" sz="1400" dirty="0"/>
          </a:p>
        </p:txBody>
      </p:sp>
      <p:sp>
        <p:nvSpPr>
          <p:cNvPr id="51" name="Rectangle 50"/>
          <p:cNvSpPr/>
          <p:nvPr/>
        </p:nvSpPr>
        <p:spPr>
          <a:xfrm>
            <a:off x="3174242" y="920336"/>
            <a:ext cx="16711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</a:t>
            </a:r>
          </a:p>
          <a:p>
            <a:pPr algn="ctr"/>
            <a:r>
              <a:rPr lang="en-US" sz="1600" dirty="0" err="1" smtClean="0"/>
              <a:t>CategoriesList</a:t>
            </a:r>
            <a:endParaRPr lang="en-US" sz="1600" dirty="0"/>
          </a:p>
        </p:txBody>
      </p:sp>
      <p:cxnSp>
        <p:nvCxnSpPr>
          <p:cNvPr id="52" name="Straight Connector 51"/>
          <p:cNvCxnSpPr>
            <a:stCxn id="51" idx="2"/>
          </p:cNvCxnSpPr>
          <p:nvPr/>
        </p:nvCxnSpPr>
        <p:spPr>
          <a:xfrm>
            <a:off x="400982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448877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Shop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Database</a:t>
            </a:r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10018190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6402" y="2418849"/>
            <a:ext cx="30635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Display list of categories</a:t>
            </a:r>
            <a:br>
              <a:rPr lang="en-US" sz="1400" dirty="0" smtClean="0"/>
            </a:br>
            <a:r>
              <a:rPr lang="en-US" sz="1400" dirty="0" smtClean="0"/>
              <a:t>(fabric, accessory, wood, stationary, container other) 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038792" y="3771714"/>
            <a:ext cx="17321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5770956" y="3725294"/>
            <a:ext cx="139402" cy="13412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4" name="TextBox 73"/>
          <p:cNvSpPr txBox="1"/>
          <p:nvPr/>
        </p:nvSpPr>
        <p:spPr>
          <a:xfrm>
            <a:off x="2298282" y="4346298"/>
            <a:ext cx="1887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Display list of shops</a:t>
            </a:r>
            <a:endParaRPr lang="en-US" sz="1400" dirty="0"/>
          </a:p>
        </p:txBody>
      </p:sp>
      <p:sp>
        <p:nvSpPr>
          <p:cNvPr id="75" name="Rectangle 74"/>
          <p:cNvSpPr/>
          <p:nvPr/>
        </p:nvSpPr>
        <p:spPr>
          <a:xfrm>
            <a:off x="7378139" y="4936004"/>
            <a:ext cx="153626" cy="11678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5850665" y="5004181"/>
            <a:ext cx="15274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858717" y="4696404"/>
            <a:ext cx="167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12: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7495290" y="5250067"/>
            <a:ext cx="2427174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531765" y="4942291"/>
            <a:ext cx="17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</a:t>
            </a:r>
            <a:r>
              <a:rPr lang="en-US" sz="1400" dirty="0" err="1" smtClean="0"/>
              <a:t>showInfo</a:t>
            </a:r>
            <a:r>
              <a:rPr lang="en-US" sz="1400" dirty="0" smtClean="0"/>
              <a:t> ()</a:t>
            </a:r>
            <a:endParaRPr lang="en-US" sz="1400" dirty="0"/>
          </a:p>
        </p:txBody>
      </p:sp>
      <p:cxnSp>
        <p:nvCxnSpPr>
          <p:cNvPr id="91" name="Straight Arrow Connector 90"/>
          <p:cNvCxnSpPr/>
          <p:nvPr/>
        </p:nvCxnSpPr>
        <p:spPr>
          <a:xfrm flipH="1">
            <a:off x="7531765" y="5779363"/>
            <a:ext cx="243644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761605" y="2430963"/>
            <a:ext cx="1735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4: </a:t>
            </a:r>
            <a:r>
              <a:rPr lang="en-US" sz="1400" dirty="0" err="1" smtClean="0"/>
              <a:t>CategoryListView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97" name="Straight Arrow Connector 96"/>
          <p:cNvCxnSpPr/>
          <p:nvPr/>
        </p:nvCxnSpPr>
        <p:spPr>
          <a:xfrm flipH="1">
            <a:off x="748154" y="6008698"/>
            <a:ext cx="6598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10036921" y="4276331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10778880" y="3914841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0036921" y="3914841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937043" y="341672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9: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1" name="Straight Arrow Connector 60"/>
          <p:cNvCxnSpPr/>
          <p:nvPr/>
        </p:nvCxnSpPr>
        <p:spPr>
          <a:xfrm flipH="1">
            <a:off x="10043634" y="5733846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10785593" y="5372356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10043634" y="5372356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021813" y="4874242"/>
            <a:ext cx="860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14: </a:t>
            </a:r>
            <a:r>
              <a:rPr lang="en-US" sz="1400" dirty="0" err="1" smtClean="0"/>
              <a:t>Retri</a:t>
            </a:r>
            <a:r>
              <a:rPr lang="en-US" sz="1400" dirty="0" smtClean="0"/>
              <a:t>-</a:t>
            </a:r>
          </a:p>
          <a:p>
            <a:pPr algn="ctr"/>
            <a:r>
              <a:rPr lang="en-US" sz="1400" dirty="0"/>
              <a:t>-</a:t>
            </a:r>
            <a:r>
              <a:rPr lang="en-US" sz="1400" dirty="0" smtClean="0"/>
              <a:t>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6613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657" y="9277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Shopkeeper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454" y="14389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54490" y="92775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ShopSearchActivity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94708" y="9277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ViewShopDetail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9038150" y="9277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 </a:t>
            </a:r>
            <a:r>
              <a:rPr lang="en-US" sz="16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324572" y="14389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7757531" y="14389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4389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7753" y="1849382"/>
            <a:ext cx="139402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5709" y="18648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41808" y="2249613"/>
            <a:ext cx="139402" cy="21664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87454" y="194231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55111" y="232955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81210" y="3164985"/>
            <a:ext cx="43951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311509" y="4386168"/>
            <a:ext cx="23992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57156" y="5490927"/>
            <a:ext cx="68003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48406" y="160376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59496" y="20017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2552068" y="5155625"/>
            <a:ext cx="38305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12: </a:t>
            </a:r>
            <a:r>
              <a:rPr lang="en-US" sz="1600" dirty="0"/>
              <a:t>Display shop information</a:t>
            </a:r>
          </a:p>
          <a:p>
            <a:pPr algn="ctr"/>
            <a:r>
              <a:rPr lang="en-US" sz="1600" dirty="0"/>
              <a:t>(shop name, owner username, </a:t>
            </a:r>
          </a:p>
          <a:p>
            <a:pPr algn="ctr"/>
            <a:r>
              <a:rPr lang="en-US" sz="1600" dirty="0"/>
              <a:t>branch, telephone number, </a:t>
            </a:r>
          </a:p>
          <a:p>
            <a:pPr algn="ctr"/>
            <a:r>
              <a:rPr lang="en-US" sz="1600" dirty="0"/>
              <a:t>information, pictures, location)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5381210" y="3753596"/>
            <a:ext cx="44648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48994" y="3415042"/>
            <a:ext cx="162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 err="1"/>
              <a:t>ShopListView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7838548" y="5270702"/>
            <a:ext cx="19494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503867" y="4958454"/>
            <a:ext cx="27745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</a:t>
            </a:r>
            <a:r>
              <a:rPr lang="en-US" sz="1600" dirty="0"/>
              <a:t>Return selected </a:t>
            </a:r>
          </a:p>
          <a:p>
            <a:pPr algn="ctr"/>
            <a:r>
              <a:rPr lang="en-US" sz="1600" dirty="0"/>
              <a:t>shop information</a:t>
            </a:r>
            <a:br>
              <a:rPr lang="en-US" sz="1600" dirty="0"/>
            </a:br>
            <a:r>
              <a:rPr lang="en-US" sz="1600" dirty="0"/>
              <a:t>(shop name, owner username, </a:t>
            </a:r>
          </a:p>
          <a:p>
            <a:pPr algn="ctr"/>
            <a:r>
              <a:rPr lang="en-US" sz="1600" dirty="0"/>
              <a:t>branch, telephone number, </a:t>
            </a:r>
          </a:p>
          <a:p>
            <a:pPr algn="ctr"/>
            <a:r>
              <a:rPr lang="en-US" sz="1600" dirty="0"/>
              <a:t>information, pictures, location)</a:t>
            </a:r>
          </a:p>
          <a:p>
            <a:pPr algn="ctr"/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3116991"/>
            <a:ext cx="139402" cy="22156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710712" y="4339698"/>
            <a:ext cx="139402" cy="11763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32" y="-95708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59337" y="92775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HomeShopActivity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410" y="14389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80801" y="2839703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search ()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5621196" y="407748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838548" y="4631121"/>
            <a:ext cx="19378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57156" y="4078219"/>
            <a:ext cx="43685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55111" y="3749900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shops</a:t>
            </a:r>
            <a:endParaRPr 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7907439" y="4324207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951707" y="2808532"/>
            <a:ext cx="42846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074423" y="2510820"/>
            <a:ext cx="1602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Input keyword</a:t>
            </a:r>
            <a:endParaRPr lang="en-US" sz="1600" dirty="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9887505" y="3641415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10629464" y="3279925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9887505" y="3279925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862335" y="2781811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9894218" y="509893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10636177" y="473744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894218" y="473744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824164" y="4239326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80498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611" y="6506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Shopkeeper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6408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24771" y="650636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CreateShop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9353811" y="660966"/>
            <a:ext cx="11692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Shop Database</a:t>
            </a:r>
            <a:endParaRPr lang="en-US" sz="1400" dirty="0"/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3956557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938434" y="1172122"/>
            <a:ext cx="0" cy="5685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3197" y="1370896"/>
            <a:ext cx="161182" cy="534363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26890" y="1486361"/>
            <a:ext cx="139402" cy="2961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891172" y="1649178"/>
            <a:ext cx="120013" cy="147405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868733" y="2688761"/>
            <a:ext cx="123325" cy="396629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6408" y="1563807"/>
            <a:ext cx="15504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96591" y="1715158"/>
            <a:ext cx="16215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335288" y="1426183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6" name="TextBox 45"/>
          <p:cNvSpPr txBox="1"/>
          <p:nvPr/>
        </p:nvSpPr>
        <p:spPr>
          <a:xfrm>
            <a:off x="916859" y="2172388"/>
            <a:ext cx="2924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Add shop information </a:t>
            </a:r>
          </a:p>
          <a:p>
            <a:pPr algn="ctr"/>
            <a:r>
              <a:rPr lang="en-US" sz="1400" dirty="0" smtClean="0"/>
              <a:t>(shop picture, shop name, category)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039423" y="6291074"/>
            <a:ext cx="2404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16: Return successful message</a:t>
            </a:r>
            <a:endParaRPr lang="en-US" sz="1400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76408" y="2448109"/>
            <a:ext cx="322393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59991" y="3898528"/>
            <a:ext cx="48998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42" y="-92940"/>
            <a:ext cx="896137" cy="89613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475983" y="650636"/>
            <a:ext cx="164099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HomeShopActivity</a:t>
            </a:r>
            <a:endParaRPr lang="en-US" sz="1400" dirty="0"/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>
            <a:off x="2296483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833535" y="650636"/>
            <a:ext cx="154031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CreateShopDetail</a:t>
            </a:r>
            <a:endParaRPr lang="en-US" sz="14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5603692" y="1161792"/>
            <a:ext cx="11912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659991" y="5528811"/>
            <a:ext cx="79158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544171" y="2969889"/>
            <a:ext cx="135216" cy="161323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151951" y="4415613"/>
            <a:ext cx="139043" cy="392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985468" y="3634686"/>
            <a:ext cx="4586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8: Add </a:t>
            </a:r>
            <a:r>
              <a:rPr lang="en-US" sz="1400" dirty="0" smtClean="0"/>
              <a:t>shop information </a:t>
            </a:r>
          </a:p>
          <a:p>
            <a:pPr algn="ctr"/>
            <a:r>
              <a:rPr lang="en-US" sz="1400" dirty="0" smtClean="0"/>
              <a:t>(branch</a:t>
            </a:r>
            <a:r>
              <a:rPr lang="en-US" sz="1400" dirty="0"/>
              <a:t>, telephone number, </a:t>
            </a:r>
            <a:r>
              <a:rPr lang="en-US" sz="1400" dirty="0" smtClean="0"/>
              <a:t>information</a:t>
            </a:r>
            <a:r>
              <a:rPr lang="en-US" sz="1400" dirty="0"/>
              <a:t>, </a:t>
            </a:r>
            <a:r>
              <a:rPr lang="en-US" sz="1400" dirty="0" smtClean="0"/>
              <a:t>pictures)</a:t>
            </a:r>
            <a:endParaRPr lang="en-US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2732197" y="5253691"/>
            <a:ext cx="3641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</a:t>
            </a:r>
            <a:r>
              <a:rPr lang="en-US" sz="1400" dirty="0"/>
              <a:t>Add </a:t>
            </a:r>
            <a:r>
              <a:rPr lang="en-US" sz="1400" dirty="0" smtClean="0"/>
              <a:t>shop information </a:t>
            </a:r>
          </a:p>
          <a:p>
            <a:pPr algn="ctr"/>
            <a:r>
              <a:rPr lang="en-US" sz="1400" dirty="0" smtClean="0"/>
              <a:t>(location)</a:t>
            </a:r>
            <a:endParaRPr lang="en-US" sz="1400" dirty="0"/>
          </a:p>
        </p:txBody>
      </p:sp>
      <p:sp>
        <p:nvSpPr>
          <p:cNvPr id="50" name="Rectangle 49"/>
          <p:cNvSpPr/>
          <p:nvPr/>
        </p:nvSpPr>
        <p:spPr>
          <a:xfrm>
            <a:off x="6534365" y="650636"/>
            <a:ext cx="13745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CreateShopMap</a:t>
            </a:r>
            <a:endParaRPr lang="en-US" sz="1400" dirty="0"/>
          </a:p>
        </p:txBody>
      </p:sp>
      <p:cxnSp>
        <p:nvCxnSpPr>
          <p:cNvPr id="51" name="Straight Connector 50"/>
          <p:cNvCxnSpPr>
            <a:stCxn id="50" idx="2"/>
          </p:cNvCxnSpPr>
          <p:nvPr/>
        </p:nvCxnSpPr>
        <p:spPr>
          <a:xfrm>
            <a:off x="7221652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743708" y="2068831"/>
            <a:ext cx="320649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017220" y="1780194"/>
            <a:ext cx="2197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3: Return create  shop form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011185" y="3073323"/>
            <a:ext cx="153298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966277" y="2782717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69" name="Straight Arrow Connector 68"/>
          <p:cNvCxnSpPr/>
          <p:nvPr/>
        </p:nvCxnSpPr>
        <p:spPr>
          <a:xfrm flipH="1">
            <a:off x="754379" y="3467048"/>
            <a:ext cx="481348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441554" y="3189214"/>
            <a:ext cx="2609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Return create shop detail form</a:t>
            </a:r>
            <a:endParaRPr lang="en-US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5619543" y="4224792"/>
            <a:ext cx="167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5615604" y="4483787"/>
            <a:ext cx="15363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719511" y="5122571"/>
            <a:ext cx="7853048" cy="899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902417" y="4814794"/>
            <a:ext cx="2371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12: Return shop location form</a:t>
            </a:r>
            <a:endParaRPr lang="en-US" sz="1400" dirty="0"/>
          </a:p>
        </p:txBody>
      </p:sp>
      <p:sp>
        <p:nvSpPr>
          <p:cNvPr id="114" name="TextBox 113"/>
          <p:cNvSpPr txBox="1"/>
          <p:nvPr/>
        </p:nvSpPr>
        <p:spPr>
          <a:xfrm>
            <a:off x="9903253" y="5616881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15:Validate </a:t>
            </a:r>
          </a:p>
          <a:p>
            <a:pPr algn="ctr"/>
            <a:r>
              <a:rPr lang="en-US" sz="1400" dirty="0"/>
              <a:t>a</a:t>
            </a:r>
            <a:r>
              <a:rPr lang="en-US" sz="1400" dirty="0" smtClean="0"/>
              <a:t>ll inputs</a:t>
            </a:r>
            <a:endParaRPr lang="en-US" sz="1400" dirty="0"/>
          </a:p>
        </p:txBody>
      </p:sp>
      <p:cxnSp>
        <p:nvCxnSpPr>
          <p:cNvPr id="118" name="Straight Arrow Connector 117"/>
          <p:cNvCxnSpPr/>
          <p:nvPr/>
        </p:nvCxnSpPr>
        <p:spPr>
          <a:xfrm flipH="1">
            <a:off x="719512" y="6598851"/>
            <a:ext cx="9218922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73319" y="1242326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3999533" y="2728178"/>
            <a:ext cx="587156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679387" y="4144192"/>
            <a:ext cx="419171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8693563" y="5823471"/>
            <a:ext cx="121468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flipH="1">
            <a:off x="9992058" y="6415747"/>
            <a:ext cx="4074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 flipV="1">
            <a:off x="10387431" y="6132989"/>
            <a:ext cx="6208" cy="2827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 flipV="1">
            <a:off x="9992058" y="6132987"/>
            <a:ext cx="401199" cy="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32667" y="2448634"/>
            <a:ext cx="2924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</a:t>
            </a:r>
            <a:r>
              <a:rPr lang="en-US" sz="1400" dirty="0" err="1" smtClean="0"/>
              <a:t>addData</a:t>
            </a:r>
            <a:r>
              <a:rPr lang="en-US" sz="1400" dirty="0" smtClean="0"/>
              <a:t>(shop name, category)</a:t>
            </a:r>
            <a:br>
              <a:rPr lang="en-US" sz="1400" dirty="0" smtClean="0"/>
            </a:br>
            <a:r>
              <a:rPr lang="en-US" sz="1400" dirty="0" smtClean="0"/>
              <a:t>5: </a:t>
            </a:r>
            <a:r>
              <a:rPr lang="en-US" sz="1400" dirty="0" err="1" smtClean="0"/>
              <a:t>uploadFile</a:t>
            </a:r>
            <a:r>
              <a:rPr lang="en-US" sz="1400" dirty="0" smtClean="0"/>
              <a:t> (shop picture)</a:t>
            </a:r>
            <a:endParaRPr 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5463557" y="3855460"/>
            <a:ext cx="4789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9: </a:t>
            </a:r>
            <a:r>
              <a:rPr lang="en-US" sz="1400" dirty="0" err="1" smtClean="0"/>
              <a:t>addData</a:t>
            </a:r>
            <a:r>
              <a:rPr lang="en-US" sz="1400" dirty="0"/>
              <a:t> (branch, telephone number, information)</a:t>
            </a:r>
            <a:br>
              <a:rPr lang="en-US" sz="1400" dirty="0"/>
            </a:br>
            <a:r>
              <a:rPr lang="en-US" sz="1400" dirty="0" smtClean="0"/>
              <a:t>9: </a:t>
            </a:r>
            <a:r>
              <a:rPr lang="en-US" sz="1400" dirty="0" err="1" smtClean="0"/>
              <a:t>uploadFile</a:t>
            </a:r>
            <a:r>
              <a:rPr lang="en-US" sz="1400" dirty="0" smtClean="0"/>
              <a:t> (pictures)</a:t>
            </a:r>
            <a:endParaRPr lang="en-US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8359535" y="5541153"/>
            <a:ext cx="1698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14: </a:t>
            </a:r>
            <a:r>
              <a:rPr lang="en-US" sz="1400" dirty="0" err="1" smtClean="0"/>
              <a:t>addData</a:t>
            </a:r>
            <a:endParaRPr lang="en-US" sz="1400" dirty="0" smtClean="0"/>
          </a:p>
          <a:p>
            <a:pPr algn="ctr"/>
            <a:r>
              <a:rPr lang="en-US" sz="1400" dirty="0" smtClean="0"/>
              <a:t>(location)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50045" y="660966"/>
            <a:ext cx="117484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GoogleMap</a:t>
            </a:r>
            <a:endParaRPr lang="en-US" sz="1400" dirty="0"/>
          </a:p>
        </p:txBody>
      </p:sp>
      <p:cxnSp>
        <p:nvCxnSpPr>
          <p:cNvPr id="77" name="Straight Connector 76"/>
          <p:cNvCxnSpPr>
            <a:stCxn id="75" idx="2"/>
          </p:cNvCxnSpPr>
          <p:nvPr/>
        </p:nvCxnSpPr>
        <p:spPr>
          <a:xfrm>
            <a:off x="8637469" y="1172122"/>
            <a:ext cx="0" cy="5685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8575806" y="4632607"/>
            <a:ext cx="136155" cy="126894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/>
          <p:cNvCxnSpPr/>
          <p:nvPr/>
        </p:nvCxnSpPr>
        <p:spPr>
          <a:xfrm>
            <a:off x="7252064" y="4724653"/>
            <a:ext cx="13237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013462" y="4433599"/>
            <a:ext cx="1698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11: connect()</a:t>
            </a:r>
          </a:p>
        </p:txBody>
      </p:sp>
    </p:spTree>
    <p:extLst>
      <p:ext uri="{BB962C8B-B14F-4D97-AF65-F5344CB8AC3E}">
        <p14:creationId xmlns:p14="http://schemas.microsoft.com/office/powerpoint/2010/main" val="2517185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611" y="6506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Shopkeeper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6408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24771" y="650636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ManageShop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9353811" y="660966"/>
            <a:ext cx="11692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Shop Database</a:t>
            </a:r>
            <a:endParaRPr lang="en-US" sz="1400" dirty="0"/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3956557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938434" y="1172122"/>
            <a:ext cx="0" cy="5685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3197" y="1370896"/>
            <a:ext cx="161182" cy="534363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26890" y="1486361"/>
            <a:ext cx="139402" cy="2961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891172" y="1649178"/>
            <a:ext cx="120013" cy="147405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868733" y="2688761"/>
            <a:ext cx="123325" cy="396629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6408" y="1563807"/>
            <a:ext cx="15504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96591" y="1715158"/>
            <a:ext cx="16215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335288" y="1426183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6" name="TextBox 45"/>
          <p:cNvSpPr txBox="1"/>
          <p:nvPr/>
        </p:nvSpPr>
        <p:spPr>
          <a:xfrm>
            <a:off x="916859" y="2172388"/>
            <a:ext cx="2924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Add shop information </a:t>
            </a:r>
          </a:p>
          <a:p>
            <a:pPr algn="ctr"/>
            <a:r>
              <a:rPr lang="en-US" sz="1400" dirty="0" smtClean="0"/>
              <a:t>(shop picture, shop name, category)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039423" y="6291074"/>
            <a:ext cx="2404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16: Return successful message</a:t>
            </a:r>
            <a:endParaRPr lang="en-US" sz="1400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76408" y="2448109"/>
            <a:ext cx="322393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59991" y="3898528"/>
            <a:ext cx="489986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42" y="-92940"/>
            <a:ext cx="896137" cy="89613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475983" y="650636"/>
            <a:ext cx="164099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ProfileManagementActivity</a:t>
            </a:r>
            <a:endParaRPr lang="en-US" sz="1400" dirty="0"/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>
            <a:off x="2296483" y="1161792"/>
            <a:ext cx="0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767723" y="650636"/>
            <a:ext cx="168550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ManageShopDetail</a:t>
            </a:r>
            <a:endParaRPr lang="en-US" sz="14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5610476" y="1161792"/>
            <a:ext cx="9067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659991" y="5528811"/>
            <a:ext cx="79158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544171" y="2969889"/>
            <a:ext cx="135216" cy="161323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206773" y="4415613"/>
            <a:ext cx="139043" cy="3927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985468" y="3634686"/>
            <a:ext cx="4586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8: Add </a:t>
            </a:r>
            <a:r>
              <a:rPr lang="en-US" sz="1400" dirty="0" smtClean="0"/>
              <a:t>shop information </a:t>
            </a:r>
          </a:p>
          <a:p>
            <a:pPr algn="ctr"/>
            <a:r>
              <a:rPr lang="en-US" sz="1400" dirty="0" smtClean="0"/>
              <a:t>(branch</a:t>
            </a:r>
            <a:r>
              <a:rPr lang="en-US" sz="1400" dirty="0"/>
              <a:t>, telephone number, </a:t>
            </a:r>
            <a:r>
              <a:rPr lang="en-US" sz="1400" dirty="0" smtClean="0"/>
              <a:t>information</a:t>
            </a:r>
            <a:r>
              <a:rPr lang="en-US" sz="1400" dirty="0"/>
              <a:t>, </a:t>
            </a:r>
            <a:r>
              <a:rPr lang="en-US" sz="1400" dirty="0" smtClean="0"/>
              <a:t>pictures)</a:t>
            </a:r>
            <a:endParaRPr lang="en-US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2732197" y="5253691"/>
            <a:ext cx="3641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</a:t>
            </a:r>
            <a:r>
              <a:rPr lang="en-US" sz="1400" dirty="0"/>
              <a:t>Add </a:t>
            </a:r>
            <a:r>
              <a:rPr lang="en-US" sz="1400" dirty="0" smtClean="0"/>
              <a:t>shop information </a:t>
            </a:r>
          </a:p>
          <a:p>
            <a:pPr algn="ctr"/>
            <a:r>
              <a:rPr lang="en-US" sz="1400" dirty="0" smtClean="0"/>
              <a:t>(location)</a:t>
            </a:r>
            <a:endParaRPr lang="en-US" sz="1400" dirty="0"/>
          </a:p>
        </p:txBody>
      </p:sp>
      <p:sp>
        <p:nvSpPr>
          <p:cNvPr id="50" name="Rectangle 49"/>
          <p:cNvSpPr/>
          <p:nvPr/>
        </p:nvSpPr>
        <p:spPr>
          <a:xfrm>
            <a:off x="6502613" y="650636"/>
            <a:ext cx="151568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ManageShopMap</a:t>
            </a:r>
            <a:endParaRPr lang="en-US" sz="1400" dirty="0"/>
          </a:p>
        </p:txBody>
      </p:sp>
      <p:cxnSp>
        <p:nvCxnSpPr>
          <p:cNvPr id="51" name="Straight Connector 50"/>
          <p:cNvCxnSpPr>
            <a:stCxn id="50" idx="2"/>
          </p:cNvCxnSpPr>
          <p:nvPr/>
        </p:nvCxnSpPr>
        <p:spPr>
          <a:xfrm>
            <a:off x="7260453" y="1161792"/>
            <a:ext cx="7487" cy="5696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743708" y="2068831"/>
            <a:ext cx="320649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017220" y="1780194"/>
            <a:ext cx="2317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3: Return manage  shop form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011185" y="3073323"/>
            <a:ext cx="153298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966277" y="2782717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69" name="Straight Arrow Connector 68"/>
          <p:cNvCxnSpPr/>
          <p:nvPr/>
        </p:nvCxnSpPr>
        <p:spPr>
          <a:xfrm flipH="1">
            <a:off x="754379" y="3467048"/>
            <a:ext cx="481348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441554" y="3189214"/>
            <a:ext cx="2729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Return </a:t>
            </a:r>
            <a:r>
              <a:rPr lang="en-US" sz="1400" dirty="0"/>
              <a:t>manage</a:t>
            </a:r>
            <a:r>
              <a:rPr lang="en-US" sz="1400" dirty="0" smtClean="0"/>
              <a:t> shop detail form</a:t>
            </a:r>
            <a:endParaRPr lang="en-US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5619543" y="4224792"/>
            <a:ext cx="167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5615604" y="4483787"/>
            <a:ext cx="15363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719511" y="5122571"/>
            <a:ext cx="7853048" cy="899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902417" y="4814794"/>
            <a:ext cx="2371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12: Return shop location form</a:t>
            </a:r>
            <a:endParaRPr lang="en-US" sz="1400" dirty="0"/>
          </a:p>
        </p:txBody>
      </p:sp>
      <p:sp>
        <p:nvSpPr>
          <p:cNvPr id="114" name="TextBox 113"/>
          <p:cNvSpPr txBox="1"/>
          <p:nvPr/>
        </p:nvSpPr>
        <p:spPr>
          <a:xfrm>
            <a:off x="9903253" y="5616881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15:Validate </a:t>
            </a:r>
          </a:p>
          <a:p>
            <a:pPr algn="ctr"/>
            <a:r>
              <a:rPr lang="en-US" sz="1400" dirty="0"/>
              <a:t>a</a:t>
            </a:r>
            <a:r>
              <a:rPr lang="en-US" sz="1400" dirty="0" smtClean="0"/>
              <a:t>ll inputs</a:t>
            </a:r>
            <a:endParaRPr lang="en-US" sz="1400" dirty="0"/>
          </a:p>
        </p:txBody>
      </p:sp>
      <p:cxnSp>
        <p:nvCxnSpPr>
          <p:cNvPr id="118" name="Straight Arrow Connector 117"/>
          <p:cNvCxnSpPr/>
          <p:nvPr/>
        </p:nvCxnSpPr>
        <p:spPr>
          <a:xfrm flipH="1">
            <a:off x="719512" y="6598851"/>
            <a:ext cx="9218922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73319" y="1242326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3999533" y="2728178"/>
            <a:ext cx="587156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679387" y="4144192"/>
            <a:ext cx="419171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8693563" y="5823471"/>
            <a:ext cx="121468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flipH="1">
            <a:off x="9992058" y="6415747"/>
            <a:ext cx="4074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 flipV="1">
            <a:off x="10387431" y="6132989"/>
            <a:ext cx="6208" cy="2827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 flipV="1">
            <a:off x="9992058" y="6132987"/>
            <a:ext cx="401199" cy="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32667" y="2448634"/>
            <a:ext cx="2924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</a:t>
            </a:r>
            <a:r>
              <a:rPr lang="en-US" sz="1400" dirty="0" err="1" smtClean="0"/>
              <a:t>addData</a:t>
            </a:r>
            <a:r>
              <a:rPr lang="en-US" sz="1400" dirty="0" smtClean="0"/>
              <a:t>(shop name, category)</a:t>
            </a:r>
            <a:br>
              <a:rPr lang="en-US" sz="1400" dirty="0" smtClean="0"/>
            </a:br>
            <a:r>
              <a:rPr lang="en-US" sz="1400" dirty="0" smtClean="0"/>
              <a:t>5: </a:t>
            </a:r>
            <a:r>
              <a:rPr lang="en-US" sz="1400" dirty="0" err="1" smtClean="0"/>
              <a:t>uploadFile</a:t>
            </a:r>
            <a:r>
              <a:rPr lang="en-US" sz="1400" dirty="0" smtClean="0"/>
              <a:t> (shop picture)</a:t>
            </a:r>
            <a:endParaRPr 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5463557" y="3855460"/>
            <a:ext cx="4789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9: </a:t>
            </a:r>
            <a:r>
              <a:rPr lang="en-US" sz="1400" dirty="0" err="1" smtClean="0"/>
              <a:t>addData</a:t>
            </a:r>
            <a:r>
              <a:rPr lang="en-US" sz="1400" dirty="0"/>
              <a:t> (branch, telephone number, information)</a:t>
            </a:r>
            <a:br>
              <a:rPr lang="en-US" sz="1400" dirty="0"/>
            </a:br>
            <a:r>
              <a:rPr lang="en-US" sz="1400" dirty="0" smtClean="0"/>
              <a:t>9: </a:t>
            </a:r>
            <a:r>
              <a:rPr lang="en-US" sz="1400" dirty="0" err="1" smtClean="0"/>
              <a:t>uploadFile</a:t>
            </a:r>
            <a:r>
              <a:rPr lang="en-US" sz="1400" dirty="0" smtClean="0"/>
              <a:t> (pictures)</a:t>
            </a:r>
            <a:endParaRPr lang="en-US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8359535" y="5541153"/>
            <a:ext cx="1698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14: </a:t>
            </a:r>
            <a:r>
              <a:rPr lang="en-US" sz="1400" dirty="0" err="1" smtClean="0"/>
              <a:t>addData</a:t>
            </a:r>
            <a:endParaRPr lang="en-US" sz="1400" dirty="0" smtClean="0"/>
          </a:p>
          <a:p>
            <a:pPr algn="ctr"/>
            <a:r>
              <a:rPr lang="en-US" sz="1400" dirty="0" smtClean="0"/>
              <a:t>(location)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50045" y="660966"/>
            <a:ext cx="117484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GoogleMap</a:t>
            </a:r>
            <a:endParaRPr lang="en-US" sz="1400" dirty="0"/>
          </a:p>
        </p:txBody>
      </p:sp>
      <p:cxnSp>
        <p:nvCxnSpPr>
          <p:cNvPr id="77" name="Straight Connector 76"/>
          <p:cNvCxnSpPr>
            <a:stCxn id="75" idx="2"/>
          </p:cNvCxnSpPr>
          <p:nvPr/>
        </p:nvCxnSpPr>
        <p:spPr>
          <a:xfrm>
            <a:off x="8637469" y="1172122"/>
            <a:ext cx="0" cy="5685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8575806" y="4632607"/>
            <a:ext cx="136155" cy="126894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/>
          <p:cNvCxnSpPr/>
          <p:nvPr/>
        </p:nvCxnSpPr>
        <p:spPr>
          <a:xfrm>
            <a:off x="7252064" y="4724653"/>
            <a:ext cx="13237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013462" y="4433599"/>
            <a:ext cx="1698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11: connect()</a:t>
            </a:r>
          </a:p>
        </p:txBody>
      </p:sp>
    </p:spTree>
    <p:extLst>
      <p:ext uri="{BB962C8B-B14F-4D97-AF65-F5344CB8AC3E}">
        <p14:creationId xmlns:p14="http://schemas.microsoft.com/office/powerpoint/2010/main" val="3895721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07151" y="781354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Shopkeeper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049948" y="1292510"/>
            <a:ext cx="0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598311" y="781354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ManageShop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8703481" y="781354"/>
            <a:ext cx="11692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Shop </a:t>
            </a:r>
            <a:r>
              <a:rPr lang="en-US" sz="14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4330097" y="1292510"/>
            <a:ext cx="0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288104" y="1292510"/>
            <a:ext cx="0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6737" y="1632333"/>
            <a:ext cx="161182" cy="460866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600430" y="1826383"/>
            <a:ext cx="139402" cy="2961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264712" y="1981265"/>
            <a:ext cx="120013" cy="60200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218403" y="3666662"/>
            <a:ext cx="155027" cy="12191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049948" y="1903829"/>
            <a:ext cx="15504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70131" y="2055180"/>
            <a:ext cx="16215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08828" y="1766205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449562" y="5798912"/>
            <a:ext cx="2404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Return successful message</a:t>
            </a:r>
            <a:endParaRPr lang="en-US" sz="1400" dirty="0"/>
          </a:p>
        </p:txBody>
      </p:sp>
      <p:pic>
        <p:nvPicPr>
          <p:cNvPr id="30" name="Picture 29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82" y="37778"/>
            <a:ext cx="896137" cy="89613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849523" y="781354"/>
            <a:ext cx="164099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ProfileManagementActivity</a:t>
            </a:r>
            <a:endParaRPr lang="en-US" sz="1400" dirty="0"/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>
            <a:off x="2670023" y="1292510"/>
            <a:ext cx="108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143571" y="781354"/>
            <a:ext cx="170083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ManageShopDetail</a:t>
            </a:r>
            <a:endParaRPr lang="en-US" sz="14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 flipH="1">
            <a:off x="5989169" y="1292510"/>
            <a:ext cx="4817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917711" y="2398083"/>
            <a:ext cx="135215" cy="55561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608101" y="2769481"/>
            <a:ext cx="139402" cy="347151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907905" y="781354"/>
            <a:ext cx="153821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ManageShopMap</a:t>
            </a:r>
            <a:endParaRPr lang="en-US" sz="1400" dirty="0"/>
          </a:p>
        </p:txBody>
      </p:sp>
      <p:cxnSp>
        <p:nvCxnSpPr>
          <p:cNvPr id="51" name="Straight Connector 50"/>
          <p:cNvCxnSpPr>
            <a:stCxn id="50" idx="2"/>
          </p:cNvCxnSpPr>
          <p:nvPr/>
        </p:nvCxnSpPr>
        <p:spPr>
          <a:xfrm>
            <a:off x="7677013" y="1292510"/>
            <a:ext cx="2236" cy="524336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4384725" y="2487540"/>
            <a:ext cx="153298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339817" y="2196934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5977232" y="2546744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4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5973293" y="2866828"/>
            <a:ext cx="163480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H="1">
            <a:off x="1117247" y="6087549"/>
            <a:ext cx="6562002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82137" y="1599989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7670633" y="3757263"/>
            <a:ext cx="15363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1049948" y="3368121"/>
            <a:ext cx="65581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031369" y="3073663"/>
            <a:ext cx="1857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Request delete shop</a:t>
            </a:r>
            <a:endParaRPr lang="en-US" sz="1400" dirty="0"/>
          </a:p>
        </p:txBody>
      </p:sp>
      <p:sp>
        <p:nvSpPr>
          <p:cNvPr id="79" name="TextBox 78"/>
          <p:cNvSpPr txBox="1"/>
          <p:nvPr/>
        </p:nvSpPr>
        <p:spPr>
          <a:xfrm>
            <a:off x="8059588" y="3458890"/>
            <a:ext cx="936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delete()</a:t>
            </a:r>
            <a:endParaRPr lang="en-US" sz="1400" dirty="0"/>
          </a:p>
        </p:txBody>
      </p:sp>
      <p:cxnSp>
        <p:nvCxnSpPr>
          <p:cNvPr id="84" name="Straight Arrow Connector 83"/>
          <p:cNvCxnSpPr/>
          <p:nvPr/>
        </p:nvCxnSpPr>
        <p:spPr>
          <a:xfrm flipH="1">
            <a:off x="9336385" y="4411948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H="1" flipV="1">
            <a:off x="10078344" y="3926539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9336385" y="3926538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398090" y="4411948"/>
            <a:ext cx="803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:Delete </a:t>
            </a:r>
          </a:p>
          <a:p>
            <a:pPr algn="ctr"/>
            <a:r>
              <a:rPr lang="en-US" sz="1400" dirty="0" smtClean="0"/>
              <a:t>shop</a:t>
            </a:r>
          </a:p>
        </p:txBody>
      </p:sp>
      <p:cxnSp>
        <p:nvCxnSpPr>
          <p:cNvPr id="92" name="Straight Arrow Connector 91"/>
          <p:cNvCxnSpPr/>
          <p:nvPr/>
        </p:nvCxnSpPr>
        <p:spPr>
          <a:xfrm flipH="1">
            <a:off x="7747503" y="4755724"/>
            <a:ext cx="1406178" cy="1781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7758629" y="4466486"/>
            <a:ext cx="132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8</a:t>
            </a:r>
            <a:r>
              <a:rPr lang="en-US" sz="1400" dirty="0" smtClean="0"/>
              <a:t>: Return result</a:t>
            </a:r>
            <a:endParaRPr lang="en-US" sz="1400" dirty="0"/>
          </a:p>
        </p:txBody>
      </p:sp>
      <p:cxnSp>
        <p:nvCxnSpPr>
          <p:cNvPr id="97" name="Straight Arrow Connector 96"/>
          <p:cNvCxnSpPr/>
          <p:nvPr/>
        </p:nvCxnSpPr>
        <p:spPr>
          <a:xfrm flipH="1">
            <a:off x="1150213" y="5076516"/>
            <a:ext cx="64578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969800" y="4745923"/>
            <a:ext cx="2544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9</a:t>
            </a:r>
            <a:r>
              <a:rPr lang="en-US" sz="1400" dirty="0" smtClean="0"/>
              <a:t>: Display confirmation message</a:t>
            </a:r>
            <a:endParaRPr lang="en-US" sz="1400" dirty="0"/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1080511" y="5546795"/>
            <a:ext cx="6527590" cy="260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192260" y="5265059"/>
            <a:ext cx="1041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10: Confirm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55582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53400" y="896459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696197" y="1407615"/>
            <a:ext cx="0" cy="53233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863233" y="896459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ViewTutorialDetail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28688" y="896459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6133315" y="1407615"/>
            <a:ext cx="0" cy="53233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836612" y="1407615"/>
            <a:ext cx="0" cy="53233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626496" y="1588775"/>
            <a:ext cx="139402" cy="49208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524452" y="1604265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066426" y="1989007"/>
            <a:ext cx="123528" cy="452057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696197" y="1681711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663854" y="2065417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1784540" y="3069068"/>
            <a:ext cx="42660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057149" y="1343157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4068239" y="1737642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1807738" y="2769468"/>
            <a:ext cx="43255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Display tutorial information</a:t>
            </a:r>
          </a:p>
          <a:p>
            <a:pPr algn="ctr"/>
            <a:r>
              <a:rPr lang="en-US" sz="1400" dirty="0" smtClean="0"/>
              <a:t>(tutorial picture, title, category, </a:t>
            </a:r>
          </a:p>
          <a:p>
            <a:pPr algn="ctr"/>
            <a:r>
              <a:rPr lang="en-US" sz="1400" dirty="0" smtClean="0"/>
              <a:t>owner username, number of like, material description, material picture,</a:t>
            </a:r>
          </a:p>
          <a:p>
            <a:pPr algn="ctr"/>
            <a:r>
              <a:rPr lang="en-US" sz="1400" dirty="0" smtClean="0"/>
              <a:t> step number, step description, step picture, </a:t>
            </a:r>
            <a:r>
              <a:rPr lang="en-US" sz="1400" dirty="0"/>
              <a:t>video, </a:t>
            </a:r>
            <a:r>
              <a:rPr lang="en-US" sz="1400" dirty="0" smtClean="0"/>
              <a:t>comment)  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6189954" y="2885613"/>
            <a:ext cx="257695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012860" y="2397883"/>
            <a:ext cx="28445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like, material description, </a:t>
            </a:r>
            <a:endParaRPr lang="en-US" sz="1400" dirty="0" smtClean="0"/>
          </a:p>
          <a:p>
            <a:pPr algn="ctr"/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</a:t>
            </a:r>
            <a:endParaRPr lang="en-US" sz="1400" dirty="0" smtClean="0"/>
          </a:p>
          <a:p>
            <a:pPr algn="ctr"/>
            <a:r>
              <a:rPr lang="en-US" sz="1400" dirty="0" smtClean="0"/>
              <a:t>video</a:t>
            </a:r>
            <a:r>
              <a:rPr lang="en-US" sz="1400" dirty="0"/>
              <a:t>, </a:t>
            </a:r>
            <a:r>
              <a:rPr lang="en-US" sz="1400" dirty="0" smtClean="0"/>
              <a:t>comment)  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8766910" y="2150300"/>
            <a:ext cx="136486" cy="41828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275" y="-111125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468080" y="896459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3594153" y="1407615"/>
            <a:ext cx="0" cy="53233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189953" y="2241012"/>
            <a:ext cx="258862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15396" y="1894863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8903396" y="2760007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9645355" y="239851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8903396" y="2398517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856027" y="1852778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1696197" y="4314226"/>
            <a:ext cx="43543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515396" y="4183252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addComment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6133315" y="4521806"/>
            <a:ext cx="26335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828564" y="3991054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Add comment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8897154" y="5331108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9639113" y="4969618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8897154" y="4969618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896951" y="4615189"/>
            <a:ext cx="1604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if (input=valid)</a:t>
            </a:r>
            <a:endParaRPr lang="en-US" sz="1600" dirty="0"/>
          </a:p>
        </p:txBody>
      </p:sp>
      <p:cxnSp>
        <p:nvCxnSpPr>
          <p:cNvPr id="68" name="Straight Arrow Connector 67"/>
          <p:cNvCxnSpPr/>
          <p:nvPr/>
        </p:nvCxnSpPr>
        <p:spPr>
          <a:xfrm flipH="1">
            <a:off x="6205830" y="5498077"/>
            <a:ext cx="256108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645612" y="5180576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10: return result</a:t>
            </a:r>
            <a:endParaRPr lang="en-US" sz="1600" dirty="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1798333" y="5633367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887358" y="5067792"/>
            <a:ext cx="195708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Result = Success</a:t>
            </a:r>
          </a:p>
          <a:p>
            <a:r>
              <a:rPr lang="en-US" sz="1600" dirty="0" smtClean="0"/>
              <a:t>Display the comment</a:t>
            </a:r>
            <a:endParaRPr lang="en-US" sz="1600" dirty="0"/>
          </a:p>
        </p:txBody>
      </p:sp>
      <p:cxnSp>
        <p:nvCxnSpPr>
          <p:cNvPr id="74" name="Straight Arrow Connector 73"/>
          <p:cNvCxnSpPr/>
          <p:nvPr/>
        </p:nvCxnSpPr>
        <p:spPr>
          <a:xfrm flipH="1">
            <a:off x="1781775" y="6434938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824573" y="5854509"/>
            <a:ext cx="202541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14: Result = Fail</a:t>
            </a:r>
          </a:p>
          <a:p>
            <a:r>
              <a:rPr lang="en-US" sz="1600" dirty="0" smtClean="0"/>
              <a:t>Display error message</a:t>
            </a:r>
            <a:endParaRPr lang="en-US" sz="1600" dirty="0"/>
          </a:p>
        </p:txBody>
      </p:sp>
      <p:cxnSp>
        <p:nvCxnSpPr>
          <p:cNvPr id="46" name="Straight Arrow Connector 45"/>
          <p:cNvCxnSpPr/>
          <p:nvPr/>
        </p:nvCxnSpPr>
        <p:spPr>
          <a:xfrm flipH="1">
            <a:off x="8856027" y="6108669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9597986" y="5747179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8856027" y="5747179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857829" y="5443907"/>
            <a:ext cx="949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12: </a:t>
            </a:r>
            <a:r>
              <a:rPr lang="en-US" sz="1600" dirty="0" smtClean="0"/>
              <a:t>else()</a:t>
            </a:r>
            <a:endParaRPr lang="en-US" sz="1600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6189953" y="6210911"/>
            <a:ext cx="256108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629735" y="5893410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13: return result</a:t>
            </a:r>
            <a:endParaRPr lang="en-US" sz="1600" dirty="0"/>
          </a:p>
        </p:txBody>
      </p:sp>
      <p:sp>
        <p:nvSpPr>
          <p:cNvPr id="70" name="Rectangle 69"/>
          <p:cNvSpPr/>
          <p:nvPr/>
        </p:nvSpPr>
        <p:spPr>
          <a:xfrm>
            <a:off x="849745" y="4659200"/>
            <a:ext cx="9881340" cy="2089442"/>
          </a:xfrm>
          <a:prstGeom prst="rect">
            <a:avLst/>
          </a:prstGeom>
          <a:noFill/>
          <a:ln w="127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Snip Single Corner Rectangle 70"/>
          <p:cNvSpPr/>
          <p:nvPr/>
        </p:nvSpPr>
        <p:spPr>
          <a:xfrm rot="5400000">
            <a:off x="1066108" y="4434096"/>
            <a:ext cx="302404" cy="752615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928169" y="461447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2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879" y="98409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9676" y="1495247"/>
            <a:ext cx="0" cy="52357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26712" y="98409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ViewTutorialDetail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992167" y="98409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Tutorial </a:t>
            </a:r>
            <a:r>
              <a:rPr lang="en-US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096794" y="1495247"/>
            <a:ext cx="0" cy="52357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7800091" y="1495247"/>
            <a:ext cx="0" cy="52357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9975" y="1746971"/>
            <a:ext cx="158044" cy="4802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87931" y="176246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029905" y="2129060"/>
            <a:ext cx="139404" cy="442051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59676" y="183990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27333" y="225889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019" y="3403674"/>
            <a:ext cx="42660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0628" y="150135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031718" y="193112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771217" y="3104074"/>
            <a:ext cx="43255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Display tutorial information</a:t>
            </a:r>
          </a:p>
          <a:p>
            <a:pPr algn="ctr"/>
            <a:r>
              <a:rPr lang="en-US" sz="1400" dirty="0" smtClean="0"/>
              <a:t>(tutorial picture, title, category, </a:t>
            </a:r>
          </a:p>
          <a:p>
            <a:pPr algn="ctr"/>
            <a:r>
              <a:rPr lang="en-US" sz="1400" dirty="0" smtClean="0"/>
              <a:t>owner username, number of like, material description, material picture,</a:t>
            </a:r>
          </a:p>
          <a:p>
            <a:pPr algn="ctr"/>
            <a:r>
              <a:rPr lang="en-US" sz="1400" dirty="0" smtClean="0"/>
              <a:t> step number, step description, step picture, </a:t>
            </a:r>
            <a:r>
              <a:rPr lang="en-US" sz="1400" dirty="0"/>
              <a:t>video, </a:t>
            </a:r>
            <a:r>
              <a:rPr lang="en-US" sz="1400" dirty="0" smtClean="0"/>
              <a:t>comment)  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153433" y="3308424"/>
            <a:ext cx="257695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976339" y="2820694"/>
            <a:ext cx="28445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like, material description, </a:t>
            </a:r>
            <a:endParaRPr lang="en-US" sz="1400" dirty="0" smtClean="0"/>
          </a:p>
          <a:p>
            <a:pPr algn="ctr"/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</a:t>
            </a:r>
            <a:endParaRPr lang="en-US" sz="1400" dirty="0" smtClean="0"/>
          </a:p>
          <a:p>
            <a:pPr algn="ctr"/>
            <a:r>
              <a:rPr lang="en-US" sz="1400" dirty="0" smtClean="0"/>
              <a:t>video</a:t>
            </a:r>
            <a:r>
              <a:rPr lang="en-US" sz="1400" dirty="0"/>
              <a:t>, </a:t>
            </a:r>
            <a:r>
              <a:rPr lang="en-US" sz="1400" dirty="0" smtClean="0"/>
              <a:t>comment)  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7730389" y="2520188"/>
            <a:ext cx="136486" cy="295778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" y="-2349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31559" y="98409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557632" y="1495247"/>
            <a:ext cx="0" cy="52357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153432" y="2575618"/>
            <a:ext cx="258862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78875" y="2229469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7866875" y="3094613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608834" y="2733123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7866875" y="2733123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19506" y="2187384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659676" y="4819944"/>
            <a:ext cx="43543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478874" y="4618406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/>
              <a:t>check(</a:t>
            </a:r>
            <a:r>
              <a:rPr lang="en-US" sz="1600" dirty="0" smtClean="0"/>
              <a:t>username)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5096794" y="4956960"/>
            <a:ext cx="26335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696787" y="4496772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(like)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9813424" y="6239925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0184963" y="5878435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9813424" y="5878435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734231" y="5288023"/>
            <a:ext cx="117442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add </a:t>
            </a:r>
          </a:p>
          <a:p>
            <a:pPr algn="ctr"/>
            <a:r>
              <a:rPr lang="en-US" sz="1600" dirty="0" smtClean="0"/>
              <a:t>information</a:t>
            </a:r>
            <a:endParaRPr lang="en-US" sz="1600" dirty="0"/>
          </a:p>
        </p:txBody>
      </p:sp>
      <p:cxnSp>
        <p:nvCxnSpPr>
          <p:cNvPr id="68" name="Straight Arrow Connector 67"/>
          <p:cNvCxnSpPr/>
          <p:nvPr/>
        </p:nvCxnSpPr>
        <p:spPr>
          <a:xfrm flipH="1">
            <a:off x="5169309" y="5421642"/>
            <a:ext cx="256108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661088" y="5104141"/>
            <a:ext cx="1443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761812" y="6447803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939535" y="98409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Like </a:t>
            </a:r>
            <a:r>
              <a:rPr lang="en-US" dirty="0"/>
              <a:t>Database</a:t>
            </a:r>
          </a:p>
        </p:txBody>
      </p:sp>
      <p:cxnSp>
        <p:nvCxnSpPr>
          <p:cNvPr id="46" name="Straight Connector 45"/>
          <p:cNvCxnSpPr>
            <a:stCxn id="41" idx="2"/>
          </p:cNvCxnSpPr>
          <p:nvPr/>
        </p:nvCxnSpPr>
        <p:spPr>
          <a:xfrm>
            <a:off x="9747459" y="1495247"/>
            <a:ext cx="0" cy="52357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692241" y="5729845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153432" y="5800822"/>
            <a:ext cx="453880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37568" y="5477977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</a:t>
            </a:r>
            <a:r>
              <a:rPr lang="en-US" sz="1600" dirty="0"/>
              <a:t>l</a:t>
            </a:r>
            <a:r>
              <a:rPr lang="en-US" sz="1600" dirty="0" smtClean="0"/>
              <a:t>ike()</a:t>
            </a:r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5169309" y="6320264"/>
            <a:ext cx="452293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262696" y="5981710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result</a:t>
            </a:r>
            <a:endParaRPr lang="en-US" sz="1600" dirty="0"/>
          </a:p>
        </p:txBody>
      </p:sp>
      <p:sp>
        <p:nvSpPr>
          <p:cNvPr id="74" name="TextBox 73"/>
          <p:cNvSpPr txBox="1"/>
          <p:nvPr/>
        </p:nvSpPr>
        <p:spPr>
          <a:xfrm>
            <a:off x="967711" y="6105930"/>
            <a:ext cx="4065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Display liked sign and updated like number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54315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879" y="98409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9676" y="1495247"/>
            <a:ext cx="0" cy="52357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26712" y="98409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ViewTutorialDetail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992167" y="98409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Tutorial </a:t>
            </a:r>
            <a:r>
              <a:rPr lang="en-US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096794" y="1495247"/>
            <a:ext cx="0" cy="52357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7800091" y="1495247"/>
            <a:ext cx="0" cy="52357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9975" y="1746971"/>
            <a:ext cx="158044" cy="4802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87931" y="176246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029905" y="2129060"/>
            <a:ext cx="139404" cy="442051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59676" y="183990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27333" y="225889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019" y="3403674"/>
            <a:ext cx="42660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0628" y="150135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031718" y="193112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771217" y="3104074"/>
            <a:ext cx="43255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Display tutorial information</a:t>
            </a:r>
          </a:p>
          <a:p>
            <a:pPr algn="ctr"/>
            <a:r>
              <a:rPr lang="en-US" sz="1400" dirty="0" smtClean="0"/>
              <a:t>(tutorial picture, title, category, </a:t>
            </a:r>
          </a:p>
          <a:p>
            <a:pPr algn="ctr"/>
            <a:r>
              <a:rPr lang="en-US" sz="1400" dirty="0" smtClean="0"/>
              <a:t>owner username, number of like, material description, material picture,</a:t>
            </a:r>
          </a:p>
          <a:p>
            <a:pPr algn="ctr"/>
            <a:r>
              <a:rPr lang="en-US" sz="1400" dirty="0" smtClean="0"/>
              <a:t> step number, step description, step picture, </a:t>
            </a:r>
            <a:r>
              <a:rPr lang="en-US" sz="1400" dirty="0"/>
              <a:t>video, </a:t>
            </a:r>
            <a:r>
              <a:rPr lang="en-US" sz="1400" dirty="0" smtClean="0"/>
              <a:t>comment)  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153433" y="3308424"/>
            <a:ext cx="257695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976339" y="2820694"/>
            <a:ext cx="28445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like, material description, </a:t>
            </a:r>
            <a:endParaRPr lang="en-US" sz="1400" dirty="0" smtClean="0"/>
          </a:p>
          <a:p>
            <a:pPr algn="ctr"/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</a:t>
            </a:r>
            <a:endParaRPr lang="en-US" sz="1400" dirty="0" smtClean="0"/>
          </a:p>
          <a:p>
            <a:pPr algn="ctr"/>
            <a:r>
              <a:rPr lang="en-US" sz="1400" dirty="0" smtClean="0"/>
              <a:t>video</a:t>
            </a:r>
            <a:r>
              <a:rPr lang="en-US" sz="1400" dirty="0"/>
              <a:t>, </a:t>
            </a:r>
            <a:r>
              <a:rPr lang="en-US" sz="1400" dirty="0" smtClean="0"/>
              <a:t>comment)  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7730389" y="2520188"/>
            <a:ext cx="136486" cy="295778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" y="-2349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31559" y="98409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557632" y="1495247"/>
            <a:ext cx="0" cy="52357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153432" y="2575618"/>
            <a:ext cx="258862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78875" y="2229469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7866875" y="3094613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608834" y="2733123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7866875" y="2733123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19506" y="2187384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659676" y="4819944"/>
            <a:ext cx="43543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478874" y="4618406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/>
              <a:t>check(</a:t>
            </a:r>
            <a:r>
              <a:rPr lang="en-US" sz="1600" dirty="0" smtClean="0"/>
              <a:t>username)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5096794" y="4956960"/>
            <a:ext cx="26335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696787" y="4496772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(liked)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9813424" y="6239925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0184963" y="5878435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9813424" y="5878435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734231" y="5288023"/>
            <a:ext cx="117442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delete </a:t>
            </a:r>
          </a:p>
          <a:p>
            <a:pPr algn="ctr"/>
            <a:r>
              <a:rPr lang="en-US" sz="1600" dirty="0" smtClean="0"/>
              <a:t>information</a:t>
            </a:r>
            <a:endParaRPr lang="en-US" sz="1600" dirty="0"/>
          </a:p>
        </p:txBody>
      </p:sp>
      <p:cxnSp>
        <p:nvCxnSpPr>
          <p:cNvPr id="68" name="Straight Arrow Connector 67"/>
          <p:cNvCxnSpPr/>
          <p:nvPr/>
        </p:nvCxnSpPr>
        <p:spPr>
          <a:xfrm flipH="1">
            <a:off x="5169309" y="5421642"/>
            <a:ext cx="256108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661088" y="5104141"/>
            <a:ext cx="1443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761812" y="6447803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939535" y="98409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Like </a:t>
            </a:r>
            <a:r>
              <a:rPr lang="en-US" dirty="0"/>
              <a:t>Database</a:t>
            </a:r>
          </a:p>
        </p:txBody>
      </p:sp>
      <p:cxnSp>
        <p:nvCxnSpPr>
          <p:cNvPr id="46" name="Straight Connector 45"/>
          <p:cNvCxnSpPr>
            <a:stCxn id="41" idx="2"/>
          </p:cNvCxnSpPr>
          <p:nvPr/>
        </p:nvCxnSpPr>
        <p:spPr>
          <a:xfrm>
            <a:off x="9747459" y="1495247"/>
            <a:ext cx="0" cy="523575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692241" y="5729845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153432" y="5800822"/>
            <a:ext cx="453880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37568" y="5477977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</a:t>
            </a:r>
            <a:r>
              <a:rPr lang="en-US" sz="1600" dirty="0" err="1" smtClean="0"/>
              <a:t>unLike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5169309" y="6320264"/>
            <a:ext cx="452293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262696" y="5981710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result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967711" y="6105930"/>
            <a:ext cx="4065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Display liked sign and updated like number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71055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879" y="98409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9676" y="1495247"/>
            <a:ext cx="0" cy="50143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26712" y="98409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ViewProfileDetail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992167" y="98409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096794" y="1495247"/>
            <a:ext cx="0" cy="50143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7800091" y="1495247"/>
            <a:ext cx="9924" cy="50143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9974" y="1746971"/>
            <a:ext cx="171837" cy="455970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87931" y="176246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029905" y="2181984"/>
            <a:ext cx="139404" cy="412469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59676" y="183990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27333" y="225889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019" y="3403674"/>
            <a:ext cx="42660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0628" y="150135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031718" y="193112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153433" y="3308424"/>
            <a:ext cx="257695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730389" y="2520189"/>
            <a:ext cx="136486" cy="27637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" y="-2349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31559" y="98409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557632" y="1495247"/>
            <a:ext cx="0" cy="50143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153432" y="2575618"/>
            <a:ext cx="258862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78875" y="2229469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7866875" y="3094613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608834" y="2733123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7866875" y="2733123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19506" y="2187384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659676" y="4483039"/>
            <a:ext cx="43543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478874" y="4424355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/>
              <a:t>check(</a:t>
            </a:r>
            <a:r>
              <a:rPr lang="en-US" sz="1600" dirty="0" smtClean="0"/>
              <a:t>username)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5096794" y="4762909"/>
            <a:ext cx="26335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696787" y="4159867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(follow)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9813424" y="6045874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0184963" y="5684384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9813424" y="5684384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917524" y="5093972"/>
            <a:ext cx="80783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add </a:t>
            </a:r>
          </a:p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68" name="Straight Arrow Connector 67"/>
          <p:cNvCxnSpPr/>
          <p:nvPr/>
        </p:nvCxnSpPr>
        <p:spPr>
          <a:xfrm flipH="1">
            <a:off x="5169309" y="5227591"/>
            <a:ext cx="256108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661088" y="4910090"/>
            <a:ext cx="1443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761812" y="6253752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542691" y="5889169"/>
            <a:ext cx="2294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Display  followed sign</a:t>
            </a:r>
            <a:endParaRPr lang="en-US" sz="1600" dirty="0"/>
          </a:p>
        </p:txBody>
      </p:sp>
      <p:sp>
        <p:nvSpPr>
          <p:cNvPr id="41" name="Rectangle 40"/>
          <p:cNvSpPr/>
          <p:nvPr/>
        </p:nvSpPr>
        <p:spPr>
          <a:xfrm>
            <a:off x="8939535" y="98409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Follow </a:t>
            </a:r>
            <a:r>
              <a:rPr lang="en-US" dirty="0"/>
              <a:t>Database</a:t>
            </a:r>
          </a:p>
        </p:txBody>
      </p:sp>
      <p:cxnSp>
        <p:nvCxnSpPr>
          <p:cNvPr id="46" name="Straight Connector 45"/>
          <p:cNvCxnSpPr>
            <a:stCxn id="41" idx="2"/>
          </p:cNvCxnSpPr>
          <p:nvPr/>
        </p:nvCxnSpPr>
        <p:spPr>
          <a:xfrm>
            <a:off x="9747459" y="1495247"/>
            <a:ext cx="0" cy="50143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692241" y="5535794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153432" y="5606771"/>
            <a:ext cx="453880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37568" y="5283926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follow()</a:t>
            </a:r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5169309" y="6126213"/>
            <a:ext cx="452293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262696" y="5787659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result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631336" y="3065946"/>
            <a:ext cx="4267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Display result</a:t>
            </a:r>
            <a:br>
              <a:rPr lang="en-US" sz="1600" dirty="0" smtClean="0"/>
            </a:br>
            <a:r>
              <a:rPr lang="en-US" sz="1600" dirty="0" smtClean="0"/>
              <a:t>(profile picture, username, follower number, </a:t>
            </a:r>
          </a:p>
          <a:p>
            <a:pPr algn="ctr"/>
            <a:r>
              <a:rPr lang="en-US" sz="1600" dirty="0" smtClean="0"/>
              <a:t>following number, email, list of created tutorials)</a:t>
            </a:r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5202455" y="2977726"/>
            <a:ext cx="26910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Return result</a:t>
            </a:r>
          </a:p>
          <a:p>
            <a:pPr algn="ctr"/>
            <a:r>
              <a:rPr lang="en-US" sz="1600" dirty="0"/>
              <a:t>(profile picture, username, </a:t>
            </a:r>
            <a:endParaRPr lang="en-US" sz="1600" dirty="0" smtClean="0"/>
          </a:p>
          <a:p>
            <a:pPr algn="ctr"/>
            <a:r>
              <a:rPr lang="en-US" sz="1600" dirty="0" smtClean="0"/>
              <a:t>follower </a:t>
            </a:r>
            <a:r>
              <a:rPr lang="en-US" sz="1600" dirty="0"/>
              <a:t>number, </a:t>
            </a:r>
            <a:endParaRPr lang="en-US" sz="1600" dirty="0" smtClean="0"/>
          </a:p>
          <a:p>
            <a:pPr algn="ctr"/>
            <a:r>
              <a:rPr lang="en-US" sz="1600" dirty="0" smtClean="0"/>
              <a:t>following </a:t>
            </a:r>
            <a:r>
              <a:rPr lang="en-US" sz="1600" dirty="0"/>
              <a:t>number, </a:t>
            </a:r>
            <a:endParaRPr lang="en-US" sz="1600" dirty="0" smtClean="0"/>
          </a:p>
          <a:p>
            <a:pPr algn="ctr"/>
            <a:r>
              <a:rPr lang="en-US" sz="1600" dirty="0" smtClean="0"/>
              <a:t>email</a:t>
            </a:r>
            <a:r>
              <a:rPr lang="en-US" sz="1600" dirty="0"/>
              <a:t>, list of created tutorials</a:t>
            </a:r>
            <a:r>
              <a:rPr lang="en-US" sz="1600" dirty="0" smtClean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45459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879" y="98409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9676" y="1495247"/>
            <a:ext cx="0" cy="50143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26712" y="984091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ViewProfileDetail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992167" y="98409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096794" y="1495247"/>
            <a:ext cx="0" cy="50143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7800091" y="1495247"/>
            <a:ext cx="9924" cy="50143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9974" y="1746971"/>
            <a:ext cx="171837" cy="455970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87931" y="176246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029905" y="2181984"/>
            <a:ext cx="139404" cy="412469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59676" y="183990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27333" y="225889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019" y="3403674"/>
            <a:ext cx="42660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0628" y="1501353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031718" y="1931120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153433" y="3308424"/>
            <a:ext cx="257695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730389" y="2520189"/>
            <a:ext cx="136486" cy="27637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" y="-2349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31559" y="98409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HomeBloggerActivity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557632" y="1495247"/>
            <a:ext cx="0" cy="50143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153432" y="2575618"/>
            <a:ext cx="258862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78875" y="2229469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7866875" y="3094613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608834" y="2733123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7866875" y="2733123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19506" y="2187384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659676" y="4483039"/>
            <a:ext cx="43543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478874" y="4424355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/>
              <a:t>check(</a:t>
            </a:r>
            <a:r>
              <a:rPr lang="en-US" sz="1600" dirty="0" smtClean="0"/>
              <a:t>username)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5096794" y="4762909"/>
            <a:ext cx="26335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696787" y="4159867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(followed)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9813424" y="6045874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0184963" y="5684384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9813424" y="5684384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754219" y="5093972"/>
            <a:ext cx="113444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remove </a:t>
            </a:r>
          </a:p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68" name="Straight Arrow Connector 67"/>
          <p:cNvCxnSpPr/>
          <p:nvPr/>
        </p:nvCxnSpPr>
        <p:spPr>
          <a:xfrm flipH="1">
            <a:off x="5169309" y="5227591"/>
            <a:ext cx="256108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661088" y="4910090"/>
            <a:ext cx="1443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761812" y="6253752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542691" y="5889169"/>
            <a:ext cx="2084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Display  follow sign</a:t>
            </a:r>
            <a:endParaRPr lang="en-US" sz="1600" dirty="0"/>
          </a:p>
        </p:txBody>
      </p:sp>
      <p:sp>
        <p:nvSpPr>
          <p:cNvPr id="41" name="Rectangle 40"/>
          <p:cNvSpPr/>
          <p:nvPr/>
        </p:nvSpPr>
        <p:spPr>
          <a:xfrm>
            <a:off x="8939535" y="98409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Follow </a:t>
            </a:r>
            <a:r>
              <a:rPr lang="en-US" dirty="0"/>
              <a:t>Database</a:t>
            </a:r>
          </a:p>
        </p:txBody>
      </p:sp>
      <p:cxnSp>
        <p:nvCxnSpPr>
          <p:cNvPr id="46" name="Straight Connector 45"/>
          <p:cNvCxnSpPr>
            <a:stCxn id="41" idx="2"/>
          </p:cNvCxnSpPr>
          <p:nvPr/>
        </p:nvCxnSpPr>
        <p:spPr>
          <a:xfrm>
            <a:off x="9747459" y="1495247"/>
            <a:ext cx="0" cy="50143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692241" y="5535794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153432" y="5606771"/>
            <a:ext cx="453880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37568" y="5283926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</a:t>
            </a:r>
            <a:r>
              <a:rPr lang="en-US" sz="1600" dirty="0" err="1" smtClean="0"/>
              <a:t>unFollow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5169309" y="6126213"/>
            <a:ext cx="452293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262696" y="5787659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result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631336" y="3065946"/>
            <a:ext cx="4267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Display result</a:t>
            </a:r>
            <a:br>
              <a:rPr lang="en-US" sz="1600" dirty="0" smtClean="0"/>
            </a:br>
            <a:r>
              <a:rPr lang="en-US" sz="1600" dirty="0" smtClean="0"/>
              <a:t>(profile picture, username, follower number, </a:t>
            </a:r>
          </a:p>
          <a:p>
            <a:pPr algn="ctr"/>
            <a:r>
              <a:rPr lang="en-US" sz="1600" dirty="0" smtClean="0"/>
              <a:t>following number, email, list of created tutorials)</a:t>
            </a:r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5202455" y="2977726"/>
            <a:ext cx="26910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Return result</a:t>
            </a:r>
          </a:p>
          <a:p>
            <a:pPr algn="ctr"/>
            <a:r>
              <a:rPr lang="en-US" sz="1600" dirty="0"/>
              <a:t>(profile picture, username, </a:t>
            </a:r>
            <a:endParaRPr lang="en-US" sz="1600" dirty="0" smtClean="0"/>
          </a:p>
          <a:p>
            <a:pPr algn="ctr"/>
            <a:r>
              <a:rPr lang="en-US" sz="1600" dirty="0" smtClean="0"/>
              <a:t>follower </a:t>
            </a:r>
            <a:r>
              <a:rPr lang="en-US" sz="1600" dirty="0"/>
              <a:t>number, </a:t>
            </a:r>
            <a:endParaRPr lang="en-US" sz="1600" dirty="0" smtClean="0"/>
          </a:p>
          <a:p>
            <a:pPr algn="ctr"/>
            <a:r>
              <a:rPr lang="en-US" sz="1600" dirty="0" smtClean="0"/>
              <a:t>following </a:t>
            </a:r>
            <a:r>
              <a:rPr lang="en-US" sz="1600" dirty="0"/>
              <a:t>number, </a:t>
            </a:r>
            <a:endParaRPr lang="en-US" sz="1600" dirty="0" smtClean="0"/>
          </a:p>
          <a:p>
            <a:pPr algn="ctr"/>
            <a:r>
              <a:rPr lang="en-US" sz="1600" dirty="0" smtClean="0"/>
              <a:t>email</a:t>
            </a:r>
            <a:r>
              <a:rPr lang="en-US" sz="1600" dirty="0"/>
              <a:t>, list of created tutorials</a:t>
            </a:r>
            <a:r>
              <a:rPr lang="en-US" sz="1600" dirty="0" smtClean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8064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5302" y="100144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 flipH="1">
            <a:off x="1002689" y="1512597"/>
            <a:ext cx="5410" cy="48056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596711" y="100144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Registered User Database</a:t>
            </a:r>
          </a:p>
        </p:txBody>
      </p:sp>
      <p:cxnSp>
        <p:nvCxnSpPr>
          <p:cNvPr id="8" name="Straight Connector 7"/>
          <p:cNvCxnSpPr>
            <a:stCxn id="33" idx="2"/>
          </p:cNvCxnSpPr>
          <p:nvPr/>
        </p:nvCxnSpPr>
        <p:spPr>
          <a:xfrm>
            <a:off x="5381429" y="1512597"/>
            <a:ext cx="3890" cy="48056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flipH="1">
            <a:off x="9396532" y="1512597"/>
            <a:ext cx="8103" cy="48056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38397" y="1778397"/>
            <a:ext cx="139404" cy="42043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971374" y="1798489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311728" y="2195353"/>
            <a:ext cx="139402" cy="271061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002689" y="1903820"/>
            <a:ext cx="19791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110776" y="2269349"/>
            <a:ext cx="2200952" cy="107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52479" y="1593997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77220" y="1941574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4339455" y="1001441"/>
            <a:ext cx="208394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ViewProfileDetail</a:t>
            </a:r>
            <a:endParaRPr lang="en-US" sz="1600" dirty="0"/>
          </a:p>
        </p:txBody>
      </p:sp>
      <p:sp>
        <p:nvSpPr>
          <p:cNvPr id="53" name="Rectangle 52"/>
          <p:cNvSpPr/>
          <p:nvPr/>
        </p:nvSpPr>
        <p:spPr>
          <a:xfrm>
            <a:off x="9334933" y="2491564"/>
            <a:ext cx="139403" cy="33884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1077801" y="3556352"/>
            <a:ext cx="423392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118005" y="3236103"/>
            <a:ext cx="4267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Display result</a:t>
            </a:r>
            <a:br>
              <a:rPr lang="en-US" sz="1600" dirty="0" smtClean="0"/>
            </a:br>
            <a:r>
              <a:rPr lang="en-US" sz="1600" dirty="0" smtClean="0"/>
              <a:t>(profile picture, username, follower number, </a:t>
            </a:r>
          </a:p>
          <a:p>
            <a:pPr algn="ctr"/>
            <a:r>
              <a:rPr lang="en-US" sz="1600" dirty="0" smtClean="0"/>
              <a:t>following number, email, list of created tutorials)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5451130" y="2570746"/>
            <a:ext cx="3883803" cy="107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969154" y="2812394"/>
            <a:ext cx="26910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4: Return result</a:t>
            </a:r>
          </a:p>
          <a:p>
            <a:pPr algn="ctr"/>
            <a:r>
              <a:rPr lang="en-US" sz="1600" dirty="0"/>
              <a:t>(profile picture, username, </a:t>
            </a:r>
            <a:endParaRPr lang="en-US" sz="1600" dirty="0" smtClean="0"/>
          </a:p>
          <a:p>
            <a:pPr algn="ctr"/>
            <a:r>
              <a:rPr lang="en-US" sz="1600" dirty="0" smtClean="0"/>
              <a:t>follower </a:t>
            </a:r>
            <a:r>
              <a:rPr lang="en-US" sz="1600" dirty="0"/>
              <a:t>number, </a:t>
            </a:r>
            <a:endParaRPr lang="en-US" sz="1600" dirty="0" smtClean="0"/>
          </a:p>
          <a:p>
            <a:pPr algn="ctr"/>
            <a:r>
              <a:rPr lang="en-US" sz="1600" dirty="0" smtClean="0"/>
              <a:t>following </a:t>
            </a:r>
            <a:r>
              <a:rPr lang="en-US" sz="1600" dirty="0"/>
              <a:t>number, </a:t>
            </a:r>
            <a:endParaRPr lang="en-US" sz="1600" dirty="0" smtClean="0"/>
          </a:p>
          <a:p>
            <a:pPr algn="ctr"/>
            <a:r>
              <a:rPr lang="en-US" sz="1600" dirty="0" smtClean="0"/>
              <a:t>email</a:t>
            </a:r>
            <a:r>
              <a:rPr lang="en-US" sz="1600" dirty="0"/>
              <a:t>, list of created tutorials)</a:t>
            </a:r>
          </a:p>
          <a:p>
            <a:pPr algn="ctr"/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5451130" y="3151056"/>
            <a:ext cx="38838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01" y="-27480"/>
            <a:ext cx="1199252" cy="11992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915002" y="100144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HomeBloggerActivity</a:t>
            </a:r>
            <a:endParaRPr lang="en-US" sz="1600" dirty="0"/>
          </a:p>
        </p:txBody>
      </p:sp>
      <p:cxnSp>
        <p:nvCxnSpPr>
          <p:cNvPr id="29" name="Straight Connector 28"/>
          <p:cNvCxnSpPr>
            <a:stCxn id="25" idx="2"/>
          </p:cNvCxnSpPr>
          <p:nvPr/>
        </p:nvCxnSpPr>
        <p:spPr>
          <a:xfrm>
            <a:off x="3041075" y="1512597"/>
            <a:ext cx="0" cy="48056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03207" y="2239116"/>
            <a:ext cx="1287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1" name="Rectangle 30"/>
          <p:cNvSpPr/>
          <p:nvPr/>
        </p:nvSpPr>
        <p:spPr>
          <a:xfrm>
            <a:off x="6651121" y="9955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FollowList</a:t>
            </a:r>
            <a:endParaRPr lang="en-US" sz="1600" dirty="0"/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 flipH="1">
            <a:off x="7450942" y="1506707"/>
            <a:ext cx="8103" cy="48115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36987" y="4086846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(following)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1077801" y="4413804"/>
            <a:ext cx="423392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03207" y="4361259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seeFollowing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5451130" y="4720313"/>
            <a:ext cx="38838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9470599" y="526746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10212558" y="490597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9470599" y="490597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7528746" y="5487572"/>
            <a:ext cx="1768397" cy="210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715295" y="5149018"/>
            <a:ext cx="1443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 flipV="1">
            <a:off x="1077801" y="5880045"/>
            <a:ext cx="6311544" cy="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163949" y="5535197"/>
            <a:ext cx="4471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10: Display list of bloggers that the user is following</a:t>
            </a:r>
            <a:endParaRPr lang="en-US" sz="1600" dirty="0"/>
          </a:p>
        </p:txBody>
      </p:sp>
      <p:sp>
        <p:nvSpPr>
          <p:cNvPr id="58" name="Rectangle 57"/>
          <p:cNvSpPr/>
          <p:nvPr/>
        </p:nvSpPr>
        <p:spPr>
          <a:xfrm>
            <a:off x="7389344" y="5382926"/>
            <a:ext cx="139402" cy="5998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9452137" y="4353251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213934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5302" y="100144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 flipH="1">
            <a:off x="1002689" y="1512597"/>
            <a:ext cx="5410" cy="48056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596711" y="100144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Registered User Database</a:t>
            </a:r>
          </a:p>
        </p:txBody>
      </p:sp>
      <p:cxnSp>
        <p:nvCxnSpPr>
          <p:cNvPr id="8" name="Straight Connector 7"/>
          <p:cNvCxnSpPr>
            <a:stCxn id="33" idx="2"/>
          </p:cNvCxnSpPr>
          <p:nvPr/>
        </p:nvCxnSpPr>
        <p:spPr>
          <a:xfrm>
            <a:off x="5381429" y="1512597"/>
            <a:ext cx="3890" cy="48056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flipH="1">
            <a:off x="9396532" y="1512597"/>
            <a:ext cx="8103" cy="48056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38397" y="1778397"/>
            <a:ext cx="139404" cy="42043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971374" y="1798489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311728" y="2195353"/>
            <a:ext cx="139402" cy="271061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002689" y="1903820"/>
            <a:ext cx="19791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110776" y="2269349"/>
            <a:ext cx="2200952" cy="107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52479" y="1593997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77220" y="1941574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4339455" y="1001441"/>
            <a:ext cx="208394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ViewProfileDetail</a:t>
            </a:r>
            <a:endParaRPr lang="en-US" sz="1600" dirty="0"/>
          </a:p>
        </p:txBody>
      </p:sp>
      <p:sp>
        <p:nvSpPr>
          <p:cNvPr id="53" name="Rectangle 52"/>
          <p:cNvSpPr/>
          <p:nvPr/>
        </p:nvSpPr>
        <p:spPr>
          <a:xfrm>
            <a:off x="9334933" y="2491564"/>
            <a:ext cx="139403" cy="33884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1077801" y="3556352"/>
            <a:ext cx="423392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118005" y="3236103"/>
            <a:ext cx="4267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Display result</a:t>
            </a:r>
            <a:br>
              <a:rPr lang="en-US" sz="1600" dirty="0" smtClean="0"/>
            </a:br>
            <a:r>
              <a:rPr lang="en-US" sz="1600" dirty="0" smtClean="0"/>
              <a:t>(profile picture, username, follower number, </a:t>
            </a:r>
          </a:p>
          <a:p>
            <a:pPr algn="ctr"/>
            <a:r>
              <a:rPr lang="en-US" sz="1600" dirty="0" smtClean="0"/>
              <a:t>following number, email, list of created tutorials)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5451130" y="2570746"/>
            <a:ext cx="3883803" cy="107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969154" y="2812394"/>
            <a:ext cx="26910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4: Return result</a:t>
            </a:r>
          </a:p>
          <a:p>
            <a:pPr algn="ctr"/>
            <a:r>
              <a:rPr lang="en-US" sz="1600" dirty="0"/>
              <a:t>(profile picture, username, </a:t>
            </a:r>
            <a:endParaRPr lang="en-US" sz="1600" dirty="0" smtClean="0"/>
          </a:p>
          <a:p>
            <a:pPr algn="ctr"/>
            <a:r>
              <a:rPr lang="en-US" sz="1600" dirty="0" smtClean="0"/>
              <a:t>follower </a:t>
            </a:r>
            <a:r>
              <a:rPr lang="en-US" sz="1600" dirty="0"/>
              <a:t>number, </a:t>
            </a:r>
            <a:endParaRPr lang="en-US" sz="1600" dirty="0" smtClean="0"/>
          </a:p>
          <a:p>
            <a:pPr algn="ctr"/>
            <a:r>
              <a:rPr lang="en-US" sz="1600" dirty="0" smtClean="0"/>
              <a:t>following </a:t>
            </a:r>
            <a:r>
              <a:rPr lang="en-US" sz="1600" dirty="0"/>
              <a:t>number, </a:t>
            </a:r>
            <a:endParaRPr lang="en-US" sz="1600" dirty="0" smtClean="0"/>
          </a:p>
          <a:p>
            <a:pPr algn="ctr"/>
            <a:r>
              <a:rPr lang="en-US" sz="1600" dirty="0" smtClean="0"/>
              <a:t>email</a:t>
            </a:r>
            <a:r>
              <a:rPr lang="en-US" sz="1600" dirty="0"/>
              <a:t>, list of created tutorials)</a:t>
            </a:r>
          </a:p>
          <a:p>
            <a:pPr algn="ctr"/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5451130" y="3151056"/>
            <a:ext cx="38838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01" y="-27480"/>
            <a:ext cx="1199252" cy="11992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915002" y="100144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HomeBloggerActivity</a:t>
            </a:r>
            <a:endParaRPr lang="en-US" sz="1600" dirty="0"/>
          </a:p>
        </p:txBody>
      </p:sp>
      <p:cxnSp>
        <p:nvCxnSpPr>
          <p:cNvPr id="29" name="Straight Connector 28"/>
          <p:cNvCxnSpPr>
            <a:stCxn id="25" idx="2"/>
          </p:cNvCxnSpPr>
          <p:nvPr/>
        </p:nvCxnSpPr>
        <p:spPr>
          <a:xfrm>
            <a:off x="3041075" y="1512597"/>
            <a:ext cx="0" cy="48056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03207" y="2239116"/>
            <a:ext cx="1287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31" name="Rectangle 30"/>
          <p:cNvSpPr/>
          <p:nvPr/>
        </p:nvSpPr>
        <p:spPr>
          <a:xfrm>
            <a:off x="6651121" y="9955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FollowList</a:t>
            </a:r>
            <a:endParaRPr lang="en-US" sz="1600" dirty="0"/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 flipH="1">
            <a:off x="7450942" y="1506707"/>
            <a:ext cx="8103" cy="48115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36987" y="4086846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(follower)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1077801" y="4413804"/>
            <a:ext cx="423392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03207" y="4361259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seeFollower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5451130" y="4720313"/>
            <a:ext cx="38838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9470599" y="526746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10212558" y="490597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9470599" y="490597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7528746" y="5487572"/>
            <a:ext cx="1768397" cy="210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715295" y="5149018"/>
            <a:ext cx="1443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 flipV="1">
            <a:off x="1077801" y="5880045"/>
            <a:ext cx="6311544" cy="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163949" y="5535197"/>
            <a:ext cx="3656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10: Display list of bloggers follow the user</a:t>
            </a:r>
            <a:endParaRPr lang="en-US" sz="1600" dirty="0"/>
          </a:p>
        </p:txBody>
      </p:sp>
      <p:sp>
        <p:nvSpPr>
          <p:cNvPr id="58" name="Rectangle 57"/>
          <p:cNvSpPr/>
          <p:nvPr/>
        </p:nvSpPr>
        <p:spPr>
          <a:xfrm>
            <a:off x="7389344" y="5382926"/>
            <a:ext cx="139402" cy="5998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9452137" y="4353251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19149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986" y="936938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3" name="Straight Connector 2"/>
          <p:cNvCxnSpPr>
            <a:stCxn id="2" idx="2"/>
          </p:cNvCxnSpPr>
          <p:nvPr/>
        </p:nvCxnSpPr>
        <p:spPr>
          <a:xfrm flipH="1">
            <a:off x="702842" y="1448094"/>
            <a:ext cx="6941" cy="52618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14214" y="924419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Registered User Database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976112" y="1448094"/>
            <a:ext cx="0" cy="52618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4" idx="2"/>
          </p:cNvCxnSpPr>
          <p:nvPr/>
        </p:nvCxnSpPr>
        <p:spPr>
          <a:xfrm>
            <a:off x="9922138" y="1435575"/>
            <a:ext cx="0" cy="52744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1" y="1638529"/>
            <a:ext cx="139403" cy="492398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18369" y="1623536"/>
            <a:ext cx="139402" cy="38609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906409" y="1901261"/>
            <a:ext cx="139402" cy="194021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79484" y="1731363"/>
            <a:ext cx="1738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657771" y="1941781"/>
            <a:ext cx="2248638" cy="107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04589" y="1420317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21513" y="1631167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14" name="Rectangle 13"/>
          <p:cNvSpPr/>
          <p:nvPr/>
        </p:nvSpPr>
        <p:spPr>
          <a:xfrm>
            <a:off x="3849416" y="936938"/>
            <a:ext cx="196775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ViewProfileDetail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9852436" y="2116710"/>
            <a:ext cx="139403" cy="6022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779485" y="2852046"/>
            <a:ext cx="41552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77234" y="2552882"/>
            <a:ext cx="219103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Display result</a:t>
            </a:r>
            <a:br>
              <a:rPr lang="en-US" sz="1400" dirty="0" smtClean="0"/>
            </a:br>
            <a:r>
              <a:rPr lang="en-US" sz="1400" dirty="0" smtClean="0"/>
              <a:t>(profile picture, username, </a:t>
            </a:r>
          </a:p>
          <a:p>
            <a:pPr algn="ctr"/>
            <a:r>
              <a:rPr lang="en-US" sz="1400" dirty="0" smtClean="0"/>
              <a:t>email, list of created shops)</a:t>
            </a:r>
            <a:endParaRPr lang="en-US" sz="14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976110" y="2197614"/>
            <a:ext cx="487632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3893" y="2400718"/>
            <a:ext cx="32128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Return result</a:t>
            </a:r>
          </a:p>
          <a:p>
            <a:pPr algn="ctr"/>
            <a:r>
              <a:rPr lang="en-US" sz="1400" dirty="0"/>
              <a:t>(profile picture, username, </a:t>
            </a:r>
          </a:p>
          <a:p>
            <a:pPr algn="ctr"/>
            <a:r>
              <a:rPr lang="en-US" sz="1400" dirty="0" smtClean="0"/>
              <a:t>email</a:t>
            </a:r>
            <a:r>
              <a:rPr lang="en-US" sz="1400" dirty="0"/>
              <a:t>, list of created </a:t>
            </a:r>
            <a:r>
              <a:rPr lang="en-US" sz="1400" dirty="0" smtClean="0"/>
              <a:t>shops)</a:t>
            </a:r>
            <a:endParaRPr lang="en-US" sz="1400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5045811" y="2670118"/>
            <a:ext cx="480662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7" y="-91983"/>
            <a:ext cx="1199252" cy="119925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467391" y="934830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HomeBloggerActivity</a:t>
            </a:r>
            <a:endParaRPr lang="en-US" sz="1600" dirty="0"/>
          </a:p>
        </p:txBody>
      </p:sp>
      <p:cxnSp>
        <p:nvCxnSpPr>
          <p:cNvPr id="23" name="Straight Connector 22"/>
          <p:cNvCxnSpPr>
            <a:stCxn id="22" idx="2"/>
          </p:cNvCxnSpPr>
          <p:nvPr/>
        </p:nvCxnSpPr>
        <p:spPr>
          <a:xfrm>
            <a:off x="2593464" y="1445986"/>
            <a:ext cx="0" cy="52640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33748" y="1860803"/>
            <a:ext cx="1149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</a:t>
            </a:r>
            <a:r>
              <a:rPr lang="en-US" sz="1400" dirty="0" err="1" smtClean="0"/>
              <a:t>showInfo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30" name="Straight Connector 29"/>
          <p:cNvCxnSpPr>
            <a:stCxn id="31" idx="2"/>
          </p:cNvCxnSpPr>
          <p:nvPr/>
        </p:nvCxnSpPr>
        <p:spPr>
          <a:xfrm flipH="1">
            <a:off x="6679592" y="1448094"/>
            <a:ext cx="8259" cy="52618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001585" y="936938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</a:t>
            </a:r>
            <a:endParaRPr lang="en-US" sz="1600" dirty="0"/>
          </a:p>
        </p:txBody>
      </p:sp>
      <p:cxnSp>
        <p:nvCxnSpPr>
          <p:cNvPr id="32" name="Straight Connector 31"/>
          <p:cNvCxnSpPr>
            <a:stCxn id="33" idx="2"/>
          </p:cNvCxnSpPr>
          <p:nvPr/>
        </p:nvCxnSpPr>
        <p:spPr>
          <a:xfrm flipH="1">
            <a:off x="8210631" y="1438313"/>
            <a:ext cx="2152" cy="52716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526517" y="927157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 Database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1899793" y="3188807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7: </a:t>
            </a:r>
            <a:r>
              <a:rPr lang="en-US" sz="1400" dirty="0" err="1"/>
              <a:t>onClickListener</a:t>
            </a:r>
            <a:r>
              <a:rPr lang="en-US" sz="1400" dirty="0"/>
              <a:t>(</a:t>
            </a:r>
            <a:r>
              <a:rPr lang="en-US" sz="1400" dirty="0" smtClean="0"/>
              <a:t>)</a:t>
            </a:r>
            <a:endParaRPr lang="en-US" sz="1400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665512" y="3491198"/>
            <a:ext cx="4240897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898195" y="175387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9991839" y="2547620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10424864" y="2271935"/>
            <a:ext cx="0" cy="2756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9991839" y="2289096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6618149" y="3753271"/>
            <a:ext cx="142770" cy="280924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5045811" y="3806194"/>
            <a:ext cx="15723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45811" y="3520632"/>
            <a:ext cx="16337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8</a:t>
            </a:r>
            <a:r>
              <a:rPr lang="en-US" sz="1400" dirty="0" smtClean="0"/>
              <a:t>: Request message </a:t>
            </a:r>
          </a:p>
          <a:p>
            <a:r>
              <a:rPr lang="en-US" sz="1400" dirty="0" smtClean="0"/>
              <a:t>user interface</a:t>
            </a:r>
            <a:endParaRPr lang="en-US" sz="1400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779485" y="4169988"/>
            <a:ext cx="58205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02842" y="4499730"/>
            <a:ext cx="5897221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6682282" y="4692900"/>
            <a:ext cx="14641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001201" y="4385123"/>
            <a:ext cx="912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11: send()</a:t>
            </a:r>
            <a:endParaRPr lang="en-US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8227067" y="4801751"/>
            <a:ext cx="152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12: If (input=valid)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 flipH="1">
            <a:off x="8268688" y="5380705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8701713" y="5087859"/>
            <a:ext cx="0" cy="2928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8268688" y="5105020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>
            <a:off x="6760919" y="5510268"/>
            <a:ext cx="143069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587191" y="5184258"/>
            <a:ext cx="172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Return result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56709" y="4675259"/>
            <a:ext cx="139403" cy="16501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/>
          <p:cNvCxnSpPr/>
          <p:nvPr/>
        </p:nvCxnSpPr>
        <p:spPr>
          <a:xfrm flipH="1" flipV="1">
            <a:off x="779485" y="5684176"/>
            <a:ext cx="5888216" cy="5782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 flipV="1">
            <a:off x="779485" y="6457368"/>
            <a:ext cx="5888216" cy="1725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687622" y="5423059"/>
            <a:ext cx="17375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14: Result = Success</a:t>
            </a:r>
          </a:p>
          <a:p>
            <a:r>
              <a:rPr lang="en-US" sz="1400" dirty="0" smtClean="0"/>
              <a:t>Display sent message</a:t>
            </a:r>
            <a:endParaRPr 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2671178" y="6190239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17: Result = Fail</a:t>
            </a:r>
          </a:p>
          <a:p>
            <a:r>
              <a:rPr lang="en-US" sz="1400" dirty="0" smtClean="0"/>
              <a:t>Display error message</a:t>
            </a:r>
            <a:endParaRPr lang="en-US" sz="1400" dirty="0"/>
          </a:p>
        </p:txBody>
      </p:sp>
      <p:sp>
        <p:nvSpPr>
          <p:cNvPr id="84" name="TextBox 83"/>
          <p:cNvSpPr txBox="1"/>
          <p:nvPr/>
        </p:nvSpPr>
        <p:spPr>
          <a:xfrm>
            <a:off x="2253318" y="3874980"/>
            <a:ext cx="2587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9</a:t>
            </a:r>
            <a:r>
              <a:rPr lang="en-US" sz="1400" dirty="0" smtClean="0"/>
              <a:t>: Return message user interface</a:t>
            </a:r>
            <a:endParaRPr 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2793574" y="4219076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10: Input message</a:t>
            </a:r>
            <a:endParaRPr 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8367144" y="5579166"/>
            <a:ext cx="854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15: else()</a:t>
            </a:r>
            <a:endParaRPr lang="en-US" sz="14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8310309" y="6140479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743334" y="5847633"/>
            <a:ext cx="0" cy="2928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8310309" y="5864794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6760919" y="6281159"/>
            <a:ext cx="14596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616135" y="5955149"/>
            <a:ext cx="172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16: Return result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750" y="4849331"/>
            <a:ext cx="9474651" cy="1881770"/>
          </a:xfrm>
          <a:prstGeom prst="rect">
            <a:avLst/>
          </a:prstGeom>
          <a:noFill/>
          <a:ln w="127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Snip Single Corner Rectangle 75"/>
          <p:cNvSpPr/>
          <p:nvPr/>
        </p:nvSpPr>
        <p:spPr>
          <a:xfrm rot="5400000">
            <a:off x="491114" y="4624227"/>
            <a:ext cx="302404" cy="752615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353175" y="480460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721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5826" y="1042830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3" name="Straight Connector 2"/>
          <p:cNvCxnSpPr>
            <a:stCxn id="2" idx="2"/>
          </p:cNvCxnSpPr>
          <p:nvPr/>
        </p:nvCxnSpPr>
        <p:spPr>
          <a:xfrm>
            <a:off x="1068623" y="1553986"/>
            <a:ext cx="0" cy="493290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98921" y="1848292"/>
            <a:ext cx="139403" cy="439834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3117315" y="1557466"/>
            <a:ext cx="0" cy="492942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38324" y="1971607"/>
            <a:ext cx="190929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047614" y="1856355"/>
            <a:ext cx="139402" cy="71096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162745" y="2471788"/>
            <a:ext cx="1948160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97" y="13909"/>
            <a:ext cx="1199252" cy="1199252"/>
          </a:xfrm>
          <a:prstGeom prst="rect">
            <a:avLst/>
          </a:prstGeom>
        </p:spPr>
      </p:pic>
      <p:cxnSp>
        <p:nvCxnSpPr>
          <p:cNvPr id="14" name="Straight Connector 13"/>
          <p:cNvCxnSpPr>
            <a:stCxn id="15" idx="2"/>
          </p:cNvCxnSpPr>
          <p:nvPr/>
        </p:nvCxnSpPr>
        <p:spPr>
          <a:xfrm>
            <a:off x="5180606" y="1544205"/>
            <a:ext cx="0" cy="494268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494340" y="1033049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</a:t>
            </a:r>
            <a:endParaRPr lang="en-US" sz="1600" dirty="0"/>
          </a:p>
        </p:txBody>
      </p:sp>
      <p:cxnSp>
        <p:nvCxnSpPr>
          <p:cNvPr id="16" name="Straight Connector 15"/>
          <p:cNvCxnSpPr>
            <a:stCxn id="17" idx="2"/>
          </p:cNvCxnSpPr>
          <p:nvPr/>
        </p:nvCxnSpPr>
        <p:spPr>
          <a:xfrm>
            <a:off x="7168936" y="1534424"/>
            <a:ext cx="0" cy="495246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82670" y="1023268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Conversation Database</a:t>
            </a:r>
            <a:endParaRPr lang="en-US" sz="1600" dirty="0"/>
          </a:p>
        </p:txBody>
      </p:sp>
      <p:sp>
        <p:nvSpPr>
          <p:cNvPr id="19" name="Rectangle 18"/>
          <p:cNvSpPr/>
          <p:nvPr/>
        </p:nvSpPr>
        <p:spPr>
          <a:xfrm>
            <a:off x="5110904" y="2364238"/>
            <a:ext cx="166121" cy="388239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099234" y="2567324"/>
            <a:ext cx="148824" cy="257680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540071" y="2413435"/>
            <a:ext cx="1402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</a:t>
            </a:r>
            <a:r>
              <a:rPr lang="en-US" sz="1400" dirty="0" smtClean="0"/>
              <a:t>: Request list of </a:t>
            </a:r>
          </a:p>
          <a:p>
            <a:r>
              <a:rPr lang="en-US" sz="1400" dirty="0" smtClean="0"/>
              <a:t>conversations</a:t>
            </a:r>
            <a:endParaRPr lang="en-US" sz="1400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220776" y="2697554"/>
            <a:ext cx="1948160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7248058" y="3184551"/>
            <a:ext cx="60714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7855202" y="2823061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7248058" y="2823061"/>
            <a:ext cx="60714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79226" y="2522854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5250307" y="3440015"/>
            <a:ext cx="182080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540071" y="3133127"/>
            <a:ext cx="1305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</a:t>
            </a:r>
            <a:r>
              <a:rPr lang="en-US" sz="1400" dirty="0" smtClean="0"/>
              <a:t>: Return list of </a:t>
            </a:r>
          </a:p>
          <a:p>
            <a:r>
              <a:rPr lang="en-US" sz="1400" dirty="0" smtClean="0"/>
              <a:t>conversations</a:t>
            </a:r>
            <a:endParaRPr lang="en-US" sz="1400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138324" y="3712543"/>
            <a:ext cx="397258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1099454" y="4326829"/>
            <a:ext cx="4011451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002549" y="3387605"/>
            <a:ext cx="266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  <a:r>
              <a:rPr lang="en-US" sz="1400" dirty="0" smtClean="0"/>
              <a:t>: Display list of conversations</a:t>
            </a:r>
            <a:endParaRPr 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7579226" y="4715698"/>
            <a:ext cx="1270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9</a:t>
            </a:r>
            <a:r>
              <a:rPr lang="en-US" sz="1400" dirty="0" smtClean="0"/>
              <a:t>: Request </a:t>
            </a:r>
          </a:p>
          <a:p>
            <a:r>
              <a:rPr lang="en-US" sz="1400" dirty="0" smtClean="0"/>
              <a:t>message detail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5213169" y="4677532"/>
            <a:ext cx="1948160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9248744" y="5462700"/>
            <a:ext cx="60714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9855888" y="5119098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9248744" y="5119098"/>
            <a:ext cx="60714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535028" y="4818891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5277028" y="5621604"/>
            <a:ext cx="395382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302090" y="5335563"/>
            <a:ext cx="2661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11: Return message detail</a:t>
            </a:r>
            <a:endParaRPr lang="en-US" sz="1400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1138324" y="6013143"/>
            <a:ext cx="410318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854273" y="5674742"/>
            <a:ext cx="266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12: Display message detail</a:t>
            </a:r>
            <a:endParaRPr lang="en-US" sz="1400" dirty="0"/>
          </a:p>
        </p:txBody>
      </p:sp>
      <p:sp>
        <p:nvSpPr>
          <p:cNvPr id="50" name="Rectangle 49"/>
          <p:cNvSpPr/>
          <p:nvPr/>
        </p:nvSpPr>
        <p:spPr>
          <a:xfrm>
            <a:off x="1990193" y="104225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HomeBloggerActivity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3327829" y="2167754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1417548" y="1661054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54" name="TextBox 53"/>
          <p:cNvSpPr txBox="1"/>
          <p:nvPr/>
        </p:nvSpPr>
        <p:spPr>
          <a:xfrm>
            <a:off x="1736901" y="4024438"/>
            <a:ext cx="23099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(username)</a:t>
            </a:r>
            <a:endParaRPr lang="en-US" sz="1400" dirty="0"/>
          </a:p>
        </p:txBody>
      </p:sp>
      <p:cxnSp>
        <p:nvCxnSpPr>
          <p:cNvPr id="55" name="Straight Connector 54"/>
          <p:cNvCxnSpPr>
            <a:stCxn id="56" idx="2"/>
          </p:cNvCxnSpPr>
          <p:nvPr/>
        </p:nvCxnSpPr>
        <p:spPr>
          <a:xfrm>
            <a:off x="9248744" y="1534424"/>
            <a:ext cx="0" cy="495246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562478" y="1023268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 Database</a:t>
            </a:r>
            <a:endParaRPr lang="en-US" sz="1600" dirty="0"/>
          </a:p>
        </p:txBody>
      </p:sp>
      <p:sp>
        <p:nvSpPr>
          <p:cNvPr id="57" name="Rectangle 56"/>
          <p:cNvSpPr/>
          <p:nvPr/>
        </p:nvSpPr>
        <p:spPr>
          <a:xfrm>
            <a:off x="9179043" y="4914198"/>
            <a:ext cx="139402" cy="76054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7174365" y="5013084"/>
            <a:ext cx="2056491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540071" y="4402318"/>
            <a:ext cx="1392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8</a:t>
            </a:r>
            <a:r>
              <a:rPr lang="en-US" sz="1400" dirty="0" smtClean="0"/>
              <a:t>: Request </a:t>
            </a:r>
          </a:p>
          <a:p>
            <a:r>
              <a:rPr lang="en-US" sz="1400" dirty="0" smtClean="0"/>
              <a:t>(</a:t>
            </a:r>
            <a:r>
              <a:rPr lang="en-US" sz="1400" dirty="0" err="1" smtClean="0"/>
              <a:t>conversationID</a:t>
            </a:r>
            <a:r>
              <a:rPr lang="en-US" sz="1400" dirty="0" smtClean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201949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9379" y="119236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Shopkeeper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52176" y="1703522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019212" y="1192366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BloggerSearchActivity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59430" y="1192366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ViewProfileDetail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9002872" y="1192366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Registered User Database</a:t>
            </a:r>
            <a:endParaRPr lang="en-US" sz="1600" dirty="0"/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289294" y="1703522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7722253" y="1703522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10796" y="1703522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82475" y="2113997"/>
            <a:ext cx="139402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680431" y="2129486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06530" y="2514228"/>
            <a:ext cx="139402" cy="21664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52176" y="2206932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19833" y="2594170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45932" y="3429600"/>
            <a:ext cx="439516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276231" y="4650783"/>
            <a:ext cx="23992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21878" y="5755542"/>
            <a:ext cx="68003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13128" y="1868378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224218" y="2266395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5345932" y="4018211"/>
            <a:ext cx="44648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5916" y="3679657"/>
            <a:ext cx="1842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 err="1" smtClean="0"/>
              <a:t>BloggerListView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7803270" y="5535317"/>
            <a:ext cx="19494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741095" y="3381606"/>
            <a:ext cx="139402" cy="22156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675434" y="4604313"/>
            <a:ext cx="139402" cy="11763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54" y="168907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24059" y="1192366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HomeShopActivity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50132" y="1703522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45523" y="3104318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search ()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5585918" y="4342095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803270" y="4895736"/>
            <a:ext cx="19378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21878" y="4342834"/>
            <a:ext cx="43685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19833" y="4014515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bloggers</a:t>
            </a:r>
            <a:endParaRPr 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7872161" y="4588822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916429" y="3073147"/>
            <a:ext cx="42846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039145" y="2775435"/>
            <a:ext cx="1602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Input keyword</a:t>
            </a:r>
            <a:endParaRPr lang="en-US" sz="1600" dirty="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9852227" y="390603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10594186" y="354454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9852227" y="354454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827057" y="3046426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9858940" y="5363545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10600899" y="5002055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858940" y="5002055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788886" y="4503941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2" name="TextBox 61"/>
          <p:cNvSpPr txBox="1"/>
          <p:nvPr/>
        </p:nvSpPr>
        <p:spPr>
          <a:xfrm>
            <a:off x="2245432" y="5426608"/>
            <a:ext cx="4267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Display result</a:t>
            </a:r>
            <a:br>
              <a:rPr lang="en-US" sz="1600" dirty="0" smtClean="0"/>
            </a:br>
            <a:r>
              <a:rPr lang="en-US" sz="1600" dirty="0" smtClean="0"/>
              <a:t>(profile picture, username, follower number, </a:t>
            </a:r>
          </a:p>
          <a:p>
            <a:pPr algn="ctr"/>
            <a:r>
              <a:rPr lang="en-US" sz="1600" dirty="0" smtClean="0"/>
              <a:t>following number, email, list of created tutorials)</a:t>
            </a:r>
            <a:endParaRPr lang="en-US" sz="1600" dirty="0"/>
          </a:p>
        </p:txBody>
      </p:sp>
      <p:sp>
        <p:nvSpPr>
          <p:cNvPr id="63" name="TextBox 62"/>
          <p:cNvSpPr txBox="1"/>
          <p:nvPr/>
        </p:nvSpPr>
        <p:spPr>
          <a:xfrm>
            <a:off x="7654127" y="5250294"/>
            <a:ext cx="237776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Return result</a:t>
            </a:r>
          </a:p>
          <a:p>
            <a:pPr algn="ctr"/>
            <a:r>
              <a:rPr lang="en-US" sz="1400" dirty="0"/>
              <a:t>(profile picture, username, </a:t>
            </a:r>
            <a:endParaRPr lang="en-US" sz="1400" dirty="0" smtClean="0"/>
          </a:p>
          <a:p>
            <a:pPr algn="ctr"/>
            <a:r>
              <a:rPr lang="en-US" sz="1400" dirty="0" smtClean="0"/>
              <a:t>follower </a:t>
            </a:r>
            <a:r>
              <a:rPr lang="en-US" sz="1400" dirty="0"/>
              <a:t>number, </a:t>
            </a:r>
            <a:endParaRPr lang="en-US" sz="1400" dirty="0" smtClean="0"/>
          </a:p>
          <a:p>
            <a:pPr algn="ctr"/>
            <a:r>
              <a:rPr lang="en-US" sz="1400" dirty="0" smtClean="0"/>
              <a:t>following </a:t>
            </a:r>
            <a:r>
              <a:rPr lang="en-US" sz="1400" dirty="0"/>
              <a:t>number, </a:t>
            </a:r>
            <a:endParaRPr lang="en-US" sz="1400" dirty="0" smtClean="0"/>
          </a:p>
          <a:p>
            <a:pPr algn="ctr"/>
            <a:r>
              <a:rPr lang="en-US" sz="1400" dirty="0" smtClean="0"/>
              <a:t>email</a:t>
            </a:r>
            <a:r>
              <a:rPr lang="en-US" sz="1400" dirty="0"/>
              <a:t>, list of created tutorials</a:t>
            </a:r>
            <a:r>
              <a:rPr lang="en-US" sz="1400" dirty="0" smtClean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726115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859" y="1723957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795656" y="2235113"/>
            <a:ext cx="0" cy="335144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962692" y="1723957"/>
            <a:ext cx="2540163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ShopNearByActivity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02910" y="1723957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Google Map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8946352" y="1723957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 </a:t>
            </a:r>
            <a:r>
              <a:rPr lang="en-US" sz="16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232774" y="2235113"/>
            <a:ext cx="0" cy="335144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7665733" y="2235113"/>
            <a:ext cx="0" cy="335144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754276" y="2235113"/>
            <a:ext cx="0" cy="335144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25955" y="2709888"/>
            <a:ext cx="139402" cy="24237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/>
          <p:cNvSpPr/>
          <p:nvPr/>
        </p:nvSpPr>
        <p:spPr>
          <a:xfrm>
            <a:off x="2623911" y="2725377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ectangle 22"/>
          <p:cNvSpPr/>
          <p:nvPr/>
        </p:nvSpPr>
        <p:spPr>
          <a:xfrm>
            <a:off x="5150010" y="3110119"/>
            <a:ext cx="139402" cy="52301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95656" y="2802823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763313" y="3190061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289412" y="3498936"/>
            <a:ext cx="22845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156608" y="2464269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3167698" y="2862286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7758316" y="4707042"/>
            <a:ext cx="199596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74506" y="4399467"/>
            <a:ext cx="1285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return result</a:t>
            </a:r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9684575" y="3743763"/>
            <a:ext cx="111132" cy="10722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16" y="796206"/>
            <a:ext cx="1103280" cy="110328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567539" y="1723957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HomeBloggerActivity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693612" y="2235113"/>
            <a:ext cx="0" cy="335144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745901" y="3191159"/>
            <a:ext cx="151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connect()</a:t>
            </a:r>
            <a:endParaRPr lang="en-US" sz="1400" dirty="0"/>
          </a:p>
        </p:txBody>
      </p:sp>
      <p:cxnSp>
        <p:nvCxnSpPr>
          <p:cNvPr id="46" name="Straight Arrow Connector 45"/>
          <p:cNvCxnSpPr/>
          <p:nvPr/>
        </p:nvCxnSpPr>
        <p:spPr>
          <a:xfrm flipH="1">
            <a:off x="865358" y="5028206"/>
            <a:ext cx="67419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763313" y="4716116"/>
            <a:ext cx="2351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Display shops that are near</a:t>
            </a:r>
            <a:endParaRPr lang="en-US" sz="1400" dirty="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9795707" y="4376618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10537666" y="4015128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9795707" y="4015128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770537" y="3517014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2" name="Rectangle 61"/>
          <p:cNvSpPr/>
          <p:nvPr/>
        </p:nvSpPr>
        <p:spPr>
          <a:xfrm>
            <a:off x="7607348" y="3442488"/>
            <a:ext cx="139402" cy="16911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7746750" y="3821721"/>
            <a:ext cx="19378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926975" y="3525717"/>
            <a:ext cx="151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get location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689686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657" y="774470"/>
            <a:ext cx="1285594" cy="6428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Visitor/Blogger/Shopkeeper</a:t>
            </a:r>
            <a:endParaRPr lang="en-US" sz="14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454" y="1417287"/>
            <a:ext cx="0" cy="53013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331944" y="90613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ViewTutorialDetail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6985495" y="90613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Tutorial Database</a:t>
            </a:r>
          </a:p>
        </p:txBody>
      </p: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5294767" y="1417287"/>
            <a:ext cx="0" cy="53013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7793419" y="1417287"/>
            <a:ext cx="0" cy="53013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7753" y="1672862"/>
            <a:ext cx="139402" cy="49101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5709" y="168835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87454" y="176579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55111" y="215303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43069" y="3193609"/>
            <a:ext cx="42907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32917" y="1473713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3259496" y="1825260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832057" y="2905162"/>
            <a:ext cx="39304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Display tutorial information</a:t>
            </a:r>
          </a:p>
          <a:p>
            <a:pPr algn="ctr"/>
            <a:r>
              <a:rPr lang="en-US" sz="1400" dirty="0" smtClean="0"/>
              <a:t>(tutorial picture, title, category, </a:t>
            </a:r>
          </a:p>
          <a:p>
            <a:pPr algn="ctr"/>
            <a:r>
              <a:rPr lang="en-US" sz="1400" dirty="0" smtClean="0"/>
              <a:t>owner username, number of like, material description, material picture, step number, step description, step picture, </a:t>
            </a:r>
            <a:r>
              <a:rPr lang="en-US" sz="1400" dirty="0"/>
              <a:t>video, comment)  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361697" y="3065725"/>
            <a:ext cx="243172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387956" y="2588197"/>
            <a:ext cx="235882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</a:t>
            </a:r>
            <a:r>
              <a:rPr lang="en-US" sz="1400" dirty="0" smtClean="0"/>
              <a:t>, material </a:t>
            </a:r>
          </a:p>
          <a:p>
            <a:pPr algn="ctr"/>
            <a:r>
              <a:rPr lang="en-US" sz="1400" dirty="0" smtClean="0"/>
              <a:t>description</a:t>
            </a:r>
            <a:r>
              <a:rPr lang="en-US" sz="1400" dirty="0"/>
              <a:t>, </a:t>
            </a:r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</a:t>
            </a:r>
            <a:endParaRPr lang="en-US" sz="1400" dirty="0" smtClean="0"/>
          </a:p>
          <a:p>
            <a:pPr algn="ctr"/>
            <a:r>
              <a:rPr lang="en-US" sz="1400" dirty="0" smtClean="0"/>
              <a:t>video</a:t>
            </a:r>
            <a:r>
              <a:rPr lang="en-US" sz="1400" dirty="0"/>
              <a:t>, comment)  </a:t>
            </a:r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7723366" y="2238525"/>
            <a:ext cx="139402" cy="9395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218371" y="2042379"/>
            <a:ext cx="154096" cy="45406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17" y="-57743"/>
            <a:ext cx="963874" cy="963874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59337" y="90613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HomeBloggerActivity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410" y="1417287"/>
            <a:ext cx="0" cy="53013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361696" y="2333803"/>
            <a:ext cx="2361670" cy="8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30587" y="2026889"/>
            <a:ext cx="17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</a:t>
            </a:r>
            <a:r>
              <a:rPr lang="en-US" sz="1400" dirty="0" err="1" smtClean="0"/>
              <a:t>showInfo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7827475" y="2823847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569434" y="246235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7827475" y="2462357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02305" y="196424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887454" y="4458483"/>
            <a:ext cx="43464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383777" y="4120700"/>
            <a:ext cx="2776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  (facebook share)</a:t>
            </a:r>
            <a:endParaRPr lang="en-US" sz="1400" dirty="0"/>
          </a:p>
        </p:txBody>
      </p:sp>
      <p:sp>
        <p:nvSpPr>
          <p:cNvPr id="62" name="Rectangle 61"/>
          <p:cNvSpPr/>
          <p:nvPr/>
        </p:nvSpPr>
        <p:spPr>
          <a:xfrm>
            <a:off x="8934628" y="90613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Facebook</a:t>
            </a:r>
            <a:endParaRPr lang="en-US" sz="1600" dirty="0"/>
          </a:p>
        </p:txBody>
      </p:sp>
      <p:cxnSp>
        <p:nvCxnSpPr>
          <p:cNvPr id="63" name="Straight Connector 62"/>
          <p:cNvCxnSpPr>
            <a:stCxn id="62" idx="2"/>
          </p:cNvCxnSpPr>
          <p:nvPr/>
        </p:nvCxnSpPr>
        <p:spPr>
          <a:xfrm>
            <a:off x="9742552" y="1417287"/>
            <a:ext cx="1" cy="53013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349679" y="4752525"/>
            <a:ext cx="43231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9672852" y="4624248"/>
            <a:ext cx="139402" cy="181940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6939028" y="4439478"/>
            <a:ext cx="23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access facebook account</a:t>
            </a:r>
            <a:endParaRPr lang="en-US" sz="1400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5349679" y="5189266"/>
            <a:ext cx="432737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513081" y="4881489"/>
            <a:ext cx="23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return result</a:t>
            </a:r>
            <a:endParaRPr lang="en-US" sz="1400" dirty="0"/>
          </a:p>
        </p:txBody>
      </p:sp>
      <p:cxnSp>
        <p:nvCxnSpPr>
          <p:cNvPr id="69" name="Straight Arrow Connector 68"/>
          <p:cNvCxnSpPr/>
          <p:nvPr/>
        </p:nvCxnSpPr>
        <p:spPr>
          <a:xfrm flipH="1">
            <a:off x="943069" y="5372646"/>
            <a:ext cx="42907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705804" y="5062851"/>
            <a:ext cx="2983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10: Display confirmation message</a:t>
            </a:r>
            <a:endParaRPr lang="en-US" sz="1400" dirty="0"/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943069" y="5803580"/>
            <a:ext cx="427530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5396147" y="5963470"/>
            <a:ext cx="427670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5386260" y="6333207"/>
            <a:ext cx="42907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513081" y="6025430"/>
            <a:ext cx="23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return result</a:t>
            </a:r>
            <a:endParaRPr lang="en-US" sz="1400" dirty="0"/>
          </a:p>
        </p:txBody>
      </p:sp>
      <p:cxnSp>
        <p:nvCxnSpPr>
          <p:cNvPr id="77" name="Straight Arrow Connector 76"/>
          <p:cNvCxnSpPr/>
          <p:nvPr/>
        </p:nvCxnSpPr>
        <p:spPr>
          <a:xfrm flipH="1">
            <a:off x="943069" y="6465605"/>
            <a:ext cx="42907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32570" y="6151363"/>
            <a:ext cx="2724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14: Display successful message</a:t>
            </a:r>
            <a:endParaRPr lang="en-US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6833746" y="5649691"/>
            <a:ext cx="1934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12: </a:t>
            </a:r>
            <a:r>
              <a:rPr lang="en-US" sz="1400" dirty="0" err="1" smtClean="0"/>
              <a:t>postToFacebook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81" name="TextBox 80"/>
          <p:cNvSpPr txBox="1"/>
          <p:nvPr/>
        </p:nvSpPr>
        <p:spPr>
          <a:xfrm>
            <a:off x="1911073" y="5521304"/>
            <a:ext cx="2071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11: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  (post)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678752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5903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879" y="85337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9676" y="1364529"/>
            <a:ext cx="0" cy="54934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763096" y="853373"/>
            <a:ext cx="195787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ViewTutorialDetail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5837742" y="853373"/>
            <a:ext cx="144045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Tutorial </a:t>
            </a:r>
            <a:r>
              <a:rPr lang="en-US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4742031" y="1364529"/>
            <a:ext cx="0" cy="54934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6557970" y="1364529"/>
            <a:ext cx="0" cy="54934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9975" y="1616252"/>
            <a:ext cx="158044" cy="510636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87931" y="1631743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672168" y="1998342"/>
            <a:ext cx="139404" cy="47242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59676" y="1709189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27333" y="2128177"/>
            <a:ext cx="2044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020" y="3272956"/>
            <a:ext cx="39241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0628" y="1370635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2689601" y="1788786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771217" y="2965179"/>
            <a:ext cx="4325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Display tutorial information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4795695" y="3108433"/>
            <a:ext cx="181327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905184" y="2828149"/>
            <a:ext cx="1631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information</a:t>
            </a:r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6488267" y="2352122"/>
            <a:ext cx="136487" cy="21980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" y="-135537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31559" y="853373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HomeBloggerActivity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557632" y="1364529"/>
            <a:ext cx="0" cy="54934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811572" y="2449730"/>
            <a:ext cx="178875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832966" y="2121153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 flipV="1">
            <a:off x="6624755" y="2963895"/>
            <a:ext cx="603156" cy="12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7227911" y="2602405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6624755" y="2602405"/>
            <a:ext cx="60315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948153" y="2242015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659676" y="3846939"/>
            <a:ext cx="401249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649398" y="3649793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/>
              <a:t>check(</a:t>
            </a:r>
            <a:r>
              <a:rPr lang="en-US" sz="1600" dirty="0" smtClean="0"/>
              <a:t>username)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4770430" y="3988347"/>
            <a:ext cx="176631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696787" y="3523767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(like)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8250379" y="5266920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8621918" y="490543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8250379" y="4905430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514065" y="4728311"/>
            <a:ext cx="103125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add 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 err="1" smtClean="0"/>
              <a:t>likeID</a:t>
            </a:r>
            <a:r>
              <a:rPr lang="en-US" sz="1600" dirty="0" smtClean="0"/>
              <a:t>, </a:t>
            </a:r>
          </a:p>
          <a:p>
            <a:pPr algn="ctr"/>
            <a:r>
              <a:rPr lang="en-US" sz="1600" dirty="0" err="1" smtClean="0"/>
              <a:t>tutorialID</a:t>
            </a:r>
            <a:r>
              <a:rPr lang="en-US" sz="1600" dirty="0" smtClean="0"/>
              <a:t>, </a:t>
            </a:r>
          </a:p>
          <a:p>
            <a:pPr algn="ctr"/>
            <a:r>
              <a:rPr lang="en-US" sz="1600" dirty="0" err="1" smtClean="0"/>
              <a:t>userID</a:t>
            </a:r>
            <a:endParaRPr lang="en-US" sz="1600" dirty="0"/>
          </a:p>
        </p:txBody>
      </p:sp>
      <p:cxnSp>
        <p:nvCxnSpPr>
          <p:cNvPr id="68" name="Straight Arrow Connector 67"/>
          <p:cNvCxnSpPr/>
          <p:nvPr/>
        </p:nvCxnSpPr>
        <p:spPr>
          <a:xfrm flipH="1">
            <a:off x="4842946" y="4453029"/>
            <a:ext cx="17573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999304" y="4133149"/>
            <a:ext cx="1443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4811572" y="6306809"/>
            <a:ext cx="483354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376490" y="853373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Like </a:t>
            </a:r>
            <a:r>
              <a:rPr lang="en-US" dirty="0"/>
              <a:t>Database</a:t>
            </a:r>
          </a:p>
        </p:txBody>
      </p:sp>
      <p:cxnSp>
        <p:nvCxnSpPr>
          <p:cNvPr id="46" name="Straight Connector 45"/>
          <p:cNvCxnSpPr>
            <a:stCxn id="41" idx="2"/>
          </p:cNvCxnSpPr>
          <p:nvPr/>
        </p:nvCxnSpPr>
        <p:spPr>
          <a:xfrm>
            <a:off x="8184414" y="1364529"/>
            <a:ext cx="0" cy="54934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129196" y="4756840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4827068" y="4832209"/>
            <a:ext cx="330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960358" y="4507318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</a:t>
            </a:r>
            <a:r>
              <a:rPr lang="en-US" sz="1600" dirty="0"/>
              <a:t>l</a:t>
            </a:r>
            <a:r>
              <a:rPr lang="en-US" sz="1600" dirty="0" smtClean="0"/>
              <a:t>ike()</a:t>
            </a:r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4842946" y="5330572"/>
            <a:ext cx="3286250" cy="2107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488267" y="4992018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result</a:t>
            </a:r>
            <a:endParaRPr lang="en-US" sz="1600" dirty="0"/>
          </a:p>
        </p:txBody>
      </p:sp>
      <p:sp>
        <p:nvSpPr>
          <p:cNvPr id="74" name="TextBox 73"/>
          <p:cNvSpPr txBox="1"/>
          <p:nvPr/>
        </p:nvSpPr>
        <p:spPr>
          <a:xfrm>
            <a:off x="711382" y="6230902"/>
            <a:ext cx="4065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16: Display liked sign and updated like number</a:t>
            </a:r>
            <a:endParaRPr lang="en-US" sz="1600" dirty="0"/>
          </a:p>
        </p:txBody>
      </p:sp>
      <p:sp>
        <p:nvSpPr>
          <p:cNvPr id="73" name="Rectangle 72"/>
          <p:cNvSpPr/>
          <p:nvPr/>
        </p:nvSpPr>
        <p:spPr>
          <a:xfrm>
            <a:off x="9169228" y="840805"/>
            <a:ext cx="126761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Popular </a:t>
            </a:r>
            <a:r>
              <a:rPr lang="en-US" dirty="0"/>
              <a:t>Database</a:t>
            </a:r>
          </a:p>
        </p:txBody>
      </p:sp>
      <p:cxnSp>
        <p:nvCxnSpPr>
          <p:cNvPr id="75" name="Straight Connector 74"/>
          <p:cNvCxnSpPr>
            <a:stCxn id="73" idx="2"/>
          </p:cNvCxnSpPr>
          <p:nvPr/>
        </p:nvCxnSpPr>
        <p:spPr>
          <a:xfrm>
            <a:off x="9803033" y="1351961"/>
            <a:ext cx="0" cy="550603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>
            <a:off x="9844011" y="6222252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10215550" y="5916784"/>
            <a:ext cx="0" cy="30546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9844011" y="5916784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0001455" y="5622213"/>
            <a:ext cx="9078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14: add</a:t>
            </a:r>
          </a:p>
          <a:p>
            <a:pPr algn="ctr"/>
            <a:r>
              <a:rPr lang="en-US" sz="1600" dirty="0" smtClean="0"/>
              <a:t>(like</a:t>
            </a:r>
          </a:p>
          <a:p>
            <a:pPr algn="ctr"/>
            <a:r>
              <a:rPr lang="en-US" sz="1600" dirty="0" smtClean="0"/>
              <a:t>number)</a:t>
            </a:r>
            <a:endParaRPr lang="en-US" sz="1600" dirty="0"/>
          </a:p>
        </p:txBody>
      </p:sp>
      <p:sp>
        <p:nvSpPr>
          <p:cNvPr id="80" name="Rectangle 79"/>
          <p:cNvSpPr/>
          <p:nvPr/>
        </p:nvSpPr>
        <p:spPr>
          <a:xfrm>
            <a:off x="9722828" y="5768194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6318578" y="5524889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13: </a:t>
            </a:r>
            <a:r>
              <a:rPr lang="en-US" sz="1600" dirty="0"/>
              <a:t>check</a:t>
            </a:r>
            <a:r>
              <a:rPr lang="en-US" sz="1600" dirty="0" smtClean="0"/>
              <a:t>(</a:t>
            </a:r>
            <a:r>
              <a:rPr lang="en-US" sz="1600" dirty="0" err="1" smtClean="0"/>
              <a:t>tutorialID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cxnSp>
        <p:nvCxnSpPr>
          <p:cNvPr id="90" name="Straight Arrow Connector 89"/>
          <p:cNvCxnSpPr/>
          <p:nvPr/>
        </p:nvCxnSpPr>
        <p:spPr>
          <a:xfrm>
            <a:off x="4781264" y="5863443"/>
            <a:ext cx="49415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602830" y="6005603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15: return result</a:t>
            </a:r>
            <a:endParaRPr lang="en-US" sz="1600" dirty="0"/>
          </a:p>
        </p:txBody>
      </p:sp>
      <p:cxnSp>
        <p:nvCxnSpPr>
          <p:cNvPr id="105" name="Straight Arrow Connector 104"/>
          <p:cNvCxnSpPr/>
          <p:nvPr/>
        </p:nvCxnSpPr>
        <p:spPr>
          <a:xfrm flipH="1">
            <a:off x="748019" y="6571253"/>
            <a:ext cx="393757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1018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879" y="85337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9676" y="1364529"/>
            <a:ext cx="0" cy="54934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763096" y="853373"/>
            <a:ext cx="195787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ViewTutorialDetail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5837742" y="853373"/>
            <a:ext cx="144045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Tutorial </a:t>
            </a:r>
            <a:r>
              <a:rPr lang="en-US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4742031" y="1364529"/>
            <a:ext cx="0" cy="54934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6557970" y="1364529"/>
            <a:ext cx="0" cy="54934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9975" y="1616252"/>
            <a:ext cx="158044" cy="510636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87931" y="1631743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672168" y="1998342"/>
            <a:ext cx="139404" cy="472427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59676" y="1709189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27333" y="2128177"/>
            <a:ext cx="2044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020" y="3272956"/>
            <a:ext cx="39241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20628" y="1370635"/>
            <a:ext cx="1282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1: </a:t>
            </a:r>
            <a:r>
              <a:rPr lang="en-US" sz="1600" dirty="0" err="1" smtClean="0"/>
              <a:t>onCreate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2689601" y="1788786"/>
            <a:ext cx="1779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771217" y="2965179"/>
            <a:ext cx="4325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Display tutorial information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4795695" y="3108433"/>
            <a:ext cx="181327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905184" y="2828149"/>
            <a:ext cx="1631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information</a:t>
            </a:r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6488267" y="2352122"/>
            <a:ext cx="136487" cy="21980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" y="-135537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31559" y="853373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HomeBloggerActivity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557632" y="1364529"/>
            <a:ext cx="0" cy="54934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811572" y="2449730"/>
            <a:ext cx="178875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832966" y="2121153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</a:t>
            </a:r>
            <a:r>
              <a:rPr lang="en-US" sz="1600" dirty="0" err="1" smtClean="0"/>
              <a:t>showInfo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 flipV="1">
            <a:off x="6624755" y="2963895"/>
            <a:ext cx="603156" cy="12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7227911" y="2602405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6624755" y="2602405"/>
            <a:ext cx="60315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948153" y="2242015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659676" y="3846939"/>
            <a:ext cx="401249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649398" y="3649793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</a:t>
            </a:r>
            <a:r>
              <a:rPr lang="en-US" sz="1600" dirty="0"/>
              <a:t>check(</a:t>
            </a:r>
            <a:r>
              <a:rPr lang="en-US" sz="1600" dirty="0" smtClean="0"/>
              <a:t>username)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4770430" y="3988347"/>
            <a:ext cx="176631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696787" y="3523767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</a:t>
            </a:r>
            <a:r>
              <a:rPr lang="en-US" sz="1600" dirty="0" err="1" smtClean="0"/>
              <a:t>onClickListener</a:t>
            </a:r>
            <a:r>
              <a:rPr lang="en-US" sz="1600" dirty="0" smtClean="0"/>
              <a:t>(like)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8250379" y="5266920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8621918" y="490543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8250379" y="4905430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514065" y="4620983"/>
            <a:ext cx="103125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delete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 err="1" smtClean="0"/>
              <a:t>likeID</a:t>
            </a:r>
            <a:r>
              <a:rPr lang="en-US" sz="1600" dirty="0" smtClean="0"/>
              <a:t>, </a:t>
            </a:r>
          </a:p>
          <a:p>
            <a:pPr algn="ctr"/>
            <a:r>
              <a:rPr lang="en-US" sz="1600" dirty="0" err="1" smtClean="0"/>
              <a:t>tutorialID</a:t>
            </a:r>
            <a:r>
              <a:rPr lang="en-US" sz="1600" dirty="0" smtClean="0"/>
              <a:t>, </a:t>
            </a:r>
          </a:p>
          <a:p>
            <a:pPr algn="ctr"/>
            <a:r>
              <a:rPr lang="en-US" sz="1600" dirty="0" err="1" smtClean="0"/>
              <a:t>userID</a:t>
            </a:r>
            <a:endParaRPr lang="en-US" sz="1600" dirty="0"/>
          </a:p>
        </p:txBody>
      </p:sp>
      <p:cxnSp>
        <p:nvCxnSpPr>
          <p:cNvPr id="68" name="Straight Arrow Connector 67"/>
          <p:cNvCxnSpPr/>
          <p:nvPr/>
        </p:nvCxnSpPr>
        <p:spPr>
          <a:xfrm flipH="1">
            <a:off x="4842946" y="4453029"/>
            <a:ext cx="17573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999304" y="4133149"/>
            <a:ext cx="1443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4811572" y="6306809"/>
            <a:ext cx="483354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376490" y="853373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Like </a:t>
            </a:r>
            <a:r>
              <a:rPr lang="en-US" dirty="0"/>
              <a:t>Database</a:t>
            </a:r>
          </a:p>
        </p:txBody>
      </p:sp>
      <p:cxnSp>
        <p:nvCxnSpPr>
          <p:cNvPr id="46" name="Straight Connector 45"/>
          <p:cNvCxnSpPr>
            <a:stCxn id="41" idx="2"/>
          </p:cNvCxnSpPr>
          <p:nvPr/>
        </p:nvCxnSpPr>
        <p:spPr>
          <a:xfrm>
            <a:off x="8184414" y="1364529"/>
            <a:ext cx="0" cy="549347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129196" y="4756840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4827068" y="4832209"/>
            <a:ext cx="33021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960358" y="4507318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unlike()</a:t>
            </a:r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4842946" y="5330572"/>
            <a:ext cx="3286250" cy="2107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488267" y="4992018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result</a:t>
            </a:r>
            <a:endParaRPr lang="en-US" sz="1600" dirty="0"/>
          </a:p>
        </p:txBody>
      </p:sp>
      <p:sp>
        <p:nvSpPr>
          <p:cNvPr id="74" name="TextBox 73"/>
          <p:cNvSpPr txBox="1"/>
          <p:nvPr/>
        </p:nvSpPr>
        <p:spPr>
          <a:xfrm>
            <a:off x="711382" y="6230902"/>
            <a:ext cx="4065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16: Display like sign and updated like number</a:t>
            </a:r>
            <a:endParaRPr lang="en-US" sz="1600" dirty="0"/>
          </a:p>
        </p:txBody>
      </p:sp>
      <p:sp>
        <p:nvSpPr>
          <p:cNvPr id="73" name="Rectangle 72"/>
          <p:cNvSpPr/>
          <p:nvPr/>
        </p:nvSpPr>
        <p:spPr>
          <a:xfrm>
            <a:off x="9169228" y="840805"/>
            <a:ext cx="126761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Popular </a:t>
            </a:r>
            <a:r>
              <a:rPr lang="en-US" dirty="0"/>
              <a:t>Database</a:t>
            </a:r>
          </a:p>
        </p:txBody>
      </p:sp>
      <p:cxnSp>
        <p:nvCxnSpPr>
          <p:cNvPr id="75" name="Straight Connector 74"/>
          <p:cNvCxnSpPr>
            <a:stCxn id="73" idx="2"/>
          </p:cNvCxnSpPr>
          <p:nvPr/>
        </p:nvCxnSpPr>
        <p:spPr>
          <a:xfrm>
            <a:off x="9803033" y="1351961"/>
            <a:ext cx="0" cy="550603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>
            <a:off x="9844011" y="6222252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10215550" y="5916784"/>
            <a:ext cx="0" cy="30546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9844011" y="5916784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0001455" y="5532773"/>
            <a:ext cx="9078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14: de-</a:t>
            </a:r>
          </a:p>
          <a:p>
            <a:pPr algn="ctr"/>
            <a:r>
              <a:rPr lang="en-US" sz="1600" dirty="0" smtClean="0"/>
              <a:t>-</a:t>
            </a:r>
            <a:r>
              <a:rPr lang="en-US" sz="1600" dirty="0" err="1" smtClean="0"/>
              <a:t>lete</a:t>
            </a:r>
            <a:endParaRPr lang="en-US" sz="1600" dirty="0" smtClean="0"/>
          </a:p>
          <a:p>
            <a:pPr algn="ctr"/>
            <a:r>
              <a:rPr lang="en-US" sz="1600" dirty="0" smtClean="0"/>
              <a:t>(like</a:t>
            </a:r>
          </a:p>
          <a:p>
            <a:pPr algn="ctr"/>
            <a:r>
              <a:rPr lang="en-US" sz="1600" dirty="0" smtClean="0"/>
              <a:t>number)</a:t>
            </a:r>
            <a:endParaRPr lang="en-US" sz="1600" dirty="0"/>
          </a:p>
        </p:txBody>
      </p:sp>
      <p:sp>
        <p:nvSpPr>
          <p:cNvPr id="80" name="Rectangle 79"/>
          <p:cNvSpPr/>
          <p:nvPr/>
        </p:nvSpPr>
        <p:spPr>
          <a:xfrm>
            <a:off x="9722828" y="5768194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6318578" y="5524889"/>
            <a:ext cx="210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13: </a:t>
            </a:r>
            <a:r>
              <a:rPr lang="en-US" sz="1600" dirty="0"/>
              <a:t>check</a:t>
            </a:r>
            <a:r>
              <a:rPr lang="en-US" sz="1600" dirty="0" smtClean="0"/>
              <a:t>(</a:t>
            </a:r>
            <a:r>
              <a:rPr lang="en-US" sz="1600" dirty="0" err="1" smtClean="0"/>
              <a:t>tutorialID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cxnSp>
        <p:nvCxnSpPr>
          <p:cNvPr id="90" name="Straight Arrow Connector 89"/>
          <p:cNvCxnSpPr/>
          <p:nvPr/>
        </p:nvCxnSpPr>
        <p:spPr>
          <a:xfrm>
            <a:off x="4781264" y="5863443"/>
            <a:ext cx="49415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602830" y="6005603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15: return result</a:t>
            </a:r>
            <a:endParaRPr lang="en-US" sz="1600" dirty="0"/>
          </a:p>
        </p:txBody>
      </p:sp>
      <p:cxnSp>
        <p:nvCxnSpPr>
          <p:cNvPr id="105" name="Straight Arrow Connector 104"/>
          <p:cNvCxnSpPr/>
          <p:nvPr/>
        </p:nvCxnSpPr>
        <p:spPr>
          <a:xfrm flipH="1">
            <a:off x="748019" y="6571253"/>
            <a:ext cx="393757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545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0082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291" y="1929810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088" y="2440966"/>
            <a:ext cx="0" cy="326357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203832" y="1929810"/>
            <a:ext cx="21811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Notification</a:t>
            </a:r>
            <a:br>
              <a:rPr lang="en-US" sz="1600" dirty="0" smtClean="0"/>
            </a:br>
            <a:r>
              <a:rPr lang="en-US" sz="1600" dirty="0" smtClean="0"/>
              <a:t>Management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6985129" y="1929810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Notification</a:t>
            </a:r>
            <a:br>
              <a:rPr lang="en-US" sz="1600" dirty="0" smtClean="0"/>
            </a:br>
            <a:r>
              <a:rPr lang="en-US" sz="1600" dirty="0" smtClean="0"/>
              <a:t>Database</a:t>
            </a:r>
            <a:endParaRPr lang="en-US" sz="1600" dirty="0"/>
          </a:p>
        </p:txBody>
      </p: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5294401" y="2440966"/>
            <a:ext cx="10770" cy="326357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7793053" y="2440966"/>
            <a:ext cx="0" cy="326357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28157" y="3050006"/>
            <a:ext cx="139402" cy="20464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26113" y="3065494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97858" y="3142940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65515" y="3530178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53473" y="4944232"/>
            <a:ext cx="42907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5372101" y="4570752"/>
            <a:ext cx="431115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011968" y="4307122"/>
            <a:ext cx="1391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Return results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87456" y="3846328"/>
            <a:ext cx="139402" cy="81463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228775" y="3419523"/>
            <a:ext cx="154096" cy="16769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11" y="983961"/>
            <a:ext cx="1124734" cy="1124734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879595" y="1929810"/>
            <a:ext cx="181089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HomeBloggerActivity</a:t>
            </a:r>
            <a:endParaRPr lang="en-US" sz="14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044" y="2440966"/>
            <a:ext cx="0" cy="326357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372100" y="3710946"/>
            <a:ext cx="2361670" cy="8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9791565" y="440658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10533524" y="404509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9791565" y="404509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766395" y="3546978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2" name="Rectangle 61"/>
          <p:cNvSpPr/>
          <p:nvPr/>
        </p:nvSpPr>
        <p:spPr>
          <a:xfrm>
            <a:off x="8934262" y="1929810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Activity</a:t>
            </a:r>
            <a:br>
              <a:rPr lang="en-US" sz="1600" dirty="0" smtClean="0"/>
            </a:br>
            <a:r>
              <a:rPr lang="en-US" sz="1600" dirty="0" smtClean="0"/>
              <a:t>Database</a:t>
            </a:r>
            <a:endParaRPr lang="en-US" sz="1600" dirty="0"/>
          </a:p>
        </p:txBody>
      </p:sp>
      <p:cxnSp>
        <p:nvCxnSpPr>
          <p:cNvPr id="63" name="Straight Connector 62"/>
          <p:cNvCxnSpPr>
            <a:stCxn id="62" idx="2"/>
          </p:cNvCxnSpPr>
          <p:nvPr/>
        </p:nvCxnSpPr>
        <p:spPr>
          <a:xfrm>
            <a:off x="9742186" y="2440966"/>
            <a:ext cx="1" cy="326357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305171" y="3421991"/>
            <a:ext cx="2507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Request notifications</a:t>
            </a:r>
            <a:endParaRPr lang="en-US" sz="1400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803823" y="3911197"/>
            <a:ext cx="187943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844119" y="3623118"/>
            <a:ext cx="1679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Request </a:t>
            </a:r>
            <a:br>
              <a:rPr lang="en-US" sz="1400" dirty="0" smtClean="0"/>
            </a:br>
            <a:r>
              <a:rPr lang="en-US" sz="1400" dirty="0" smtClean="0"/>
              <a:t>new activities</a:t>
            </a:r>
            <a:endParaRPr 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1413654" y="4658208"/>
            <a:ext cx="30187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Return list of new activities</a:t>
            </a:r>
            <a:br>
              <a:rPr lang="en-US" sz="1400" dirty="0" smtClean="0"/>
            </a:br>
            <a:r>
              <a:rPr lang="en-US" sz="1400" dirty="0" smtClean="0"/>
              <a:t>(activity type, username of the blogger </a:t>
            </a:r>
            <a:br>
              <a:rPr lang="en-US" sz="1400" dirty="0" smtClean="0"/>
            </a:br>
            <a:r>
              <a:rPr lang="en-US" sz="1400" dirty="0" smtClean="0"/>
              <a:t>that create the activity)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6416" y="2818152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3162335" y="3201021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154381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656" y="9203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8453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74032" y="920336"/>
            <a:ext cx="173324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ViewTutorial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Detail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78632" y="920336"/>
            <a:ext cx="135636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Notification Database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8211606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Activity </a:t>
            </a:r>
            <a:r>
              <a:rPr lang="en-US" sz="16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840657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 flipH="1">
            <a:off x="7453480" y="1431492"/>
            <a:ext cx="3332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78091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8752" y="1747236"/>
            <a:ext cx="139402" cy="426187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/>
          <p:cNvSpPr/>
          <p:nvPr/>
        </p:nvSpPr>
        <p:spPr>
          <a:xfrm>
            <a:off x="2184695" y="1747236"/>
            <a:ext cx="139402" cy="4981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ectangle 22"/>
          <p:cNvSpPr/>
          <p:nvPr/>
        </p:nvSpPr>
        <p:spPr>
          <a:xfrm>
            <a:off x="3946209" y="2069872"/>
            <a:ext cx="139402" cy="24677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8453" y="1840171"/>
            <a:ext cx="15062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24097" y="2126714"/>
            <a:ext cx="16403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959931" y="2245399"/>
            <a:ext cx="33834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33915" y="3843209"/>
            <a:ext cx="32122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4085611" y="2917239"/>
            <a:ext cx="4726868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7392363" y="2207462"/>
            <a:ext cx="139402" cy="2816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" y="-10312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50336" y="920336"/>
            <a:ext cx="160015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Activity</a:t>
            </a:r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250416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33915" y="3049854"/>
            <a:ext cx="3230555" cy="119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174242" y="920336"/>
            <a:ext cx="16711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Notification</a:t>
            </a:r>
            <a:br>
              <a:rPr lang="en-US" sz="1600" dirty="0" smtClean="0"/>
            </a:br>
            <a:r>
              <a:rPr lang="en-US" sz="1600" dirty="0" smtClean="0"/>
              <a:t>Management</a:t>
            </a:r>
            <a:endParaRPr lang="en-US" sz="1600" dirty="0"/>
          </a:p>
        </p:txBody>
      </p:sp>
      <p:cxnSp>
        <p:nvCxnSpPr>
          <p:cNvPr id="52" name="Straight Connector 51"/>
          <p:cNvCxnSpPr>
            <a:stCxn id="51" idx="2"/>
          </p:cNvCxnSpPr>
          <p:nvPr/>
        </p:nvCxnSpPr>
        <p:spPr>
          <a:xfrm>
            <a:off x="400982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448877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Tutorial</a:t>
            </a:r>
          </a:p>
          <a:p>
            <a:pPr algn="ctr"/>
            <a:r>
              <a:rPr lang="en-US" sz="1600" dirty="0" smtClean="0"/>
              <a:t>Database</a:t>
            </a:r>
            <a:endParaRPr lang="en-US" sz="1600" dirty="0"/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10018190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 flipH="1">
            <a:off x="5910358" y="5337367"/>
            <a:ext cx="401210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>
            <a:off x="8821700" y="2790238"/>
            <a:ext cx="5096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9331323" y="2428748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8821700" y="2419105"/>
            <a:ext cx="509623" cy="96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067006" y="2084305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10086352" y="5187973"/>
            <a:ext cx="5715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0657931" y="4826483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 flipV="1">
            <a:off x="10086352" y="4826483"/>
            <a:ext cx="571579" cy="99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986705" y="4351506"/>
            <a:ext cx="860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12: </a:t>
            </a:r>
            <a:r>
              <a:rPr lang="en-US" sz="1400" dirty="0" err="1" smtClean="0"/>
              <a:t>Retri</a:t>
            </a:r>
            <a:r>
              <a:rPr lang="en-US" sz="1400" dirty="0" smtClean="0"/>
              <a:t>-</a:t>
            </a:r>
          </a:p>
          <a:p>
            <a:pPr algn="ctr"/>
            <a:r>
              <a:rPr lang="en-US" sz="1400" dirty="0"/>
              <a:t>-</a:t>
            </a:r>
            <a:r>
              <a:rPr lang="en-US" sz="1400" dirty="0" smtClean="0"/>
              <a:t>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72" name="Rectangle 71"/>
          <p:cNvSpPr/>
          <p:nvPr/>
        </p:nvSpPr>
        <p:spPr>
          <a:xfrm>
            <a:off x="8711218" y="2247160"/>
            <a:ext cx="139402" cy="76513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7531765" y="2343370"/>
            <a:ext cx="11794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4029873" y="4482389"/>
            <a:ext cx="174108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9948489" y="4574950"/>
            <a:ext cx="137863" cy="81355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9" name="Rectangle 78"/>
          <p:cNvSpPr/>
          <p:nvPr/>
        </p:nvSpPr>
        <p:spPr>
          <a:xfrm>
            <a:off x="5770956" y="4415472"/>
            <a:ext cx="139402" cy="130916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82" name="Straight Arrow Connector 81"/>
          <p:cNvCxnSpPr/>
          <p:nvPr/>
        </p:nvCxnSpPr>
        <p:spPr>
          <a:xfrm flipH="1">
            <a:off x="748154" y="5556572"/>
            <a:ext cx="5073042" cy="119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656841" y="1934127"/>
            <a:ext cx="2507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Request notifications</a:t>
            </a:r>
            <a:endParaRPr lang="en-US" sz="1400" dirty="0"/>
          </a:p>
        </p:txBody>
      </p:sp>
      <p:sp>
        <p:nvSpPr>
          <p:cNvPr id="89" name="TextBox 88"/>
          <p:cNvSpPr txBox="1"/>
          <p:nvPr/>
        </p:nvSpPr>
        <p:spPr>
          <a:xfrm>
            <a:off x="7258974" y="2048637"/>
            <a:ext cx="1679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Request </a:t>
            </a:r>
            <a:br>
              <a:rPr lang="en-US" sz="1400" dirty="0" smtClean="0"/>
            </a:br>
            <a:r>
              <a:rPr lang="en-US" sz="1400" dirty="0" smtClean="0"/>
              <a:t>new activities</a:t>
            </a:r>
            <a:endParaRPr lang="en-US" sz="1400" dirty="0"/>
          </a:p>
        </p:txBody>
      </p:sp>
      <p:sp>
        <p:nvSpPr>
          <p:cNvPr id="92" name="TextBox 91"/>
          <p:cNvSpPr txBox="1"/>
          <p:nvPr/>
        </p:nvSpPr>
        <p:spPr>
          <a:xfrm>
            <a:off x="5438082" y="2616328"/>
            <a:ext cx="2322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Return results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0359" y="2792613"/>
            <a:ext cx="30187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Return list of new activities</a:t>
            </a:r>
            <a:br>
              <a:rPr lang="en-US" sz="1400" dirty="0" smtClean="0"/>
            </a:br>
            <a:r>
              <a:rPr lang="en-US" sz="1400" dirty="0" smtClean="0"/>
              <a:t>(activity type, username of the blogger </a:t>
            </a:r>
            <a:br>
              <a:rPr lang="en-US" sz="1400" dirty="0" smtClean="0"/>
            </a:br>
            <a:r>
              <a:rPr lang="en-US" sz="1400" dirty="0" smtClean="0"/>
              <a:t>that create the activity)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46395" y="3548341"/>
            <a:ext cx="21657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</a:t>
            </a:r>
            <a:r>
              <a:rPr lang="en-US" sz="1400" dirty="0"/>
              <a:t>S</a:t>
            </a:r>
            <a:r>
              <a:rPr lang="en-US" sz="1400" dirty="0" smtClean="0"/>
              <a:t>elect an activity </a:t>
            </a:r>
            <a:br>
              <a:rPr lang="en-US" sz="1400" dirty="0" smtClean="0"/>
            </a:br>
            <a:r>
              <a:rPr lang="en-US" sz="1400" dirty="0" smtClean="0"/>
              <a:t>(</a:t>
            </a:r>
            <a:r>
              <a:rPr lang="en-US" sz="1400" dirty="0" err="1" smtClean="0"/>
              <a:t>notificationLike</a:t>
            </a:r>
            <a:r>
              <a:rPr lang="en-US" sz="1400" dirty="0" smtClean="0"/>
              <a:t>(),</a:t>
            </a:r>
            <a:br>
              <a:rPr lang="en-US" sz="1400" dirty="0" smtClean="0"/>
            </a:br>
            <a:r>
              <a:rPr lang="en-US" sz="1400" dirty="0" err="1" smtClean="0"/>
              <a:t>notificationComment</a:t>
            </a:r>
            <a:r>
              <a:rPr lang="en-US" sz="1400" dirty="0" smtClean="0"/>
              <a:t>())</a:t>
            </a:r>
            <a:endParaRPr lang="en-US" sz="1400" dirty="0"/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5908090" y="4634789"/>
            <a:ext cx="401437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7387111" y="3959208"/>
            <a:ext cx="144654" cy="29018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02" name="Straight Arrow Connector 101"/>
          <p:cNvCxnSpPr>
            <a:endCxn id="101" idx="1"/>
          </p:cNvCxnSpPr>
          <p:nvPr/>
        </p:nvCxnSpPr>
        <p:spPr>
          <a:xfrm>
            <a:off x="4009829" y="4093245"/>
            <a:ext cx="3377282" cy="110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632040" y="3804142"/>
            <a:ext cx="2165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Update status</a:t>
            </a:r>
            <a:endParaRPr lang="en-US" sz="1400" dirty="0"/>
          </a:p>
        </p:txBody>
      </p:sp>
      <p:sp>
        <p:nvSpPr>
          <p:cNvPr id="104" name="TextBox 103"/>
          <p:cNvSpPr txBox="1"/>
          <p:nvPr/>
        </p:nvSpPr>
        <p:spPr>
          <a:xfrm>
            <a:off x="3770652" y="4193286"/>
            <a:ext cx="2165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10: Request tutorial </a:t>
            </a:r>
            <a:endParaRPr lang="en-US" sz="14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037394" y="4355109"/>
            <a:ext cx="3549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11: </a:t>
            </a:r>
            <a:r>
              <a:rPr lang="en-US" sz="1400" dirty="0" err="1" smtClean="0"/>
              <a:t>showInfo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108" name="TextBox 107"/>
          <p:cNvSpPr txBox="1"/>
          <p:nvPr/>
        </p:nvSpPr>
        <p:spPr>
          <a:xfrm>
            <a:off x="786974" y="5247580"/>
            <a:ext cx="46999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14: Display tutorial information</a:t>
            </a:r>
          </a:p>
          <a:p>
            <a:pPr algn="ctr"/>
            <a:r>
              <a:rPr lang="en-US" sz="1400" dirty="0" smtClean="0"/>
              <a:t>(tutorial picture, title, category, owner username, </a:t>
            </a:r>
          </a:p>
          <a:p>
            <a:pPr algn="ctr"/>
            <a:r>
              <a:rPr lang="en-US" sz="1400" dirty="0" smtClean="0"/>
              <a:t>number of like, material description, material picture,</a:t>
            </a:r>
          </a:p>
          <a:p>
            <a:pPr algn="ctr"/>
            <a:r>
              <a:rPr lang="en-US" sz="1400" dirty="0" smtClean="0"/>
              <a:t> step number, step description, step picture, </a:t>
            </a:r>
            <a:r>
              <a:rPr lang="en-US" sz="1400" dirty="0"/>
              <a:t>video, comment) 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18873" y="4854041"/>
            <a:ext cx="4058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like, material description, </a:t>
            </a:r>
            <a:endParaRPr lang="en-US" sz="1400" dirty="0" smtClean="0"/>
          </a:p>
          <a:p>
            <a:pPr algn="ctr"/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video, comment)  </a:t>
            </a:r>
          </a:p>
          <a:p>
            <a:pPr algn="ctr"/>
            <a:endParaRPr lang="en-US" sz="1400" dirty="0"/>
          </a:p>
        </p:txBody>
      </p:sp>
      <p:sp>
        <p:nvSpPr>
          <p:cNvPr id="64" name="TextBox 63"/>
          <p:cNvSpPr txBox="1"/>
          <p:nvPr/>
        </p:nvSpPr>
        <p:spPr>
          <a:xfrm>
            <a:off x="857530" y="1533114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66" name="TextBox 65"/>
          <p:cNvSpPr txBox="1"/>
          <p:nvPr/>
        </p:nvSpPr>
        <p:spPr>
          <a:xfrm>
            <a:off x="2318678" y="1845419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268216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656" y="9203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8453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74032" y="920336"/>
            <a:ext cx="173324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ViewProfileDetail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78632" y="920336"/>
            <a:ext cx="135636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Notification Database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8211606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Activity </a:t>
            </a:r>
            <a:r>
              <a:rPr lang="en-US" sz="16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840657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 flipH="1">
            <a:off x="7453480" y="1431492"/>
            <a:ext cx="3332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78091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8752" y="1729595"/>
            <a:ext cx="139402" cy="426187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/>
          <p:cNvSpPr/>
          <p:nvPr/>
        </p:nvSpPr>
        <p:spPr>
          <a:xfrm>
            <a:off x="2184695" y="1729595"/>
            <a:ext cx="139402" cy="4981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ectangle 22"/>
          <p:cNvSpPr/>
          <p:nvPr/>
        </p:nvSpPr>
        <p:spPr>
          <a:xfrm>
            <a:off x="3946209" y="2052231"/>
            <a:ext cx="139402" cy="24677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8453" y="1822530"/>
            <a:ext cx="15062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24097" y="2109073"/>
            <a:ext cx="16403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959931" y="2227758"/>
            <a:ext cx="33834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33915" y="3825568"/>
            <a:ext cx="32122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4085611" y="2899598"/>
            <a:ext cx="4726868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7392363" y="2189821"/>
            <a:ext cx="139402" cy="2816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" y="-10312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50336" y="920336"/>
            <a:ext cx="160015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HomeBlogger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Activity</a:t>
            </a:r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250416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33915" y="3032213"/>
            <a:ext cx="3230555" cy="119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174242" y="920336"/>
            <a:ext cx="16711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Notification</a:t>
            </a:r>
            <a:br>
              <a:rPr lang="en-US" sz="1600" dirty="0" smtClean="0"/>
            </a:br>
            <a:r>
              <a:rPr lang="en-US" sz="1600" dirty="0" smtClean="0"/>
              <a:t>Management</a:t>
            </a:r>
            <a:endParaRPr lang="en-US" sz="1600" dirty="0"/>
          </a:p>
        </p:txBody>
      </p:sp>
      <p:cxnSp>
        <p:nvCxnSpPr>
          <p:cNvPr id="52" name="Straight Connector 51"/>
          <p:cNvCxnSpPr>
            <a:stCxn id="51" idx="2"/>
          </p:cNvCxnSpPr>
          <p:nvPr/>
        </p:nvCxnSpPr>
        <p:spPr>
          <a:xfrm>
            <a:off x="400982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448877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Registered User Database</a:t>
            </a:r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10018190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 flipH="1">
            <a:off x="5910358" y="5319726"/>
            <a:ext cx="401210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>
            <a:off x="8821700" y="2772597"/>
            <a:ext cx="5096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9331323" y="241110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8821700" y="2401464"/>
            <a:ext cx="509623" cy="96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067006" y="2066664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10086352" y="5170332"/>
            <a:ext cx="5715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0657931" y="480884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 flipV="1">
            <a:off x="10086352" y="4808842"/>
            <a:ext cx="571579" cy="99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986705" y="4333865"/>
            <a:ext cx="860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12: </a:t>
            </a:r>
            <a:r>
              <a:rPr lang="en-US" sz="1400" dirty="0" err="1" smtClean="0"/>
              <a:t>Retri</a:t>
            </a:r>
            <a:r>
              <a:rPr lang="en-US" sz="1400" dirty="0" smtClean="0"/>
              <a:t>-</a:t>
            </a:r>
          </a:p>
          <a:p>
            <a:pPr algn="ctr"/>
            <a:r>
              <a:rPr lang="en-US" sz="1400" dirty="0"/>
              <a:t>-</a:t>
            </a:r>
            <a:r>
              <a:rPr lang="en-US" sz="1400" dirty="0" smtClean="0"/>
              <a:t>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72" name="Rectangle 71"/>
          <p:cNvSpPr/>
          <p:nvPr/>
        </p:nvSpPr>
        <p:spPr>
          <a:xfrm>
            <a:off x="8711218" y="2229519"/>
            <a:ext cx="139402" cy="76513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7531765" y="2325729"/>
            <a:ext cx="117945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4029873" y="4464748"/>
            <a:ext cx="174108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9948489" y="4557309"/>
            <a:ext cx="137863" cy="81355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9" name="Rectangle 78"/>
          <p:cNvSpPr/>
          <p:nvPr/>
        </p:nvSpPr>
        <p:spPr>
          <a:xfrm>
            <a:off x="5770956" y="4397831"/>
            <a:ext cx="139402" cy="130916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82" name="Straight Arrow Connector 81"/>
          <p:cNvCxnSpPr/>
          <p:nvPr/>
        </p:nvCxnSpPr>
        <p:spPr>
          <a:xfrm flipH="1">
            <a:off x="748154" y="5538931"/>
            <a:ext cx="5073042" cy="119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656841" y="1916486"/>
            <a:ext cx="2507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Request notifications</a:t>
            </a:r>
            <a:endParaRPr lang="en-US" sz="1400" dirty="0"/>
          </a:p>
        </p:txBody>
      </p:sp>
      <p:sp>
        <p:nvSpPr>
          <p:cNvPr id="89" name="TextBox 88"/>
          <p:cNvSpPr txBox="1"/>
          <p:nvPr/>
        </p:nvSpPr>
        <p:spPr>
          <a:xfrm>
            <a:off x="7258974" y="2030996"/>
            <a:ext cx="1679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Request </a:t>
            </a:r>
            <a:br>
              <a:rPr lang="en-US" sz="1400" dirty="0" smtClean="0"/>
            </a:br>
            <a:r>
              <a:rPr lang="en-US" sz="1400" dirty="0" smtClean="0"/>
              <a:t>new activities</a:t>
            </a:r>
            <a:endParaRPr lang="en-US" sz="1400" dirty="0"/>
          </a:p>
        </p:txBody>
      </p:sp>
      <p:sp>
        <p:nvSpPr>
          <p:cNvPr id="92" name="TextBox 91"/>
          <p:cNvSpPr txBox="1"/>
          <p:nvPr/>
        </p:nvSpPr>
        <p:spPr>
          <a:xfrm>
            <a:off x="5438082" y="2598687"/>
            <a:ext cx="2322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Return results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0359" y="2774972"/>
            <a:ext cx="30187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Return list of new activities</a:t>
            </a:r>
            <a:br>
              <a:rPr lang="en-US" sz="1400" dirty="0" smtClean="0"/>
            </a:br>
            <a:r>
              <a:rPr lang="en-US" sz="1400" dirty="0" smtClean="0"/>
              <a:t>(activity type, username of the blogger </a:t>
            </a:r>
            <a:br>
              <a:rPr lang="en-US" sz="1400" dirty="0" smtClean="0"/>
            </a:br>
            <a:r>
              <a:rPr lang="en-US" sz="1400" dirty="0" smtClean="0"/>
              <a:t>that create the activity)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27718" y="3549374"/>
            <a:ext cx="2165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</a:t>
            </a:r>
            <a:r>
              <a:rPr lang="en-US" sz="1400" dirty="0"/>
              <a:t>S</a:t>
            </a:r>
            <a:r>
              <a:rPr lang="en-US" sz="1400" dirty="0" smtClean="0"/>
              <a:t>elect an activity</a:t>
            </a:r>
            <a:br>
              <a:rPr lang="en-US" sz="1400" dirty="0" smtClean="0"/>
            </a:br>
            <a:r>
              <a:rPr lang="en-US" sz="1400" dirty="0" smtClean="0"/>
              <a:t>(</a:t>
            </a:r>
            <a:r>
              <a:rPr lang="en-US" sz="1400" dirty="0" err="1" smtClean="0"/>
              <a:t>notificationFollow</a:t>
            </a:r>
            <a:r>
              <a:rPr lang="en-US" sz="1400" dirty="0" smtClean="0"/>
              <a:t>())</a:t>
            </a:r>
            <a:endParaRPr lang="en-US" sz="1400" dirty="0"/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5908090" y="4617148"/>
            <a:ext cx="401437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7387111" y="3941567"/>
            <a:ext cx="144654" cy="29018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02" name="Straight Arrow Connector 101"/>
          <p:cNvCxnSpPr>
            <a:endCxn id="101" idx="1"/>
          </p:cNvCxnSpPr>
          <p:nvPr/>
        </p:nvCxnSpPr>
        <p:spPr>
          <a:xfrm>
            <a:off x="4009829" y="4075604"/>
            <a:ext cx="3377282" cy="110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632040" y="3786501"/>
            <a:ext cx="2165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Update status</a:t>
            </a:r>
            <a:endParaRPr lang="en-US" sz="1400" dirty="0"/>
          </a:p>
        </p:txBody>
      </p:sp>
      <p:sp>
        <p:nvSpPr>
          <p:cNvPr id="104" name="TextBox 103"/>
          <p:cNvSpPr txBox="1"/>
          <p:nvPr/>
        </p:nvSpPr>
        <p:spPr>
          <a:xfrm>
            <a:off x="3770652" y="4175645"/>
            <a:ext cx="2165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10: Request </a:t>
            </a:r>
            <a:br>
              <a:rPr lang="en-US" sz="1400" dirty="0" smtClean="0"/>
            </a:br>
            <a:r>
              <a:rPr lang="en-US" sz="1400" dirty="0" smtClean="0"/>
              <a:t>user’s profile </a:t>
            </a:r>
            <a:endParaRPr lang="en-US" sz="14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037394" y="4337468"/>
            <a:ext cx="3549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11: </a:t>
            </a:r>
            <a:r>
              <a:rPr lang="en-US" sz="1400" dirty="0" err="1" smtClean="0"/>
              <a:t>showInfo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64" name="TextBox 63"/>
          <p:cNvSpPr txBox="1"/>
          <p:nvPr/>
        </p:nvSpPr>
        <p:spPr>
          <a:xfrm>
            <a:off x="6216901" y="5019903"/>
            <a:ext cx="37802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Return result</a:t>
            </a:r>
          </a:p>
          <a:p>
            <a:pPr algn="ctr"/>
            <a:r>
              <a:rPr lang="en-US" sz="1400" dirty="0"/>
              <a:t>(profile picture, username, </a:t>
            </a:r>
            <a:endParaRPr lang="en-US" sz="1400" dirty="0" smtClean="0"/>
          </a:p>
          <a:p>
            <a:pPr algn="ctr"/>
            <a:r>
              <a:rPr lang="en-US" sz="1400" dirty="0" smtClean="0"/>
              <a:t>follower </a:t>
            </a:r>
            <a:r>
              <a:rPr lang="en-US" sz="1400" dirty="0"/>
              <a:t>number, </a:t>
            </a:r>
            <a:r>
              <a:rPr lang="en-US" sz="1400" dirty="0" smtClean="0"/>
              <a:t>following </a:t>
            </a:r>
            <a:r>
              <a:rPr lang="en-US" sz="1400" dirty="0"/>
              <a:t>number, </a:t>
            </a:r>
            <a:r>
              <a:rPr lang="en-US" sz="1400" dirty="0" smtClean="0"/>
              <a:t>email</a:t>
            </a:r>
            <a:r>
              <a:rPr lang="en-US" sz="1400" dirty="0"/>
              <a:t>, list of created tutorials)</a:t>
            </a:r>
          </a:p>
          <a:p>
            <a:pPr algn="ctr"/>
            <a:endParaRPr lang="en-US" sz="1400" dirty="0"/>
          </a:p>
        </p:txBody>
      </p:sp>
      <p:sp>
        <p:nvSpPr>
          <p:cNvPr id="66" name="TextBox 65"/>
          <p:cNvSpPr txBox="1"/>
          <p:nvPr/>
        </p:nvSpPr>
        <p:spPr>
          <a:xfrm>
            <a:off x="1274783" y="5250847"/>
            <a:ext cx="37802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14: Display user’s profile</a:t>
            </a:r>
          </a:p>
          <a:p>
            <a:pPr algn="ctr"/>
            <a:r>
              <a:rPr lang="en-US" sz="1400" dirty="0"/>
              <a:t>(profile picture, username, </a:t>
            </a:r>
            <a:endParaRPr lang="en-US" sz="1400" dirty="0" smtClean="0"/>
          </a:p>
          <a:p>
            <a:pPr algn="ctr"/>
            <a:r>
              <a:rPr lang="en-US" sz="1400" dirty="0" smtClean="0"/>
              <a:t>follower </a:t>
            </a:r>
            <a:r>
              <a:rPr lang="en-US" sz="1400" dirty="0"/>
              <a:t>number, </a:t>
            </a:r>
            <a:r>
              <a:rPr lang="en-US" sz="1400" dirty="0" smtClean="0"/>
              <a:t>following </a:t>
            </a:r>
            <a:r>
              <a:rPr lang="en-US" sz="1400" dirty="0"/>
              <a:t>number, </a:t>
            </a:r>
            <a:r>
              <a:rPr lang="en-US" sz="1400" dirty="0" smtClean="0"/>
              <a:t>email</a:t>
            </a:r>
            <a:r>
              <a:rPr lang="en-US" sz="1400" dirty="0"/>
              <a:t>, list of created tutorials)</a:t>
            </a:r>
          </a:p>
          <a:p>
            <a:pPr algn="ctr"/>
            <a:endParaRPr lang="en-US" sz="1400" dirty="0"/>
          </a:p>
        </p:txBody>
      </p:sp>
      <p:sp>
        <p:nvSpPr>
          <p:cNvPr id="68" name="TextBox 67"/>
          <p:cNvSpPr txBox="1"/>
          <p:nvPr/>
        </p:nvSpPr>
        <p:spPr>
          <a:xfrm>
            <a:off x="880359" y="1529906"/>
            <a:ext cx="1145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1: </a:t>
            </a:r>
            <a:r>
              <a:rPr lang="en-US" sz="1400" dirty="0" err="1" smtClean="0"/>
              <a:t>onCreate</a:t>
            </a:r>
            <a:r>
              <a:rPr lang="en-US" sz="1400" dirty="0" smtClean="0"/>
              <a:t>()</a:t>
            </a:r>
            <a:endParaRPr lang="en-US" sz="1400" dirty="0"/>
          </a:p>
        </p:txBody>
      </p:sp>
      <p:sp>
        <p:nvSpPr>
          <p:cNvPr id="70" name="TextBox 69"/>
          <p:cNvSpPr txBox="1"/>
          <p:nvPr/>
        </p:nvSpPr>
        <p:spPr>
          <a:xfrm>
            <a:off x="2384014" y="1803613"/>
            <a:ext cx="1580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 err="1" smtClean="0"/>
              <a:t>onClickListener</a:t>
            </a:r>
            <a:r>
              <a:rPr lang="en-US" sz="1400" dirty="0" smtClean="0"/>
              <a:t>()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29217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3488</TotalTime>
  <Words>4081</Words>
  <Application>Microsoft Macintosh PowerPoint</Application>
  <PresentationFormat>Custom</PresentationFormat>
  <Paragraphs>1124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334</cp:revision>
  <dcterms:created xsi:type="dcterms:W3CDTF">2014-05-25T06:04:56Z</dcterms:created>
  <dcterms:modified xsi:type="dcterms:W3CDTF">2014-12-22T14:13:56Z</dcterms:modified>
</cp:coreProperties>
</file>