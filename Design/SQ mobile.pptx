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11" r:id="rId4"/>
    <p:sldId id="301" r:id="rId5"/>
    <p:sldId id="302" r:id="rId6"/>
    <p:sldId id="268" r:id="rId7"/>
    <p:sldId id="295" r:id="rId8"/>
    <p:sldId id="266" r:id="rId9"/>
    <p:sldId id="296" r:id="rId10"/>
    <p:sldId id="293" r:id="rId11"/>
    <p:sldId id="294" r:id="rId12"/>
    <p:sldId id="269" r:id="rId13"/>
    <p:sldId id="304" r:id="rId14"/>
    <p:sldId id="280" r:id="rId15"/>
    <p:sldId id="305" r:id="rId16"/>
    <p:sldId id="309" r:id="rId17"/>
    <p:sldId id="306" r:id="rId18"/>
    <p:sldId id="307" r:id="rId19"/>
    <p:sldId id="300" r:id="rId20"/>
    <p:sldId id="298" r:id="rId21"/>
    <p:sldId id="310" r:id="rId22"/>
    <p:sldId id="312" r:id="rId23"/>
    <p:sldId id="313" r:id="rId24"/>
    <p:sldId id="314" r:id="rId25"/>
    <p:sldId id="315" r:id="rId26"/>
    <p:sldId id="320" r:id="rId27"/>
    <p:sldId id="321" r:id="rId28"/>
    <p:sldId id="322" r:id="rId29"/>
    <p:sldId id="316" r:id="rId30"/>
    <p:sldId id="319" r:id="rId31"/>
    <p:sldId id="318" r:id="rId32"/>
    <p:sldId id="323" r:id="rId33"/>
    <p:sldId id="324" r:id="rId34"/>
    <p:sldId id="334" r:id="rId35"/>
    <p:sldId id="335" r:id="rId36"/>
    <p:sldId id="336" r:id="rId37"/>
    <p:sldId id="328" r:id="rId38"/>
    <p:sldId id="329" r:id="rId39"/>
    <p:sldId id="332" r:id="rId40"/>
    <p:sldId id="331" r:id="rId41"/>
    <p:sldId id="337" r:id="rId42"/>
    <p:sldId id="338" r:id="rId43"/>
    <p:sldId id="340" r:id="rId44"/>
    <p:sldId id="343" r:id="rId45"/>
    <p:sldId id="341" r:id="rId46"/>
    <p:sldId id="344" r:id="rId47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-1608" y="-104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printerSettings" Target="printerSettings/printerSettings1.bin"/><Relationship Id="rId49" Type="http://schemas.openxmlformats.org/officeDocument/2006/relationships/presProps" Target="presProps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t>10/22/14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RegisterActivity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963579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71503" y="1784115"/>
            <a:ext cx="0" cy="4752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26598"/>
            <a:ext cx="122846" cy="36648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4208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32657"/>
            <a:ext cx="139402" cy="32587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698150" y="3687484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19534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0677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44629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809064" y="437342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551023" y="3906421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809064" y="39248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587855" y="482183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879104" y="178098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890194" y="217899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351879" y="3217791"/>
            <a:ext cx="3311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(profile picture, 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8806574" y="3586820"/>
            <a:ext cx="183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</a:t>
            </a:r>
            <a:r>
              <a:rPr lang="en-US" sz="1600" dirty="0" err="1" smtClean="0"/>
              <a:t>checkValidation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613376" y="425626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41458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599712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789050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011908" y="4504916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16636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112899" y="2993703"/>
            <a:ext cx="256542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addData</a:t>
            </a:r>
            <a:endParaRPr lang="en-US" sz="1600" dirty="0" smtClean="0"/>
          </a:p>
          <a:p>
            <a:pPr algn="ctr"/>
            <a:r>
              <a:rPr lang="en-US" sz="1600" dirty="0" smtClean="0"/>
              <a:t>(username</a:t>
            </a:r>
            <a:r>
              <a:rPr lang="en-US" sz="1600" dirty="0"/>
              <a:t>, </a:t>
            </a:r>
            <a:r>
              <a:rPr lang="en-US" sz="1600" dirty="0" smtClean="0"/>
              <a:t>Password, </a:t>
            </a:r>
            <a:endParaRPr lang="th-TH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-password, </a:t>
            </a:r>
            <a:r>
              <a:rPr lang="en-US" sz="1600" dirty="0" smtClean="0"/>
              <a:t>email)</a:t>
            </a:r>
            <a:r>
              <a:rPr lang="th-TH" sz="1600" dirty="0" smtClean="0"/>
              <a:t/>
            </a:r>
            <a:br>
              <a:rPr lang="th-TH" sz="1600" dirty="0" smtClean="0"/>
            </a:br>
            <a:r>
              <a:rPr lang="en-US" sz="1600" dirty="0" smtClean="0"/>
              <a:t>5: </a:t>
            </a:r>
            <a:r>
              <a:rPr lang="en-US" sz="1600" dirty="0" err="1" smtClean="0"/>
              <a:t>uploadFile</a:t>
            </a:r>
            <a:r>
              <a:rPr lang="en-US" sz="1600" dirty="0" smtClean="0"/>
              <a:t>(profile picture)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1571297" y="555459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14095" y="497416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76289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shopkeeper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408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29" name="Straight Arrow Connector 28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65636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4062787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526492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812170" y="3526492"/>
            <a:ext cx="247766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shops)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83781" y="4075769"/>
            <a:ext cx="2477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/>
              <a:t>(profile picture, username, </a:t>
            </a:r>
          </a:p>
          <a:p>
            <a:pPr algn="ctr"/>
            <a:r>
              <a:rPr lang="en-US" sz="1600" dirty="0"/>
              <a:t>email, list of created shops)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948845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4" y="482963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47" name="TextBox 46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6" y="48451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0" name="TextBox 49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8418807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sp>
        <p:nvSpPr>
          <p:cNvPr id="59" name="TextBox 58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60" name="TextBox 59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</p:spTree>
    <p:extLst>
      <p:ext uri="{BB962C8B-B14F-4D97-AF65-F5344CB8AC3E}">
        <p14:creationId xmlns:p14="http://schemas.microsoft.com/office/powerpoint/2010/main" val="15292807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67939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529385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405783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3044236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30591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49203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349761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2988214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2005870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76068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 smtClean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574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popular()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546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9318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9318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9507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91219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5070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5070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5258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358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54401" y="4043506"/>
            <a:ext cx="173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TutorialListView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02303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60190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follow()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1433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51715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415042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958454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68665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tutorial information 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</a:t>
            </a:r>
            <a:endParaRPr lang="en-US" sz="1400" dirty="0"/>
          </a:p>
          <a:p>
            <a:pPr algn="ctr"/>
            <a:r>
              <a:rPr lang="en-US" sz="1400" dirty="0"/>
              <a:t>Activity</a:t>
            </a:r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354653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Update tutorial information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Update tutorial information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418961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16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62410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0872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3902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07075" y="781354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977232" y="1292510"/>
            <a:ext cx="11912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52872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 flipH="1">
            <a:off x="7591253" y="1292510"/>
            <a:ext cx="3939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411474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9125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4593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938006" y="3073663"/>
            <a:ext cx="2044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tutorial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798020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25700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999896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25700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1871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tutorial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66812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67924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3785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448210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7897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2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8714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384754" y="920336"/>
            <a:ext cx="172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4937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8426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1179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2" y="1849382"/>
            <a:ext cx="139403" cy="36666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39798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139223" y="5098930"/>
            <a:ext cx="38305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613616" y="4982165"/>
            <a:ext cx="245078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65889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112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HomeShopActivity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661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552068" y="5155625"/>
            <a:ext cx="3830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/>
              <a:t>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3867" y="4958454"/>
            <a:ext cx="277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/>
              <a:t>Return selected </a:t>
            </a:r>
          </a:p>
          <a:p>
            <a:pPr algn="ctr"/>
            <a:r>
              <a:rPr lang="en-US" sz="1600" dirty="0"/>
              <a:t>shop information</a:t>
            </a:r>
            <a:br>
              <a:rPr lang="en-US" sz="1600" dirty="0"/>
            </a:br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80498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HomeShopActivity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197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create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609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create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2517185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767723" y="650636"/>
            <a:ext cx="16855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10476" y="1161792"/>
            <a:ext cx="906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206773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02613" y="650636"/>
            <a:ext cx="151568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60453" y="1161792"/>
            <a:ext cx="748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317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7296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</a:t>
            </a:r>
            <a:r>
              <a:rPr lang="en-US" sz="1400" dirty="0"/>
              <a:t>manage</a:t>
            </a:r>
            <a:r>
              <a:rPr lang="en-US" sz="1400" dirty="0" smtClean="0"/>
              <a:t>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3895721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70348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8810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21840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43571" y="781354"/>
            <a:ext cx="170083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 flipH="1">
            <a:off x="5989169" y="1292510"/>
            <a:ext cx="4817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60810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53821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677013" y="1292510"/>
            <a:ext cx="2236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63480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56200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67063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5581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031369" y="3073663"/>
            <a:ext cx="1857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shop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05958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33638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1007834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33638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9809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shop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74750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5862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4578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527590" cy="260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5582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39402" cy="46906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29042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5" cy="3238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684687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58899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addComment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2754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828564" y="43615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Add comment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016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401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401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890437" y="4685753"/>
            <a:ext cx="1617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validates input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56864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5114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70393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887358" y="513835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1781775" y="6293810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2824573" y="571338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32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/>
              <a:t>l</a:t>
            </a:r>
            <a:r>
              <a:rPr lang="en-US" sz="1600" dirty="0" smtClean="0"/>
              <a:t>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4315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delete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 err="1" smtClean="0"/>
              <a:t>unLike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71055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917524" y="5093972"/>
            <a:ext cx="8078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294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 followed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follow()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45459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54219" y="5093972"/>
            <a:ext cx="113444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remove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084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 follow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 err="1" smtClean="0"/>
              <a:t>unFollow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8064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(following)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seeFollowing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that the user is following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213934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(follower)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follow the user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191499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986" y="9369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702842" y="1448094"/>
            <a:ext cx="6941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114214" y="92441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976112" y="1448094"/>
            <a:ext cx="0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4" idx="2"/>
          </p:cNvCxnSpPr>
          <p:nvPr/>
        </p:nvCxnSpPr>
        <p:spPr>
          <a:xfrm>
            <a:off x="9922138" y="1435575"/>
            <a:ext cx="0" cy="52744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1" y="1744375"/>
            <a:ext cx="139404" cy="468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8369" y="1729382"/>
            <a:ext cx="139402" cy="38609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906409" y="1971825"/>
            <a:ext cx="139402" cy="23510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779484" y="1837209"/>
            <a:ext cx="17388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657771" y="2047627"/>
            <a:ext cx="2248638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04589" y="1508522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2921513" y="173701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4" name="Rectangle 13"/>
          <p:cNvSpPr/>
          <p:nvPr/>
        </p:nvSpPr>
        <p:spPr>
          <a:xfrm>
            <a:off x="3849416" y="936938"/>
            <a:ext cx="196775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9852436" y="2222556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779485" y="3116661"/>
            <a:ext cx="41552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77234" y="2817497"/>
            <a:ext cx="219103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email, list of created shops)</a:t>
            </a:r>
            <a:endParaRPr lang="en-US" sz="1400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4976110" y="2303460"/>
            <a:ext cx="48763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23893" y="2471282"/>
            <a:ext cx="3212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5045811" y="2740682"/>
            <a:ext cx="480662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57" y="-91983"/>
            <a:ext cx="1199252" cy="119925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467391" y="934830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3" name="Straight Connector 22"/>
          <p:cNvCxnSpPr>
            <a:stCxn id="22" idx="2"/>
          </p:cNvCxnSpPr>
          <p:nvPr/>
        </p:nvCxnSpPr>
        <p:spPr>
          <a:xfrm>
            <a:off x="2593464" y="1445986"/>
            <a:ext cx="0" cy="52640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33748" y="1966649"/>
            <a:ext cx="1149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0" name="Straight Connector 29"/>
          <p:cNvCxnSpPr>
            <a:stCxn id="31" idx="2"/>
          </p:cNvCxnSpPr>
          <p:nvPr/>
        </p:nvCxnSpPr>
        <p:spPr>
          <a:xfrm flipH="1">
            <a:off x="6679592" y="1448094"/>
            <a:ext cx="8259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001585" y="93693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3" idx="2"/>
          </p:cNvCxnSpPr>
          <p:nvPr/>
        </p:nvCxnSpPr>
        <p:spPr>
          <a:xfrm flipH="1">
            <a:off x="8210631" y="1438313"/>
            <a:ext cx="2152" cy="52716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526517" y="927157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1899793" y="35592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7: </a:t>
            </a:r>
            <a:r>
              <a:rPr lang="en-US" sz="1400" dirty="0" err="1"/>
              <a:t>onClickListener</a:t>
            </a:r>
            <a:r>
              <a:rPr lang="en-US" sz="1400" dirty="0"/>
              <a:t>(</a:t>
            </a:r>
            <a:r>
              <a:rPr lang="en-US" sz="1400" dirty="0" smtClean="0"/>
              <a:t>)</a:t>
            </a:r>
            <a:endParaRPr lang="en-US" sz="14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65512" y="3861659"/>
            <a:ext cx="4240897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98195" y="1859719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4" name="Straight Arrow Connector 43"/>
          <p:cNvCxnSpPr/>
          <p:nvPr/>
        </p:nvCxnSpPr>
        <p:spPr>
          <a:xfrm flipH="1">
            <a:off x="9991839" y="2653466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0424864" y="2377781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H="1">
            <a:off x="9991839" y="2394942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618149" y="4116679"/>
            <a:ext cx="142769" cy="23146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045811" y="4194296"/>
            <a:ext cx="15723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45811" y="3908734"/>
            <a:ext cx="16337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message </a:t>
            </a:r>
          </a:p>
          <a:p>
            <a:r>
              <a:rPr lang="en-US" sz="1400" dirty="0" smtClean="0"/>
              <a:t>user interface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>
            <a:off x="779485" y="4646295"/>
            <a:ext cx="58205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702842" y="5117165"/>
            <a:ext cx="589722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6682282" y="5257412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01201" y="4949635"/>
            <a:ext cx="912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send()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8479117" y="4995802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 flipH="1">
            <a:off x="8268688" y="5610038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701713" y="5317192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H="1">
            <a:off x="8268688" y="5334353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H="1">
            <a:off x="6760919" y="5739601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587191" y="5413591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74348" y="5223090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 flipV="1">
            <a:off x="779485" y="5825304"/>
            <a:ext cx="5888216" cy="5782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 flipV="1">
            <a:off x="779485" y="6280958"/>
            <a:ext cx="5888216" cy="1725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687622" y="5564187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2671178" y="6013829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  <p:sp>
        <p:nvSpPr>
          <p:cNvPr id="84" name="TextBox 83"/>
          <p:cNvSpPr txBox="1"/>
          <p:nvPr/>
        </p:nvSpPr>
        <p:spPr>
          <a:xfrm>
            <a:off x="2253318" y="4351287"/>
            <a:ext cx="2587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Return message user interface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2793574" y="4836511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Input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677217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5826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1068623" y="1553986"/>
            <a:ext cx="0" cy="49329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98921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3117315" y="1557466"/>
            <a:ext cx="0" cy="49294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1138324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47614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162745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97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5180606" y="1544205"/>
            <a:ext cx="0" cy="49426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94340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7168936" y="1534424"/>
            <a:ext cx="0" cy="49524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482670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Conversation </a:t>
            </a:r>
            <a:r>
              <a:rPr lang="en-US" sz="1600" dirty="0" smtClean="0"/>
              <a:t>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5110904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099234" y="2567324"/>
            <a:ext cx="148824" cy="25768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540071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220776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248058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7855202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48058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79226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5250307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40071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138324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1099454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02549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7579226" y="4715698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213169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9248744" y="5462700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9855888" y="511909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9248744" y="5119098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535028" y="4818891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5277028" y="5621604"/>
            <a:ext cx="3953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02090" y="5335563"/>
            <a:ext cx="26615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</a:t>
            </a:r>
            <a:r>
              <a:rPr lang="en-US" sz="1400" dirty="0" smtClean="0"/>
              <a:t>Return </a:t>
            </a:r>
            <a:r>
              <a:rPr lang="en-US" sz="1400" dirty="0" smtClean="0"/>
              <a:t>message </a:t>
            </a:r>
            <a:r>
              <a:rPr lang="en-US" sz="1400" dirty="0" smtClean="0"/>
              <a:t>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138324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54273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smtClean="0"/>
              <a:t>Display message detail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1990193" y="10422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327829" y="216775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1417548" y="1661054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1736901" y="4024438"/>
            <a:ext cx="23099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(username)</a:t>
            </a:r>
            <a:endParaRPr lang="en-US" sz="1400" dirty="0"/>
          </a:p>
        </p:txBody>
      </p:sp>
      <p:cxnSp>
        <p:nvCxnSpPr>
          <p:cNvPr id="55" name="Straight Connector 54"/>
          <p:cNvCxnSpPr>
            <a:stCxn id="56" idx="2"/>
          </p:cNvCxnSpPr>
          <p:nvPr/>
        </p:nvCxnSpPr>
        <p:spPr>
          <a:xfrm>
            <a:off x="9248744" y="1534424"/>
            <a:ext cx="0" cy="49524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562478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9179043" y="4914198"/>
            <a:ext cx="139402" cy="7605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Arrow Connector 57"/>
          <p:cNvCxnSpPr/>
          <p:nvPr/>
        </p:nvCxnSpPr>
        <p:spPr>
          <a:xfrm>
            <a:off x="7174365" y="5013084"/>
            <a:ext cx="205649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40071" y="4402318"/>
            <a:ext cx="13924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(</a:t>
            </a:r>
            <a:r>
              <a:rPr lang="en-US" sz="1400" dirty="0" err="1" smtClean="0"/>
              <a:t>conversationID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01949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9379" y="119236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52176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19212" y="1192366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BloggerSearchActivity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59430" y="1192366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02872" y="119236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Registered User Database</a:t>
            </a:r>
            <a:endParaRPr lang="en-US" sz="16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89294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22253" y="1703522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0796" y="1703522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2475" y="2113997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80431" y="21294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06530" y="2514228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52176" y="2206932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19833" y="2594170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45932" y="342960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276231" y="465078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21878" y="575554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13128" y="1868378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24218" y="22663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45932" y="401821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5916" y="3679657"/>
            <a:ext cx="1842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BloggerListView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03270" y="553531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41095" y="338160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675434" y="460431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54" y="16890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24059" y="1192366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50132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45523" y="310431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585918" y="43420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03270" y="489573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21878" y="434283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19833" y="401451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872161" y="458882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6429" y="3073147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39145" y="277543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52227" y="39060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94186" y="35445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52227" y="35445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27057" y="304642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58940" y="536354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00899" y="50020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58940" y="500205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788886" y="4503941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TextBox 61"/>
          <p:cNvSpPr txBox="1"/>
          <p:nvPr/>
        </p:nvSpPr>
        <p:spPr>
          <a:xfrm>
            <a:off x="2245432" y="5426608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63" name="TextBox 62"/>
          <p:cNvSpPr txBox="1"/>
          <p:nvPr/>
        </p:nvSpPr>
        <p:spPr>
          <a:xfrm>
            <a:off x="7654127" y="5250294"/>
            <a:ext cx="237776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tutorials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72611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859" y="1723957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9565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962692" y="1723957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ShopNearByActivity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02910" y="1723957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Google Map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946352" y="172395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32774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665733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5427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25955" y="2709888"/>
            <a:ext cx="139402" cy="24237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623911" y="2725377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5150010" y="3110119"/>
            <a:ext cx="139402" cy="523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95656" y="2802823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763313" y="3190061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289412" y="3498936"/>
            <a:ext cx="22845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56608" y="2464269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167698" y="2862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758316" y="4707042"/>
            <a:ext cx="19959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74506" y="4399467"/>
            <a:ext cx="12859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684575" y="3743763"/>
            <a:ext cx="111132" cy="1072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16" y="796206"/>
            <a:ext cx="1103280" cy="11032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567539" y="1723957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693612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5901" y="3191159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connect()</a:t>
            </a:r>
            <a:endParaRPr lang="en-US" sz="1400" dirty="0"/>
          </a:p>
        </p:txBody>
      </p:sp>
      <p:cxnSp>
        <p:nvCxnSpPr>
          <p:cNvPr id="46" name="Straight Arrow Connector 45"/>
          <p:cNvCxnSpPr/>
          <p:nvPr/>
        </p:nvCxnSpPr>
        <p:spPr>
          <a:xfrm flipH="1">
            <a:off x="865358" y="5028206"/>
            <a:ext cx="67419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63313" y="4716116"/>
            <a:ext cx="2351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shops that are near</a:t>
            </a:r>
            <a:endParaRPr lang="en-US" sz="14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795707" y="437661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37666" y="401512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795707" y="401512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770537" y="351701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7607348" y="3442488"/>
            <a:ext cx="139402" cy="16911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63" name="Straight Arrow Connector 62"/>
          <p:cNvCxnSpPr/>
          <p:nvPr/>
        </p:nvCxnSpPr>
        <p:spPr>
          <a:xfrm>
            <a:off x="7746750" y="38217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26975" y="3525717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location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689686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774470"/>
            <a:ext cx="1285594" cy="64281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Visitor/Blogger/Shopkeeper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331944" y="90613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32917" y="1473713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1825260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517" y="-57743"/>
            <a:ext cx="963874" cy="96387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0613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30587" y="2026889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83777" y="4120700"/>
            <a:ext cx="2776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(facebook share)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33207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25430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833746" y="5649691"/>
            <a:ext cx="19341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 err="1" smtClean="0"/>
              <a:t>postToFacebook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1911073" y="5521304"/>
            <a:ext cx="2071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(post)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678752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903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8533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763096" y="853373"/>
            <a:ext cx="195787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5837742" y="853373"/>
            <a:ext cx="144045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742031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557970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616252"/>
            <a:ext cx="158044" cy="51063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63174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672168" y="1998342"/>
            <a:ext cx="139404" cy="47242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709189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128177"/>
            <a:ext cx="20448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20" y="3272956"/>
            <a:ext cx="39241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37063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689601" y="1788786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2965179"/>
            <a:ext cx="4325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</a:t>
            </a:r>
            <a:r>
              <a:rPr lang="en-US" sz="1400" dirty="0" smtClean="0"/>
              <a:t>information</a:t>
            </a:r>
            <a:endParaRPr lang="en-US" sz="1400" dirty="0" smtClean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795695" y="3108433"/>
            <a:ext cx="18132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05184" y="2828149"/>
            <a:ext cx="16315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488267" y="2352122"/>
            <a:ext cx="136487" cy="2198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13553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8533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811572" y="2449730"/>
            <a:ext cx="17887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32966" y="212115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6624755" y="2963895"/>
            <a:ext cx="603156" cy="12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7227911" y="260240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6624755" y="2602405"/>
            <a:ext cx="60315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48153" y="2242015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3846939"/>
            <a:ext cx="40124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649398" y="3649793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4770430" y="3988347"/>
            <a:ext cx="17663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35237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250379" y="5266920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8621918" y="49054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250379" y="4905430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514065" y="4728311"/>
            <a:ext cx="103125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likeID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tutorialID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userID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4842946" y="4453029"/>
            <a:ext cx="175738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999304" y="4133149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4811572" y="6306809"/>
            <a:ext cx="48335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376490" y="8533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8184414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129196" y="4756840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4827068" y="4832209"/>
            <a:ext cx="33021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60358" y="4507318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/>
              <a:t>l</a:t>
            </a:r>
            <a:r>
              <a:rPr lang="en-US" sz="1600" dirty="0" smtClean="0"/>
              <a:t>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4842946" y="5330572"/>
            <a:ext cx="3286250" cy="21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488267" y="499201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711382" y="6230902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</a:t>
            </a:r>
            <a:r>
              <a:rPr lang="en-US" sz="1600" dirty="0" smtClean="0"/>
              <a:t>Display liked sign and </a:t>
            </a:r>
            <a:r>
              <a:rPr lang="en-US" sz="1600" dirty="0" smtClean="0"/>
              <a:t>updated </a:t>
            </a:r>
            <a:r>
              <a:rPr lang="en-US" sz="1600" dirty="0" smtClean="0"/>
              <a:t>like number</a:t>
            </a:r>
            <a:endParaRPr lang="en-US" sz="1600" dirty="0"/>
          </a:p>
        </p:txBody>
      </p:sp>
      <p:sp>
        <p:nvSpPr>
          <p:cNvPr id="73" name="Rectangle 72"/>
          <p:cNvSpPr/>
          <p:nvPr/>
        </p:nvSpPr>
        <p:spPr>
          <a:xfrm>
            <a:off x="9169228" y="840805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r>
              <a:rPr lang="en-US" dirty="0" smtClean="0"/>
              <a:t> </a:t>
            </a:r>
            <a:r>
              <a:rPr lang="en-US" dirty="0"/>
              <a:t>Database</a:t>
            </a:r>
          </a:p>
        </p:txBody>
      </p:sp>
      <p:cxnSp>
        <p:nvCxnSpPr>
          <p:cNvPr id="75" name="Straight Connector 74"/>
          <p:cNvCxnSpPr>
            <a:stCxn id="73" idx="2"/>
          </p:cNvCxnSpPr>
          <p:nvPr/>
        </p:nvCxnSpPr>
        <p:spPr>
          <a:xfrm>
            <a:off x="9803033" y="1351961"/>
            <a:ext cx="0" cy="55060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844011" y="62222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0215550" y="5916784"/>
            <a:ext cx="0" cy="3054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844011" y="59167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001455" y="5622213"/>
            <a:ext cx="9078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add</a:t>
            </a:r>
          </a:p>
          <a:p>
            <a:pPr algn="ctr"/>
            <a:r>
              <a:rPr lang="en-US" sz="1600" dirty="0" smtClean="0"/>
              <a:t>(like</a:t>
            </a:r>
          </a:p>
          <a:p>
            <a:pPr algn="ctr"/>
            <a:r>
              <a:rPr lang="en-US" sz="1600" dirty="0" smtClean="0"/>
              <a:t>number)</a:t>
            </a:r>
            <a:endParaRPr lang="en-US" sz="1600" dirty="0"/>
          </a:p>
        </p:txBody>
      </p:sp>
      <p:sp>
        <p:nvSpPr>
          <p:cNvPr id="80" name="Rectangle 79"/>
          <p:cNvSpPr/>
          <p:nvPr/>
        </p:nvSpPr>
        <p:spPr>
          <a:xfrm>
            <a:off x="9722828" y="57681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6318578" y="5524889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</a:t>
            </a:r>
            <a:r>
              <a:rPr lang="en-US" sz="1600" dirty="0" smtClean="0"/>
              <a:t>: </a:t>
            </a:r>
            <a:r>
              <a:rPr lang="en-US" sz="1600" dirty="0"/>
              <a:t>check</a:t>
            </a:r>
            <a:r>
              <a:rPr lang="en-US" sz="1600" dirty="0" smtClean="0"/>
              <a:t>(</a:t>
            </a:r>
            <a:r>
              <a:rPr lang="en-US" sz="1600" dirty="0" err="1" smtClean="0"/>
              <a:t>tutorialID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>
            <a:off x="4781264" y="5863443"/>
            <a:ext cx="49415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602830" y="6005603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105" name="Straight Arrow Connector 104"/>
          <p:cNvCxnSpPr/>
          <p:nvPr/>
        </p:nvCxnSpPr>
        <p:spPr>
          <a:xfrm flipH="1">
            <a:off x="748019" y="6571253"/>
            <a:ext cx="393757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8101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8533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763096" y="853373"/>
            <a:ext cx="195787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5837742" y="853373"/>
            <a:ext cx="144045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742031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557970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616252"/>
            <a:ext cx="158044" cy="51063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63174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672168" y="1998342"/>
            <a:ext cx="139404" cy="47242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709189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128177"/>
            <a:ext cx="20448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20" y="3272956"/>
            <a:ext cx="39241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37063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689601" y="1788786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2965179"/>
            <a:ext cx="4325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</a:t>
            </a:r>
            <a:r>
              <a:rPr lang="en-US" sz="1400" dirty="0" smtClean="0"/>
              <a:t>information</a:t>
            </a:r>
            <a:endParaRPr lang="en-US" sz="1400" dirty="0" smtClean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795695" y="3108433"/>
            <a:ext cx="18132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05184" y="2828149"/>
            <a:ext cx="16315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488267" y="2352122"/>
            <a:ext cx="136487" cy="2198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13553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8533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811572" y="2449730"/>
            <a:ext cx="17887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32966" y="212115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6624755" y="2963895"/>
            <a:ext cx="603156" cy="12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7227911" y="260240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6624755" y="2602405"/>
            <a:ext cx="60315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48153" y="2242015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3846939"/>
            <a:ext cx="40124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649398" y="3649793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4770430" y="3988347"/>
            <a:ext cx="17663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35237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250379" y="5266920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8621918" y="49054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250379" y="4905430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514065" y="4620983"/>
            <a:ext cx="103125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 smtClean="0"/>
              <a:t>delete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likeID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tutorialID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userID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4842946" y="4453029"/>
            <a:ext cx="175738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999304" y="4133149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4811572" y="6306809"/>
            <a:ext cx="48335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376490" y="8533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8184414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129196" y="4756840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4827068" y="4832209"/>
            <a:ext cx="33021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60358" y="4507318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 smtClean="0"/>
              <a:t>unlike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4842946" y="5330572"/>
            <a:ext cx="3286250" cy="21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488267" y="499201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711382" y="6230902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</a:t>
            </a:r>
            <a:r>
              <a:rPr lang="en-US" sz="1600" dirty="0" smtClean="0"/>
              <a:t>Display </a:t>
            </a:r>
            <a:r>
              <a:rPr lang="en-US" sz="1600" dirty="0" smtClean="0"/>
              <a:t>like </a:t>
            </a:r>
            <a:r>
              <a:rPr lang="en-US" sz="1600" dirty="0" smtClean="0"/>
              <a:t>sign and </a:t>
            </a:r>
            <a:r>
              <a:rPr lang="en-US" sz="1600" dirty="0" smtClean="0"/>
              <a:t>updated </a:t>
            </a:r>
            <a:r>
              <a:rPr lang="en-US" sz="1600" dirty="0" smtClean="0"/>
              <a:t>like number</a:t>
            </a:r>
            <a:endParaRPr lang="en-US" sz="1600" dirty="0"/>
          </a:p>
        </p:txBody>
      </p:sp>
      <p:sp>
        <p:nvSpPr>
          <p:cNvPr id="73" name="Rectangle 72"/>
          <p:cNvSpPr/>
          <p:nvPr/>
        </p:nvSpPr>
        <p:spPr>
          <a:xfrm>
            <a:off x="9169228" y="840805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r>
              <a:rPr lang="en-US" dirty="0" smtClean="0"/>
              <a:t> </a:t>
            </a:r>
            <a:r>
              <a:rPr lang="en-US" dirty="0"/>
              <a:t>Database</a:t>
            </a:r>
          </a:p>
        </p:txBody>
      </p:sp>
      <p:cxnSp>
        <p:nvCxnSpPr>
          <p:cNvPr id="75" name="Straight Connector 74"/>
          <p:cNvCxnSpPr>
            <a:stCxn id="73" idx="2"/>
          </p:cNvCxnSpPr>
          <p:nvPr/>
        </p:nvCxnSpPr>
        <p:spPr>
          <a:xfrm>
            <a:off x="9803033" y="1351961"/>
            <a:ext cx="0" cy="55060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844011" y="62222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0215550" y="5916784"/>
            <a:ext cx="0" cy="3054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844011" y="59167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001455" y="5532773"/>
            <a:ext cx="90782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de-</a:t>
            </a:r>
          </a:p>
          <a:p>
            <a:pPr algn="ctr"/>
            <a:r>
              <a:rPr lang="en-US" sz="1600" dirty="0" smtClean="0"/>
              <a:t>-</a:t>
            </a:r>
            <a:r>
              <a:rPr lang="en-US" sz="1600" dirty="0" err="1" smtClean="0"/>
              <a:t>lete</a:t>
            </a:r>
            <a:endParaRPr lang="en-US" sz="1600" dirty="0" smtClean="0"/>
          </a:p>
          <a:p>
            <a:pPr algn="ctr"/>
            <a:r>
              <a:rPr lang="en-US" sz="1600" dirty="0" smtClean="0"/>
              <a:t>(like</a:t>
            </a:r>
          </a:p>
          <a:p>
            <a:pPr algn="ctr"/>
            <a:r>
              <a:rPr lang="en-US" sz="1600" dirty="0" smtClean="0"/>
              <a:t>number)</a:t>
            </a:r>
            <a:endParaRPr lang="en-US" sz="1600" dirty="0"/>
          </a:p>
        </p:txBody>
      </p:sp>
      <p:sp>
        <p:nvSpPr>
          <p:cNvPr id="80" name="Rectangle 79"/>
          <p:cNvSpPr/>
          <p:nvPr/>
        </p:nvSpPr>
        <p:spPr>
          <a:xfrm>
            <a:off x="9722828" y="57681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6318578" y="5524889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</a:t>
            </a:r>
            <a:r>
              <a:rPr lang="en-US" sz="1600" dirty="0" smtClean="0"/>
              <a:t>: </a:t>
            </a:r>
            <a:r>
              <a:rPr lang="en-US" sz="1600" dirty="0"/>
              <a:t>check</a:t>
            </a:r>
            <a:r>
              <a:rPr lang="en-US" sz="1600" dirty="0" smtClean="0"/>
              <a:t>(</a:t>
            </a:r>
            <a:r>
              <a:rPr lang="en-US" sz="1600" dirty="0" err="1" smtClean="0"/>
              <a:t>tutorialID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>
            <a:off x="4781264" y="5863443"/>
            <a:ext cx="49415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602830" y="6005603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105" name="Straight Arrow Connector 104"/>
          <p:cNvCxnSpPr/>
          <p:nvPr/>
        </p:nvCxnSpPr>
        <p:spPr>
          <a:xfrm flipH="1">
            <a:off x="748019" y="6571253"/>
            <a:ext cx="393757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754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3286</TotalTime>
  <Words>3749</Words>
  <Application>Microsoft Macintosh PowerPoint</Application>
  <PresentationFormat>Custom</PresentationFormat>
  <Paragraphs>1039</Paragraphs>
  <Slides>46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310</cp:revision>
  <dcterms:created xsi:type="dcterms:W3CDTF">2014-05-25T06:04:56Z</dcterms:created>
  <dcterms:modified xsi:type="dcterms:W3CDTF">2014-10-21T20:13:28Z</dcterms:modified>
</cp:coreProperties>
</file>