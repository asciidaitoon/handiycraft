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311" r:id="rId4"/>
    <p:sldId id="301" r:id="rId5"/>
    <p:sldId id="302" r:id="rId6"/>
    <p:sldId id="268" r:id="rId7"/>
    <p:sldId id="295" r:id="rId8"/>
    <p:sldId id="266" r:id="rId9"/>
    <p:sldId id="296" r:id="rId10"/>
    <p:sldId id="293" r:id="rId11"/>
    <p:sldId id="294" r:id="rId12"/>
    <p:sldId id="269" r:id="rId13"/>
    <p:sldId id="304" r:id="rId14"/>
    <p:sldId id="280" r:id="rId15"/>
    <p:sldId id="305" r:id="rId16"/>
    <p:sldId id="309" r:id="rId17"/>
    <p:sldId id="306" r:id="rId18"/>
    <p:sldId id="307" r:id="rId19"/>
    <p:sldId id="300" r:id="rId20"/>
    <p:sldId id="298" r:id="rId21"/>
    <p:sldId id="310" r:id="rId22"/>
    <p:sldId id="312" r:id="rId23"/>
    <p:sldId id="313" r:id="rId24"/>
    <p:sldId id="314" r:id="rId25"/>
    <p:sldId id="315" r:id="rId26"/>
    <p:sldId id="320" r:id="rId27"/>
    <p:sldId id="321" r:id="rId28"/>
    <p:sldId id="322" r:id="rId29"/>
    <p:sldId id="316" r:id="rId30"/>
    <p:sldId id="319" r:id="rId31"/>
    <p:sldId id="318" r:id="rId32"/>
    <p:sldId id="323" r:id="rId33"/>
    <p:sldId id="324" r:id="rId34"/>
    <p:sldId id="325" r:id="rId35"/>
    <p:sldId id="326" r:id="rId36"/>
    <p:sldId id="327" r:id="rId37"/>
    <p:sldId id="328" r:id="rId38"/>
    <p:sldId id="329" r:id="rId39"/>
  </p:sldIdLst>
  <p:sldSz cx="1079976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CCFF39"/>
    <a:srgbClr val="FF4D7D"/>
    <a:srgbClr val="719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-1472" y="-96"/>
      </p:cViewPr>
      <p:guideLst>
        <p:guide orient="horz" pos="2160"/>
        <p:guide pos="34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printerSettings" Target="printerSettings/printerSettings1.bin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2130426"/>
            <a:ext cx="9179799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19965" y="3886200"/>
            <a:ext cx="755983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000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045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107" y="4406901"/>
            <a:ext cx="9179799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07" y="2906713"/>
            <a:ext cx="9179799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90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9988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9880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914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535113"/>
            <a:ext cx="477177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988" y="2174875"/>
            <a:ext cx="477177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86130" y="1535113"/>
            <a:ext cx="477364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86130" y="2174875"/>
            <a:ext cx="477364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28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3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989" y="273050"/>
            <a:ext cx="355304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2407" y="273051"/>
            <a:ext cx="60373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9989" y="1435101"/>
            <a:ext cx="355304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350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6829" y="4800600"/>
            <a:ext cx="6479858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16829" y="612775"/>
            <a:ext cx="6479858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16829" y="5367338"/>
            <a:ext cx="6479858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09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921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29828" y="274639"/>
            <a:ext cx="2429947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9988" y="274639"/>
            <a:ext cx="7109844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11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9988" y="274638"/>
            <a:ext cx="971978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600201"/>
            <a:ext cx="9719787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988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7F63ED-244D-4346-A15C-DC13E53AAAF7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9919" y="6356351"/>
            <a:ext cx="34199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39830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98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875355" y="127061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Visitor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18152" y="1781769"/>
            <a:ext cx="0" cy="47543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49660" y="1270613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RegisterActivity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7963579" y="127295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Registered User 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942207" y="1781769"/>
            <a:ext cx="0" cy="47543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71503" y="1784115"/>
            <a:ext cx="0" cy="4752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469148" y="127061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12" name="Straight Connector 11"/>
          <p:cNvCxnSpPr>
            <a:stCxn id="11" idx="2"/>
          </p:cNvCxnSpPr>
          <p:nvPr/>
        </p:nvCxnSpPr>
        <p:spPr>
          <a:xfrm>
            <a:off x="3595221" y="1781769"/>
            <a:ext cx="0" cy="47543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448451" y="2026598"/>
            <a:ext cx="122846" cy="36648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513806" y="204208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872506" y="2432657"/>
            <a:ext cx="139402" cy="32587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8698150" y="3687484"/>
            <a:ext cx="139402" cy="9599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518152" y="2119534"/>
            <a:ext cx="19956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53208" y="250677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1448451" y="3544629"/>
            <a:ext cx="44240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8809064" y="437342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9551023" y="3906421"/>
            <a:ext cx="0" cy="46700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8809064" y="39248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587855" y="482183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879104" y="1780980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890194" y="217899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6" name="TextBox 45"/>
          <p:cNvSpPr txBox="1"/>
          <p:nvPr/>
        </p:nvSpPr>
        <p:spPr>
          <a:xfrm>
            <a:off x="2351879" y="3217791"/>
            <a:ext cx="33113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(profile picture, username, password,</a:t>
            </a:r>
          </a:p>
          <a:p>
            <a:pPr algn="ctr"/>
            <a:r>
              <a:rPr lang="en-US" sz="1600" dirty="0" smtClean="0"/>
              <a:t> re-password, email)</a:t>
            </a:r>
            <a:endParaRPr lang="en-US" sz="1600" dirty="0"/>
          </a:p>
        </p:txBody>
      </p:sp>
      <p:sp>
        <p:nvSpPr>
          <p:cNvPr id="47" name="TextBox 46"/>
          <p:cNvSpPr txBox="1"/>
          <p:nvPr/>
        </p:nvSpPr>
        <p:spPr>
          <a:xfrm>
            <a:off x="8806574" y="3586820"/>
            <a:ext cx="18363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</a:t>
            </a:r>
            <a:r>
              <a:rPr lang="en-US" sz="1600" dirty="0" err="1" smtClean="0"/>
              <a:t>checkValidation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613376" y="4256262"/>
            <a:ext cx="244219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Display successful message</a:t>
            </a:r>
            <a:endParaRPr lang="en-US" sz="1600" dirty="0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526" y="237437"/>
            <a:ext cx="1199252" cy="1199252"/>
          </a:xfrm>
          <a:prstGeom prst="rect">
            <a:avLst/>
          </a:prstGeom>
        </p:spPr>
      </p:pic>
      <p:cxnSp>
        <p:nvCxnSpPr>
          <p:cNvPr id="38" name="Straight Arrow Connector 37"/>
          <p:cNvCxnSpPr/>
          <p:nvPr/>
        </p:nvCxnSpPr>
        <p:spPr>
          <a:xfrm flipH="1">
            <a:off x="1571297" y="2941458"/>
            <a:ext cx="43012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300504" y="2599712"/>
            <a:ext cx="24247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registration form</a:t>
            </a:r>
            <a:endParaRPr lang="en-US" sz="1600" dirty="0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011908" y="3789050"/>
            <a:ext cx="268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011908" y="4504916"/>
            <a:ext cx="268624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468702" y="4166362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7: Return result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6112899" y="2993703"/>
            <a:ext cx="256542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addData</a:t>
            </a:r>
            <a:endParaRPr lang="en-US" sz="1600" dirty="0" smtClean="0"/>
          </a:p>
          <a:p>
            <a:pPr algn="ctr"/>
            <a:r>
              <a:rPr lang="en-US" sz="1600" dirty="0" smtClean="0"/>
              <a:t>(username</a:t>
            </a:r>
            <a:r>
              <a:rPr lang="en-US" sz="1600" dirty="0"/>
              <a:t>, </a:t>
            </a:r>
            <a:r>
              <a:rPr lang="en-US" sz="1600" dirty="0" smtClean="0"/>
              <a:t>Password, </a:t>
            </a:r>
            <a:endParaRPr lang="th-TH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-password, </a:t>
            </a:r>
            <a:r>
              <a:rPr lang="en-US" sz="1600" dirty="0" smtClean="0"/>
              <a:t>email)</a:t>
            </a:r>
            <a:r>
              <a:rPr lang="th-TH" sz="1600" dirty="0" smtClean="0"/>
              <a:t/>
            </a:r>
            <a:br>
              <a:rPr lang="th-TH" sz="1600" dirty="0" smtClean="0"/>
            </a:br>
            <a:r>
              <a:rPr lang="en-US" sz="1600" dirty="0" smtClean="0"/>
              <a:t>5: </a:t>
            </a:r>
            <a:r>
              <a:rPr lang="en-US" sz="1600" dirty="0" err="1" smtClean="0"/>
              <a:t>uploadFile</a:t>
            </a:r>
            <a:r>
              <a:rPr lang="en-US" sz="1600" dirty="0" smtClean="0"/>
              <a:t>(profile picture)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1571297" y="5554591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614095" y="497416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038198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630" y="109284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9427" y="1604004"/>
            <a:ext cx="0" cy="49682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63645" y="1059935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LoginActivity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8361221" y="1053174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7256192" y="1571091"/>
            <a:ext cx="0" cy="500115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69145" y="1564330"/>
            <a:ext cx="10798" cy="50079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9725" y="2014478"/>
            <a:ext cx="150119" cy="420852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504702" y="202996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186491" y="2350816"/>
            <a:ext cx="139402" cy="3872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17987" y="3626451"/>
            <a:ext cx="139402" cy="11664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59844" y="2107414"/>
            <a:ext cx="17448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44104" y="2494652"/>
            <a:ext cx="45423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679427" y="3408852"/>
            <a:ext cx="65070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9228901" y="438892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9970860" y="3903517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9228901" y="390351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325893" y="4642817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0000" y="1768860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881090" y="216687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6" name="TextBox 45"/>
          <p:cNvSpPr txBox="1"/>
          <p:nvPr/>
        </p:nvSpPr>
        <p:spPr>
          <a:xfrm>
            <a:off x="2548148" y="3089836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484978" y="4316838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040989" y="4996441"/>
            <a:ext cx="226168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488988" y="4655392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4927354" y="4903321"/>
            <a:ext cx="153645" cy="58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9" y="62183"/>
            <a:ext cx="1199252" cy="1199252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462211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48" name="Straight Connector 47"/>
          <p:cNvCxnSpPr>
            <a:stCxn id="37" idx="2"/>
          </p:cNvCxnSpPr>
          <p:nvPr/>
        </p:nvCxnSpPr>
        <p:spPr>
          <a:xfrm flipH="1">
            <a:off x="2555718" y="1571074"/>
            <a:ext cx="32566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759844" y="2970028"/>
            <a:ext cx="64266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49756" y="2628282"/>
            <a:ext cx="19115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log in form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>
            <a:off x="7325893" y="3726388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3878105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54" name="Straight Connector 53"/>
          <p:cNvCxnSpPr>
            <a:stCxn id="53" idx="2"/>
          </p:cNvCxnSpPr>
          <p:nvPr/>
        </p:nvCxnSpPr>
        <p:spPr>
          <a:xfrm>
            <a:off x="5004178" y="1571074"/>
            <a:ext cx="0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179943" y="4439645"/>
            <a:ext cx="16298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</a:t>
            </a:r>
            <a:r>
              <a:rPr lang="en-US" sz="1400" dirty="0" err="1" smtClean="0"/>
              <a:t>checkValidation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7392154" y="3403020"/>
            <a:ext cx="183666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log in (username, </a:t>
            </a:r>
          </a:p>
          <a:p>
            <a:pPr algn="ctr"/>
            <a:r>
              <a:rPr lang="en-US" sz="1600" dirty="0" smtClean="0"/>
              <a:t> password)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 flipH="1">
            <a:off x="721217" y="533299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746738" y="4767422"/>
            <a:ext cx="240983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Return blogger home page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04660" y="6065751"/>
            <a:ext cx="648183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747457" y="548532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9909245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/>
        </p:nvCxnSpPr>
        <p:spPr>
          <a:xfrm>
            <a:off x="679427" y="1604004"/>
            <a:ext cx="0" cy="49682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63645" y="1059935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LoginActivity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8361221" y="1053174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7256192" y="1571091"/>
            <a:ext cx="0" cy="500115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69145" y="1564330"/>
            <a:ext cx="10798" cy="50079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9725" y="2014478"/>
            <a:ext cx="150119" cy="420852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504702" y="202996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186491" y="2350816"/>
            <a:ext cx="139402" cy="3872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17987" y="3626451"/>
            <a:ext cx="139402" cy="11664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59844" y="2107414"/>
            <a:ext cx="17448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44104" y="2494652"/>
            <a:ext cx="45423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679427" y="3408852"/>
            <a:ext cx="65070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9228901" y="438892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9970860" y="3903517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9228901" y="390351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325893" y="4642817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0000" y="1768860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881090" y="216687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6" name="TextBox 45"/>
          <p:cNvSpPr txBox="1"/>
          <p:nvPr/>
        </p:nvSpPr>
        <p:spPr>
          <a:xfrm>
            <a:off x="2548148" y="3089836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484978" y="4316838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040989" y="4996441"/>
            <a:ext cx="226168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488988" y="4655392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4927354" y="4903321"/>
            <a:ext cx="153645" cy="58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9" y="62183"/>
            <a:ext cx="1199252" cy="1199252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462211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48" name="Straight Connector 47"/>
          <p:cNvCxnSpPr>
            <a:stCxn id="37" idx="2"/>
          </p:cNvCxnSpPr>
          <p:nvPr/>
        </p:nvCxnSpPr>
        <p:spPr>
          <a:xfrm flipH="1">
            <a:off x="2555718" y="1571074"/>
            <a:ext cx="32566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759844" y="2970028"/>
            <a:ext cx="64266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49756" y="2628282"/>
            <a:ext cx="19115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log in form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>
            <a:off x="7325893" y="3726388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5004178" y="1571074"/>
            <a:ext cx="0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179943" y="4439645"/>
            <a:ext cx="16298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</a:t>
            </a:r>
            <a:r>
              <a:rPr lang="en-US" sz="1400" dirty="0" err="1" smtClean="0"/>
              <a:t>checkValidation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7392154" y="3403020"/>
            <a:ext cx="183666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log in (username, </a:t>
            </a:r>
          </a:p>
          <a:p>
            <a:pPr algn="ctr"/>
            <a:r>
              <a:rPr lang="en-US" sz="1600" dirty="0" smtClean="0"/>
              <a:t> password)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 flipH="1">
            <a:off x="721217" y="533299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746738" y="4767422"/>
            <a:ext cx="276289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Return shopkeeper home page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04660" y="6065751"/>
            <a:ext cx="648183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747457" y="548532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  <p:sp>
        <p:nvSpPr>
          <p:cNvPr id="41" name="Rectangle 40"/>
          <p:cNvSpPr/>
          <p:nvPr/>
        </p:nvSpPr>
        <p:spPr>
          <a:xfrm>
            <a:off x="3878105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sp>
        <p:nvSpPr>
          <p:cNvPr id="42" name="Rectangle 41"/>
          <p:cNvSpPr/>
          <p:nvPr/>
        </p:nvSpPr>
        <p:spPr>
          <a:xfrm>
            <a:off x="36630" y="109284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40854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0217" y="19954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803014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493188" y="1995438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LogOutActivity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8485735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733313" y="2917069"/>
            <a:ext cx="139402" cy="21995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057334" y="29325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416034" y="3286320"/>
            <a:ext cx="139402" cy="14844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872715" y="3010004"/>
            <a:ext cx="41846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6196736" y="339724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905282" y="266099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6433722" y="306946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3784493" y="4625209"/>
            <a:ext cx="4631542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037980" y="4717870"/>
            <a:ext cx="152127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Return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8555436" y="43975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9297395" y="3636090"/>
            <a:ext cx="0" cy="7614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8555436" y="36360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17" y="964818"/>
            <a:ext cx="1199252" cy="119925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09416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28" name="Straight Connector 27"/>
          <p:cNvCxnSpPr>
            <a:stCxn id="24" idx="2"/>
          </p:cNvCxnSpPr>
          <p:nvPr/>
        </p:nvCxnSpPr>
        <p:spPr>
          <a:xfrm>
            <a:off x="6135489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55436" y="3305415"/>
            <a:ext cx="18539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session_destroy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0" name="Rectangle 29"/>
          <p:cNvSpPr/>
          <p:nvPr/>
        </p:nvSpPr>
        <p:spPr>
          <a:xfrm>
            <a:off x="2588719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1" name="Straight Connector 30"/>
          <p:cNvCxnSpPr>
            <a:stCxn id="30" idx="2"/>
          </p:cNvCxnSpPr>
          <p:nvPr/>
        </p:nvCxnSpPr>
        <p:spPr>
          <a:xfrm>
            <a:off x="3714792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645091" y="45589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774811" y="429422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872715" y="5040934"/>
            <a:ext cx="19117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39987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0217" y="19954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803014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493188" y="1995438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LogOutActivity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8485735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733313" y="2917069"/>
            <a:ext cx="139402" cy="21995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057334" y="29325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416034" y="3286320"/>
            <a:ext cx="139402" cy="14844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872715" y="3010004"/>
            <a:ext cx="41846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6196736" y="339724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905282" y="266099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6433722" y="306946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8555436" y="43975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9297395" y="3636090"/>
            <a:ext cx="0" cy="7614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8555436" y="36360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17" y="964818"/>
            <a:ext cx="1199252" cy="119925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09416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28" name="Straight Connector 27"/>
          <p:cNvCxnSpPr>
            <a:stCxn id="24" idx="2"/>
          </p:cNvCxnSpPr>
          <p:nvPr/>
        </p:nvCxnSpPr>
        <p:spPr>
          <a:xfrm>
            <a:off x="6135489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2588719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1" name="Straight Connector 30"/>
          <p:cNvCxnSpPr>
            <a:stCxn id="30" idx="2"/>
          </p:cNvCxnSpPr>
          <p:nvPr/>
        </p:nvCxnSpPr>
        <p:spPr>
          <a:xfrm>
            <a:off x="3714792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645091" y="45589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774811" y="429422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872715" y="5040934"/>
            <a:ext cx="19117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555436" y="3305415"/>
            <a:ext cx="18539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session_destroy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037980" y="4717870"/>
            <a:ext cx="152127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Return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cxnSp>
        <p:nvCxnSpPr>
          <p:cNvPr id="29" name="Straight Arrow Connector 28"/>
          <p:cNvCxnSpPr/>
          <p:nvPr/>
        </p:nvCxnSpPr>
        <p:spPr>
          <a:xfrm flipH="1">
            <a:off x="3784493" y="4625209"/>
            <a:ext cx="4631542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656366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2714" y="13189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5511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3189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6617009" y="1830097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404635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5809" y="2095897"/>
            <a:ext cx="139403" cy="24681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644379" y="2111386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547309" y="2542599"/>
            <a:ext cx="139402" cy="202140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65212" y="2219212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783781" y="2586849"/>
            <a:ext cx="2763527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915002" y="1909389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280935" y="22590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5490316" y="1318941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999564"/>
            <a:ext cx="139403" cy="9382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665212" y="4397727"/>
            <a:ext cx="495179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23425" y="4062787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6617010" y="3110998"/>
            <a:ext cx="27179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705471" y="3526492"/>
            <a:ext cx="26910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686710" y="3849556"/>
            <a:ext cx="264822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885" y="29002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2593401" y="131683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719474" y="1827989"/>
            <a:ext cx="0" cy="30642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288894" y="2750978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2286147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2714" y="13189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5511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3189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6617009" y="1830097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404635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5809" y="2095897"/>
            <a:ext cx="139403" cy="24681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644379" y="2111386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547309" y="2542599"/>
            <a:ext cx="139402" cy="202140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65212" y="2219212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783781" y="2586849"/>
            <a:ext cx="2763527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915002" y="1909389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280935" y="22590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5490316" y="1318941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999564"/>
            <a:ext cx="139403" cy="9382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665212" y="4397727"/>
            <a:ext cx="495179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6617010" y="3110998"/>
            <a:ext cx="27179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812170" y="3526492"/>
            <a:ext cx="247766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shops)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686710" y="3849556"/>
            <a:ext cx="264822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885" y="29002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2593401" y="131683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719474" y="1827989"/>
            <a:ext cx="0" cy="30642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783781" y="4075769"/>
            <a:ext cx="24776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/>
              <a:t>(profile picture, username, </a:t>
            </a:r>
          </a:p>
          <a:p>
            <a:pPr algn="ctr"/>
            <a:r>
              <a:rPr lang="en-US" sz="1600" dirty="0"/>
              <a:t>email, list of created shops)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8894" y="2750978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948845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39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3136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53192" y="11298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367987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853370" y="1641029"/>
            <a:ext cx="7746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3434" y="1906829"/>
            <a:ext cx="139404" cy="3507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02004" y="1922318"/>
            <a:ext cx="139402" cy="41484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298285" y="2353531"/>
            <a:ext cx="139403" cy="3060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2837" y="2030144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41406" y="2255448"/>
            <a:ext cx="19901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2627" y="172032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900577" y="1938622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773922" y="316368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Input information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21839" y="1129873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22837" y="3470935"/>
            <a:ext cx="65754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7410533" y="4035464"/>
            <a:ext cx="23808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791415" y="3986901"/>
            <a:ext cx="129458" cy="82252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437688" y="4721223"/>
            <a:ext cx="235372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494753" y="441362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22837" y="5151476"/>
            <a:ext cx="658463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782914" y="4829634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result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4349" y="2679048"/>
            <a:ext cx="23757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edit profile form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722838" y="2983249"/>
            <a:ext cx="6645149" cy="1671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7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647849" y="112147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>
            <a:off x="2773922" y="1632629"/>
            <a:ext cx="0" cy="42418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4884349" y="1616285"/>
            <a:ext cx="16925" cy="42582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234730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4831572" y="2154330"/>
            <a:ext cx="139402" cy="43062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173198" y="217330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>
            <a:off x="4938694" y="2489108"/>
            <a:ext cx="235959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920872" y="463869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 flipV="1">
            <a:off x="10662831" y="415328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920872" y="41532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837884" y="468550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47" name="TextBox 46"/>
          <p:cNvSpPr txBox="1"/>
          <p:nvPr/>
        </p:nvSpPr>
        <p:spPr>
          <a:xfrm>
            <a:off x="7494753" y="3712096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endParaRPr lang="en-US" sz="1600" dirty="0" smtClean="0"/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30623144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39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3136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53192" y="11298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367987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853370" y="1641029"/>
            <a:ext cx="7746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3434" y="1906829"/>
            <a:ext cx="139404" cy="3507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02004" y="1922318"/>
            <a:ext cx="139402" cy="41484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298285" y="2353531"/>
            <a:ext cx="139403" cy="3060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2837" y="2030144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41406" y="2255448"/>
            <a:ext cx="19901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2627" y="172032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900577" y="1938622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5921839" y="1129873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22837" y="3470935"/>
            <a:ext cx="65754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7410533" y="4035464"/>
            <a:ext cx="23808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791415" y="3986901"/>
            <a:ext cx="129458" cy="82252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437688" y="4721223"/>
            <a:ext cx="235372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494753" y="441362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22837" y="5151476"/>
            <a:ext cx="658463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782916" y="4845124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4349" y="2679048"/>
            <a:ext cx="23757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edit profile form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722838" y="2983249"/>
            <a:ext cx="6645149" cy="1671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7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647849" y="112147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>
            <a:off x="2773922" y="1632629"/>
            <a:ext cx="0" cy="42418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4884349" y="1616285"/>
            <a:ext cx="16925" cy="42582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234730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4831572" y="2154330"/>
            <a:ext cx="139402" cy="43062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173198" y="217330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>
            <a:off x="4938694" y="2489108"/>
            <a:ext cx="235959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920872" y="463869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 flipV="1">
            <a:off x="10662831" y="415328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920872" y="41532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837884" y="468550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50" name="TextBox 49"/>
          <p:cNvSpPr txBox="1"/>
          <p:nvPr/>
        </p:nvSpPr>
        <p:spPr>
          <a:xfrm>
            <a:off x="2773922" y="316368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Input information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4753" y="3712096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endParaRPr lang="en-US" sz="1600" dirty="0" smtClean="0"/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184188071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2268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5065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50" y="1121473"/>
            <a:ext cx="1615847" cy="5195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750188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28" y="1641029"/>
            <a:ext cx="7746" cy="4739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5363" y="1906828"/>
            <a:ext cx="139403" cy="416172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150566" y="190121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680486" y="2590141"/>
            <a:ext cx="139403" cy="4600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4766" y="2030144"/>
            <a:ext cx="14258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24605" y="2364095"/>
            <a:ext cx="15045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79985" y="1701916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384914" y="2033375"/>
            <a:ext cx="98957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</a:t>
            </a:r>
            <a:endParaRPr lang="en-US" sz="1600" dirty="0" smtClean="0"/>
          </a:p>
          <a:p>
            <a:r>
              <a:rPr lang="en-US" sz="1600" dirty="0" smtClean="0"/>
              <a:t>Listener()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494395" y="1129873"/>
            <a:ext cx="237218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55065" y="4073889"/>
            <a:ext cx="730557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59226" y="4345371"/>
            <a:ext cx="139403" cy="13350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731782" y="2973923"/>
            <a:ext cx="222885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356989" y="1129873"/>
            <a:ext cx="17352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 flipH="1">
            <a:off x="2220267" y="1641029"/>
            <a:ext cx="4338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8030340" y="1632629"/>
            <a:ext cx="0" cy="51772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924915" y="1129873"/>
            <a:ext cx="216768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ChangePassword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3798889" y="1616285"/>
            <a:ext cx="1" cy="47722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132347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3729188" y="2282909"/>
            <a:ext cx="139402" cy="47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/>
          <p:cNvCxnSpPr/>
          <p:nvPr/>
        </p:nvCxnSpPr>
        <p:spPr>
          <a:xfrm>
            <a:off x="3798890" y="2691665"/>
            <a:ext cx="189839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816528" y="2350161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65" name="Rectangle 64"/>
          <p:cNvSpPr/>
          <p:nvPr/>
        </p:nvSpPr>
        <p:spPr>
          <a:xfrm>
            <a:off x="7960639" y="2902976"/>
            <a:ext cx="139402" cy="3165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6034988" y="262528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724766" y="3488866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410659" y="3156044"/>
            <a:ext cx="2904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change password form</a:t>
            </a:r>
            <a:endParaRPr lang="en-US" sz="1600" dirty="0"/>
          </a:p>
        </p:txBody>
      </p:sp>
      <p:sp>
        <p:nvSpPr>
          <p:cNvPr id="72" name="TextBox 71"/>
          <p:cNvSpPr txBox="1"/>
          <p:nvPr/>
        </p:nvSpPr>
        <p:spPr>
          <a:xfrm>
            <a:off x="1703862" y="3730817"/>
            <a:ext cx="461165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Input 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new password, re-new password) </a:t>
            </a:r>
            <a:endParaRPr lang="en-US" sz="1600" dirty="0"/>
          </a:p>
        </p:txBody>
      </p:sp>
      <p:cxnSp>
        <p:nvCxnSpPr>
          <p:cNvPr id="75" name="Straight Arrow Connector 74"/>
          <p:cNvCxnSpPr/>
          <p:nvPr/>
        </p:nvCxnSpPr>
        <p:spPr>
          <a:xfrm>
            <a:off x="8100041" y="4467051"/>
            <a:ext cx="175918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998629" y="5129269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 flipV="1">
            <a:off x="10740588" y="4643860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998629" y="4643859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 flipH="1">
            <a:off x="8100041" y="5594523"/>
            <a:ext cx="184567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136944" y="525824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(current password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new password, </a:t>
            </a:r>
            <a:endParaRPr lang="en-US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-new password) </a:t>
            </a:r>
          </a:p>
        </p:txBody>
      </p:sp>
      <p:cxnSp>
        <p:nvCxnSpPr>
          <p:cNvPr id="82" name="Straight Arrow Connector 81"/>
          <p:cNvCxnSpPr/>
          <p:nvPr/>
        </p:nvCxnSpPr>
        <p:spPr>
          <a:xfrm flipH="1">
            <a:off x="759616" y="5877421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760064" y="5549751"/>
            <a:ext cx="493451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current password, new password, re-new password)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90204" y="415249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8: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51" name="TextBox 50"/>
          <p:cNvSpPr txBox="1"/>
          <p:nvPr/>
        </p:nvSpPr>
        <p:spPr>
          <a:xfrm>
            <a:off x="8072120" y="388197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</a:t>
            </a:r>
          </a:p>
          <a:p>
            <a:pPr algn="ctr"/>
            <a:r>
              <a:rPr lang="en-US" sz="1600" dirty="0" smtClean="0"/>
              <a:t>new password, </a:t>
            </a:r>
          </a:p>
          <a:p>
            <a:pPr algn="ctr"/>
            <a:r>
              <a:rPr lang="en-US" sz="1600" dirty="0" smtClean="0"/>
              <a:t>re-new password)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5990372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2268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5065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50" y="1121473"/>
            <a:ext cx="1615847" cy="5195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750188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28" y="1641029"/>
            <a:ext cx="7746" cy="4739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5363" y="1906828"/>
            <a:ext cx="139403" cy="416172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150566" y="190121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680486" y="2590141"/>
            <a:ext cx="139403" cy="4600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4766" y="2030144"/>
            <a:ext cx="14258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24605" y="2364095"/>
            <a:ext cx="15045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79985" y="1701916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384914" y="2033375"/>
            <a:ext cx="98957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</a:t>
            </a:r>
            <a:endParaRPr lang="en-US" sz="1600" dirty="0" smtClean="0"/>
          </a:p>
          <a:p>
            <a:r>
              <a:rPr lang="en-US" sz="1600" dirty="0" smtClean="0"/>
              <a:t>Listener()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494395" y="1129873"/>
            <a:ext cx="237218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55065" y="4073889"/>
            <a:ext cx="730557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59226" y="4345371"/>
            <a:ext cx="139403" cy="13350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731782" y="2973923"/>
            <a:ext cx="222885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356989" y="1129873"/>
            <a:ext cx="17352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 flipH="1">
            <a:off x="2220267" y="1641029"/>
            <a:ext cx="4338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8030340" y="1632629"/>
            <a:ext cx="0" cy="51772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924915" y="1129873"/>
            <a:ext cx="216768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ChangePassword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3798889" y="1616285"/>
            <a:ext cx="1" cy="47722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132347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3729188" y="2282909"/>
            <a:ext cx="139402" cy="47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/>
          <p:cNvCxnSpPr/>
          <p:nvPr/>
        </p:nvCxnSpPr>
        <p:spPr>
          <a:xfrm>
            <a:off x="3798890" y="2691665"/>
            <a:ext cx="189839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816528" y="2350161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65" name="Rectangle 64"/>
          <p:cNvSpPr/>
          <p:nvPr/>
        </p:nvSpPr>
        <p:spPr>
          <a:xfrm>
            <a:off x="7960639" y="2902976"/>
            <a:ext cx="139402" cy="3165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6034988" y="262528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724766" y="3488866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410659" y="3156044"/>
            <a:ext cx="2904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change password form</a:t>
            </a:r>
            <a:endParaRPr lang="en-US" sz="1600" dirty="0"/>
          </a:p>
        </p:txBody>
      </p:sp>
      <p:cxnSp>
        <p:nvCxnSpPr>
          <p:cNvPr id="75" name="Straight Arrow Connector 74"/>
          <p:cNvCxnSpPr/>
          <p:nvPr/>
        </p:nvCxnSpPr>
        <p:spPr>
          <a:xfrm>
            <a:off x="8100041" y="4467051"/>
            <a:ext cx="175918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998629" y="5129269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 flipV="1">
            <a:off x="10740588" y="4643860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998629" y="4643859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 flipH="1">
            <a:off x="8100041" y="5594523"/>
            <a:ext cx="184567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59616" y="5877421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136944" y="525824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(current password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new password, </a:t>
            </a:r>
            <a:endParaRPr lang="en-US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-new password)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0204" y="415249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8: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57" name="TextBox 56"/>
          <p:cNvSpPr txBox="1"/>
          <p:nvPr/>
        </p:nvSpPr>
        <p:spPr>
          <a:xfrm>
            <a:off x="1703862" y="3730817"/>
            <a:ext cx="461165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Input 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new password, re-new password) </a:t>
            </a:r>
            <a:endParaRPr lang="en-US" sz="1600" dirty="0"/>
          </a:p>
        </p:txBody>
      </p:sp>
      <p:sp>
        <p:nvSpPr>
          <p:cNvPr id="59" name="TextBox 58"/>
          <p:cNvSpPr txBox="1"/>
          <p:nvPr/>
        </p:nvSpPr>
        <p:spPr>
          <a:xfrm>
            <a:off x="8072120" y="388197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</a:t>
            </a:r>
          </a:p>
          <a:p>
            <a:pPr algn="ctr"/>
            <a:r>
              <a:rPr lang="en-US" sz="1600" dirty="0" smtClean="0"/>
              <a:t>new password, </a:t>
            </a:r>
          </a:p>
          <a:p>
            <a:pPr algn="ctr"/>
            <a:r>
              <a:rPr lang="en-US" sz="1600" dirty="0" smtClean="0"/>
              <a:t>re-new password) </a:t>
            </a:r>
            <a:endParaRPr lang="en-US" sz="1600" dirty="0"/>
          </a:p>
        </p:txBody>
      </p:sp>
      <p:sp>
        <p:nvSpPr>
          <p:cNvPr id="60" name="TextBox 59"/>
          <p:cNvSpPr txBox="1"/>
          <p:nvPr/>
        </p:nvSpPr>
        <p:spPr>
          <a:xfrm>
            <a:off x="1760064" y="5549751"/>
            <a:ext cx="493451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current password, new password, re-new password) </a:t>
            </a:r>
          </a:p>
        </p:txBody>
      </p:sp>
    </p:spTree>
    <p:extLst>
      <p:ext uri="{BB962C8B-B14F-4D97-AF65-F5344CB8AC3E}">
        <p14:creationId xmlns:p14="http://schemas.microsoft.com/office/powerpoint/2010/main" val="152928070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4174" y="96769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06971" y="1478851"/>
            <a:ext cx="0" cy="51054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74" y="97330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566849" y="1484463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52" y="1484463"/>
            <a:ext cx="7746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7269" y="1775631"/>
            <a:ext cx="139403" cy="46753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844882" y="1765752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497146" y="2196963"/>
            <a:ext cx="139403" cy="3821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76672" y="1867340"/>
            <a:ext cx="406821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4984284" y="2251994"/>
            <a:ext cx="251286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77016" y="153891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5230773" y="191344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6120700" y="973307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721231" y="3867939"/>
            <a:ext cx="677842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66996" y="2421579"/>
            <a:ext cx="139403" cy="25588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636549" y="4884450"/>
            <a:ext cx="2230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853621" y="4563713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76672" y="5197279"/>
            <a:ext cx="67784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596260" y="4866686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confirmation message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7636549" y="2533014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709134" y="2779340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7636549" y="3101182"/>
            <a:ext cx="22304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3" y="-55764"/>
            <a:ext cx="1199252" cy="119925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79847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0" name="Straight Connector 29"/>
          <p:cNvCxnSpPr>
            <a:stCxn id="29" idx="2"/>
          </p:cNvCxnSpPr>
          <p:nvPr/>
        </p:nvCxnSpPr>
        <p:spPr>
          <a:xfrm>
            <a:off x="492454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44079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2" idx="2"/>
          </p:cNvCxnSpPr>
          <p:nvPr/>
        </p:nvCxnSpPr>
        <p:spPr>
          <a:xfrm>
            <a:off x="256686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706971" y="5556597"/>
            <a:ext cx="6790175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490442" y="5944421"/>
            <a:ext cx="139402" cy="475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2905030" y="5237513"/>
            <a:ext cx="1163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Confirm</a:t>
            </a:r>
            <a:endParaRPr lang="en-US" sz="1600" dirty="0"/>
          </a:p>
        </p:txBody>
      </p:sp>
      <p:cxnSp>
        <p:nvCxnSpPr>
          <p:cNvPr id="65" name="Straight Arrow Connector 64"/>
          <p:cNvCxnSpPr/>
          <p:nvPr/>
        </p:nvCxnSpPr>
        <p:spPr>
          <a:xfrm flipH="1">
            <a:off x="2613133" y="6008114"/>
            <a:ext cx="487226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222835" y="5669560"/>
            <a:ext cx="15871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776672" y="6349837"/>
            <a:ext cx="17901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7216" y="6015567"/>
            <a:ext cx="165552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</a:t>
            </a:r>
            <a:r>
              <a:rPr lang="en-US" sz="1600" dirty="0"/>
              <a:t>3</a:t>
            </a:r>
            <a:r>
              <a:rPr lang="en-US" sz="1600" dirty="0" smtClean="0"/>
              <a:t>: Display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8018982" y="2201129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9992421" y="468732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H="1" flipV="1">
            <a:off x="10734380" y="420191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>
            <a:off x="9992421" y="420191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87676" y="4687322"/>
            <a:ext cx="105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blogger’s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2596260" y="3529385"/>
            <a:ext cx="2357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delete account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>
            <a:off x="7636549" y="4062502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140662" y="3730617"/>
            <a:ext cx="10442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delete()</a:t>
            </a:r>
            <a:endParaRPr lang="en-US" sz="1600" dirty="0"/>
          </a:p>
        </p:txBody>
      </p:sp>
      <p:cxnSp>
        <p:nvCxnSpPr>
          <p:cNvPr id="50" name="Straight Arrow Connector 49"/>
          <p:cNvCxnSpPr/>
          <p:nvPr/>
        </p:nvCxnSpPr>
        <p:spPr>
          <a:xfrm flipH="1">
            <a:off x="776672" y="3405783"/>
            <a:ext cx="67087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429621" y="3044236"/>
            <a:ext cx="3691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result 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19576761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4174" y="96769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06971" y="1478851"/>
            <a:ext cx="0" cy="51054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74" y="97330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566849" y="1484463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52" y="1484463"/>
            <a:ext cx="7746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7269" y="1775631"/>
            <a:ext cx="139403" cy="46753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844882" y="1765752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497146" y="2196963"/>
            <a:ext cx="139403" cy="3821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76672" y="1867340"/>
            <a:ext cx="406821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4984284" y="2251994"/>
            <a:ext cx="251286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77016" y="153891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5230773" y="191344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6120700" y="973307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721231" y="3830591"/>
            <a:ext cx="677842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66996" y="2421579"/>
            <a:ext cx="139403" cy="25588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636549" y="4884450"/>
            <a:ext cx="2230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853621" y="4563713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76672" y="5197279"/>
            <a:ext cx="67784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596260" y="4866686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confirmation message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7636549" y="2533014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709134" y="2779340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7636549" y="3101182"/>
            <a:ext cx="22304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3" y="-55764"/>
            <a:ext cx="1199252" cy="119925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79847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30" name="Straight Connector 29"/>
          <p:cNvCxnSpPr>
            <a:stCxn id="29" idx="2"/>
          </p:cNvCxnSpPr>
          <p:nvPr/>
        </p:nvCxnSpPr>
        <p:spPr>
          <a:xfrm>
            <a:off x="492454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44079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2" idx="2"/>
          </p:cNvCxnSpPr>
          <p:nvPr/>
        </p:nvCxnSpPr>
        <p:spPr>
          <a:xfrm>
            <a:off x="256686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706971" y="5556597"/>
            <a:ext cx="6790175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490442" y="5944421"/>
            <a:ext cx="139402" cy="475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2905030" y="5237513"/>
            <a:ext cx="1163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Confirm</a:t>
            </a:r>
            <a:endParaRPr lang="en-US" sz="1600" dirty="0"/>
          </a:p>
        </p:txBody>
      </p:sp>
      <p:cxnSp>
        <p:nvCxnSpPr>
          <p:cNvPr id="65" name="Straight Arrow Connector 64"/>
          <p:cNvCxnSpPr/>
          <p:nvPr/>
        </p:nvCxnSpPr>
        <p:spPr>
          <a:xfrm flipH="1">
            <a:off x="2613133" y="6008114"/>
            <a:ext cx="487226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222835" y="5669560"/>
            <a:ext cx="15871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776672" y="6349837"/>
            <a:ext cx="17901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7216" y="6015567"/>
            <a:ext cx="165552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</a:t>
            </a:r>
            <a:r>
              <a:rPr lang="en-US" sz="1600" dirty="0"/>
              <a:t>3</a:t>
            </a:r>
            <a:r>
              <a:rPr lang="en-US" sz="1600" dirty="0" smtClean="0"/>
              <a:t>: Display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8018982" y="2201129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9992421" y="468732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H="1" flipV="1">
            <a:off x="10734380" y="420191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>
            <a:off x="9992421" y="420191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87676" y="4687322"/>
            <a:ext cx="105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blogger’s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2596260" y="3492037"/>
            <a:ext cx="2357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delete account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>
            <a:off x="7636549" y="4062502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140662" y="3730617"/>
            <a:ext cx="10442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delete()</a:t>
            </a:r>
            <a:endParaRPr lang="en-US" sz="1600" dirty="0"/>
          </a:p>
        </p:txBody>
      </p:sp>
      <p:cxnSp>
        <p:nvCxnSpPr>
          <p:cNvPr id="50" name="Straight Arrow Connector 49"/>
          <p:cNvCxnSpPr/>
          <p:nvPr/>
        </p:nvCxnSpPr>
        <p:spPr>
          <a:xfrm flipH="1">
            <a:off x="776672" y="3349761"/>
            <a:ext cx="67087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429621" y="2988214"/>
            <a:ext cx="3691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result 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20058702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TutorialRandomActivity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4962525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206067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76068" y="4749479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</a:t>
            </a:r>
            <a:r>
              <a:rPr lang="en-US" sz="1600" dirty="0" smtClean="0"/>
              <a:t>video, comment)  </a:t>
            </a:r>
            <a:endParaRPr lang="en-US" sz="1600" dirty="0"/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random()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0574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TutorialPopularActivity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4962525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206067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44314" y="4749479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popular()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546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9318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9318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9507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91219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5070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5070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52586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7358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TutorialCategory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ViewTutorial</a:t>
            </a:r>
            <a:endParaRPr lang="en-US" sz="1600" dirty="0" smtClean="0"/>
          </a:p>
          <a:p>
            <a:pPr algn="ctr"/>
            <a:r>
              <a:rPr lang="en-US" sz="1600" dirty="0" smtClean="0"/>
              <a:t>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39405" y="1596348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2367937" y="19136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1669217" y="5496362"/>
            <a:ext cx="4800162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154401" y="4043506"/>
            <a:ext cx="17395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</a:t>
            </a:r>
            <a:r>
              <a:rPr lang="en-US" sz="1400" dirty="0" err="1" smtClean="0"/>
              <a:t>TutorialListView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38489" y="5285349"/>
            <a:ext cx="3741266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76617" y="2058075"/>
            <a:ext cx="1540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categoryList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122215" y="3463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6210546" y="3608943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category ()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18120" y="2434724"/>
            <a:ext cx="38580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(outfit, accessory, gift, kid, </a:t>
            </a:r>
          </a:p>
          <a:p>
            <a:pPr algn="ctr"/>
            <a:r>
              <a:rPr lang="en-US" sz="1400" dirty="0" smtClean="0"/>
              <a:t>garden, home décor, pet,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04918" y="4346298"/>
            <a:ext cx="2074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tutorials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250067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531765" y="4942291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 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761605" y="2430963"/>
            <a:ext cx="1735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</a:t>
            </a:r>
            <a:r>
              <a:rPr lang="en-US" sz="1400" dirty="0" err="1" smtClean="0"/>
              <a:t>CategoryListView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10036921" y="427633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10778880" y="391484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10036921" y="391484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937043" y="341672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 flipH="1">
            <a:off x="10043634" y="573384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10785593" y="537235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10043634" y="537235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021813" y="4874242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023035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TutorialFollowActivity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4962525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206067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60190" y="4749479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follow()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514336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277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9277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TutorialSearchActivity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9277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9277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4389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4389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8493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8648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249613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9423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3295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3164985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386168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490927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6037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0017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517150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753596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415042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270702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44314" y="4958454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116991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339698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-95708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277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839703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40774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6311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4078219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749900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32420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51707" y="2808532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74423" y="2510820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87505" y="364141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629464" y="327992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87505" y="32799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62335" y="278181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94218" y="50989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36177" y="47374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94218" y="47374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24164" y="4239326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968665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CreateTutorial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3708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525778"/>
            <a:ext cx="148004" cy="13616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416452"/>
            <a:ext cx="123325" cy="41381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448342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599693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8693563" y="6475307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31071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194145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Add tutorial information </a:t>
            </a:r>
          </a:p>
          <a:p>
            <a:pPr algn="ctr"/>
            <a:r>
              <a:rPr lang="en-US" sz="1400" dirty="0" smtClean="0"/>
              <a:t>(tutorial picture, title,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63618" y="629506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20: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21717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387183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HomeBlogger</a:t>
            </a:r>
            <a:endParaRPr lang="en-US" sz="1400" dirty="0"/>
          </a:p>
          <a:p>
            <a:pPr algn="ctr"/>
            <a:r>
              <a:rPr lang="en-US" sz="1400" dirty="0"/>
              <a:t>Activity</a:t>
            </a:r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833535" y="650636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CreateMaterial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03692" y="1161792"/>
            <a:ext cx="11912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CreateStep</a:t>
            </a:r>
            <a:endParaRPr lang="en-US" sz="1400" dirty="0"/>
          </a:p>
        </p:txBody>
      </p:sp>
      <p:cxnSp>
        <p:nvCxnSpPr>
          <p:cNvPr id="36" name="Straight Connector 35"/>
          <p:cNvCxnSpPr>
            <a:stCxn id="3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4572101"/>
            <a:ext cx="649196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706036"/>
            <a:ext cx="135215" cy="131518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151951" y="3904268"/>
            <a:ext cx="139402" cy="13153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719510" y="5744579"/>
            <a:ext cx="7853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441554" y="3107466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Add </a:t>
            </a:r>
            <a:r>
              <a:rPr lang="en-US" sz="1400" dirty="0" smtClean="0"/>
              <a:t>tutorial information </a:t>
            </a:r>
          </a:p>
          <a:p>
            <a:pPr algn="ctr"/>
            <a:r>
              <a:rPr lang="en-US" sz="1400" dirty="0" smtClean="0"/>
              <a:t>(material description, material picture)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3387550" y="429698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</a:t>
            </a:r>
            <a:r>
              <a:rPr lang="en-US" sz="1400" dirty="0"/>
              <a:t>: Add </a:t>
            </a:r>
            <a:r>
              <a:rPr lang="en-US" sz="1400" dirty="0" smtClean="0"/>
              <a:t>tutorial information </a:t>
            </a:r>
          </a:p>
          <a:p>
            <a:pPr algn="ctr"/>
            <a:r>
              <a:rPr lang="en-US" sz="1400" dirty="0" smtClean="0"/>
              <a:t>(step number, video)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34365" y="650636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CreateStepList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21652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193687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648234"/>
            <a:ext cx="24635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manage tutorial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2825898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535292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087663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2809829"/>
            <a:ext cx="25331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manage material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3713447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3972442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0" y="4273821"/>
            <a:ext cx="643244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35405" y="3957054"/>
            <a:ext cx="25816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Return manage step list form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7252064" y="5143811"/>
            <a:ext cx="132049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8572559" y="5109730"/>
            <a:ext cx="139402" cy="160768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7354653" y="4882201"/>
            <a:ext cx="9799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onClick</a:t>
            </a:r>
            <a:endParaRPr lang="en-US" sz="1400" dirty="0" smtClean="0"/>
          </a:p>
          <a:p>
            <a:pPr algn="ctr"/>
            <a:r>
              <a:rPr lang="en-US" sz="1400" dirty="0" smtClean="0"/>
              <a:t>Listener()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43707" y="5419236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387550" y="5452910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</a:t>
            </a:r>
            <a:r>
              <a:rPr lang="en-US" sz="1400" dirty="0"/>
              <a:t>: Add </a:t>
            </a:r>
            <a:r>
              <a:rPr lang="en-US" sz="1400" dirty="0" smtClean="0"/>
              <a:t>tutorial information </a:t>
            </a:r>
          </a:p>
          <a:p>
            <a:pPr algn="ctr"/>
            <a:r>
              <a:rPr lang="en-US" sz="1400" dirty="0" smtClean="0"/>
              <a:t>(step picture, step description)</a:t>
            </a:r>
            <a:endParaRPr lang="en-US" sz="1400" dirty="0"/>
          </a:p>
        </p:txBody>
      </p:sp>
      <p:sp>
        <p:nvSpPr>
          <p:cNvPr id="95" name="TextBox 94"/>
          <p:cNvSpPr txBox="1"/>
          <p:nvPr/>
        </p:nvSpPr>
        <p:spPr>
          <a:xfrm>
            <a:off x="3840990" y="5144109"/>
            <a:ext cx="23283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15: Return manage step form</a:t>
            </a:r>
            <a:endParaRPr lang="en-US" sz="1400" dirty="0"/>
          </a:p>
        </p:txBody>
      </p:sp>
      <p:cxnSp>
        <p:nvCxnSpPr>
          <p:cNvPr id="96" name="Straight Arrow Connector 95"/>
          <p:cNvCxnSpPr/>
          <p:nvPr/>
        </p:nvCxnSpPr>
        <p:spPr>
          <a:xfrm>
            <a:off x="8693563" y="5956806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9903253" y="555090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18:Validate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43706" y="6602839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8764479" y="6191307"/>
            <a:ext cx="9534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19: Return </a:t>
            </a:r>
          </a:p>
          <a:p>
            <a:pPr algn="ctr"/>
            <a:r>
              <a:rPr lang="en-US" sz="1400" dirty="0" smtClean="0"/>
              <a:t>result</a:t>
            </a:r>
            <a:endParaRPr lang="en-US" sz="1400" dirty="0"/>
          </a:p>
        </p:txBody>
      </p:sp>
      <p:sp>
        <p:nvSpPr>
          <p:cNvPr id="67" name="TextBox 66"/>
          <p:cNvSpPr txBox="1"/>
          <p:nvPr/>
        </p:nvSpPr>
        <p:spPr>
          <a:xfrm>
            <a:off x="673319" y="1126861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480753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3632847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7252064" y="4804126"/>
            <a:ext cx="265618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34976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06700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06700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201209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(title,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(tutorial picture)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6641296" y="336907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</a:t>
            </a:r>
            <a:r>
              <a:rPr lang="en-US" sz="1400" dirty="0" smtClean="0"/>
              <a:t>(material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(material </a:t>
            </a:r>
            <a:r>
              <a:rPr lang="en-US" sz="1400" dirty="0"/>
              <a:t>picture)</a:t>
            </a:r>
          </a:p>
          <a:p>
            <a:pPr algn="ctr"/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6757814" y="451036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(step number)</a:t>
            </a:r>
          </a:p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uploadVdo</a:t>
            </a:r>
            <a:r>
              <a:rPr lang="en-US" sz="1400" dirty="0" smtClean="0"/>
              <a:t> (</a:t>
            </a:r>
            <a:r>
              <a:rPr lang="en-US" sz="1400" dirty="0" err="1" smtClean="0"/>
              <a:t>vdo</a:t>
            </a:r>
            <a:r>
              <a:rPr lang="en-US" sz="1400" dirty="0" smtClean="0"/>
              <a:t>)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73" name="TextBox 72"/>
          <p:cNvSpPr txBox="1"/>
          <p:nvPr/>
        </p:nvSpPr>
        <p:spPr>
          <a:xfrm>
            <a:off x="8547858" y="5219587"/>
            <a:ext cx="14998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17: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 (step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17: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</a:t>
            </a:r>
          </a:p>
          <a:p>
            <a:pPr algn="ctr"/>
            <a:r>
              <a:rPr lang="en-US" sz="1400" dirty="0" smtClean="0"/>
              <a:t>(step </a:t>
            </a:r>
            <a:r>
              <a:rPr lang="en-US" sz="1400" dirty="0"/>
              <a:t>picture</a:t>
            </a:r>
            <a:r>
              <a:rPr lang="en-US" sz="1400" dirty="0" smtClean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500658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ManageTutorial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3708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525778"/>
            <a:ext cx="148004" cy="13616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416452"/>
            <a:ext cx="123325" cy="41381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448342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599693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8693563" y="6475307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31071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194145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Update tutorial information</a:t>
            </a:r>
          </a:p>
          <a:p>
            <a:pPr algn="ctr"/>
            <a:r>
              <a:rPr lang="en-US" sz="1400" dirty="0" smtClean="0"/>
              <a:t>(tutorial picture, title,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63618" y="629506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20: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21717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387183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833535" y="650636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ManageMaterial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03692" y="1161792"/>
            <a:ext cx="11912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ManageStep</a:t>
            </a:r>
            <a:endParaRPr lang="en-US" sz="1400" dirty="0"/>
          </a:p>
        </p:txBody>
      </p:sp>
      <p:cxnSp>
        <p:nvCxnSpPr>
          <p:cNvPr id="36" name="Straight Connector 35"/>
          <p:cNvCxnSpPr>
            <a:stCxn id="3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4572101"/>
            <a:ext cx="649196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706036"/>
            <a:ext cx="135215" cy="131518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151951" y="3904268"/>
            <a:ext cx="139402" cy="13153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719510" y="5744579"/>
            <a:ext cx="7853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441554" y="3107466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Update tutorial information</a:t>
            </a:r>
          </a:p>
          <a:p>
            <a:pPr algn="ctr"/>
            <a:r>
              <a:rPr lang="en-US" sz="1400" dirty="0" smtClean="0"/>
              <a:t>(material description, material picture)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3387550" y="429698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</a:t>
            </a:r>
            <a:r>
              <a:rPr lang="en-US" sz="1400" dirty="0"/>
              <a:t>: Update tutorial information</a:t>
            </a:r>
          </a:p>
          <a:p>
            <a:pPr algn="ctr"/>
            <a:r>
              <a:rPr lang="en-US" sz="1400" dirty="0" smtClean="0"/>
              <a:t>(step number, video)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34365" y="650636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ManageStepList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21652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193687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648234"/>
            <a:ext cx="24635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manage tutorial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2825898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535292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087663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2809829"/>
            <a:ext cx="25331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manage material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3713447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3972442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0" y="4273821"/>
            <a:ext cx="643244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35405" y="3957054"/>
            <a:ext cx="25816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Return manage step list form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7252064" y="5143811"/>
            <a:ext cx="132049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8572559" y="5109730"/>
            <a:ext cx="139402" cy="160768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7418961" y="4882201"/>
            <a:ext cx="9799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onClick</a:t>
            </a:r>
            <a:endParaRPr lang="en-US" sz="1400" dirty="0" smtClean="0"/>
          </a:p>
          <a:p>
            <a:pPr algn="ctr"/>
            <a:r>
              <a:rPr lang="en-US" sz="1400" dirty="0" smtClean="0"/>
              <a:t>Listener()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43707" y="5419236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387550" y="5452910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</a:t>
            </a:r>
            <a:r>
              <a:rPr lang="en-US" sz="1400" dirty="0"/>
              <a:t>: Update tutorial information</a:t>
            </a:r>
          </a:p>
          <a:p>
            <a:pPr algn="ctr"/>
            <a:r>
              <a:rPr lang="en-US" sz="1400" dirty="0" smtClean="0"/>
              <a:t>(step picture, step description)</a:t>
            </a:r>
            <a:endParaRPr lang="en-US" sz="1400" dirty="0"/>
          </a:p>
        </p:txBody>
      </p:sp>
      <p:sp>
        <p:nvSpPr>
          <p:cNvPr id="95" name="TextBox 94"/>
          <p:cNvSpPr txBox="1"/>
          <p:nvPr/>
        </p:nvSpPr>
        <p:spPr>
          <a:xfrm>
            <a:off x="3840990" y="5144109"/>
            <a:ext cx="23283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15: Return manage step form</a:t>
            </a:r>
            <a:endParaRPr lang="en-US" sz="1400" dirty="0"/>
          </a:p>
        </p:txBody>
      </p:sp>
      <p:cxnSp>
        <p:nvCxnSpPr>
          <p:cNvPr id="96" name="Straight Arrow Connector 95"/>
          <p:cNvCxnSpPr/>
          <p:nvPr/>
        </p:nvCxnSpPr>
        <p:spPr>
          <a:xfrm>
            <a:off x="8693563" y="5956806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9903253" y="555090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18:Validate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43706" y="6602839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8764479" y="6191307"/>
            <a:ext cx="9534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19: Return </a:t>
            </a:r>
          </a:p>
          <a:p>
            <a:pPr algn="ctr"/>
            <a:r>
              <a:rPr lang="en-US" sz="1400" dirty="0" smtClean="0"/>
              <a:t>result</a:t>
            </a:r>
            <a:endParaRPr lang="en-US" sz="1400" dirty="0"/>
          </a:p>
        </p:txBody>
      </p:sp>
      <p:sp>
        <p:nvSpPr>
          <p:cNvPr id="67" name="TextBox 66"/>
          <p:cNvSpPr txBox="1"/>
          <p:nvPr/>
        </p:nvSpPr>
        <p:spPr>
          <a:xfrm>
            <a:off x="673319" y="1126861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480753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3632847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7252064" y="4804126"/>
            <a:ext cx="265618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34976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06700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06700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201209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(title,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(tutorial picture)</a:t>
            </a:r>
            <a:endParaRPr lang="en-US" sz="1400" dirty="0"/>
          </a:p>
        </p:txBody>
      </p:sp>
      <p:sp>
        <p:nvSpPr>
          <p:cNvPr id="73" name="TextBox 72"/>
          <p:cNvSpPr txBox="1"/>
          <p:nvPr/>
        </p:nvSpPr>
        <p:spPr>
          <a:xfrm>
            <a:off x="6641296" y="336907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</a:t>
            </a:r>
            <a:r>
              <a:rPr lang="en-US" sz="1400" dirty="0" smtClean="0"/>
              <a:t>(material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(material </a:t>
            </a:r>
            <a:r>
              <a:rPr lang="en-US" sz="1400" dirty="0"/>
              <a:t>picture)</a:t>
            </a:r>
          </a:p>
          <a:p>
            <a:pPr algn="ctr"/>
            <a:endParaRPr lang="en-US" sz="1400" dirty="0"/>
          </a:p>
        </p:txBody>
      </p:sp>
      <p:sp>
        <p:nvSpPr>
          <p:cNvPr id="75" name="TextBox 74"/>
          <p:cNvSpPr txBox="1"/>
          <p:nvPr/>
        </p:nvSpPr>
        <p:spPr>
          <a:xfrm>
            <a:off x="6757814" y="451036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(step number)</a:t>
            </a:r>
          </a:p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uploadVdo</a:t>
            </a:r>
            <a:r>
              <a:rPr lang="en-US" sz="1400" dirty="0" smtClean="0"/>
              <a:t> (</a:t>
            </a:r>
            <a:r>
              <a:rPr lang="en-US" sz="1400" dirty="0" err="1" smtClean="0"/>
              <a:t>vdo</a:t>
            </a:r>
            <a:r>
              <a:rPr lang="en-US" sz="1400" dirty="0" smtClean="0"/>
              <a:t>)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77" name="TextBox 76"/>
          <p:cNvSpPr txBox="1"/>
          <p:nvPr/>
        </p:nvSpPr>
        <p:spPr>
          <a:xfrm>
            <a:off x="8547858" y="5219587"/>
            <a:ext cx="14998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17: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 (step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17: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</a:t>
            </a:r>
          </a:p>
          <a:p>
            <a:pPr algn="ctr"/>
            <a:r>
              <a:rPr lang="en-US" sz="1400" dirty="0" smtClean="0"/>
              <a:t>(step </a:t>
            </a:r>
            <a:r>
              <a:rPr lang="en-US" sz="1400" dirty="0"/>
              <a:t>picture</a:t>
            </a:r>
            <a:r>
              <a:rPr lang="en-US" sz="1400" dirty="0" smtClean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165358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07151" y="781354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049948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598311" y="781354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ManageTutorial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8624101" y="781354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330097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208724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66737" y="1632333"/>
            <a:ext cx="161182" cy="460866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600430" y="1826383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264712" y="1981265"/>
            <a:ext cx="120013" cy="60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39023" y="3666662"/>
            <a:ext cx="155027" cy="121919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49948" y="1903829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70131" y="2055180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708828" y="1766205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449562" y="579891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Return successful message</a:t>
            </a:r>
            <a:endParaRPr lang="en-US" sz="1400" dirty="0"/>
          </a:p>
        </p:txBody>
      </p: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782" y="37778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849523" y="781354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670023" y="1292510"/>
            <a:ext cx="108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207075" y="781354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ManageMaterial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977232" y="1292510"/>
            <a:ext cx="11912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917711" y="2398083"/>
            <a:ext cx="135215" cy="55561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528721" y="2769481"/>
            <a:ext cx="139402" cy="347151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6907905" y="781354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ManageStepList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 flipH="1">
            <a:off x="7591253" y="1292510"/>
            <a:ext cx="3939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>
            <a:off x="4384725" y="2487540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339817" y="219693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977232" y="254674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973293" y="2866828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/>
          <p:nvPr/>
        </p:nvCxnSpPr>
        <p:spPr>
          <a:xfrm flipH="1">
            <a:off x="1117247" y="6087549"/>
            <a:ext cx="6411474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082137" y="1599989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7591253" y="3757263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>
            <a:off x="1049948" y="3368121"/>
            <a:ext cx="645933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938006" y="3073663"/>
            <a:ext cx="20445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Request delete tutorial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7980208" y="3458890"/>
            <a:ext cx="936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delete()</a:t>
            </a:r>
            <a:endParaRPr lang="en-US" sz="1400" dirty="0"/>
          </a:p>
        </p:txBody>
      </p:sp>
      <p:cxnSp>
        <p:nvCxnSpPr>
          <p:cNvPr id="84" name="Straight Arrow Connector 83"/>
          <p:cNvCxnSpPr/>
          <p:nvPr/>
        </p:nvCxnSpPr>
        <p:spPr>
          <a:xfrm flipH="1">
            <a:off x="9257005" y="4411948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 flipH="1" flipV="1">
            <a:off x="9998964" y="3926539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H="1">
            <a:off x="9257005" y="3926538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9318710" y="4411948"/>
            <a:ext cx="8034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tutorial</a:t>
            </a:r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7668123" y="4755724"/>
            <a:ext cx="1406178" cy="1781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7679249" y="4466486"/>
            <a:ext cx="132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1150213" y="5076516"/>
            <a:ext cx="63785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2969800" y="4745923"/>
            <a:ext cx="2544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Display confirmation message</a:t>
            </a:r>
            <a:endParaRPr lang="en-US" sz="1400" dirty="0"/>
          </a:p>
        </p:txBody>
      </p:sp>
      <p:cxnSp>
        <p:nvCxnSpPr>
          <p:cNvPr id="99" name="Straight Arrow Connector 98"/>
          <p:cNvCxnSpPr/>
          <p:nvPr/>
        </p:nvCxnSpPr>
        <p:spPr>
          <a:xfrm>
            <a:off x="1080511" y="5546795"/>
            <a:ext cx="6448210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3192260" y="5265059"/>
            <a:ext cx="10410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Confirm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678972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792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ShopRandomActivity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998223" y="4962525"/>
            <a:ext cx="41125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Display shop information</a:t>
            </a:r>
          </a:p>
          <a:p>
            <a:pPr algn="ctr"/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</a:t>
            </a:r>
            <a:r>
              <a:rPr lang="en-US" sz="1600" dirty="0" smtClean="0"/>
              <a:t>location</a:t>
            </a:r>
            <a:r>
              <a:rPr lang="en-US" sz="1600" dirty="0"/>
              <a:t>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206067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07928" y="4749479"/>
            <a:ext cx="263694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</a:p>
          <a:p>
            <a:pPr algn="ctr"/>
            <a:r>
              <a:rPr lang="en-US" sz="1600" dirty="0"/>
              <a:t>b</a:t>
            </a:r>
            <a:r>
              <a:rPr lang="en-US" sz="1600" dirty="0" smtClean="0"/>
              <a:t>ranch, telephone number, </a:t>
            </a:r>
          </a:p>
          <a:p>
            <a:pPr algn="ctr"/>
            <a:r>
              <a:rPr lang="en-US" sz="1600" dirty="0" smtClean="0"/>
              <a:t>information, pictures, location)</a:t>
            </a:r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random()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28714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ShopCategory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</a:t>
            </a:r>
            <a:endParaRPr lang="en-US" sz="1600" dirty="0" smtClean="0"/>
          </a:p>
          <a:p>
            <a:pPr algn="ctr"/>
            <a:r>
              <a:rPr lang="en-US" sz="1600" dirty="0" smtClean="0"/>
              <a:t>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39405" y="1596348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2367937" y="19136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2152943" y="5733828"/>
            <a:ext cx="33666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</a:t>
            </a:r>
            <a:r>
              <a:rPr lang="en-US" sz="1400" dirty="0"/>
              <a:t>Display shop information</a:t>
            </a:r>
          </a:p>
          <a:p>
            <a:pPr algn="ctr"/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255303" y="4043506"/>
            <a:ext cx="1537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</a:t>
            </a:r>
            <a:r>
              <a:rPr lang="en-US" sz="1400" dirty="0" err="1" smtClean="0"/>
              <a:t>ShopListView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483727" y="5475849"/>
            <a:ext cx="245078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</a:t>
            </a:r>
            <a:r>
              <a:rPr lang="en-US" sz="1400" dirty="0"/>
              <a:t>Return selected </a:t>
            </a:r>
          </a:p>
          <a:p>
            <a:pPr algn="ctr"/>
            <a:r>
              <a:rPr lang="en-US" sz="1400" dirty="0"/>
              <a:t>shop information</a:t>
            </a:r>
            <a:br>
              <a:rPr lang="en-US" sz="1400" dirty="0"/>
            </a:br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</a:t>
            </a:r>
            <a:r>
              <a:rPr lang="en-US" sz="1400" dirty="0" smtClean="0"/>
              <a:t>location)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384754" y="920336"/>
            <a:ext cx="172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HomeBloggerActivity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4937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76617" y="2058075"/>
            <a:ext cx="1540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categoryList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122215" y="3463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6210546" y="3608943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category ()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16402" y="2418849"/>
            <a:ext cx="30635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(fabric, accessory, wood, stationary, container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98282" y="4346298"/>
            <a:ext cx="18877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shops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250067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531765" y="4942291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 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761605" y="2430963"/>
            <a:ext cx="1735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</a:t>
            </a:r>
            <a:r>
              <a:rPr lang="en-US" sz="1400" dirty="0" err="1" smtClean="0"/>
              <a:t>CategoryListView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10036921" y="427633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10778880" y="391484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10036921" y="391484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937043" y="341672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 flipH="1">
            <a:off x="10043634" y="573384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10785593" y="537235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10043634" y="537235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021813" y="4874242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484264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277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9277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ShopSearchActivity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9277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9277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4389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4389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8493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8648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249613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9423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3295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3164985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386168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490927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6037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0017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552068" y="5155625"/>
            <a:ext cx="38305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12: </a:t>
            </a:r>
            <a:r>
              <a:rPr lang="en-US" sz="1600" dirty="0"/>
              <a:t>Display shop information</a:t>
            </a:r>
          </a:p>
          <a:p>
            <a:pPr algn="ctr"/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753596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415042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270702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03867" y="4958454"/>
            <a:ext cx="277451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</a:t>
            </a:r>
            <a:r>
              <a:rPr lang="en-US" sz="1600" dirty="0"/>
              <a:t>Return selected </a:t>
            </a:r>
          </a:p>
          <a:p>
            <a:pPr algn="ctr"/>
            <a:r>
              <a:rPr lang="en-US" sz="1600" dirty="0"/>
              <a:t>shop information</a:t>
            </a:r>
            <a:br>
              <a:rPr lang="en-US" sz="1600" dirty="0"/>
            </a:br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location)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116991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339698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-95708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277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839703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40774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6311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4078219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749900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32420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51707" y="2808532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74423" y="2510820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87505" y="364141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629464" y="327992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87505" y="32799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62335" y="278181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94218" y="50989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36177" y="47374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94218" y="47374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24164" y="4239326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658893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ShopRandomActivity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998223" y="4962525"/>
            <a:ext cx="41125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Display shop information</a:t>
            </a:r>
          </a:p>
          <a:p>
            <a:pPr algn="ctr"/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</a:t>
            </a:r>
            <a:r>
              <a:rPr lang="en-US" sz="1600" dirty="0" smtClean="0"/>
              <a:t>location</a:t>
            </a:r>
            <a:r>
              <a:rPr lang="en-US" sz="1600" dirty="0"/>
              <a:t>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206067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07928" y="4749479"/>
            <a:ext cx="263694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</a:p>
          <a:p>
            <a:pPr algn="ctr"/>
            <a:r>
              <a:rPr lang="en-US" sz="1600" dirty="0"/>
              <a:t>b</a:t>
            </a:r>
            <a:r>
              <a:rPr lang="en-US" sz="1600" dirty="0" smtClean="0"/>
              <a:t>ranch, telephone number, </a:t>
            </a:r>
          </a:p>
          <a:p>
            <a:pPr algn="ctr"/>
            <a:r>
              <a:rPr lang="en-US" sz="1600" dirty="0" smtClean="0"/>
              <a:t>information, pictures, location)</a:t>
            </a:r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HomeShopActivity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random()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011207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ShopCategory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</a:t>
            </a:r>
            <a:endParaRPr lang="en-US" sz="1600" dirty="0" smtClean="0"/>
          </a:p>
          <a:p>
            <a:pPr algn="ctr"/>
            <a:r>
              <a:rPr lang="en-US" sz="1600" dirty="0" smtClean="0"/>
              <a:t>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39405" y="1596348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2367937" y="19136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2152943" y="5733828"/>
            <a:ext cx="33666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</a:t>
            </a:r>
            <a:r>
              <a:rPr lang="en-US" sz="1400" dirty="0"/>
              <a:t>Display shop information</a:t>
            </a:r>
          </a:p>
          <a:p>
            <a:pPr algn="ctr"/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255303" y="4043506"/>
            <a:ext cx="1537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</a:t>
            </a:r>
            <a:r>
              <a:rPr lang="en-US" sz="1400" dirty="0" err="1" smtClean="0"/>
              <a:t>ShopListView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483727" y="5475849"/>
            <a:ext cx="245078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</a:t>
            </a:r>
            <a:r>
              <a:rPr lang="en-US" sz="1400" dirty="0"/>
              <a:t>Return selected </a:t>
            </a:r>
          </a:p>
          <a:p>
            <a:pPr algn="ctr"/>
            <a:r>
              <a:rPr lang="en-US" sz="1400" dirty="0"/>
              <a:t>shop information</a:t>
            </a:r>
            <a:br>
              <a:rPr lang="en-US" sz="1400" dirty="0"/>
            </a:br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</a:t>
            </a:r>
            <a:r>
              <a:rPr lang="en-US" sz="1400" dirty="0" smtClean="0"/>
              <a:t>location)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HomeShopActivity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76617" y="2058075"/>
            <a:ext cx="1540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categoryList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122215" y="3463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6210546" y="3608943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category ()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16402" y="2418849"/>
            <a:ext cx="30635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(fabric, accessory, wood, stationary, container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98282" y="4346298"/>
            <a:ext cx="18877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shops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250067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531765" y="4942291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 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761605" y="2430963"/>
            <a:ext cx="1735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</a:t>
            </a:r>
            <a:r>
              <a:rPr lang="en-US" sz="1400" dirty="0" err="1" smtClean="0"/>
              <a:t>CategoryListView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10036921" y="427633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10778880" y="391484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10036921" y="391484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937043" y="341672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 flipH="1">
            <a:off x="10043634" y="573384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10785593" y="537235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10043634" y="537235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021813" y="4874242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86613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277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9277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ShopSearchActivity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9277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9277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4389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4389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8493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8648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249613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9423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3295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3164985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386168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490927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6037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0017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552068" y="5155625"/>
            <a:ext cx="38305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12: </a:t>
            </a:r>
            <a:r>
              <a:rPr lang="en-US" sz="1600" dirty="0"/>
              <a:t>Display shop information</a:t>
            </a:r>
          </a:p>
          <a:p>
            <a:pPr algn="ctr"/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753596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415042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270702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03867" y="4958454"/>
            <a:ext cx="277451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</a:t>
            </a:r>
            <a:r>
              <a:rPr lang="en-US" sz="1600" dirty="0"/>
              <a:t>Return selected </a:t>
            </a:r>
          </a:p>
          <a:p>
            <a:pPr algn="ctr"/>
            <a:r>
              <a:rPr lang="en-US" sz="1600" dirty="0"/>
              <a:t>shop information</a:t>
            </a:r>
            <a:br>
              <a:rPr lang="en-US" sz="1600" dirty="0"/>
            </a:br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location)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116991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339698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-95708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277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HomeShopActivity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839703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40774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6311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4078219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749900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32420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51707" y="2808532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74423" y="2510820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87505" y="364141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629464" y="327992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87505" y="32799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62335" y="278181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94218" y="50989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36177" y="47374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94218" y="47374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24164" y="4239326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804981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CreateShop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Shop Database</a:t>
            </a:r>
            <a:endParaRPr lang="en-US" sz="1400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486361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649178"/>
            <a:ext cx="120013" cy="14740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688761"/>
            <a:ext cx="123325" cy="39662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563807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715158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426183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217238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Add shop information </a:t>
            </a:r>
          </a:p>
          <a:p>
            <a:pPr algn="ctr"/>
            <a:r>
              <a:rPr lang="en-US" sz="1400" dirty="0" smtClean="0"/>
              <a:t>(shop picture, shop name,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39423" y="6291074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44810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898528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HomeShopActivity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833535" y="650636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CreateShopDetail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03692" y="1161792"/>
            <a:ext cx="11912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5528811"/>
            <a:ext cx="791581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969889"/>
            <a:ext cx="135216" cy="16132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151951" y="4415613"/>
            <a:ext cx="139043" cy="3927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985468" y="3634686"/>
            <a:ext cx="4586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(branch</a:t>
            </a:r>
            <a:r>
              <a:rPr lang="en-US" sz="1400" dirty="0"/>
              <a:t>, telephone number, </a:t>
            </a:r>
            <a:r>
              <a:rPr lang="en-US" sz="1400" dirty="0" smtClean="0"/>
              <a:t>information</a:t>
            </a:r>
            <a:r>
              <a:rPr lang="en-US" sz="1400" dirty="0"/>
              <a:t>, </a:t>
            </a:r>
            <a:r>
              <a:rPr lang="en-US" sz="1400" dirty="0" smtClean="0"/>
              <a:t>pictures)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2732197" y="525369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/>
              <a:t>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(location)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34365" y="650636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CreateShopMap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21652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206883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780194"/>
            <a:ext cx="21971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create  shop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3073323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782717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467048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3189214"/>
            <a:ext cx="26093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create shop detail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4224792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4483787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1" y="5122571"/>
            <a:ext cx="7853048" cy="899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02417" y="4814794"/>
            <a:ext cx="2371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Return shop location form</a:t>
            </a:r>
            <a:endParaRPr lang="en-US" sz="1400" dirty="0"/>
          </a:p>
        </p:txBody>
      </p:sp>
      <p:sp>
        <p:nvSpPr>
          <p:cNvPr id="114" name="TextBox 113"/>
          <p:cNvSpPr txBox="1"/>
          <p:nvPr/>
        </p:nvSpPr>
        <p:spPr>
          <a:xfrm>
            <a:off x="9903253" y="561688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19512" y="6598851"/>
            <a:ext cx="921892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73319" y="124232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728178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4144192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8693563" y="5823471"/>
            <a:ext cx="12146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41574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13298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13298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448634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(shop name,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(shop picture)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5463557" y="3855460"/>
            <a:ext cx="4789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(branch, telephone number, information)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(pictures)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8359535" y="5541153"/>
            <a:ext cx="1698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(location)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GoogleMap</a:t>
            </a:r>
            <a:endParaRPr lang="en-US" sz="1400" dirty="0"/>
          </a:p>
        </p:txBody>
      </p:sp>
      <p:cxnSp>
        <p:nvCxnSpPr>
          <p:cNvPr id="77" name="Straight Connector 76"/>
          <p:cNvCxnSpPr>
            <a:stCxn id="7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8575806" y="4632607"/>
            <a:ext cx="136155" cy="126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Arrow Connector 86"/>
          <p:cNvCxnSpPr/>
          <p:nvPr/>
        </p:nvCxnSpPr>
        <p:spPr>
          <a:xfrm>
            <a:off x="7252064" y="4724653"/>
            <a:ext cx="13237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013462" y="4433599"/>
            <a:ext cx="16984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connect()</a:t>
            </a:r>
          </a:p>
        </p:txBody>
      </p:sp>
    </p:spTree>
    <p:extLst>
      <p:ext uri="{BB962C8B-B14F-4D97-AF65-F5344CB8AC3E}">
        <p14:creationId xmlns:p14="http://schemas.microsoft.com/office/powerpoint/2010/main" val="2517185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ManageShop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Shop Database</a:t>
            </a:r>
            <a:endParaRPr lang="en-US" sz="1400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486361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649178"/>
            <a:ext cx="120013" cy="14740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688761"/>
            <a:ext cx="123325" cy="39662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563807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715158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426183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217238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Add shop information </a:t>
            </a:r>
          </a:p>
          <a:p>
            <a:pPr algn="ctr"/>
            <a:r>
              <a:rPr lang="en-US" sz="1400" dirty="0" smtClean="0"/>
              <a:t>(shop picture, shop name,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39423" y="6291074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44810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898528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767723" y="650636"/>
            <a:ext cx="168550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ManageShopDetail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10476" y="1161792"/>
            <a:ext cx="9067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5528811"/>
            <a:ext cx="791581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969889"/>
            <a:ext cx="135216" cy="16132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206773" y="4415613"/>
            <a:ext cx="139043" cy="3927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985468" y="3634686"/>
            <a:ext cx="4586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(branch</a:t>
            </a:r>
            <a:r>
              <a:rPr lang="en-US" sz="1400" dirty="0"/>
              <a:t>, telephone number, </a:t>
            </a:r>
            <a:r>
              <a:rPr lang="en-US" sz="1400" dirty="0" smtClean="0"/>
              <a:t>information</a:t>
            </a:r>
            <a:r>
              <a:rPr lang="en-US" sz="1400" dirty="0"/>
              <a:t>, </a:t>
            </a:r>
            <a:r>
              <a:rPr lang="en-US" sz="1400" dirty="0" smtClean="0"/>
              <a:t>pictures)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2732197" y="525369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/>
              <a:t>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(location)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02613" y="650636"/>
            <a:ext cx="151568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ManageShopMap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60453" y="1161792"/>
            <a:ext cx="7487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206883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780194"/>
            <a:ext cx="23174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manage  shop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3073323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782717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467048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3189214"/>
            <a:ext cx="27296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</a:t>
            </a:r>
            <a:r>
              <a:rPr lang="en-US" sz="1400" dirty="0"/>
              <a:t>manage</a:t>
            </a:r>
            <a:r>
              <a:rPr lang="en-US" sz="1400" dirty="0" smtClean="0"/>
              <a:t> shop detail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4224792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4483787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1" y="5122571"/>
            <a:ext cx="7853048" cy="899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02417" y="4814794"/>
            <a:ext cx="2371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Return shop location form</a:t>
            </a:r>
            <a:endParaRPr lang="en-US" sz="1400" dirty="0"/>
          </a:p>
        </p:txBody>
      </p:sp>
      <p:sp>
        <p:nvSpPr>
          <p:cNvPr id="114" name="TextBox 113"/>
          <p:cNvSpPr txBox="1"/>
          <p:nvPr/>
        </p:nvSpPr>
        <p:spPr>
          <a:xfrm>
            <a:off x="9903253" y="561688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19512" y="6598851"/>
            <a:ext cx="921892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73319" y="124232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728178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4144192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8693563" y="5823471"/>
            <a:ext cx="12146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41574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13298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13298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448634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(shop name,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(shop picture)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5463557" y="3855460"/>
            <a:ext cx="4789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(branch, telephone number, information)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(pictures)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8359535" y="5541153"/>
            <a:ext cx="1698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(location)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GoogleMap</a:t>
            </a:r>
            <a:endParaRPr lang="en-US" sz="1400" dirty="0"/>
          </a:p>
        </p:txBody>
      </p:sp>
      <p:cxnSp>
        <p:nvCxnSpPr>
          <p:cNvPr id="77" name="Straight Connector 76"/>
          <p:cNvCxnSpPr>
            <a:stCxn id="7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8575806" y="4632607"/>
            <a:ext cx="136155" cy="126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Arrow Connector 86"/>
          <p:cNvCxnSpPr/>
          <p:nvPr/>
        </p:nvCxnSpPr>
        <p:spPr>
          <a:xfrm>
            <a:off x="7252064" y="4724653"/>
            <a:ext cx="13237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013462" y="4433599"/>
            <a:ext cx="16984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connect()</a:t>
            </a:r>
          </a:p>
        </p:txBody>
      </p:sp>
    </p:spTree>
    <p:extLst>
      <p:ext uri="{BB962C8B-B14F-4D97-AF65-F5344CB8AC3E}">
        <p14:creationId xmlns:p14="http://schemas.microsoft.com/office/powerpoint/2010/main" val="38957214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07151" y="781354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049948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598311" y="781354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ManageShop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8703481" y="781354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Shop </a:t>
            </a:r>
            <a:r>
              <a:rPr lang="en-US" sz="14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330097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288104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66737" y="1632333"/>
            <a:ext cx="161182" cy="460866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600430" y="1826383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264712" y="1981265"/>
            <a:ext cx="120013" cy="60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218403" y="3666662"/>
            <a:ext cx="155027" cy="121919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49948" y="1903829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70131" y="2055180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708828" y="1766205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449562" y="579891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Return successful message</a:t>
            </a:r>
            <a:endParaRPr lang="en-US" sz="1400" dirty="0"/>
          </a:p>
        </p:txBody>
      </p: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782" y="37778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849523" y="781354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670023" y="1292510"/>
            <a:ext cx="108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143571" y="781354"/>
            <a:ext cx="170083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ManageShopDetail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 flipH="1">
            <a:off x="5989169" y="1292510"/>
            <a:ext cx="4817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917711" y="2398083"/>
            <a:ext cx="135215" cy="55561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608101" y="2769481"/>
            <a:ext cx="139402" cy="347151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6907905" y="781354"/>
            <a:ext cx="153821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ManageShopMap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677013" y="1292510"/>
            <a:ext cx="2236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>
            <a:off x="4384725" y="2487540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339817" y="219693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977232" y="254674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973293" y="2866828"/>
            <a:ext cx="163480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/>
          <p:nvPr/>
        </p:nvCxnSpPr>
        <p:spPr>
          <a:xfrm flipH="1">
            <a:off x="1117247" y="6087549"/>
            <a:ext cx="656200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082137" y="1599989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7670633" y="3757263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>
            <a:off x="1049948" y="3368121"/>
            <a:ext cx="65581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3031369" y="3073663"/>
            <a:ext cx="1857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Request delete shop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8059588" y="3458890"/>
            <a:ext cx="936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delete()</a:t>
            </a:r>
            <a:endParaRPr lang="en-US" sz="1400" dirty="0"/>
          </a:p>
        </p:txBody>
      </p:sp>
      <p:cxnSp>
        <p:nvCxnSpPr>
          <p:cNvPr id="84" name="Straight Arrow Connector 83"/>
          <p:cNvCxnSpPr/>
          <p:nvPr/>
        </p:nvCxnSpPr>
        <p:spPr>
          <a:xfrm flipH="1">
            <a:off x="9336385" y="4411948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 flipH="1" flipV="1">
            <a:off x="10078344" y="3926539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H="1">
            <a:off x="9336385" y="3926538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9398090" y="4411948"/>
            <a:ext cx="8034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shop</a:t>
            </a:r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7747503" y="4755724"/>
            <a:ext cx="1406178" cy="1781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7758629" y="4466486"/>
            <a:ext cx="132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1150213" y="5076516"/>
            <a:ext cx="645788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2969800" y="4745923"/>
            <a:ext cx="2544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Display confirmation message</a:t>
            </a:r>
            <a:endParaRPr lang="en-US" sz="1400" dirty="0"/>
          </a:p>
        </p:txBody>
      </p:sp>
      <p:cxnSp>
        <p:nvCxnSpPr>
          <p:cNvPr id="99" name="Straight Arrow Connector 98"/>
          <p:cNvCxnSpPr/>
          <p:nvPr/>
        </p:nvCxnSpPr>
        <p:spPr>
          <a:xfrm>
            <a:off x="1080511" y="5546795"/>
            <a:ext cx="6527590" cy="2604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3192260" y="5265059"/>
            <a:ext cx="10410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Confirm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555826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53400" y="89645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696197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863233" y="896459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028688" y="89645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6133315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836612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626496" y="1659339"/>
            <a:ext cx="139402" cy="46906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524452" y="1674829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066426" y="2059572"/>
            <a:ext cx="139404" cy="429042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96197" y="1752275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63854" y="2171263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784540" y="3316042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057149" y="141372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068239" y="1843488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807738" y="3016442"/>
            <a:ext cx="4325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</a:t>
            </a:r>
            <a:r>
              <a:rPr lang="en-US" sz="1400" dirty="0" smtClean="0"/>
              <a:t>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6189954" y="3220792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012860" y="2733062"/>
            <a:ext cx="28445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</a:t>
            </a:r>
            <a:r>
              <a:rPr lang="en-US" sz="1400" dirty="0" smtClean="0"/>
              <a:t>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8766910" y="2397274"/>
            <a:ext cx="136485" cy="32383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275" y="-111125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468080" y="89645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3594153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189953" y="2487986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515396" y="214183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8903396" y="300698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9645355" y="264549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8903396" y="264549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856027" y="2099752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1696197" y="4684687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515396" y="4588995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addComment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6133315" y="4927549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828564" y="4361515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Add comment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8897154" y="54016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9639113" y="50401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8897154" y="50401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890437" y="4685753"/>
            <a:ext cx="16178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validates input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6205830" y="5568641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645612" y="5251140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1798333" y="5703931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887358" y="5138356"/>
            <a:ext cx="195708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Result = Success</a:t>
            </a:r>
          </a:p>
          <a:p>
            <a:r>
              <a:rPr lang="en-US" sz="1600" dirty="0" smtClean="0"/>
              <a:t>Display the comment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1781775" y="6293810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2824573" y="5713381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22325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53400" y="89645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696197" y="1407615"/>
            <a:ext cx="0" cy="49582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863233" y="896459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028688" y="89645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6133315" y="1407615"/>
            <a:ext cx="0" cy="49582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836612" y="1407615"/>
            <a:ext cx="0" cy="49582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626496" y="1659339"/>
            <a:ext cx="158044" cy="440491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524452" y="1674829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066426" y="2059572"/>
            <a:ext cx="139404" cy="400467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96197" y="1752275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63854" y="2171263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784540" y="3316042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057149" y="141372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068239" y="1843488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807738" y="3016442"/>
            <a:ext cx="4325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</a:t>
            </a:r>
            <a:r>
              <a:rPr lang="en-US" sz="1400" dirty="0" smtClean="0"/>
              <a:t>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6189954" y="3220792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012860" y="2733062"/>
            <a:ext cx="28445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</a:t>
            </a:r>
            <a:r>
              <a:rPr lang="en-US" sz="1400" dirty="0" smtClean="0"/>
              <a:t>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8766910" y="2397274"/>
            <a:ext cx="136486" cy="33653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275" y="-111125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468080" y="89645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3594153" y="1407615"/>
            <a:ext cx="0" cy="49582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189953" y="2487986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515396" y="214183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8903396" y="300698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9645355" y="264549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8903396" y="264549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856027" y="2099752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1696197" y="4732312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515396" y="4636620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addLike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6133315" y="4975174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733308" y="4409140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(like)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8897154" y="544929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9639113" y="508780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8897154" y="508780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586478" y="4970030"/>
            <a:ext cx="118153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increase </a:t>
            </a:r>
          </a:p>
          <a:p>
            <a:pPr algn="ctr"/>
            <a:r>
              <a:rPr lang="en-US" sz="1600" dirty="0" smtClean="0"/>
              <a:t>like number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6205830" y="5616266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645612" y="5298765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1798333" y="5910306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579212" y="5545723"/>
            <a:ext cx="2883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Display updated like number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543158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53400" y="89645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696197" y="1407615"/>
            <a:ext cx="0" cy="49582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863233" y="896459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028688" y="89645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6133315" y="1407615"/>
            <a:ext cx="0" cy="49582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836612" y="1407615"/>
            <a:ext cx="0" cy="49582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626496" y="1659339"/>
            <a:ext cx="158044" cy="440491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524452" y="1674829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066426" y="2059572"/>
            <a:ext cx="139404" cy="400467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96197" y="1752275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63854" y="2171263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784540" y="3316042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057149" y="141372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068239" y="1843488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807738" y="3016442"/>
            <a:ext cx="4325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</a:t>
            </a:r>
            <a:r>
              <a:rPr lang="en-US" sz="1400" dirty="0" smtClean="0"/>
              <a:t>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6189954" y="3220792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012860" y="2733062"/>
            <a:ext cx="28445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</a:t>
            </a:r>
            <a:r>
              <a:rPr lang="en-US" sz="1400" dirty="0" smtClean="0"/>
              <a:t>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8766910" y="2397274"/>
            <a:ext cx="136486" cy="33653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275" y="-111125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468080" y="89645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3594153" y="1407615"/>
            <a:ext cx="0" cy="49582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189953" y="2487986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515396" y="214183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8903396" y="300698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9645355" y="264549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8903396" y="264549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856027" y="2099752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1696197" y="4732312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515396" y="4636620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unLike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6133315" y="4975174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733308" y="4409140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(liked)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8897154" y="544929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9639113" y="508780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8897154" y="508780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586478" y="4970030"/>
            <a:ext cx="118153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decrease </a:t>
            </a:r>
          </a:p>
          <a:p>
            <a:pPr algn="ctr"/>
            <a:r>
              <a:rPr lang="en-US" sz="1600" dirty="0" smtClean="0"/>
              <a:t>like number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6205830" y="5616266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645612" y="5298765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1798333" y="5910306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579212" y="5545723"/>
            <a:ext cx="2883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Display updated like number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62482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2714" y="103319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5511" y="1544347"/>
            <a:ext cx="0" cy="47739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0331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6617011" y="1544347"/>
            <a:ext cx="1" cy="47739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396532" y="1544347"/>
            <a:ext cx="8103" cy="47739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5809" y="1873648"/>
            <a:ext cx="139403" cy="41803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644379" y="1825636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547309" y="2256849"/>
            <a:ext cx="139401" cy="379714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65212" y="1933462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783781" y="2301099"/>
            <a:ext cx="2763527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915002" y="1623639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280935" y="197332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5490316" y="1033191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713814"/>
            <a:ext cx="139403" cy="3340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665212" y="3810352"/>
            <a:ext cx="495179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23425" y="3475412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6617010" y="2825248"/>
            <a:ext cx="27179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705471" y="3050242"/>
            <a:ext cx="26910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686710" y="3373306"/>
            <a:ext cx="264822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885" y="427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2593401" y="103108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719474" y="1542239"/>
            <a:ext cx="0" cy="47760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288894" y="2465228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1664445" y="4732312"/>
            <a:ext cx="492081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733308" y="4409140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(follow)</a:t>
            </a:r>
            <a:endParaRPr lang="en-US" sz="1600" dirty="0"/>
          </a:p>
        </p:txBody>
      </p:sp>
      <p:sp>
        <p:nvSpPr>
          <p:cNvPr id="34" name="TextBox 33"/>
          <p:cNvSpPr txBox="1"/>
          <p:nvPr/>
        </p:nvSpPr>
        <p:spPr>
          <a:xfrm>
            <a:off x="7068791" y="4690986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follow()</a:t>
            </a:r>
            <a:endParaRPr lang="en-US" sz="1600" dirty="0"/>
          </a:p>
        </p:txBody>
      </p:sp>
      <p:cxnSp>
        <p:nvCxnSpPr>
          <p:cNvPr id="35" name="Straight Arrow Connector 34"/>
          <p:cNvCxnSpPr/>
          <p:nvPr/>
        </p:nvCxnSpPr>
        <p:spPr>
          <a:xfrm>
            <a:off x="6686710" y="5029540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>
            <a:off x="9452819" y="5529488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10194778" y="516799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>
            <a:off x="9452819" y="5167998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436387" y="4583222"/>
            <a:ext cx="113955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save </a:t>
            </a:r>
          </a:p>
          <a:p>
            <a:pPr algn="ctr"/>
            <a:r>
              <a:rPr lang="en-US" sz="1600" dirty="0" smtClean="0"/>
              <a:t>the blogger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6686710" y="5696457"/>
            <a:ext cx="2635867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253274" y="5378956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 flipV="1">
            <a:off x="1665212" y="5990497"/>
            <a:ext cx="4973439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706225" y="5625914"/>
            <a:ext cx="25162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Display followed symbol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422307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2714" y="103319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5511" y="1544347"/>
            <a:ext cx="0" cy="47739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0331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6617011" y="1544347"/>
            <a:ext cx="1" cy="47739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396532" y="1544347"/>
            <a:ext cx="8103" cy="47739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5809" y="1873648"/>
            <a:ext cx="139403" cy="41803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644379" y="1825636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547309" y="2256849"/>
            <a:ext cx="139401" cy="379714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65212" y="1933462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783781" y="2301099"/>
            <a:ext cx="2763527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915002" y="1623639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280935" y="197332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5490316" y="1033191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713814"/>
            <a:ext cx="139403" cy="3340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665212" y="3810352"/>
            <a:ext cx="495179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23425" y="3475412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6617010" y="2825248"/>
            <a:ext cx="27179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705471" y="3050242"/>
            <a:ext cx="26910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686710" y="3373306"/>
            <a:ext cx="264822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885" y="427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2593401" y="103108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719474" y="1542239"/>
            <a:ext cx="0" cy="47760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288894" y="2465228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1664445" y="4732312"/>
            <a:ext cx="492081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733308" y="4409140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(followed)</a:t>
            </a:r>
            <a:endParaRPr lang="en-US" sz="1600" dirty="0"/>
          </a:p>
        </p:txBody>
      </p:sp>
      <p:sp>
        <p:nvSpPr>
          <p:cNvPr id="34" name="TextBox 33"/>
          <p:cNvSpPr txBox="1"/>
          <p:nvPr/>
        </p:nvSpPr>
        <p:spPr>
          <a:xfrm>
            <a:off x="7068791" y="4690986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unfollow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5" name="Straight Arrow Connector 34"/>
          <p:cNvCxnSpPr/>
          <p:nvPr/>
        </p:nvCxnSpPr>
        <p:spPr>
          <a:xfrm>
            <a:off x="6686710" y="5029540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>
            <a:off x="9452819" y="5529488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10194778" y="516799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>
            <a:off x="9452819" y="5167998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436387" y="4583222"/>
            <a:ext cx="113955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remove </a:t>
            </a:r>
          </a:p>
          <a:p>
            <a:pPr algn="ctr"/>
            <a:r>
              <a:rPr lang="en-US" sz="1600" dirty="0" smtClean="0"/>
              <a:t>the blogger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6686710" y="5696457"/>
            <a:ext cx="2635867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253274" y="5378956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 flipV="1">
            <a:off x="1665212" y="5990497"/>
            <a:ext cx="4973439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706225" y="5625914"/>
            <a:ext cx="23063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Display follow symbol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9459745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5302" y="10014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 flipH="1">
            <a:off x="1002689" y="1512597"/>
            <a:ext cx="541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0014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5381429" y="1512597"/>
            <a:ext cx="389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396532" y="1512597"/>
            <a:ext cx="8103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38397" y="1778397"/>
            <a:ext cx="139404" cy="42043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971374" y="1798489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311728" y="2195353"/>
            <a:ext cx="139402" cy="27106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02689" y="1903820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110776" y="2269349"/>
            <a:ext cx="2200952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52479" y="1593997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77220" y="19415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339455" y="1001441"/>
            <a:ext cx="20839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491564"/>
            <a:ext cx="139403" cy="33884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077801" y="3556352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18005" y="3236103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451130" y="2570746"/>
            <a:ext cx="3883803" cy="107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969154" y="2812394"/>
            <a:ext cx="26910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451130" y="3151056"/>
            <a:ext cx="388380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01" y="-2748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915002" y="100144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041075" y="1512597"/>
            <a:ext cx="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03207" y="2239116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1" name="Rectangle 30"/>
          <p:cNvSpPr/>
          <p:nvPr/>
        </p:nvSpPr>
        <p:spPr>
          <a:xfrm>
            <a:off x="6651121" y="9955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FollowList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 flipH="1">
            <a:off x="7450942" y="1506707"/>
            <a:ext cx="8103" cy="48115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36987" y="4086846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</a:t>
            </a:r>
            <a:r>
              <a:rPr lang="en-US" sz="1600" dirty="0" smtClean="0"/>
              <a:t>follow</a:t>
            </a:r>
            <a:r>
              <a:rPr lang="en-US" sz="1600" dirty="0" smtClean="0"/>
              <a:t>ing</a:t>
            </a:r>
            <a:r>
              <a:rPr lang="en-US" sz="1600" dirty="0" smtClean="0"/>
              <a:t>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1077801" y="4413804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203207" y="436125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seeFollowing</a:t>
            </a:r>
            <a:r>
              <a:rPr lang="en-US" sz="1600" dirty="0" smtClean="0"/>
              <a:t>(</a:t>
            </a:r>
            <a:r>
              <a:rPr lang="en-US" sz="1600" dirty="0" smtClean="0"/>
              <a:t>)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5451130" y="4720313"/>
            <a:ext cx="38838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H="1">
            <a:off x="9470599" y="526746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10212558" y="490597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9470599" y="490597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7528746" y="5487572"/>
            <a:ext cx="1768397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15295" y="5149018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 flipV="1">
            <a:off x="1077801" y="5880045"/>
            <a:ext cx="6311544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163949" y="5535197"/>
            <a:ext cx="44712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</a:t>
            </a:r>
            <a:r>
              <a:rPr lang="en-US" sz="1600" dirty="0" smtClean="0"/>
              <a:t>Display </a:t>
            </a:r>
            <a:r>
              <a:rPr lang="en-US" sz="1600" dirty="0" smtClean="0"/>
              <a:t>list of bloggers that the user is following</a:t>
            </a:r>
            <a:endParaRPr lang="en-US" sz="1600" dirty="0"/>
          </a:p>
        </p:txBody>
      </p:sp>
      <p:sp>
        <p:nvSpPr>
          <p:cNvPr id="58" name="Rectangle 57"/>
          <p:cNvSpPr/>
          <p:nvPr/>
        </p:nvSpPr>
        <p:spPr>
          <a:xfrm>
            <a:off x="7389344" y="5382926"/>
            <a:ext cx="139402" cy="5998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9452137" y="4353251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smtClean="0"/>
              <a:t>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2139342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5302" y="10014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 flipH="1">
            <a:off x="1002689" y="1512597"/>
            <a:ext cx="541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0014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5381429" y="1512597"/>
            <a:ext cx="389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396532" y="1512597"/>
            <a:ext cx="8103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38397" y="1778397"/>
            <a:ext cx="139404" cy="42043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971374" y="1798489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311728" y="2195353"/>
            <a:ext cx="139402" cy="27106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02689" y="1903820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110776" y="2269349"/>
            <a:ext cx="2200952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52479" y="1593997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77220" y="19415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339455" y="1001441"/>
            <a:ext cx="20839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491564"/>
            <a:ext cx="139403" cy="33884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077801" y="3556352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18005" y="3236103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451130" y="2570746"/>
            <a:ext cx="3883803" cy="107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969154" y="2812394"/>
            <a:ext cx="26910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451130" y="3151056"/>
            <a:ext cx="388380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01" y="-2748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915002" y="100144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041075" y="1512597"/>
            <a:ext cx="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03207" y="2239116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1" name="Rectangle 30"/>
          <p:cNvSpPr/>
          <p:nvPr/>
        </p:nvSpPr>
        <p:spPr>
          <a:xfrm>
            <a:off x="6651121" y="9955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FollowList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 flipH="1">
            <a:off x="7450942" y="1506707"/>
            <a:ext cx="8103" cy="48115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36987" y="4086846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</a:t>
            </a:r>
            <a:r>
              <a:rPr lang="en-US" sz="1600" dirty="0" smtClean="0"/>
              <a:t>follower)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1077801" y="4413804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203207" y="436125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seeFollower</a:t>
            </a:r>
            <a:r>
              <a:rPr lang="en-US" sz="1600" dirty="0" smtClean="0"/>
              <a:t>(</a:t>
            </a:r>
            <a:r>
              <a:rPr lang="en-US" sz="1600" dirty="0" smtClean="0"/>
              <a:t>)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5451130" y="4720313"/>
            <a:ext cx="38838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H="1">
            <a:off x="9470599" y="526746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10212558" y="490597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9470599" y="490597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7528746" y="5487572"/>
            <a:ext cx="1768397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15295" y="5149018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 flipV="1">
            <a:off x="1077801" y="5880045"/>
            <a:ext cx="6311544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163949" y="5535197"/>
            <a:ext cx="36561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</a:t>
            </a:r>
            <a:r>
              <a:rPr lang="en-US" sz="1600" dirty="0" smtClean="0"/>
              <a:t>Display </a:t>
            </a:r>
            <a:r>
              <a:rPr lang="en-US" sz="1600" dirty="0" smtClean="0"/>
              <a:t>list of bloggers follow the user</a:t>
            </a:r>
            <a:endParaRPr lang="en-US" sz="1600" dirty="0"/>
          </a:p>
        </p:txBody>
      </p:sp>
      <p:sp>
        <p:nvSpPr>
          <p:cNvPr id="58" name="Rectangle 57"/>
          <p:cNvSpPr/>
          <p:nvPr/>
        </p:nvSpPr>
        <p:spPr>
          <a:xfrm>
            <a:off x="7389344" y="5382926"/>
            <a:ext cx="139402" cy="5998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9452137" y="4353251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smtClean="0"/>
              <a:t>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1914999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3040</TotalTime>
  <Words>3094</Words>
  <Application>Microsoft Macintosh PowerPoint</Application>
  <PresentationFormat>Custom</PresentationFormat>
  <Paragraphs>856</Paragraphs>
  <Slides>38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3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269</cp:revision>
  <dcterms:created xsi:type="dcterms:W3CDTF">2014-05-25T06:04:56Z</dcterms:created>
  <dcterms:modified xsi:type="dcterms:W3CDTF">2014-10-13T10:10:27Z</dcterms:modified>
</cp:coreProperties>
</file>