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311" r:id="rId4"/>
    <p:sldId id="301" r:id="rId5"/>
    <p:sldId id="302" r:id="rId6"/>
    <p:sldId id="268" r:id="rId7"/>
    <p:sldId id="295" r:id="rId8"/>
    <p:sldId id="266" r:id="rId9"/>
    <p:sldId id="296" r:id="rId10"/>
    <p:sldId id="293" r:id="rId11"/>
    <p:sldId id="294" r:id="rId12"/>
    <p:sldId id="269" r:id="rId13"/>
    <p:sldId id="304" r:id="rId14"/>
    <p:sldId id="280" r:id="rId15"/>
    <p:sldId id="305" r:id="rId16"/>
    <p:sldId id="309" r:id="rId17"/>
    <p:sldId id="306" r:id="rId18"/>
    <p:sldId id="307" r:id="rId19"/>
    <p:sldId id="300" r:id="rId20"/>
    <p:sldId id="298" r:id="rId21"/>
    <p:sldId id="310" r:id="rId22"/>
    <p:sldId id="312" r:id="rId23"/>
    <p:sldId id="313" r:id="rId24"/>
    <p:sldId id="314" r:id="rId25"/>
    <p:sldId id="315" r:id="rId26"/>
    <p:sldId id="320" r:id="rId27"/>
    <p:sldId id="321" r:id="rId28"/>
    <p:sldId id="322" r:id="rId29"/>
    <p:sldId id="316" r:id="rId30"/>
    <p:sldId id="319" r:id="rId31"/>
    <p:sldId id="318" r:id="rId32"/>
    <p:sldId id="323" r:id="rId33"/>
    <p:sldId id="324" r:id="rId34"/>
    <p:sldId id="334" r:id="rId35"/>
    <p:sldId id="335" r:id="rId36"/>
    <p:sldId id="336" r:id="rId37"/>
    <p:sldId id="328" r:id="rId38"/>
    <p:sldId id="329" r:id="rId39"/>
    <p:sldId id="332" r:id="rId40"/>
    <p:sldId id="331" r:id="rId41"/>
    <p:sldId id="337" r:id="rId42"/>
    <p:sldId id="338" r:id="rId43"/>
    <p:sldId id="340" r:id="rId44"/>
    <p:sldId id="343" r:id="rId45"/>
    <p:sldId id="341" r:id="rId46"/>
    <p:sldId id="344" r:id="rId47"/>
    <p:sldId id="345" r:id="rId48"/>
    <p:sldId id="346" r:id="rId49"/>
    <p:sldId id="347" r:id="rId50"/>
    <p:sldId id="348" r:id="rId51"/>
  </p:sldIdLst>
  <p:sldSz cx="10799763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CCFF39"/>
    <a:srgbClr val="FF4D7D"/>
    <a:srgbClr val="719E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-1608" y="-112"/>
      </p:cViewPr>
      <p:guideLst>
        <p:guide orient="horz" pos="2160"/>
        <p:guide pos="340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printerSettings" Target="printerSettings/printerSettings1.bin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130426"/>
            <a:ext cx="9179799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19965" y="3886200"/>
            <a:ext cx="75598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000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04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107" y="4406901"/>
            <a:ext cx="9179799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07" y="2906713"/>
            <a:ext cx="9179799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90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9988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89880" y="1600201"/>
            <a:ext cx="476989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914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535113"/>
            <a:ext cx="477177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9988" y="2174875"/>
            <a:ext cx="477177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86130" y="1535113"/>
            <a:ext cx="477364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86130" y="2174875"/>
            <a:ext cx="477364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76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428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3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989" y="273050"/>
            <a:ext cx="355304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22407" y="273051"/>
            <a:ext cx="603736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9989" y="1435101"/>
            <a:ext cx="355304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350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6829" y="4800600"/>
            <a:ext cx="6479858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16829" y="612775"/>
            <a:ext cx="6479858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16829" y="5367338"/>
            <a:ext cx="6479858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609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21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29828" y="274639"/>
            <a:ext cx="2429947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9988" y="274639"/>
            <a:ext cx="7109844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711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9988" y="274638"/>
            <a:ext cx="971978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988" y="1600201"/>
            <a:ext cx="9719787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9988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7F63ED-244D-4346-A15C-DC13E53AAAF7}" type="datetimeFigureOut">
              <a:rPr lang="en-US" smtClean="0"/>
              <a:t>12/2/14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9919" y="6356351"/>
            <a:ext cx="34199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39830" y="6356351"/>
            <a:ext cx="25199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F079A-40EE-BD45-9858-0BDF8AA7E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98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75355" y="127061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Visitor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18152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49660" y="1270613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RegisterActivity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7963579" y="12729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Registered User Database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942207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71503" y="1784115"/>
            <a:ext cx="0" cy="47520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469148" y="127061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12" name="Straight Connector 11"/>
          <p:cNvCxnSpPr>
            <a:stCxn id="11" idx="2"/>
          </p:cNvCxnSpPr>
          <p:nvPr/>
        </p:nvCxnSpPr>
        <p:spPr>
          <a:xfrm>
            <a:off x="3595221" y="1781769"/>
            <a:ext cx="0" cy="47543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48451" y="2026598"/>
            <a:ext cx="122846" cy="36648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13806" y="204208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872506" y="2432657"/>
            <a:ext cx="139402" cy="32587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698150" y="3687484"/>
            <a:ext cx="139402" cy="9599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518152" y="2119534"/>
            <a:ext cx="19956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53208" y="250677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1448451" y="3544629"/>
            <a:ext cx="44240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8809064" y="437342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551023" y="3906421"/>
            <a:ext cx="0" cy="4670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8809064" y="39248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587855" y="482183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879104" y="178098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890194" y="217899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351879" y="3217791"/>
            <a:ext cx="33113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(profile picture, username, password,</a:t>
            </a:r>
          </a:p>
          <a:p>
            <a:pPr algn="ctr"/>
            <a:r>
              <a:rPr lang="en-US" sz="1600" dirty="0" smtClean="0"/>
              <a:t> re-password, email)</a:t>
            </a:r>
            <a:endParaRPr lang="en-US" sz="1600" dirty="0"/>
          </a:p>
        </p:txBody>
      </p:sp>
      <p:sp>
        <p:nvSpPr>
          <p:cNvPr id="47" name="TextBox 46"/>
          <p:cNvSpPr txBox="1"/>
          <p:nvPr/>
        </p:nvSpPr>
        <p:spPr>
          <a:xfrm>
            <a:off x="8806574" y="3586820"/>
            <a:ext cx="18363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6: </a:t>
            </a:r>
            <a:r>
              <a:rPr lang="en-US" sz="1600" dirty="0" err="1" smtClean="0"/>
              <a:t>checkValidation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613376" y="4256262"/>
            <a:ext cx="244219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Display successful message</a:t>
            </a:r>
            <a:endParaRPr lang="en-US" sz="1600" dirty="0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526" y="237437"/>
            <a:ext cx="1199252" cy="1199252"/>
          </a:xfrm>
          <a:prstGeom prst="rect">
            <a:avLst/>
          </a:prstGeom>
        </p:spPr>
      </p:pic>
      <p:cxnSp>
        <p:nvCxnSpPr>
          <p:cNvPr id="38" name="Straight Arrow Connector 37"/>
          <p:cNvCxnSpPr/>
          <p:nvPr/>
        </p:nvCxnSpPr>
        <p:spPr>
          <a:xfrm flipH="1">
            <a:off x="1571297" y="2941458"/>
            <a:ext cx="43012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00504" y="2599712"/>
            <a:ext cx="24247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registration form</a:t>
            </a:r>
            <a:endParaRPr lang="en-US" sz="16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011908" y="3789050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6011908" y="4504916"/>
            <a:ext cx="268624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468702" y="4166362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7: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112899" y="2993703"/>
            <a:ext cx="256542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addData</a:t>
            </a:r>
            <a:endParaRPr lang="en-US" sz="1600" dirty="0" smtClean="0"/>
          </a:p>
          <a:p>
            <a:pPr algn="ctr"/>
            <a:r>
              <a:rPr lang="en-US" sz="1600" dirty="0" smtClean="0"/>
              <a:t>(username</a:t>
            </a:r>
            <a:r>
              <a:rPr lang="en-US" sz="1600" dirty="0"/>
              <a:t>, </a:t>
            </a:r>
            <a:r>
              <a:rPr lang="en-US" sz="1600" dirty="0" smtClean="0"/>
              <a:t>Password, </a:t>
            </a:r>
            <a:endParaRPr lang="th-TH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-password, </a:t>
            </a:r>
            <a:r>
              <a:rPr lang="en-US" sz="1600" dirty="0" smtClean="0"/>
              <a:t>email)</a:t>
            </a:r>
            <a:r>
              <a:rPr lang="th-TH" sz="1600" dirty="0" smtClean="0"/>
              <a:t/>
            </a:r>
            <a:br>
              <a:rPr lang="th-TH" sz="1600" dirty="0" smtClean="0"/>
            </a:br>
            <a:r>
              <a:rPr lang="en-US" sz="1600" dirty="0" smtClean="0"/>
              <a:t>5: </a:t>
            </a:r>
            <a:r>
              <a:rPr lang="en-US" sz="1600" dirty="0" err="1" smtClean="0"/>
              <a:t>uploadFile</a:t>
            </a:r>
            <a:r>
              <a:rPr lang="en-US" sz="1600" dirty="0" smtClean="0"/>
              <a:t>(profile picture)</a:t>
            </a:r>
            <a:endParaRPr lang="en-US" sz="1600" dirty="0"/>
          </a:p>
        </p:txBody>
      </p:sp>
      <p:cxnSp>
        <p:nvCxnSpPr>
          <p:cNvPr id="37" name="Straight Arrow Connector 36"/>
          <p:cNvCxnSpPr/>
          <p:nvPr/>
        </p:nvCxnSpPr>
        <p:spPr>
          <a:xfrm flipH="1">
            <a:off x="1571297" y="555459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614095" y="497416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0381986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54" name="Straight Connector 53"/>
          <p:cNvCxnSpPr>
            <a:stCxn id="53" idx="2"/>
          </p:cNvCxnSpPr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40983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blogger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9909245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679427" y="1604004"/>
            <a:ext cx="0" cy="49682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263645" y="1059935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LoginActivity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8361221" y="1053174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7256192" y="1571091"/>
            <a:ext cx="0" cy="500115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169145" y="1564330"/>
            <a:ext cx="10798" cy="50079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9725" y="2014478"/>
            <a:ext cx="150119" cy="420852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504702" y="202996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186491" y="2350816"/>
            <a:ext cx="139402" cy="387218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17987" y="3626451"/>
            <a:ext cx="139402" cy="11664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59844" y="2107414"/>
            <a:ext cx="17448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44104" y="2494652"/>
            <a:ext cx="45423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679427" y="3408852"/>
            <a:ext cx="65070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/>
          <p:nvPr/>
        </p:nvCxnSpPr>
        <p:spPr>
          <a:xfrm flipH="1">
            <a:off x="9228901" y="438892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H="1" flipV="1">
            <a:off x="9970860" y="3903517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9228901" y="390351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325893" y="4642817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70000" y="1768860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881090" y="216687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6" name="TextBox 45"/>
          <p:cNvSpPr txBox="1"/>
          <p:nvPr/>
        </p:nvSpPr>
        <p:spPr>
          <a:xfrm>
            <a:off x="2548148" y="3089836"/>
            <a:ext cx="204124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Input information</a:t>
            </a:r>
            <a:br>
              <a:rPr lang="en-US" sz="1600" dirty="0" smtClean="0"/>
            </a:br>
            <a:r>
              <a:rPr lang="en-US" sz="1600" dirty="0" smtClean="0"/>
              <a:t>(username, password)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484978" y="4316838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040989" y="4996441"/>
            <a:ext cx="226168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488988" y="4655392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3" name="Rectangle 42"/>
          <p:cNvSpPr/>
          <p:nvPr/>
        </p:nvSpPr>
        <p:spPr>
          <a:xfrm>
            <a:off x="4927354" y="4903321"/>
            <a:ext cx="153645" cy="58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3" name="Picture 32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9" y="62183"/>
            <a:ext cx="1199252" cy="1199252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1462211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48" name="Straight Connector 47"/>
          <p:cNvCxnSpPr>
            <a:stCxn id="37" idx="2"/>
          </p:cNvCxnSpPr>
          <p:nvPr/>
        </p:nvCxnSpPr>
        <p:spPr>
          <a:xfrm flipH="1">
            <a:off x="2555718" y="1571074"/>
            <a:ext cx="32566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/>
          <p:nvPr/>
        </p:nvCxnSpPr>
        <p:spPr>
          <a:xfrm flipH="1">
            <a:off x="759844" y="2970028"/>
            <a:ext cx="64266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649756" y="2628282"/>
            <a:ext cx="19115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Return log in form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>
            <a:off x="7325893" y="3726388"/>
            <a:ext cx="17920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5004178" y="1571074"/>
            <a:ext cx="0" cy="500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179943" y="4439645"/>
            <a:ext cx="1629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6: </a:t>
            </a:r>
            <a:r>
              <a:rPr lang="en-US" sz="1400" dirty="0" err="1" smtClean="0"/>
              <a:t>checkValidation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8" name="TextBox 57"/>
          <p:cNvSpPr txBox="1"/>
          <p:nvPr/>
        </p:nvSpPr>
        <p:spPr>
          <a:xfrm>
            <a:off x="7392154" y="3403020"/>
            <a:ext cx="183666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log in (username, </a:t>
            </a:r>
          </a:p>
          <a:p>
            <a:pPr algn="ctr"/>
            <a:r>
              <a:rPr lang="en-US" sz="1600" dirty="0" smtClean="0"/>
              <a:t> password)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721217" y="5332997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746738" y="4767422"/>
            <a:ext cx="276289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8: Result = Success</a:t>
            </a:r>
          </a:p>
          <a:p>
            <a:r>
              <a:rPr lang="en-US" sz="1600" dirty="0" smtClean="0"/>
              <a:t>Return shopkeeper home page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04660" y="6065751"/>
            <a:ext cx="648183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747457" y="5485322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3878105" y="105991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sp>
        <p:nvSpPr>
          <p:cNvPr id="42" name="Rectangle 41"/>
          <p:cNvSpPr/>
          <p:nvPr/>
        </p:nvSpPr>
        <p:spPr>
          <a:xfrm>
            <a:off x="36630" y="109284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40854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3998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160217" y="19954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803014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7493188" y="1995438"/>
            <a:ext cx="19850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LogOutActivity</a:t>
            </a:r>
            <a:endParaRPr lang="en-US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8485735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733313" y="2917069"/>
            <a:ext cx="139402" cy="21995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057334" y="29325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416034" y="3286320"/>
            <a:ext cx="139402" cy="14844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872715" y="3010004"/>
            <a:ext cx="41846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6196736" y="3397242"/>
            <a:ext cx="221929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3905282" y="266099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6433722" y="3069467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3" name="Straight Arrow Connector 32"/>
          <p:cNvCxnSpPr/>
          <p:nvPr/>
        </p:nvCxnSpPr>
        <p:spPr>
          <a:xfrm flipH="1">
            <a:off x="8555436" y="43975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9297395" y="3636090"/>
            <a:ext cx="0" cy="7614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8555436" y="363609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17" y="964818"/>
            <a:ext cx="1199252" cy="1199252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5009416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8" name="Straight Connector 27"/>
          <p:cNvCxnSpPr>
            <a:stCxn id="24" idx="2"/>
          </p:cNvCxnSpPr>
          <p:nvPr/>
        </p:nvCxnSpPr>
        <p:spPr>
          <a:xfrm>
            <a:off x="6135489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588719" y="1995438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1" name="Straight Connector 30"/>
          <p:cNvCxnSpPr>
            <a:stCxn id="30" idx="2"/>
          </p:cNvCxnSpPr>
          <p:nvPr/>
        </p:nvCxnSpPr>
        <p:spPr>
          <a:xfrm>
            <a:off x="3714792" y="2506594"/>
            <a:ext cx="0" cy="285782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3645091" y="455895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774811" y="429422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872715" y="5040934"/>
            <a:ext cx="19117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555436" y="3305415"/>
            <a:ext cx="18539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session_destroy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9" name="TextBox 38"/>
          <p:cNvSpPr txBox="1"/>
          <p:nvPr/>
        </p:nvSpPr>
        <p:spPr>
          <a:xfrm>
            <a:off x="2037980" y="4717870"/>
            <a:ext cx="152127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5: Return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cxnSp>
        <p:nvCxnSpPr>
          <p:cNvPr id="29" name="Straight Arrow Connector 28"/>
          <p:cNvCxnSpPr/>
          <p:nvPr/>
        </p:nvCxnSpPr>
        <p:spPr>
          <a:xfrm flipH="1">
            <a:off x="3784493" y="4625209"/>
            <a:ext cx="4631542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656366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023425" y="4062787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705471" y="3526492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228614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952714" y="13189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595511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3189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 flipH="1">
            <a:off x="6617009" y="1830097"/>
            <a:ext cx="1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404635" y="1830097"/>
            <a:ext cx="0" cy="30620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525809" y="2095897"/>
            <a:ext cx="139403" cy="24681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644379" y="21113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547309" y="2542599"/>
            <a:ext cx="139402" cy="20214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65212" y="2219212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783781" y="2586849"/>
            <a:ext cx="2763527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915002" y="1909389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280935" y="22590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490316" y="1318941"/>
            <a:ext cx="224554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ViewProfileDetail</a:t>
            </a:r>
            <a:endParaRPr lang="en-US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999564"/>
            <a:ext cx="139403" cy="9382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665212" y="4397727"/>
            <a:ext cx="495179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6617010" y="3110998"/>
            <a:ext cx="27179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812170" y="3526492"/>
            <a:ext cx="247766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shops)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6686710" y="3849556"/>
            <a:ext cx="264822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885" y="29002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2593401" y="131683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719474" y="1827989"/>
            <a:ext cx="0" cy="30642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783781" y="4075769"/>
            <a:ext cx="247766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/>
              <a:t>(profile picture, username, </a:t>
            </a:r>
          </a:p>
          <a:p>
            <a:pPr algn="ctr"/>
            <a:r>
              <a:rPr lang="en-US" sz="1600" dirty="0"/>
              <a:t>email, list of created shops)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8894" y="2750978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99488458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4" y="482963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47" name="TextBox 46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3062314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339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3136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053192" y="11298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367987" y="1641029"/>
            <a:ext cx="0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853370" y="1641029"/>
            <a:ext cx="7746" cy="42334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3434" y="1906829"/>
            <a:ext cx="139404" cy="3507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02004" y="1922318"/>
            <a:ext cx="139402" cy="41484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298285" y="2353531"/>
            <a:ext cx="139403" cy="30608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2837" y="2030144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41406" y="2255448"/>
            <a:ext cx="19901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2627" y="17203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900577" y="1938622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5921839" y="1129873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22837" y="3470935"/>
            <a:ext cx="657544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/>
          <p:nvPr/>
        </p:nvCxnSpPr>
        <p:spPr>
          <a:xfrm>
            <a:off x="7410533" y="4035464"/>
            <a:ext cx="23808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791415" y="3986901"/>
            <a:ext cx="129458" cy="82252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437688" y="4721223"/>
            <a:ext cx="235372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494753" y="441362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22837" y="5151476"/>
            <a:ext cx="658463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782916" y="4845124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84349" y="2679048"/>
            <a:ext cx="23757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edit profile form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 flipV="1">
            <a:off x="722838" y="2983249"/>
            <a:ext cx="6645149" cy="1671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647849" y="11214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>
            <a:off x="2773922" y="1632629"/>
            <a:ext cx="0" cy="4241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 flipH="1">
            <a:off x="4884349" y="1616285"/>
            <a:ext cx="16925" cy="42582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4234730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4831572" y="2154330"/>
            <a:ext cx="139402" cy="43062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5173198" y="217330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4938694" y="2489108"/>
            <a:ext cx="23595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920872" y="463869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 flipV="1">
            <a:off x="10662831" y="415328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920872" y="41532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37884" y="468550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0" name="TextBox 49"/>
          <p:cNvSpPr txBox="1"/>
          <p:nvPr/>
        </p:nvSpPr>
        <p:spPr>
          <a:xfrm>
            <a:off x="2773922" y="3163689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Input information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94753" y="3712096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endParaRPr lang="en-US" sz="1600" dirty="0" smtClean="0"/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84188071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sp>
        <p:nvSpPr>
          <p:cNvPr id="72" name="TextBox 71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1" name="TextBox 50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5990372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2268" y="11298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5065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50" y="1121473"/>
            <a:ext cx="1615847" cy="5195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5750188" y="1641029"/>
            <a:ext cx="0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28" y="1641029"/>
            <a:ext cx="7746" cy="4739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5363" y="1906828"/>
            <a:ext cx="139403" cy="416172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150566" y="1901218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680486" y="2590141"/>
            <a:ext cx="139403" cy="4600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24766" y="2030144"/>
            <a:ext cx="14258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24605" y="2364095"/>
            <a:ext cx="15045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79985" y="1701916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384914" y="2033375"/>
            <a:ext cx="98957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</a:t>
            </a:r>
            <a:endParaRPr lang="en-US" sz="1600" dirty="0" smtClean="0"/>
          </a:p>
          <a:p>
            <a:r>
              <a:rPr lang="en-US" sz="1600" dirty="0" smtClean="0"/>
              <a:t>Listener()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494395" y="1129873"/>
            <a:ext cx="2372181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655065" y="4073889"/>
            <a:ext cx="730557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59226" y="4345371"/>
            <a:ext cx="139403" cy="133508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731782" y="2973923"/>
            <a:ext cx="22288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1" y="103937"/>
            <a:ext cx="1199252" cy="1199252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356989" y="1129873"/>
            <a:ext cx="17352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1" idx="2"/>
          </p:cNvCxnSpPr>
          <p:nvPr/>
        </p:nvCxnSpPr>
        <p:spPr>
          <a:xfrm flipH="1">
            <a:off x="2220267" y="1641029"/>
            <a:ext cx="4338" cy="47475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030340" y="1632629"/>
            <a:ext cx="0" cy="51772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924915" y="1129873"/>
            <a:ext cx="216768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ChangePassword</a:t>
            </a:r>
            <a:endParaRPr lang="en-US" dirty="0" smtClean="0"/>
          </a:p>
          <a:p>
            <a:pPr algn="ctr"/>
            <a:r>
              <a:rPr lang="en-US" dirty="0" smtClean="0"/>
              <a:t>Activity</a:t>
            </a:r>
            <a:endParaRPr lang="en-US" dirty="0"/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3798889" y="1616285"/>
            <a:ext cx="1" cy="477229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3132347" y="1121473"/>
            <a:ext cx="132517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ViewProfile</a:t>
            </a:r>
            <a:endParaRPr lang="en-US" dirty="0" smtClean="0"/>
          </a:p>
          <a:p>
            <a:pPr algn="ctr"/>
            <a:r>
              <a:rPr lang="en-US" dirty="0" smtClean="0"/>
              <a:t>Detail</a:t>
            </a:r>
            <a:endParaRPr lang="en-US" dirty="0"/>
          </a:p>
        </p:txBody>
      </p:sp>
      <p:sp>
        <p:nvSpPr>
          <p:cNvPr id="54" name="Rectangle 53"/>
          <p:cNvSpPr/>
          <p:nvPr/>
        </p:nvSpPr>
        <p:spPr>
          <a:xfrm>
            <a:off x="3729188" y="2282909"/>
            <a:ext cx="139402" cy="47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Arrow Connector 55"/>
          <p:cNvCxnSpPr/>
          <p:nvPr/>
        </p:nvCxnSpPr>
        <p:spPr>
          <a:xfrm>
            <a:off x="3798890" y="2691665"/>
            <a:ext cx="18983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816528" y="2350161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65" name="Rectangle 64"/>
          <p:cNvSpPr/>
          <p:nvPr/>
        </p:nvSpPr>
        <p:spPr>
          <a:xfrm>
            <a:off x="7960639" y="2902976"/>
            <a:ext cx="139402" cy="31655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034988" y="262528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4: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724766" y="3488866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410659" y="3156044"/>
            <a:ext cx="29048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change password form</a:t>
            </a:r>
            <a:endParaRPr lang="en-US" sz="1600" dirty="0"/>
          </a:p>
        </p:txBody>
      </p:sp>
      <p:cxnSp>
        <p:nvCxnSpPr>
          <p:cNvPr id="75" name="Straight Arrow Connector 74"/>
          <p:cNvCxnSpPr/>
          <p:nvPr/>
        </p:nvCxnSpPr>
        <p:spPr>
          <a:xfrm>
            <a:off x="8100041" y="4467051"/>
            <a:ext cx="17591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998629" y="5129269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H="1" flipV="1">
            <a:off x="10740588" y="4643860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998629" y="4643859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Arrow Connector 79"/>
          <p:cNvCxnSpPr/>
          <p:nvPr/>
        </p:nvCxnSpPr>
        <p:spPr>
          <a:xfrm flipH="1">
            <a:off x="8100041" y="5594523"/>
            <a:ext cx="18456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59616" y="5877421"/>
            <a:ext cx="7258765" cy="573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136944" y="525824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9: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(current password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new password, </a:t>
            </a:r>
            <a:endParaRPr lang="en-US" sz="1600" dirty="0" smtClean="0"/>
          </a:p>
          <a:p>
            <a:pPr algn="ctr"/>
            <a:r>
              <a:rPr lang="en-US" sz="1600" dirty="0" smtClean="0"/>
              <a:t>re</a:t>
            </a:r>
            <a:r>
              <a:rPr lang="en-US" sz="1600" dirty="0"/>
              <a:t>-new password)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90204" y="4152498"/>
            <a:ext cx="10331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8: check</a:t>
            </a:r>
          </a:p>
          <a:p>
            <a:pPr algn="ctr"/>
            <a:r>
              <a:rPr lang="en-US" sz="1400" dirty="0" smtClean="0"/>
              <a:t>Validation()</a:t>
            </a:r>
            <a:endParaRPr lang="en-US" sz="1400" dirty="0"/>
          </a:p>
        </p:txBody>
      </p:sp>
      <p:sp>
        <p:nvSpPr>
          <p:cNvPr id="57" name="TextBox 56"/>
          <p:cNvSpPr txBox="1"/>
          <p:nvPr/>
        </p:nvSpPr>
        <p:spPr>
          <a:xfrm>
            <a:off x="1703862" y="3730817"/>
            <a:ext cx="4611659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Input information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new password, re-new password) </a:t>
            </a:r>
            <a:endParaRPr lang="en-US" sz="1600" dirty="0"/>
          </a:p>
        </p:txBody>
      </p:sp>
      <p:sp>
        <p:nvSpPr>
          <p:cNvPr id="59" name="TextBox 58"/>
          <p:cNvSpPr txBox="1"/>
          <p:nvPr/>
        </p:nvSpPr>
        <p:spPr>
          <a:xfrm>
            <a:off x="8072120" y="3881972"/>
            <a:ext cx="176152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updateData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 smtClean="0"/>
              <a:t>(current password, </a:t>
            </a:r>
          </a:p>
          <a:p>
            <a:pPr algn="ctr"/>
            <a:r>
              <a:rPr lang="en-US" sz="1600" dirty="0" smtClean="0"/>
              <a:t>new password, </a:t>
            </a:r>
          </a:p>
          <a:p>
            <a:pPr algn="ctr"/>
            <a:r>
              <a:rPr lang="en-US" sz="1600" dirty="0" smtClean="0"/>
              <a:t>re-new password) </a:t>
            </a:r>
            <a:endParaRPr lang="en-US" sz="1600" dirty="0"/>
          </a:p>
        </p:txBody>
      </p:sp>
      <p:sp>
        <p:nvSpPr>
          <p:cNvPr id="60" name="TextBox 59"/>
          <p:cNvSpPr txBox="1"/>
          <p:nvPr/>
        </p:nvSpPr>
        <p:spPr>
          <a:xfrm>
            <a:off x="1760064" y="5549751"/>
            <a:ext cx="4934516" cy="584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Display result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/>
              <a:t>current password, new password, re-new password) </a:t>
            </a:r>
          </a:p>
        </p:txBody>
      </p:sp>
    </p:spTree>
    <p:extLst>
      <p:ext uri="{BB962C8B-B14F-4D97-AF65-F5344CB8AC3E}">
        <p14:creationId xmlns:p14="http://schemas.microsoft.com/office/powerpoint/2010/main" val="15292807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67939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529385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405783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3044236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195767614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4174" y="967695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06971" y="1478851"/>
            <a:ext cx="0" cy="510549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9128774" y="97330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7566849" y="1484463"/>
            <a:ext cx="0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928952" y="1484463"/>
            <a:ext cx="7746" cy="50998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37269" y="1775631"/>
            <a:ext cx="139403" cy="467538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844882" y="1765752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7497146" y="2196963"/>
            <a:ext cx="139403" cy="3821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76672" y="1867340"/>
            <a:ext cx="406821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4984284" y="2251994"/>
            <a:ext cx="251286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77016" y="153891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5230773" y="191344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6120700" y="973307"/>
            <a:ext cx="290778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ProfileManagementActivity</a:t>
            </a:r>
            <a:endParaRPr lang="en-US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21231" y="3830591"/>
            <a:ext cx="677842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9866996" y="2421579"/>
            <a:ext cx="139403" cy="255883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 flipH="1">
            <a:off x="7636549" y="4884450"/>
            <a:ext cx="2230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853621" y="4563713"/>
            <a:ext cx="14831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776672" y="5197279"/>
            <a:ext cx="67784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596260" y="4866686"/>
            <a:ext cx="29852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confirmation message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7636549" y="2533014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709134" y="2779340"/>
            <a:ext cx="2048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</a:t>
            </a:r>
            <a:r>
              <a:rPr lang="en-US" sz="1600" dirty="0"/>
              <a:t>result</a:t>
            </a:r>
            <a:br>
              <a:rPr lang="en-US" sz="1600" dirty="0"/>
            </a:br>
            <a:r>
              <a:rPr lang="en-US" sz="1600" dirty="0"/>
              <a:t>(profile picture, email) </a:t>
            </a:r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7636549" y="3101182"/>
            <a:ext cx="22304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663" y="-55764"/>
            <a:ext cx="1199252" cy="119925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79847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HomeShopActivity</a:t>
            </a:r>
            <a:endParaRPr lang="en-US" dirty="0"/>
          </a:p>
        </p:txBody>
      </p:sp>
      <p:cxnSp>
        <p:nvCxnSpPr>
          <p:cNvPr id="30" name="Straight Connector 29"/>
          <p:cNvCxnSpPr>
            <a:stCxn id="29" idx="2"/>
          </p:cNvCxnSpPr>
          <p:nvPr/>
        </p:nvCxnSpPr>
        <p:spPr>
          <a:xfrm>
            <a:off x="492454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1440793" y="97494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HomeVisitorActivity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2" idx="2"/>
          </p:cNvCxnSpPr>
          <p:nvPr/>
        </p:nvCxnSpPr>
        <p:spPr>
          <a:xfrm>
            <a:off x="2566866" y="1486105"/>
            <a:ext cx="0" cy="50982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/>
          <p:cNvCxnSpPr/>
          <p:nvPr/>
        </p:nvCxnSpPr>
        <p:spPr>
          <a:xfrm>
            <a:off x="706971" y="5556597"/>
            <a:ext cx="6790175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490442" y="5944421"/>
            <a:ext cx="139402" cy="47561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2905030" y="5237513"/>
            <a:ext cx="11633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Confirm</a:t>
            </a:r>
            <a:endParaRPr lang="en-US" sz="1600" dirty="0"/>
          </a:p>
        </p:txBody>
      </p:sp>
      <p:cxnSp>
        <p:nvCxnSpPr>
          <p:cNvPr id="65" name="Straight Arrow Connector 64"/>
          <p:cNvCxnSpPr/>
          <p:nvPr/>
        </p:nvCxnSpPr>
        <p:spPr>
          <a:xfrm flipH="1">
            <a:off x="2613133" y="6008114"/>
            <a:ext cx="487226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3222835" y="5669560"/>
            <a:ext cx="15871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Return result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776672" y="6349837"/>
            <a:ext cx="17901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57216" y="6015567"/>
            <a:ext cx="1655521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</a:t>
            </a:r>
            <a:r>
              <a:rPr lang="en-US" sz="1600" dirty="0"/>
              <a:t>3</a:t>
            </a:r>
            <a:r>
              <a:rPr lang="en-US" sz="1600" dirty="0" smtClean="0"/>
              <a:t>: Display visitor </a:t>
            </a:r>
          </a:p>
          <a:p>
            <a:pPr algn="ctr"/>
            <a:r>
              <a:rPr lang="en-US" sz="1600" dirty="0" smtClean="0"/>
              <a:t>home page</a:t>
            </a:r>
            <a:endParaRPr lang="en-US" sz="1600" dirty="0"/>
          </a:p>
        </p:txBody>
      </p:sp>
      <p:sp>
        <p:nvSpPr>
          <p:cNvPr id="38" name="TextBox 37"/>
          <p:cNvSpPr txBox="1"/>
          <p:nvPr/>
        </p:nvSpPr>
        <p:spPr>
          <a:xfrm>
            <a:off x="8018982" y="2201129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0" name="Straight Arrow Connector 39"/>
          <p:cNvCxnSpPr/>
          <p:nvPr/>
        </p:nvCxnSpPr>
        <p:spPr>
          <a:xfrm flipH="1">
            <a:off x="9992421" y="468732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 flipH="1" flipV="1">
            <a:off x="10734380" y="4201913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H="1">
            <a:off x="9992421" y="420191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87676" y="4687322"/>
            <a:ext cx="105070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blogger’s </a:t>
            </a:r>
          </a:p>
          <a:p>
            <a:pPr algn="ctr"/>
            <a:r>
              <a:rPr lang="en-US" sz="1400" dirty="0" smtClean="0"/>
              <a:t>information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2596260" y="3492037"/>
            <a:ext cx="23571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Request delete account</a:t>
            </a:r>
            <a:endParaRPr lang="en-US" sz="1600" dirty="0"/>
          </a:p>
        </p:txBody>
      </p:sp>
      <p:cxnSp>
        <p:nvCxnSpPr>
          <p:cNvPr id="47" name="Straight Arrow Connector 46"/>
          <p:cNvCxnSpPr/>
          <p:nvPr/>
        </p:nvCxnSpPr>
        <p:spPr>
          <a:xfrm>
            <a:off x="7636549" y="4062502"/>
            <a:ext cx="22304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8140662" y="3730617"/>
            <a:ext cx="10442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delete()</a:t>
            </a:r>
            <a:endParaRPr lang="en-US" sz="1600" dirty="0"/>
          </a:p>
        </p:txBody>
      </p:sp>
      <p:cxnSp>
        <p:nvCxnSpPr>
          <p:cNvPr id="50" name="Straight Arrow Connector 49"/>
          <p:cNvCxnSpPr/>
          <p:nvPr/>
        </p:nvCxnSpPr>
        <p:spPr>
          <a:xfrm flipH="1">
            <a:off x="776672" y="3349761"/>
            <a:ext cx="67087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2429621" y="2988214"/>
            <a:ext cx="3691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 (</a:t>
            </a:r>
            <a:r>
              <a:rPr lang="en-US" sz="1600" dirty="0"/>
              <a:t>profile picture, email) </a:t>
            </a:r>
          </a:p>
        </p:txBody>
      </p:sp>
    </p:spTree>
    <p:extLst>
      <p:ext uri="{BB962C8B-B14F-4D97-AF65-F5344CB8AC3E}">
        <p14:creationId xmlns:p14="http://schemas.microsoft.com/office/powerpoint/2010/main" val="200587021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TutorialRandomActivity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76068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</a:t>
            </a:r>
            <a:r>
              <a:rPr lang="en-US" sz="1600" dirty="0" smtClean="0"/>
              <a:t>video, comment)  </a:t>
            </a:r>
            <a:endParaRPr lang="en-US" sz="1600" dirty="0"/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574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TutorialPopularActivity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popular()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5467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9318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9318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9507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91219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5070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5070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52586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7358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TutorialCategory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1669217" y="5496362"/>
            <a:ext cx="480016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154401" y="4043506"/>
            <a:ext cx="17395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TutorialListView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838489" y="5285349"/>
            <a:ext cx="3741266" cy="18466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18120" y="2434724"/>
            <a:ext cx="38580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(outfit, accessory, gift, kid, </a:t>
            </a:r>
          </a:p>
          <a:p>
            <a:pPr algn="ctr"/>
            <a:r>
              <a:rPr lang="en-US" sz="1400" dirty="0" smtClean="0"/>
              <a:t>garden, home décor, pet,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04918" y="4346298"/>
            <a:ext cx="207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tutorials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023035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TutorialFollowActivity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4962525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206067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60190" y="4749479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follow()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4514336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TutorialSearchActivity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678917" y="5171500"/>
            <a:ext cx="534503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Display tutorial information</a:t>
            </a:r>
          </a:p>
          <a:p>
            <a:pPr algn="ctr"/>
            <a:r>
              <a:rPr lang="en-US" sz="1600" dirty="0" smtClean="0"/>
              <a:t>(tutorial picture, title, category, owner username, </a:t>
            </a:r>
          </a:p>
          <a:p>
            <a:pPr algn="ctr"/>
            <a:r>
              <a:rPr lang="en-US" sz="1600" dirty="0" smtClean="0"/>
              <a:t>number of like, material description, material picture,</a:t>
            </a:r>
          </a:p>
          <a:p>
            <a:pPr algn="ctr"/>
            <a:r>
              <a:rPr lang="en-US" sz="1600" dirty="0" smtClean="0"/>
              <a:t> step number, step description, step picture, </a:t>
            </a:r>
            <a:r>
              <a:rPr lang="en-US" sz="1600" dirty="0"/>
              <a:t>video, comment)  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33678" y="3415042"/>
            <a:ext cx="18577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TutorialListView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744314" y="4958454"/>
            <a:ext cx="4134866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Return selected </a:t>
            </a:r>
          </a:p>
          <a:p>
            <a:pPr algn="ctr"/>
            <a:r>
              <a:rPr lang="en-US" sz="1600" dirty="0" smtClean="0"/>
              <a:t>tutorial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/>
              <a:t>(tutorial picture, title</a:t>
            </a:r>
            <a:r>
              <a:rPr lang="en-US" sz="1600" dirty="0" smtClean="0"/>
              <a:t>,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category, owner username, </a:t>
            </a:r>
          </a:p>
          <a:p>
            <a:pPr algn="ctr"/>
            <a:r>
              <a:rPr lang="en-US" sz="1600" dirty="0"/>
              <a:t>number of like, material description, </a:t>
            </a:r>
            <a:endParaRPr lang="en-US" sz="1600" dirty="0" smtClean="0"/>
          </a:p>
          <a:p>
            <a:pPr algn="ctr"/>
            <a:r>
              <a:rPr lang="en-US" sz="1600" dirty="0" smtClean="0"/>
              <a:t>material </a:t>
            </a:r>
            <a:r>
              <a:rPr lang="en-US" sz="1600" dirty="0"/>
              <a:t>picture</a:t>
            </a:r>
            <a:r>
              <a:rPr lang="en-US" sz="1600" dirty="0" smtClean="0"/>
              <a:t>, </a:t>
            </a:r>
            <a:r>
              <a:rPr lang="en-US" sz="1600" dirty="0"/>
              <a:t>step number, </a:t>
            </a:r>
            <a:endParaRPr lang="en-US" sz="1600" dirty="0" smtClean="0"/>
          </a:p>
          <a:p>
            <a:pPr algn="ctr"/>
            <a:r>
              <a:rPr lang="en-US" sz="1600" dirty="0" smtClean="0"/>
              <a:t>step </a:t>
            </a:r>
            <a:r>
              <a:rPr lang="en-US" sz="1600" dirty="0"/>
              <a:t>description, step picture, video, comment)  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tutorials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968665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tutorial information 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</a:t>
            </a:r>
            <a:endParaRPr lang="en-US" sz="1400" dirty="0"/>
          </a:p>
          <a:p>
            <a:pPr algn="ctr"/>
            <a:r>
              <a:rPr lang="en-US" sz="1400" dirty="0"/>
              <a:t>Activity</a:t>
            </a:r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CreateStepList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354653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Add </a:t>
            </a:r>
            <a:r>
              <a:rPr lang="en-US" sz="1400" dirty="0" smtClean="0"/>
              <a:t>tutorial information 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5500658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370896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525778"/>
            <a:ext cx="148004" cy="136163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416452"/>
            <a:ext cx="123325" cy="41381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448342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599693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8693563" y="6475307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31071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194145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Update tutorial information</a:t>
            </a:r>
          </a:p>
          <a:p>
            <a:pPr algn="ctr"/>
            <a:r>
              <a:rPr lang="en-US" sz="1400" dirty="0" smtClean="0"/>
              <a:t>(tutorial picture, title,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63618" y="629506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20: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21717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387183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</a:t>
            </a:r>
            <a:endParaRPr lang="en-US" sz="1400" dirty="0"/>
          </a:p>
        </p:txBody>
      </p:sp>
      <p:cxnSp>
        <p:nvCxnSpPr>
          <p:cNvPr id="36" name="Straight Connector 35"/>
          <p:cNvCxnSpPr>
            <a:stCxn id="3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4572101"/>
            <a:ext cx="64919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706036"/>
            <a:ext cx="135215" cy="131518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3904268"/>
            <a:ext cx="139402" cy="13153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719510" y="5744579"/>
            <a:ext cx="785304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441554" y="3107466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Update tutorial information</a:t>
            </a:r>
          </a:p>
          <a:p>
            <a:pPr algn="ctr"/>
            <a:r>
              <a:rPr lang="en-US" sz="1400" dirty="0" smtClean="0"/>
              <a:t>(material description, material picture)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3387550" y="429698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number, video)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193687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648234"/>
            <a:ext cx="2463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tutorial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2825898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535292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087663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2809829"/>
            <a:ext cx="25331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manage material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3713447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3972442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0" y="4273821"/>
            <a:ext cx="643244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35405" y="3957054"/>
            <a:ext cx="25816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Return manage step list form</a:t>
            </a:r>
            <a:endParaRPr lang="en-US" sz="1400" dirty="0"/>
          </a:p>
        </p:txBody>
      </p:sp>
      <p:cxnSp>
        <p:nvCxnSpPr>
          <p:cNvPr id="86" name="Straight Arrow Connector 85"/>
          <p:cNvCxnSpPr/>
          <p:nvPr/>
        </p:nvCxnSpPr>
        <p:spPr>
          <a:xfrm>
            <a:off x="7252064" y="5143811"/>
            <a:ext cx="132049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8572559" y="5109730"/>
            <a:ext cx="139402" cy="160768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418961" y="4882201"/>
            <a:ext cx="9799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onClick</a:t>
            </a:r>
            <a:endParaRPr lang="en-US" sz="1400" dirty="0" smtClean="0"/>
          </a:p>
          <a:p>
            <a:pPr algn="ctr"/>
            <a:r>
              <a:rPr lang="en-US" sz="1400" dirty="0" smtClean="0"/>
              <a:t>Listener()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43707" y="5419236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387550" y="5452910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</a:t>
            </a:r>
            <a:r>
              <a:rPr lang="en-US" sz="1400" dirty="0"/>
              <a:t>: Update tutorial information</a:t>
            </a:r>
          </a:p>
          <a:p>
            <a:pPr algn="ctr"/>
            <a:r>
              <a:rPr lang="en-US" sz="1400" dirty="0" smtClean="0"/>
              <a:t>(step picture, step description)</a:t>
            </a:r>
            <a:endParaRPr lang="en-US" sz="1400" dirty="0"/>
          </a:p>
        </p:txBody>
      </p:sp>
      <p:sp>
        <p:nvSpPr>
          <p:cNvPr id="95" name="TextBox 94"/>
          <p:cNvSpPr txBox="1"/>
          <p:nvPr/>
        </p:nvSpPr>
        <p:spPr>
          <a:xfrm>
            <a:off x="3840990" y="5144109"/>
            <a:ext cx="2328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Return manage step form</a:t>
            </a:r>
            <a:endParaRPr lang="en-US" sz="1400" dirty="0"/>
          </a:p>
        </p:txBody>
      </p:sp>
      <p:cxnSp>
        <p:nvCxnSpPr>
          <p:cNvPr id="96" name="Straight Arrow Connector 95"/>
          <p:cNvCxnSpPr/>
          <p:nvPr/>
        </p:nvCxnSpPr>
        <p:spPr>
          <a:xfrm>
            <a:off x="8693563" y="5956806"/>
            <a:ext cx="115247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9903253" y="555090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18:Validate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43706" y="6602839"/>
            <a:ext cx="7828853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64479" y="6191307"/>
            <a:ext cx="9534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19: Return </a:t>
            </a:r>
          </a:p>
          <a:p>
            <a:pPr algn="ctr"/>
            <a:r>
              <a:rPr lang="en-US" sz="1400" dirty="0" smtClean="0"/>
              <a:t>result</a:t>
            </a:r>
            <a:endParaRPr lang="en-US" sz="1400" dirty="0"/>
          </a:p>
        </p:txBody>
      </p:sp>
      <p:sp>
        <p:nvSpPr>
          <p:cNvPr id="67" name="TextBox 66"/>
          <p:cNvSpPr txBox="1"/>
          <p:nvPr/>
        </p:nvSpPr>
        <p:spPr>
          <a:xfrm>
            <a:off x="673319" y="112686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480753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3632847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7252064" y="4804126"/>
            <a:ext cx="265618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34976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06700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06700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201209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(title,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(tutorial picture)</a:t>
            </a:r>
            <a:endParaRPr lang="en-US" sz="1400" dirty="0"/>
          </a:p>
        </p:txBody>
      </p:sp>
      <p:sp>
        <p:nvSpPr>
          <p:cNvPr id="73" name="TextBox 72"/>
          <p:cNvSpPr txBox="1"/>
          <p:nvPr/>
        </p:nvSpPr>
        <p:spPr>
          <a:xfrm>
            <a:off x="6641296" y="336907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</a:t>
            </a:r>
            <a:r>
              <a:rPr lang="en-US" sz="1400" dirty="0" smtClean="0"/>
              <a:t>(material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(material </a:t>
            </a:r>
            <a:r>
              <a:rPr lang="en-US" sz="1400" dirty="0"/>
              <a:t>picture)</a:t>
            </a:r>
          </a:p>
          <a:p>
            <a:pPr algn="ctr"/>
            <a:endParaRPr lang="en-US" sz="1400" dirty="0"/>
          </a:p>
        </p:txBody>
      </p:sp>
      <p:sp>
        <p:nvSpPr>
          <p:cNvPr id="75" name="TextBox 74"/>
          <p:cNvSpPr txBox="1"/>
          <p:nvPr/>
        </p:nvSpPr>
        <p:spPr>
          <a:xfrm>
            <a:off x="6757814" y="4510366"/>
            <a:ext cx="364165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(step number)</a:t>
            </a:r>
          </a:p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uploadVdo</a:t>
            </a:r>
            <a:r>
              <a:rPr lang="en-US" sz="1400" dirty="0" smtClean="0"/>
              <a:t> (</a:t>
            </a:r>
            <a:r>
              <a:rPr lang="en-US" sz="1400" dirty="0" err="1" smtClean="0"/>
              <a:t>vdo</a:t>
            </a:r>
            <a:r>
              <a:rPr lang="en-US" sz="1400" dirty="0" smtClean="0"/>
              <a:t>)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8547858" y="5219587"/>
            <a:ext cx="149984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17: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 (step </a:t>
            </a:r>
            <a:r>
              <a:rPr lang="en-US" sz="1400" dirty="0"/>
              <a:t>description)</a:t>
            </a:r>
            <a:br>
              <a:rPr lang="en-US" sz="1400" dirty="0"/>
            </a:br>
            <a:r>
              <a:rPr lang="en-US" sz="1400" dirty="0" smtClean="0"/>
              <a:t>17: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</a:t>
            </a:r>
          </a:p>
          <a:p>
            <a:pPr algn="ctr"/>
            <a:r>
              <a:rPr lang="en-US" sz="1400" dirty="0" smtClean="0"/>
              <a:t>(step </a:t>
            </a:r>
            <a:r>
              <a:rPr lang="en-US" sz="1400" dirty="0"/>
              <a:t>picture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16535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ManageTutorial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62410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0872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13902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207075" y="781354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ManageMaterial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977232" y="1292510"/>
            <a:ext cx="11912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52872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ManageStepList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 flipH="1">
            <a:off x="7591253" y="1292510"/>
            <a:ext cx="3939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411474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9125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45933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938006" y="3073663"/>
            <a:ext cx="20445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tutorial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798020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25700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999896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25700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1871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tutorial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66812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67924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3785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448210" cy="194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67897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2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287147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384754" y="920336"/>
            <a:ext cx="172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HomeBloggerActivity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4937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484264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1179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2" y="1849382"/>
            <a:ext cx="139403" cy="36666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39798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139223" y="5098930"/>
            <a:ext cx="383053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613616" y="4982165"/>
            <a:ext cx="245078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5245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658893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11849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Shopkeeper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11849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ShopRandomActivity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11849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11849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6961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6961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21065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21220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506813"/>
            <a:ext cx="139402" cy="173732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21995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5867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295601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17719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28195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8609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2589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998223" y="4962525"/>
            <a:ext cx="4112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11: 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</a:t>
            </a:r>
            <a:r>
              <a:rPr lang="en-US" sz="1600" dirty="0" smtClean="0"/>
              <a:t>location</a:t>
            </a:r>
            <a:r>
              <a:rPr lang="en-US" sz="1600" dirty="0"/>
              <a:t>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54462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206067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06172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7928" y="4749479"/>
            <a:ext cx="263694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Return selected </a:t>
            </a:r>
          </a:p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information</a:t>
            </a:r>
            <a:br>
              <a:rPr lang="en-US" sz="1600" dirty="0"/>
            </a:br>
            <a:r>
              <a:rPr lang="en-US" sz="1600" dirty="0" smtClean="0"/>
              <a:t>(shop name, </a:t>
            </a:r>
            <a:r>
              <a:rPr lang="en-US" sz="1600" dirty="0"/>
              <a:t>owner username, </a:t>
            </a:r>
          </a:p>
          <a:p>
            <a:pPr algn="ctr"/>
            <a:r>
              <a:rPr lang="en-US" sz="1600" dirty="0"/>
              <a:t>b</a:t>
            </a:r>
            <a:r>
              <a:rPr lang="en-US" sz="1600" dirty="0" smtClean="0"/>
              <a:t>ranch, telephone number, </a:t>
            </a:r>
          </a:p>
          <a:p>
            <a:pPr algn="ctr"/>
            <a:r>
              <a:rPr lang="en-US" sz="1600" dirty="0" smtClean="0"/>
              <a:t>information, pictures, location)</a:t>
            </a:r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290801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13072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161492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11849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6961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63072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random()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386850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42214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386924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54092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11523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 flipH="1">
            <a:off x="9887505" y="343600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10629464" y="307451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>
            <a:off x="9887505" y="307451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62335" y="257639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9894218" y="489351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636177" y="453202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894218" y="453202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69048" y="4033912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011207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ShopCategory</a:t>
            </a:r>
            <a:endParaRPr lang="en-US" sz="1600" dirty="0" smtClean="0"/>
          </a:p>
          <a:p>
            <a:pPr algn="ctr"/>
            <a:r>
              <a:rPr lang="en-US" sz="1600" dirty="0" smtClean="0"/>
              <a:t>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</a:t>
            </a:r>
            <a:endParaRPr lang="en-US" sz="1600" dirty="0" smtClean="0"/>
          </a:p>
          <a:p>
            <a:pPr algn="ctr"/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Category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841967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841967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164604"/>
            <a:ext cx="139402" cy="16860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934902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221445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340130"/>
            <a:ext cx="4751287" cy="42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43692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154" y="4639058"/>
            <a:ext cx="502280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39405" y="1596348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2367937" y="19136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2152943" y="5733828"/>
            <a:ext cx="336664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16: </a:t>
            </a:r>
            <a:r>
              <a:rPr lang="en-US" sz="1400" dirty="0"/>
              <a:t>Display shop information</a:t>
            </a:r>
          </a:p>
          <a:p>
            <a:pPr algn="ctr"/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4085611" y="2741245"/>
            <a:ext cx="462560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55303" y="4043506"/>
            <a:ext cx="15377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</a:t>
            </a:r>
            <a:r>
              <a:rPr lang="en-US" sz="1400" dirty="0" err="1" smtClean="0"/>
              <a:t>ShopListView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906675" y="4351283"/>
            <a:ext cx="404181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83727" y="5475849"/>
            <a:ext cx="245078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 </a:t>
            </a:r>
            <a:r>
              <a:rPr lang="en-US" sz="1400" dirty="0"/>
              <a:t>Return selected </a:t>
            </a:r>
          </a:p>
          <a:p>
            <a:pPr algn="ctr"/>
            <a:r>
              <a:rPr lang="en-US" sz="1400" dirty="0"/>
              <a:t>shop information</a:t>
            </a:r>
            <a:br>
              <a:rPr lang="en-US" sz="1400" dirty="0"/>
            </a:br>
            <a:r>
              <a:rPr lang="en-US" sz="1400" dirty="0"/>
              <a:t>(shop name, owner username, </a:t>
            </a:r>
          </a:p>
          <a:p>
            <a:pPr algn="ctr"/>
            <a:r>
              <a:rPr lang="en-US" sz="1400" dirty="0"/>
              <a:t>branch, telephone number, </a:t>
            </a:r>
          </a:p>
          <a:p>
            <a:pPr algn="ctr"/>
            <a:r>
              <a:rPr lang="en-US" sz="1400" dirty="0"/>
              <a:t>information, pictures, </a:t>
            </a:r>
            <a:r>
              <a:rPr lang="en-US" sz="1400" dirty="0" smtClean="0"/>
              <a:t>location)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948489" y="3771714"/>
            <a:ext cx="139402" cy="213807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55" name="Rectangle 54"/>
          <p:cNvSpPr/>
          <p:nvPr/>
        </p:nvSpPr>
        <p:spPr>
          <a:xfrm>
            <a:off x="8711218" y="2265907"/>
            <a:ext cx="139402" cy="57867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HomeShopActivity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76617" y="2058075"/>
            <a:ext cx="1540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categoryList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4122215" y="3463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5910358" y="3900841"/>
            <a:ext cx="403813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2908726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529970" y="3155509"/>
            <a:ext cx="16043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Select a category</a:t>
            </a:r>
            <a:endParaRPr lang="en-US" sz="1400" dirty="0"/>
          </a:p>
        </p:txBody>
      </p:sp>
      <p:sp>
        <p:nvSpPr>
          <p:cNvPr id="48" name="TextBox 47"/>
          <p:cNvSpPr txBox="1"/>
          <p:nvPr/>
        </p:nvSpPr>
        <p:spPr>
          <a:xfrm>
            <a:off x="6210546" y="3608943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category ()</a:t>
            </a:r>
            <a:endParaRPr lang="en-US" sz="1400" dirty="0"/>
          </a:p>
        </p:txBody>
      </p: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</a:t>
            </a:r>
          </a:p>
          <a:p>
            <a:pPr algn="ctr"/>
            <a:r>
              <a:rPr lang="en-US" sz="1600" dirty="0" err="1" smtClean="0"/>
              <a:t>CategoriesList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</a:t>
            </a:r>
          </a:p>
          <a:p>
            <a:pPr algn="ctr"/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16402" y="2418849"/>
            <a:ext cx="30635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Display list of categories</a:t>
            </a:r>
            <a:br>
              <a:rPr lang="en-US" sz="1400" dirty="0" smtClean="0"/>
            </a:br>
            <a:r>
              <a:rPr lang="en-US" sz="1400" dirty="0" smtClean="0"/>
              <a:t>(fabric, accessory, wood, stationary, container other) 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38792" y="3771714"/>
            <a:ext cx="17321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5770956" y="3725294"/>
            <a:ext cx="139402" cy="1341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4" name="TextBox 73"/>
          <p:cNvSpPr txBox="1"/>
          <p:nvPr/>
        </p:nvSpPr>
        <p:spPr>
          <a:xfrm>
            <a:off x="2298282" y="4346298"/>
            <a:ext cx="18877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Display list of shops</a:t>
            </a:r>
            <a:endParaRPr lang="en-US" sz="1400" dirty="0"/>
          </a:p>
        </p:txBody>
      </p:sp>
      <p:sp>
        <p:nvSpPr>
          <p:cNvPr id="75" name="Rectangle 74"/>
          <p:cNvSpPr/>
          <p:nvPr/>
        </p:nvSpPr>
        <p:spPr>
          <a:xfrm>
            <a:off x="7378139" y="4936004"/>
            <a:ext cx="153626" cy="11678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4" name="Straight Arrow Connector 83"/>
          <p:cNvCxnSpPr/>
          <p:nvPr/>
        </p:nvCxnSpPr>
        <p:spPr>
          <a:xfrm>
            <a:off x="5850665" y="5004181"/>
            <a:ext cx="152747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858717" y="4696404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8" name="Straight Arrow Connector 87"/>
          <p:cNvCxnSpPr/>
          <p:nvPr/>
        </p:nvCxnSpPr>
        <p:spPr>
          <a:xfrm>
            <a:off x="7495290" y="5250067"/>
            <a:ext cx="242717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531765" y="4942291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 ()</a:t>
            </a:r>
            <a:endParaRPr lang="en-US" sz="1400" dirty="0"/>
          </a:p>
        </p:txBody>
      </p:sp>
      <p:cxnSp>
        <p:nvCxnSpPr>
          <p:cNvPr id="91" name="Straight Arrow Connector 90"/>
          <p:cNvCxnSpPr/>
          <p:nvPr/>
        </p:nvCxnSpPr>
        <p:spPr>
          <a:xfrm flipH="1">
            <a:off x="7531765" y="5779363"/>
            <a:ext cx="243644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761605" y="2430963"/>
            <a:ext cx="1735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4: </a:t>
            </a:r>
            <a:r>
              <a:rPr lang="en-US" sz="1400" dirty="0" err="1" smtClean="0"/>
              <a:t>CategoryListView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748154" y="6008698"/>
            <a:ext cx="659874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10036921" y="427633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V="1">
            <a:off x="10778880" y="391484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H="1">
            <a:off x="10036921" y="391484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937043" y="3416727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9: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1" name="Straight Arrow Connector 60"/>
          <p:cNvCxnSpPr/>
          <p:nvPr/>
        </p:nvCxnSpPr>
        <p:spPr>
          <a:xfrm flipH="1">
            <a:off x="10043634" y="5733846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10785593" y="5372356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10043634" y="5372356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0021813" y="4874242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86613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92775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54490" y="92775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94708" y="92775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ViewShopDetail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38150" y="9277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324572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57531" y="1438907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46074" y="1438907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849382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86487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41808" y="2249613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94231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32955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81210" y="3164985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311509" y="4386168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7156" y="5490927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48406" y="160376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20017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2552068" y="5155625"/>
            <a:ext cx="38305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12: </a:t>
            </a:r>
            <a:r>
              <a:rPr lang="en-US" sz="1600" dirty="0"/>
              <a:t>Display shop information</a:t>
            </a:r>
          </a:p>
          <a:p>
            <a:pPr algn="ctr"/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81210" y="3753596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48994" y="3415042"/>
            <a:ext cx="16270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/>
              <a:t>ShopListView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38548" y="5270702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503867" y="4958454"/>
            <a:ext cx="27745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</a:t>
            </a:r>
            <a:r>
              <a:rPr lang="en-US" sz="1600" dirty="0"/>
              <a:t>Return selected </a:t>
            </a:r>
          </a:p>
          <a:p>
            <a:pPr algn="ctr"/>
            <a:r>
              <a:rPr lang="en-US" sz="1600" dirty="0"/>
              <a:t>shop information</a:t>
            </a:r>
            <a:br>
              <a:rPr lang="en-US" sz="1600" dirty="0"/>
            </a:br>
            <a:r>
              <a:rPr lang="en-US" sz="1600" dirty="0"/>
              <a:t>(shop name, owner username, </a:t>
            </a:r>
          </a:p>
          <a:p>
            <a:pPr algn="ctr"/>
            <a:r>
              <a:rPr lang="en-US" sz="1600" dirty="0"/>
              <a:t>branch, telephone number, </a:t>
            </a:r>
          </a:p>
          <a:p>
            <a:pPr algn="ctr"/>
            <a:r>
              <a:rPr lang="en-US" sz="1600" dirty="0"/>
              <a:t>information, pictures, location)</a:t>
            </a:r>
          </a:p>
          <a:p>
            <a:pPr algn="ctr"/>
            <a:endParaRPr lang="en-US" sz="1600" dirty="0"/>
          </a:p>
        </p:txBody>
      </p:sp>
      <p:sp>
        <p:nvSpPr>
          <p:cNvPr id="54" name="Rectangle 53"/>
          <p:cNvSpPr/>
          <p:nvPr/>
        </p:nvSpPr>
        <p:spPr>
          <a:xfrm>
            <a:off x="9776373" y="3116991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710712" y="4339698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32" y="-95708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277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38907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80801" y="2839703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621196" y="407748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38548" y="46311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57156" y="4078219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55111" y="3749900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shops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907439" y="432420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51707" y="2808532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74423" y="2510820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87505" y="364141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629464" y="327992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87505" y="327992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62335" y="2781811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94218" y="50989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36177" y="47374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94218" y="47374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824164" y="4239326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804981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HomeShopActivity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833535" y="650636"/>
            <a:ext cx="154031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03692" y="1161792"/>
            <a:ext cx="11912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151951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34365" y="650636"/>
            <a:ext cx="13745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CreateShopMap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21652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1971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create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6093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create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25171858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3611" y="6506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6408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224771" y="650636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9353811" y="660966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Database</a:t>
            </a:r>
            <a:endParaRPr lang="en-US" sz="14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3956557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938434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3197" y="1370896"/>
            <a:ext cx="161182" cy="534363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226890" y="1486361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3891172" y="1649178"/>
            <a:ext cx="120013" cy="14740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868733" y="2688761"/>
            <a:ext cx="123325" cy="396629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6408" y="1563807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296591" y="1715158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35288" y="142618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6" name="TextBox 45"/>
          <p:cNvSpPr txBox="1"/>
          <p:nvPr/>
        </p:nvSpPr>
        <p:spPr>
          <a:xfrm>
            <a:off x="916859" y="2172388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Add shop information </a:t>
            </a:r>
          </a:p>
          <a:p>
            <a:pPr algn="ctr"/>
            <a:r>
              <a:rPr lang="en-US" sz="1400" dirty="0" smtClean="0"/>
              <a:t>(shop picture, shop name, category)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039423" y="6291074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16: Return successful message</a:t>
            </a:r>
            <a:endParaRPr lang="en-US" sz="1400" dirty="0"/>
          </a:p>
        </p:txBody>
      </p:sp>
      <p:cxnSp>
        <p:nvCxnSpPr>
          <p:cNvPr id="25" name="Straight Arrow Connector 24"/>
          <p:cNvCxnSpPr/>
          <p:nvPr/>
        </p:nvCxnSpPr>
        <p:spPr>
          <a:xfrm>
            <a:off x="676408" y="2448109"/>
            <a:ext cx="322393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659991" y="3898528"/>
            <a:ext cx="489986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242" y="-92940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475983" y="650636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296483" y="1161792"/>
            <a:ext cx="0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767723" y="650636"/>
            <a:ext cx="168550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5610476" y="1161792"/>
            <a:ext cx="906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/>
          <p:cNvCxnSpPr/>
          <p:nvPr/>
        </p:nvCxnSpPr>
        <p:spPr>
          <a:xfrm>
            <a:off x="659991" y="5528811"/>
            <a:ext cx="79158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544171" y="2969889"/>
            <a:ext cx="135216" cy="161323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206773" y="4415613"/>
            <a:ext cx="139043" cy="39271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985468" y="3634686"/>
            <a:ext cx="45864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8: 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(branch</a:t>
            </a:r>
            <a:r>
              <a:rPr lang="en-US" sz="1400" dirty="0"/>
              <a:t>, telephone number, </a:t>
            </a:r>
            <a:r>
              <a:rPr lang="en-US" sz="1400" dirty="0" smtClean="0"/>
              <a:t>information</a:t>
            </a:r>
            <a:r>
              <a:rPr lang="en-US" sz="1400" dirty="0"/>
              <a:t>, </a:t>
            </a:r>
            <a:r>
              <a:rPr lang="en-US" sz="1400" dirty="0" smtClean="0"/>
              <a:t>pictures)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2732197" y="5253691"/>
            <a:ext cx="36416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</a:t>
            </a:r>
            <a:r>
              <a:rPr lang="en-US" sz="1400" dirty="0"/>
              <a:t>Add </a:t>
            </a:r>
            <a:r>
              <a:rPr lang="en-US" sz="1400" dirty="0" smtClean="0"/>
              <a:t>shop information </a:t>
            </a:r>
          </a:p>
          <a:p>
            <a:pPr algn="ctr"/>
            <a:r>
              <a:rPr lang="en-US" sz="1400" dirty="0" smtClean="0"/>
              <a:t>(location)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6502613" y="650636"/>
            <a:ext cx="151568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260453" y="1161792"/>
            <a:ext cx="7487" cy="56962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/>
          <p:nvPr/>
        </p:nvCxnSpPr>
        <p:spPr>
          <a:xfrm flipH="1">
            <a:off x="743708" y="2068831"/>
            <a:ext cx="32064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17220" y="1780194"/>
            <a:ext cx="23174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3: Return manage  shop form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>
            <a:off x="4011185" y="3073323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3966277" y="2782717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754379" y="3467048"/>
            <a:ext cx="48134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41554" y="3189214"/>
            <a:ext cx="27296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Return </a:t>
            </a:r>
            <a:r>
              <a:rPr lang="en-US" sz="1400" dirty="0"/>
              <a:t>manage</a:t>
            </a:r>
            <a:r>
              <a:rPr lang="en-US" sz="1400" dirty="0" smtClean="0"/>
              <a:t> shop detail form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619543" y="4224792"/>
            <a:ext cx="16714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615604" y="4483787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/>
          <p:nvPr/>
        </p:nvCxnSpPr>
        <p:spPr>
          <a:xfrm flipH="1">
            <a:off x="719511" y="5122571"/>
            <a:ext cx="7853048" cy="899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2902417" y="4814794"/>
            <a:ext cx="2371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12: Return shop location form</a:t>
            </a:r>
            <a:endParaRPr lang="en-US" sz="1400" dirty="0"/>
          </a:p>
        </p:txBody>
      </p:sp>
      <p:sp>
        <p:nvSpPr>
          <p:cNvPr id="114" name="TextBox 113"/>
          <p:cNvSpPr txBox="1"/>
          <p:nvPr/>
        </p:nvSpPr>
        <p:spPr>
          <a:xfrm>
            <a:off x="9903253" y="5616881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15:Validate </a:t>
            </a:r>
          </a:p>
          <a:p>
            <a:pPr algn="ctr"/>
            <a:r>
              <a:rPr lang="en-US" sz="1400" dirty="0"/>
              <a:t>a</a:t>
            </a:r>
            <a:r>
              <a:rPr lang="en-US" sz="1400" dirty="0" smtClean="0"/>
              <a:t>ll inputs</a:t>
            </a:r>
            <a:endParaRPr lang="en-US" sz="1400" dirty="0"/>
          </a:p>
        </p:txBody>
      </p:sp>
      <p:cxnSp>
        <p:nvCxnSpPr>
          <p:cNvPr id="118" name="Straight Arrow Connector 117"/>
          <p:cNvCxnSpPr/>
          <p:nvPr/>
        </p:nvCxnSpPr>
        <p:spPr>
          <a:xfrm flipH="1">
            <a:off x="719512" y="6598851"/>
            <a:ext cx="921892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73319" y="124232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2" name="Straight Arrow Connector 71"/>
          <p:cNvCxnSpPr/>
          <p:nvPr/>
        </p:nvCxnSpPr>
        <p:spPr>
          <a:xfrm>
            <a:off x="3999533" y="2728178"/>
            <a:ext cx="587156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/>
          <p:nvPr/>
        </p:nvCxnSpPr>
        <p:spPr>
          <a:xfrm>
            <a:off x="5679387" y="4144192"/>
            <a:ext cx="419171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>
            <a:off x="8693563" y="5823471"/>
            <a:ext cx="121468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/>
          <p:cNvCxnSpPr/>
          <p:nvPr/>
        </p:nvCxnSpPr>
        <p:spPr>
          <a:xfrm flipH="1">
            <a:off x="9992058" y="6415747"/>
            <a:ext cx="4074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/>
          <p:nvPr/>
        </p:nvCxnSpPr>
        <p:spPr>
          <a:xfrm flipH="1" flipV="1">
            <a:off x="10387431" y="6132989"/>
            <a:ext cx="6208" cy="2827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/>
          <p:nvPr/>
        </p:nvCxnSpPr>
        <p:spPr>
          <a:xfrm flipH="1" flipV="1">
            <a:off x="9992058" y="6132987"/>
            <a:ext cx="401199" cy="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532667" y="2448634"/>
            <a:ext cx="29241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err="1" smtClean="0"/>
              <a:t>addData</a:t>
            </a:r>
            <a:r>
              <a:rPr lang="en-US" sz="1400" dirty="0" smtClean="0"/>
              <a:t>(shop name, category)</a:t>
            </a:r>
            <a:br>
              <a:rPr lang="en-US" sz="1400" dirty="0" smtClean="0"/>
            </a:br>
            <a:r>
              <a:rPr lang="en-US" sz="1400" dirty="0" smtClean="0"/>
              <a:t>5: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(shop picture)</a:t>
            </a:r>
            <a:endParaRPr lang="en-US" sz="1400" dirty="0"/>
          </a:p>
        </p:txBody>
      </p:sp>
      <p:sp>
        <p:nvSpPr>
          <p:cNvPr id="78" name="TextBox 77"/>
          <p:cNvSpPr txBox="1"/>
          <p:nvPr/>
        </p:nvSpPr>
        <p:spPr>
          <a:xfrm>
            <a:off x="5463557" y="3855460"/>
            <a:ext cx="47895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9: </a:t>
            </a:r>
            <a:r>
              <a:rPr lang="en-US" sz="1400" dirty="0" err="1" smtClean="0"/>
              <a:t>addData</a:t>
            </a:r>
            <a:r>
              <a:rPr lang="en-US" sz="1400" dirty="0"/>
              <a:t> (branch, telephone number, information)</a:t>
            </a:r>
            <a:br>
              <a:rPr lang="en-US" sz="1400" dirty="0"/>
            </a:br>
            <a:r>
              <a:rPr lang="en-US" sz="1400" dirty="0" smtClean="0"/>
              <a:t>9: </a:t>
            </a:r>
            <a:r>
              <a:rPr lang="en-US" sz="1400" dirty="0" err="1" smtClean="0"/>
              <a:t>uploadFile</a:t>
            </a:r>
            <a:r>
              <a:rPr lang="en-US" sz="1400" dirty="0" smtClean="0"/>
              <a:t> (pictures)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359535" y="5541153"/>
            <a:ext cx="16984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</a:t>
            </a:r>
            <a:r>
              <a:rPr lang="en-US" sz="1400" dirty="0" err="1" smtClean="0"/>
              <a:t>addData</a:t>
            </a:r>
            <a:endParaRPr lang="en-US" sz="1400" dirty="0" smtClean="0"/>
          </a:p>
          <a:p>
            <a:pPr algn="ctr"/>
            <a:r>
              <a:rPr lang="en-US" sz="1400" dirty="0" smtClean="0"/>
              <a:t>(location)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050045" y="660966"/>
            <a:ext cx="11748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GoogleMap</a:t>
            </a:r>
            <a:endParaRPr lang="en-US" sz="1400" dirty="0"/>
          </a:p>
        </p:txBody>
      </p:sp>
      <p:cxnSp>
        <p:nvCxnSpPr>
          <p:cNvPr id="77" name="Straight Connector 76"/>
          <p:cNvCxnSpPr>
            <a:stCxn id="75" idx="2"/>
          </p:cNvCxnSpPr>
          <p:nvPr/>
        </p:nvCxnSpPr>
        <p:spPr>
          <a:xfrm>
            <a:off x="8637469" y="1172122"/>
            <a:ext cx="0" cy="5685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angle 84"/>
          <p:cNvSpPr/>
          <p:nvPr/>
        </p:nvSpPr>
        <p:spPr>
          <a:xfrm>
            <a:off x="8575806" y="4632607"/>
            <a:ext cx="136155" cy="126894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7" name="Straight Arrow Connector 86"/>
          <p:cNvCxnSpPr/>
          <p:nvPr/>
        </p:nvCxnSpPr>
        <p:spPr>
          <a:xfrm>
            <a:off x="7252064" y="4724653"/>
            <a:ext cx="13237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013462" y="4433599"/>
            <a:ext cx="16984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11: connect()</a:t>
            </a:r>
          </a:p>
        </p:txBody>
      </p:sp>
    </p:spTree>
    <p:extLst>
      <p:ext uri="{BB962C8B-B14F-4D97-AF65-F5344CB8AC3E}">
        <p14:creationId xmlns:p14="http://schemas.microsoft.com/office/powerpoint/2010/main" val="38957214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07151" y="781354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049948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598311" y="781354"/>
            <a:ext cx="146357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ManageShop</a:t>
            </a:r>
            <a:endParaRPr lang="en-US" sz="1400" dirty="0"/>
          </a:p>
        </p:txBody>
      </p:sp>
      <p:sp>
        <p:nvSpPr>
          <p:cNvPr id="6" name="Rectangle 5"/>
          <p:cNvSpPr/>
          <p:nvPr/>
        </p:nvSpPr>
        <p:spPr>
          <a:xfrm>
            <a:off x="8703481" y="781354"/>
            <a:ext cx="11692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Shop </a:t>
            </a:r>
            <a:r>
              <a:rPr lang="en-US" sz="14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330097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9288104" y="1292510"/>
            <a:ext cx="0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66737" y="1632333"/>
            <a:ext cx="161182" cy="460866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00430" y="1826383"/>
            <a:ext cx="139402" cy="29613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264712" y="1981265"/>
            <a:ext cx="120013" cy="6020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218403" y="3666662"/>
            <a:ext cx="155027" cy="121919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49948" y="1903829"/>
            <a:ext cx="155048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70131" y="2055180"/>
            <a:ext cx="162155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708828" y="1766205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9" name="TextBox 38"/>
          <p:cNvSpPr txBox="1"/>
          <p:nvPr/>
        </p:nvSpPr>
        <p:spPr>
          <a:xfrm>
            <a:off x="3449562" y="5798912"/>
            <a:ext cx="2404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successful message</a:t>
            </a:r>
            <a:endParaRPr lang="en-US" sz="1400" dirty="0"/>
          </a:p>
        </p:txBody>
      </p:sp>
      <p:pic>
        <p:nvPicPr>
          <p:cNvPr id="30" name="Picture 29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782" y="37778"/>
            <a:ext cx="896137" cy="896137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1849523" y="781354"/>
            <a:ext cx="164099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ProfileManagementActivity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>
            <a:off x="2670023" y="1292510"/>
            <a:ext cx="108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143571" y="781354"/>
            <a:ext cx="170083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ManageShopDetail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 flipH="1">
            <a:off x="5989169" y="1292510"/>
            <a:ext cx="4817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17711" y="2398083"/>
            <a:ext cx="135215" cy="55561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608101" y="2769481"/>
            <a:ext cx="139402" cy="347151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6907905" y="781354"/>
            <a:ext cx="153821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/>
              <a:t>ManageShopMap</a:t>
            </a:r>
            <a:endParaRPr lang="en-US" sz="1400" dirty="0"/>
          </a:p>
        </p:txBody>
      </p:sp>
      <p:cxnSp>
        <p:nvCxnSpPr>
          <p:cNvPr id="51" name="Straight Connector 50"/>
          <p:cNvCxnSpPr>
            <a:stCxn id="50" idx="2"/>
          </p:cNvCxnSpPr>
          <p:nvPr/>
        </p:nvCxnSpPr>
        <p:spPr>
          <a:xfrm>
            <a:off x="7677013" y="1292510"/>
            <a:ext cx="2236" cy="524336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/>
          <p:cNvCxnSpPr/>
          <p:nvPr/>
        </p:nvCxnSpPr>
        <p:spPr>
          <a:xfrm>
            <a:off x="4384725" y="2487540"/>
            <a:ext cx="153298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339817" y="219693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5977232" y="254674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81" name="Straight Arrow Connector 80"/>
          <p:cNvCxnSpPr/>
          <p:nvPr/>
        </p:nvCxnSpPr>
        <p:spPr>
          <a:xfrm>
            <a:off x="5973293" y="2866828"/>
            <a:ext cx="163480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/>
          <p:cNvCxnSpPr/>
          <p:nvPr/>
        </p:nvCxnSpPr>
        <p:spPr>
          <a:xfrm flipH="1">
            <a:off x="1117247" y="6087549"/>
            <a:ext cx="6562002" cy="1914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082137" y="159998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670633" y="3757263"/>
            <a:ext cx="15363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>
            <a:off x="1049948" y="3368121"/>
            <a:ext cx="65581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3031369" y="3073663"/>
            <a:ext cx="1857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Request delete shop</a:t>
            </a:r>
            <a:endParaRPr lang="en-US" sz="1400" dirty="0"/>
          </a:p>
        </p:txBody>
      </p:sp>
      <p:sp>
        <p:nvSpPr>
          <p:cNvPr id="79" name="TextBox 78"/>
          <p:cNvSpPr txBox="1"/>
          <p:nvPr/>
        </p:nvSpPr>
        <p:spPr>
          <a:xfrm>
            <a:off x="8059588" y="3458890"/>
            <a:ext cx="936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delete()</a:t>
            </a:r>
            <a:endParaRPr lang="en-US" sz="1400" dirty="0"/>
          </a:p>
        </p:txBody>
      </p:sp>
      <p:cxnSp>
        <p:nvCxnSpPr>
          <p:cNvPr id="84" name="Straight Arrow Connector 83"/>
          <p:cNvCxnSpPr/>
          <p:nvPr/>
        </p:nvCxnSpPr>
        <p:spPr>
          <a:xfrm flipH="1">
            <a:off x="9336385" y="441194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H="1" flipV="1">
            <a:off x="10078344" y="3926539"/>
            <a:ext cx="6208" cy="48540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/>
          <p:cNvCxnSpPr/>
          <p:nvPr/>
        </p:nvCxnSpPr>
        <p:spPr>
          <a:xfrm flipH="1">
            <a:off x="9336385" y="392653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9398090" y="4411948"/>
            <a:ext cx="8034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:Delete </a:t>
            </a:r>
          </a:p>
          <a:p>
            <a:pPr algn="ctr"/>
            <a:r>
              <a:rPr lang="en-US" sz="1400" dirty="0" smtClean="0"/>
              <a:t>shop</a:t>
            </a:r>
          </a:p>
        </p:txBody>
      </p:sp>
      <p:cxnSp>
        <p:nvCxnSpPr>
          <p:cNvPr id="92" name="Straight Arrow Connector 91"/>
          <p:cNvCxnSpPr/>
          <p:nvPr/>
        </p:nvCxnSpPr>
        <p:spPr>
          <a:xfrm flipH="1">
            <a:off x="7747503" y="4755724"/>
            <a:ext cx="1406178" cy="1781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7758629" y="4466486"/>
            <a:ext cx="13208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97" name="Straight Arrow Connector 96"/>
          <p:cNvCxnSpPr/>
          <p:nvPr/>
        </p:nvCxnSpPr>
        <p:spPr>
          <a:xfrm flipH="1">
            <a:off x="1150213" y="5076516"/>
            <a:ext cx="645788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969800" y="4745923"/>
            <a:ext cx="2544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Display confirmation message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1080511" y="5546795"/>
            <a:ext cx="6527590" cy="260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3192260" y="5265059"/>
            <a:ext cx="1041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Confirm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5582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53400" y="896459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1696197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863233" y="896459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028688" y="89645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Tutorial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6133315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836612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626496" y="1659339"/>
            <a:ext cx="139402" cy="46906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3524452" y="167482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6066426" y="2059572"/>
            <a:ext cx="139404" cy="429042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696197" y="1752275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663854" y="2171263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1784540" y="3316042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057149" y="1413721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4068239" y="1843488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1807738" y="3016442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6189954" y="3220792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012860" y="2733062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8766910" y="2397274"/>
            <a:ext cx="136485" cy="32383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275" y="-111125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468080" y="896459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3594153" y="1407615"/>
            <a:ext cx="0" cy="53233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6189953" y="2487986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15396" y="2141837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8903396" y="3006981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9645355" y="264549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8903396" y="2645491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856027" y="2099752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1696197" y="4684687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515396" y="458899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addComment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6133315" y="492754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2828564" y="4361515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Add comment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897154" y="540167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9639113" y="504018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897154" y="504018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890437" y="4685753"/>
            <a:ext cx="16178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validates input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6205830" y="556864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6645612" y="525114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10: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1798333" y="5703931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2887358" y="5138356"/>
            <a:ext cx="1957086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Result = Success</a:t>
            </a:r>
          </a:p>
          <a:p>
            <a:r>
              <a:rPr lang="en-US" sz="1600" dirty="0" smtClean="0"/>
              <a:t>Display the comment</a:t>
            </a:r>
            <a:endParaRPr lang="en-US" sz="1600" dirty="0"/>
          </a:p>
        </p:txBody>
      </p:sp>
      <p:cxnSp>
        <p:nvCxnSpPr>
          <p:cNvPr id="74" name="Straight Arrow Connector 73"/>
          <p:cNvCxnSpPr/>
          <p:nvPr/>
        </p:nvCxnSpPr>
        <p:spPr>
          <a:xfrm flipH="1">
            <a:off x="1781775" y="6293810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2824573" y="5713381"/>
            <a:ext cx="2025414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12: Result = Fail</a:t>
            </a:r>
          </a:p>
          <a:p>
            <a:r>
              <a:rPr lang="en-US" sz="1600" dirty="0" smtClean="0"/>
              <a:t>Display error message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22325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746971"/>
            <a:ext cx="158044" cy="48026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29060"/>
            <a:ext cx="139404" cy="44205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3104074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76339" y="2820694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30389" y="2520188"/>
            <a:ext cx="136486" cy="29577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819944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61840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95696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49677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239925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87843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878435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34231" y="5288023"/>
            <a:ext cx="117442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add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421642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5104141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44780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729845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800822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477977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/>
              <a:t>l</a:t>
            </a:r>
            <a:r>
              <a:rPr lang="en-US" sz="1600" dirty="0" smtClean="0"/>
              <a:t>ike()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320264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98171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74" name="TextBox 73"/>
          <p:cNvSpPr txBox="1"/>
          <p:nvPr/>
        </p:nvSpPr>
        <p:spPr>
          <a:xfrm>
            <a:off x="967711" y="6105930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liked sign and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554315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ViewTutorialDetail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746971"/>
            <a:ext cx="158044" cy="48026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29060"/>
            <a:ext cx="139404" cy="442051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3104074"/>
            <a:ext cx="432557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</a:t>
            </a:r>
            <a:r>
              <a:rPr lang="en-US" sz="1400" dirty="0" smtClean="0"/>
              <a:t>comment)  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76339" y="2820694"/>
            <a:ext cx="284457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</a:t>
            </a:r>
            <a:r>
              <a:rPr lang="en-US" sz="1400" dirty="0" smtClean="0"/>
              <a:t>comment)  </a:t>
            </a:r>
            <a:endParaRPr lang="en-US" sz="1400" dirty="0"/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30389" y="2520188"/>
            <a:ext cx="136486" cy="295778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819944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61840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956960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496772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(liked)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239925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87843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878435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34231" y="5288023"/>
            <a:ext cx="1174420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delete </a:t>
            </a:r>
          </a:p>
          <a:p>
            <a:pPr algn="ctr"/>
            <a:r>
              <a:rPr lang="en-US" sz="1600" dirty="0" smtClean="0"/>
              <a:t>information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421642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5104141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447803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23575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729845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800822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477977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 err="1" smtClean="0"/>
              <a:t>unLike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320264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981710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967711" y="6105930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liked sign and updated like number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710559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ViewProfileDetail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9924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4" y="1746971"/>
            <a:ext cx="171837" cy="45597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81984"/>
            <a:ext cx="139404" cy="4124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7730389" y="2520189"/>
            <a:ext cx="136486" cy="276373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483039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424355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76290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1598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045874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68438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6843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917524" y="5093972"/>
            <a:ext cx="80783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add 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22759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4910090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253752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542691" y="5889169"/>
            <a:ext cx="22942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 followed sign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5357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606771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28392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follow()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126213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78765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31336" y="3065946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5202455" y="2977726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454597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98409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826712" y="984091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ViewProfileDetail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992167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Registered User 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096794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800091" y="1495247"/>
            <a:ext cx="9924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4" y="1746971"/>
            <a:ext cx="171837" cy="455970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76246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029905" y="2181984"/>
            <a:ext cx="139404" cy="412469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83990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25889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19" y="3403674"/>
            <a:ext cx="426601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501353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031718" y="1931120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153433" y="3308424"/>
            <a:ext cx="257695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7730389" y="2520189"/>
            <a:ext cx="136486" cy="276373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2349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98409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 smtClean="0"/>
              <a:t>HomeBloggerActivity</a:t>
            </a:r>
            <a:endParaRPr lang="en-US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153432" y="2575618"/>
            <a:ext cx="25886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78875" y="222946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66875" y="3094613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608834" y="273312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66875" y="2733123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19506" y="2187384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4483039"/>
            <a:ext cx="43543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478874" y="4424355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5096794" y="4762909"/>
            <a:ext cx="26335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41598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(followed)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9813424" y="6045874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184963" y="5684384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9813424" y="56843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9754219" y="5093972"/>
            <a:ext cx="1134445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remove </a:t>
            </a:r>
          </a:p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5169309" y="5227591"/>
            <a:ext cx="256108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661088" y="4910090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761812" y="6253752"/>
            <a:ext cx="428465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1542691" y="5889169"/>
            <a:ext cx="2084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11: Display  follow sign</a:t>
            </a:r>
            <a:endParaRPr lang="en-US" sz="1600" dirty="0"/>
          </a:p>
        </p:txBody>
      </p:sp>
      <p:sp>
        <p:nvSpPr>
          <p:cNvPr id="41" name="Rectangle 40"/>
          <p:cNvSpPr/>
          <p:nvPr/>
        </p:nvSpPr>
        <p:spPr>
          <a:xfrm>
            <a:off x="8939535" y="98409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Follow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9747459" y="1495247"/>
            <a:ext cx="0" cy="501434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92241" y="55357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5153432" y="5606771"/>
            <a:ext cx="453880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137568" y="5283926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 err="1" smtClean="0"/>
              <a:t>unFollow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169309" y="6126213"/>
            <a:ext cx="452293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262696" y="5787659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631336" y="3065946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52" name="TextBox 51"/>
          <p:cNvSpPr txBox="1"/>
          <p:nvPr/>
        </p:nvSpPr>
        <p:spPr>
          <a:xfrm>
            <a:off x="5202455" y="2977726"/>
            <a:ext cx="269106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</a:t>
            </a:r>
            <a:r>
              <a:rPr lang="en-US" sz="1600" dirty="0" smtClean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80647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(following)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seeFollowing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44712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list of bloggers that the user is following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2139342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65302" y="1001441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 flipH="1">
            <a:off x="1002689" y="1512597"/>
            <a:ext cx="541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8596711" y="100144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8" name="Straight Connector 7"/>
          <p:cNvCxnSpPr>
            <a:stCxn id="33" idx="2"/>
          </p:cNvCxnSpPr>
          <p:nvPr/>
        </p:nvCxnSpPr>
        <p:spPr>
          <a:xfrm>
            <a:off x="5381429" y="1512597"/>
            <a:ext cx="389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 flipH="1">
            <a:off x="9396532" y="1512597"/>
            <a:ext cx="8103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38397" y="1778397"/>
            <a:ext cx="139404" cy="420435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971374" y="1798489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311728" y="2195353"/>
            <a:ext cx="139402" cy="271061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1002689" y="1903820"/>
            <a:ext cx="1979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3110776" y="2269349"/>
            <a:ext cx="2200952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52479" y="1593997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77220" y="1941574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3" name="Rectangle 32"/>
          <p:cNvSpPr/>
          <p:nvPr/>
        </p:nvSpPr>
        <p:spPr>
          <a:xfrm>
            <a:off x="4339455" y="1001441"/>
            <a:ext cx="2083948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53" name="Rectangle 52"/>
          <p:cNvSpPr/>
          <p:nvPr/>
        </p:nvSpPr>
        <p:spPr>
          <a:xfrm>
            <a:off x="9334933" y="2491564"/>
            <a:ext cx="139403" cy="33884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2" name="Straight Arrow Connector 61"/>
          <p:cNvCxnSpPr/>
          <p:nvPr/>
        </p:nvCxnSpPr>
        <p:spPr>
          <a:xfrm flipH="1">
            <a:off x="1077801" y="3556352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118005" y="3236103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5</a:t>
            </a:r>
            <a:r>
              <a:rPr lang="en-US" sz="1600" dirty="0" smtClean="0"/>
              <a:t>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>
            <a:off x="5451130" y="2570746"/>
            <a:ext cx="3883803" cy="107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969154" y="2812394"/>
            <a:ext cx="269106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4: Return result</a:t>
            </a:r>
          </a:p>
          <a:p>
            <a:pPr algn="ctr"/>
            <a:r>
              <a:rPr lang="en-US" sz="1600" dirty="0"/>
              <a:t>(profile picture, username, </a:t>
            </a:r>
            <a:endParaRPr lang="en-US" sz="1600" dirty="0" smtClean="0"/>
          </a:p>
          <a:p>
            <a:pPr algn="ctr"/>
            <a:r>
              <a:rPr lang="en-US" sz="1600" dirty="0" smtClean="0"/>
              <a:t>follower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following </a:t>
            </a:r>
            <a:r>
              <a:rPr lang="en-US" sz="1600" dirty="0"/>
              <a:t>number, </a:t>
            </a:r>
            <a:endParaRPr lang="en-US" sz="1600" dirty="0" smtClean="0"/>
          </a:p>
          <a:p>
            <a:pPr algn="ctr"/>
            <a:r>
              <a:rPr lang="en-US" sz="1600" dirty="0" smtClean="0"/>
              <a:t>email</a:t>
            </a:r>
            <a:r>
              <a:rPr lang="en-US" sz="1600" dirty="0"/>
              <a:t>, list of created tutorials)</a:t>
            </a:r>
          </a:p>
          <a:p>
            <a:pPr algn="ctr"/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5451130" y="3151056"/>
            <a:ext cx="388380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101" y="-27480"/>
            <a:ext cx="1199252" cy="1199252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1915002" y="100144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9" name="Straight Connector 28"/>
          <p:cNvCxnSpPr>
            <a:stCxn id="25" idx="2"/>
          </p:cNvCxnSpPr>
          <p:nvPr/>
        </p:nvCxnSpPr>
        <p:spPr>
          <a:xfrm>
            <a:off x="3041075" y="1512597"/>
            <a:ext cx="0" cy="48056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03207" y="2239116"/>
            <a:ext cx="12876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31" name="Rectangle 30"/>
          <p:cNvSpPr/>
          <p:nvPr/>
        </p:nvSpPr>
        <p:spPr>
          <a:xfrm>
            <a:off x="6651121" y="99555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FollowList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1" idx="2"/>
          </p:cNvCxnSpPr>
          <p:nvPr/>
        </p:nvCxnSpPr>
        <p:spPr>
          <a:xfrm flipH="1">
            <a:off x="7450942" y="1506707"/>
            <a:ext cx="8103" cy="48115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936987" y="4086846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(follower)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1077801" y="4413804"/>
            <a:ext cx="423392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203207" y="4361259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seeFollower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451130" y="4720313"/>
            <a:ext cx="38838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/>
          <p:cNvCxnSpPr/>
          <p:nvPr/>
        </p:nvCxnSpPr>
        <p:spPr>
          <a:xfrm flipH="1">
            <a:off x="9470599" y="526746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V="1">
            <a:off x="10212558" y="490597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9470599" y="490597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7528746" y="5487572"/>
            <a:ext cx="1768397" cy="21053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15295" y="5149018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1077801" y="5880045"/>
            <a:ext cx="6311544" cy="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163949" y="5535197"/>
            <a:ext cx="36561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10: Display list of bloggers follow the user</a:t>
            </a:r>
            <a:endParaRPr lang="en-US" sz="1600" dirty="0"/>
          </a:p>
        </p:txBody>
      </p:sp>
      <p:sp>
        <p:nvSpPr>
          <p:cNvPr id="58" name="Rectangle 57"/>
          <p:cNvSpPr/>
          <p:nvPr/>
        </p:nvSpPr>
        <p:spPr>
          <a:xfrm>
            <a:off x="7389344" y="5382926"/>
            <a:ext cx="139402" cy="5998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9452137" y="4353251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19149993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986" y="936938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 flipH="1">
            <a:off x="702842" y="1448094"/>
            <a:ext cx="6941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9114214" y="924419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Registered User Database</a:t>
            </a:r>
          </a:p>
        </p:txBody>
      </p:sp>
      <p:cxnSp>
        <p:nvCxnSpPr>
          <p:cNvPr id="5" name="Straight Connector 4"/>
          <p:cNvCxnSpPr/>
          <p:nvPr/>
        </p:nvCxnSpPr>
        <p:spPr>
          <a:xfrm>
            <a:off x="4976112" y="1448094"/>
            <a:ext cx="0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>
            <a:stCxn id="4" idx="2"/>
          </p:cNvCxnSpPr>
          <p:nvPr/>
        </p:nvCxnSpPr>
        <p:spPr>
          <a:xfrm>
            <a:off x="9922138" y="1435575"/>
            <a:ext cx="0" cy="52744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1" y="1744375"/>
            <a:ext cx="139404" cy="4686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518369" y="1729382"/>
            <a:ext cx="139402" cy="38609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906409" y="1971825"/>
            <a:ext cx="139402" cy="235106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779484" y="1837209"/>
            <a:ext cx="173888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2657771" y="2047627"/>
            <a:ext cx="2248638" cy="10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104589" y="1508522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2921513" y="173701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14" name="Rectangle 13"/>
          <p:cNvSpPr/>
          <p:nvPr/>
        </p:nvSpPr>
        <p:spPr>
          <a:xfrm>
            <a:off x="3849416" y="936938"/>
            <a:ext cx="196775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15" name="Rectangle 14"/>
          <p:cNvSpPr/>
          <p:nvPr/>
        </p:nvSpPr>
        <p:spPr>
          <a:xfrm>
            <a:off x="9852436" y="2222556"/>
            <a:ext cx="139403" cy="6022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/>
        </p:nvCxnSpPr>
        <p:spPr>
          <a:xfrm flipH="1">
            <a:off x="779485" y="3116661"/>
            <a:ext cx="415529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677234" y="2817497"/>
            <a:ext cx="219103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result</a:t>
            </a:r>
            <a:br>
              <a:rPr lang="en-US" sz="1400" dirty="0" smtClean="0"/>
            </a:br>
            <a:r>
              <a:rPr lang="en-US" sz="1400" dirty="0" smtClean="0"/>
              <a:t>(profile picture, username, </a:t>
            </a:r>
          </a:p>
          <a:p>
            <a:pPr algn="ctr"/>
            <a:r>
              <a:rPr lang="en-US" sz="1400" dirty="0" smtClean="0"/>
              <a:t>email, list of created shops)</a:t>
            </a:r>
            <a:endParaRPr lang="en-US" sz="1400" dirty="0"/>
          </a:p>
        </p:txBody>
      </p:sp>
      <p:cxnSp>
        <p:nvCxnSpPr>
          <p:cNvPr id="18" name="Straight Arrow Connector 17"/>
          <p:cNvCxnSpPr/>
          <p:nvPr/>
        </p:nvCxnSpPr>
        <p:spPr>
          <a:xfrm>
            <a:off x="4976110" y="2303460"/>
            <a:ext cx="487632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123893" y="2471282"/>
            <a:ext cx="321288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result</a:t>
            </a:r>
          </a:p>
          <a:p>
            <a:pPr algn="ctr"/>
            <a:r>
              <a:rPr lang="en-US" sz="1400" dirty="0"/>
              <a:t>(profile picture, username, </a:t>
            </a:r>
          </a:p>
          <a:p>
            <a:pPr algn="ctr"/>
            <a:r>
              <a:rPr lang="en-US" sz="1400" dirty="0" smtClean="0"/>
              <a:t>email</a:t>
            </a:r>
            <a:r>
              <a:rPr lang="en-US" sz="1400" dirty="0"/>
              <a:t>, list of created </a:t>
            </a:r>
            <a:r>
              <a:rPr lang="en-US" sz="1400" dirty="0" smtClean="0"/>
              <a:t>shops)</a:t>
            </a:r>
            <a:endParaRPr lang="en-US" sz="1400" dirty="0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5045811" y="2740682"/>
            <a:ext cx="480662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57" y="-91983"/>
            <a:ext cx="1199252" cy="1199252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467391" y="934830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23" name="Straight Connector 22"/>
          <p:cNvCxnSpPr>
            <a:stCxn id="22" idx="2"/>
          </p:cNvCxnSpPr>
          <p:nvPr/>
        </p:nvCxnSpPr>
        <p:spPr>
          <a:xfrm>
            <a:off x="2593464" y="1445986"/>
            <a:ext cx="0" cy="52640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933748" y="1966649"/>
            <a:ext cx="11497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30" name="Straight Connector 29"/>
          <p:cNvCxnSpPr>
            <a:stCxn id="31" idx="2"/>
          </p:cNvCxnSpPr>
          <p:nvPr/>
        </p:nvCxnSpPr>
        <p:spPr>
          <a:xfrm flipH="1">
            <a:off x="6679592" y="1448094"/>
            <a:ext cx="8259" cy="52618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001585" y="93693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32" name="Straight Connector 31"/>
          <p:cNvCxnSpPr>
            <a:stCxn id="33" idx="2"/>
          </p:cNvCxnSpPr>
          <p:nvPr/>
        </p:nvCxnSpPr>
        <p:spPr>
          <a:xfrm flipH="1">
            <a:off x="8210631" y="1438313"/>
            <a:ext cx="2152" cy="527167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526517" y="927157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1899793" y="3559268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7: </a:t>
            </a:r>
            <a:r>
              <a:rPr lang="en-US" sz="1400" dirty="0" err="1"/>
              <a:t>onClickListener</a:t>
            </a:r>
            <a:r>
              <a:rPr lang="en-US" sz="1400" dirty="0"/>
              <a:t>(</a:t>
            </a:r>
            <a:r>
              <a:rPr lang="en-US" sz="1400" dirty="0" smtClean="0"/>
              <a:t>)</a:t>
            </a:r>
            <a:endParaRPr lang="en-US" sz="1400" dirty="0"/>
          </a:p>
        </p:txBody>
      </p:sp>
      <p:cxnSp>
        <p:nvCxnSpPr>
          <p:cNvPr id="41" name="Straight Arrow Connector 40"/>
          <p:cNvCxnSpPr/>
          <p:nvPr/>
        </p:nvCxnSpPr>
        <p:spPr>
          <a:xfrm>
            <a:off x="665512" y="3861659"/>
            <a:ext cx="4240897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898195" y="1859719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4" name="Straight Arrow Connector 43"/>
          <p:cNvCxnSpPr/>
          <p:nvPr/>
        </p:nvCxnSpPr>
        <p:spPr>
          <a:xfrm flipH="1">
            <a:off x="9991839" y="2653466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V="1">
            <a:off x="10424864" y="2377781"/>
            <a:ext cx="0" cy="2756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H="1">
            <a:off x="9991839" y="2394942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6618149" y="4116679"/>
            <a:ext cx="142769" cy="23146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5045811" y="4194296"/>
            <a:ext cx="15723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045811" y="3908734"/>
            <a:ext cx="16337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message </a:t>
            </a:r>
          </a:p>
          <a:p>
            <a:r>
              <a:rPr lang="en-US" sz="1400" dirty="0" smtClean="0"/>
              <a:t>user interface</a:t>
            </a:r>
            <a:endParaRPr lang="en-US" sz="1400" dirty="0"/>
          </a:p>
        </p:txBody>
      </p:sp>
      <p:cxnSp>
        <p:nvCxnSpPr>
          <p:cNvPr id="53" name="Straight Arrow Connector 52"/>
          <p:cNvCxnSpPr/>
          <p:nvPr/>
        </p:nvCxnSpPr>
        <p:spPr>
          <a:xfrm flipH="1">
            <a:off x="779485" y="4646295"/>
            <a:ext cx="582057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702842" y="5117165"/>
            <a:ext cx="589722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>
            <a:off x="6682282" y="5257412"/>
            <a:ext cx="146416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001201" y="4949635"/>
            <a:ext cx="912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send()</a:t>
            </a:r>
            <a:endParaRPr lang="en-US" sz="1400" dirty="0"/>
          </a:p>
        </p:txBody>
      </p:sp>
      <p:sp>
        <p:nvSpPr>
          <p:cNvPr id="65" name="TextBox 64"/>
          <p:cNvSpPr txBox="1"/>
          <p:nvPr/>
        </p:nvSpPr>
        <p:spPr>
          <a:xfrm>
            <a:off x="8479117" y="4995802"/>
            <a:ext cx="10182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12:Validate </a:t>
            </a:r>
          </a:p>
          <a:p>
            <a:pPr algn="ctr"/>
            <a:r>
              <a:rPr lang="en-US" sz="1400" dirty="0" smtClean="0"/>
              <a:t>inputs</a:t>
            </a:r>
            <a:endParaRPr lang="en-US" sz="1400" dirty="0"/>
          </a:p>
        </p:txBody>
      </p:sp>
      <p:cxnSp>
        <p:nvCxnSpPr>
          <p:cNvPr id="66" name="Straight Arrow Connector 65"/>
          <p:cNvCxnSpPr/>
          <p:nvPr/>
        </p:nvCxnSpPr>
        <p:spPr>
          <a:xfrm flipH="1">
            <a:off x="8268688" y="5610038"/>
            <a:ext cx="4330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701713" y="5317192"/>
            <a:ext cx="0" cy="2928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H="1">
            <a:off x="8268688" y="5334353"/>
            <a:ext cx="43302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/>
          <p:cNvCxnSpPr/>
          <p:nvPr/>
        </p:nvCxnSpPr>
        <p:spPr>
          <a:xfrm flipH="1">
            <a:off x="6760919" y="5739601"/>
            <a:ext cx="143069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587191" y="5413591"/>
            <a:ext cx="1726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74348" y="5223090"/>
            <a:ext cx="139403" cy="60221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Arrow Connector 71"/>
          <p:cNvCxnSpPr/>
          <p:nvPr/>
        </p:nvCxnSpPr>
        <p:spPr>
          <a:xfrm flipH="1" flipV="1">
            <a:off x="779485" y="5825304"/>
            <a:ext cx="5888216" cy="57828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/>
          <p:nvPr/>
        </p:nvCxnSpPr>
        <p:spPr>
          <a:xfrm flipH="1" flipV="1">
            <a:off x="779485" y="6280958"/>
            <a:ext cx="5888216" cy="1725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687622" y="5564187"/>
            <a:ext cx="1737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14: Result = Success</a:t>
            </a:r>
          </a:p>
          <a:p>
            <a:r>
              <a:rPr lang="en-US" sz="1400" dirty="0" smtClean="0"/>
              <a:t>Display sent message</a:t>
            </a:r>
            <a:endParaRPr lang="en-US" sz="1400" dirty="0"/>
          </a:p>
        </p:txBody>
      </p:sp>
      <p:sp>
        <p:nvSpPr>
          <p:cNvPr id="75" name="TextBox 74"/>
          <p:cNvSpPr txBox="1"/>
          <p:nvPr/>
        </p:nvSpPr>
        <p:spPr>
          <a:xfrm>
            <a:off x="2671178" y="6013829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15: Result = Fail</a:t>
            </a:r>
          </a:p>
          <a:p>
            <a:r>
              <a:rPr lang="en-US" sz="1400" dirty="0" smtClean="0"/>
              <a:t>Display error message</a:t>
            </a:r>
            <a:endParaRPr lang="en-US" sz="1400" dirty="0"/>
          </a:p>
        </p:txBody>
      </p:sp>
      <p:sp>
        <p:nvSpPr>
          <p:cNvPr id="84" name="TextBox 83"/>
          <p:cNvSpPr txBox="1"/>
          <p:nvPr/>
        </p:nvSpPr>
        <p:spPr>
          <a:xfrm>
            <a:off x="2253318" y="4351287"/>
            <a:ext cx="25873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Return message user interface</a:t>
            </a:r>
            <a:endParaRPr lang="en-US" sz="1400" dirty="0"/>
          </a:p>
        </p:txBody>
      </p:sp>
      <p:sp>
        <p:nvSpPr>
          <p:cNvPr id="85" name="TextBox 84"/>
          <p:cNvSpPr txBox="1"/>
          <p:nvPr/>
        </p:nvSpPr>
        <p:spPr>
          <a:xfrm>
            <a:off x="2793574" y="4836511"/>
            <a:ext cx="15183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10: Input message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5677217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5826" y="104283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Blogger</a:t>
            </a:r>
            <a:endParaRPr lang="en-US" dirty="0"/>
          </a:p>
        </p:txBody>
      </p:sp>
      <p:cxnSp>
        <p:nvCxnSpPr>
          <p:cNvPr id="3" name="Straight Connector 2"/>
          <p:cNvCxnSpPr>
            <a:stCxn id="2" idx="2"/>
          </p:cNvCxnSpPr>
          <p:nvPr/>
        </p:nvCxnSpPr>
        <p:spPr>
          <a:xfrm>
            <a:off x="1068623" y="1553986"/>
            <a:ext cx="0" cy="493290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998921" y="1848292"/>
            <a:ext cx="139403" cy="43983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3117315" y="1557466"/>
            <a:ext cx="0" cy="49294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1138324" y="1971607"/>
            <a:ext cx="190929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047614" y="1856355"/>
            <a:ext cx="139402" cy="710969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162745" y="2471788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97" y="13909"/>
            <a:ext cx="1199252" cy="1199252"/>
          </a:xfrm>
          <a:prstGeom prst="rect">
            <a:avLst/>
          </a:prstGeom>
        </p:spPr>
      </p:pic>
      <p:cxnSp>
        <p:nvCxnSpPr>
          <p:cNvPr id="14" name="Straight Connector 13"/>
          <p:cNvCxnSpPr>
            <a:stCxn id="15" idx="2"/>
          </p:cNvCxnSpPr>
          <p:nvPr/>
        </p:nvCxnSpPr>
        <p:spPr>
          <a:xfrm>
            <a:off x="5180606" y="1544205"/>
            <a:ext cx="0" cy="494268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94340" y="1033049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</a:t>
            </a:r>
            <a:endParaRPr lang="en-US" sz="1600" dirty="0"/>
          </a:p>
        </p:txBody>
      </p:sp>
      <p:cxnSp>
        <p:nvCxnSpPr>
          <p:cNvPr id="16" name="Straight Connector 15"/>
          <p:cNvCxnSpPr>
            <a:stCxn id="17" idx="2"/>
          </p:cNvCxnSpPr>
          <p:nvPr/>
        </p:nvCxnSpPr>
        <p:spPr>
          <a:xfrm>
            <a:off x="7168936" y="1534424"/>
            <a:ext cx="0" cy="49524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482670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Conversation Database</a:t>
            </a:r>
            <a:endParaRPr lang="en-US" sz="1600" dirty="0"/>
          </a:p>
        </p:txBody>
      </p:sp>
      <p:sp>
        <p:nvSpPr>
          <p:cNvPr id="19" name="Rectangle 18"/>
          <p:cNvSpPr/>
          <p:nvPr/>
        </p:nvSpPr>
        <p:spPr>
          <a:xfrm>
            <a:off x="5110904" y="2364238"/>
            <a:ext cx="166121" cy="388239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7099234" y="2567324"/>
            <a:ext cx="148824" cy="257680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540071" y="2413435"/>
            <a:ext cx="14029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3</a:t>
            </a:r>
            <a:r>
              <a:rPr lang="en-US" sz="1400" dirty="0" smtClean="0"/>
              <a:t>: Request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23" name="Straight Arrow Connector 22"/>
          <p:cNvCxnSpPr/>
          <p:nvPr/>
        </p:nvCxnSpPr>
        <p:spPr>
          <a:xfrm>
            <a:off x="5220776" y="2697554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7248058" y="3184551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7855202" y="2823061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248058" y="2823061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579226" y="252285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32" name="Straight Arrow Connector 31"/>
          <p:cNvCxnSpPr/>
          <p:nvPr/>
        </p:nvCxnSpPr>
        <p:spPr>
          <a:xfrm flipH="1">
            <a:off x="5250307" y="3440015"/>
            <a:ext cx="182080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540071" y="3133127"/>
            <a:ext cx="13058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5</a:t>
            </a:r>
            <a:r>
              <a:rPr lang="en-US" sz="1400" dirty="0" smtClean="0"/>
              <a:t>: Return list of </a:t>
            </a:r>
          </a:p>
          <a:p>
            <a:r>
              <a:rPr lang="en-US" sz="1400" dirty="0" smtClean="0"/>
              <a:t>conversations</a:t>
            </a:r>
            <a:endParaRPr lang="en-US" sz="1400" dirty="0"/>
          </a:p>
        </p:txBody>
      </p:sp>
      <p:cxnSp>
        <p:nvCxnSpPr>
          <p:cNvPr id="35" name="Straight Arrow Connector 34"/>
          <p:cNvCxnSpPr/>
          <p:nvPr/>
        </p:nvCxnSpPr>
        <p:spPr>
          <a:xfrm flipH="1">
            <a:off x="1138324" y="3712543"/>
            <a:ext cx="397258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1099454" y="4326829"/>
            <a:ext cx="401145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002549" y="3387605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6</a:t>
            </a:r>
            <a:r>
              <a:rPr lang="en-US" sz="1400" dirty="0" smtClean="0"/>
              <a:t>: Display list of conversations</a:t>
            </a:r>
            <a:endParaRPr lang="en-US" sz="1400" dirty="0"/>
          </a:p>
        </p:txBody>
      </p:sp>
      <p:sp>
        <p:nvSpPr>
          <p:cNvPr id="41" name="TextBox 40"/>
          <p:cNvSpPr txBox="1"/>
          <p:nvPr/>
        </p:nvSpPr>
        <p:spPr>
          <a:xfrm>
            <a:off x="7579226" y="4715698"/>
            <a:ext cx="12704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9</a:t>
            </a:r>
            <a:r>
              <a:rPr lang="en-US" sz="1400" dirty="0" smtClean="0"/>
              <a:t>: Request </a:t>
            </a:r>
          </a:p>
          <a:p>
            <a:r>
              <a:rPr lang="en-US" sz="1400" dirty="0" smtClean="0"/>
              <a:t>message detail</a:t>
            </a:r>
            <a:endParaRPr lang="en-US" sz="1400" dirty="0"/>
          </a:p>
        </p:txBody>
      </p:sp>
      <p:cxnSp>
        <p:nvCxnSpPr>
          <p:cNvPr id="42" name="Straight Arrow Connector 41"/>
          <p:cNvCxnSpPr/>
          <p:nvPr/>
        </p:nvCxnSpPr>
        <p:spPr>
          <a:xfrm>
            <a:off x="5213169" y="4677532"/>
            <a:ext cx="1948160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 flipH="1">
            <a:off x="9248744" y="5462700"/>
            <a:ext cx="60714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 flipV="1">
            <a:off x="9855888" y="511909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 flipH="1">
            <a:off x="9248744" y="5119098"/>
            <a:ext cx="607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535028" y="4818891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47" name="Straight Arrow Connector 46"/>
          <p:cNvCxnSpPr/>
          <p:nvPr/>
        </p:nvCxnSpPr>
        <p:spPr>
          <a:xfrm flipH="1">
            <a:off x="5277028" y="5621604"/>
            <a:ext cx="395382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302090" y="5335563"/>
            <a:ext cx="26615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11: Return message detail</a:t>
            </a:r>
            <a:endParaRPr lang="en-US" sz="1400" dirty="0"/>
          </a:p>
        </p:txBody>
      </p:sp>
      <p:cxnSp>
        <p:nvCxnSpPr>
          <p:cNvPr id="49" name="Straight Arrow Connector 48"/>
          <p:cNvCxnSpPr/>
          <p:nvPr/>
        </p:nvCxnSpPr>
        <p:spPr>
          <a:xfrm flipH="1">
            <a:off x="1138324" y="6013143"/>
            <a:ext cx="410318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854273" y="5674742"/>
            <a:ext cx="26654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12: Display message detail</a:t>
            </a:r>
            <a:endParaRPr lang="en-US" sz="1400" dirty="0"/>
          </a:p>
        </p:txBody>
      </p:sp>
      <p:sp>
        <p:nvSpPr>
          <p:cNvPr id="50" name="Rectangle 49"/>
          <p:cNvSpPr/>
          <p:nvPr/>
        </p:nvSpPr>
        <p:spPr>
          <a:xfrm>
            <a:off x="1990193" y="104225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sp>
        <p:nvSpPr>
          <p:cNvPr id="51" name="TextBox 50"/>
          <p:cNvSpPr txBox="1"/>
          <p:nvPr/>
        </p:nvSpPr>
        <p:spPr>
          <a:xfrm>
            <a:off x="3327829" y="2167754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3" name="TextBox 52"/>
          <p:cNvSpPr txBox="1"/>
          <p:nvPr/>
        </p:nvSpPr>
        <p:spPr>
          <a:xfrm>
            <a:off x="1417548" y="1661054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54" name="TextBox 53"/>
          <p:cNvSpPr txBox="1"/>
          <p:nvPr/>
        </p:nvSpPr>
        <p:spPr>
          <a:xfrm>
            <a:off x="1736901" y="4024438"/>
            <a:ext cx="23099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(username)</a:t>
            </a:r>
            <a:endParaRPr lang="en-US" sz="1400" dirty="0"/>
          </a:p>
        </p:txBody>
      </p:sp>
      <p:cxnSp>
        <p:nvCxnSpPr>
          <p:cNvPr id="55" name="Straight Connector 54"/>
          <p:cNvCxnSpPr>
            <a:stCxn id="56" idx="2"/>
          </p:cNvCxnSpPr>
          <p:nvPr/>
        </p:nvCxnSpPr>
        <p:spPr>
          <a:xfrm>
            <a:off x="9248744" y="1534424"/>
            <a:ext cx="0" cy="49524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8562478" y="1023268"/>
            <a:ext cx="1372532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Message Database</a:t>
            </a:r>
            <a:endParaRPr lang="en-US" sz="1600" dirty="0"/>
          </a:p>
        </p:txBody>
      </p:sp>
      <p:sp>
        <p:nvSpPr>
          <p:cNvPr id="57" name="Rectangle 56"/>
          <p:cNvSpPr/>
          <p:nvPr/>
        </p:nvSpPr>
        <p:spPr>
          <a:xfrm>
            <a:off x="9179043" y="4914198"/>
            <a:ext cx="139402" cy="76054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Arrow Connector 57"/>
          <p:cNvCxnSpPr/>
          <p:nvPr/>
        </p:nvCxnSpPr>
        <p:spPr>
          <a:xfrm>
            <a:off x="7174365" y="5013084"/>
            <a:ext cx="2056491" cy="5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40071" y="4402318"/>
            <a:ext cx="13924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8</a:t>
            </a:r>
            <a:r>
              <a:rPr lang="en-US" sz="1400" dirty="0" smtClean="0"/>
              <a:t>: Request </a:t>
            </a:r>
          </a:p>
          <a:p>
            <a:r>
              <a:rPr lang="en-US" sz="1400" dirty="0" smtClean="0"/>
              <a:t>(</a:t>
            </a:r>
            <a:r>
              <a:rPr lang="en-US" sz="1400" dirty="0" err="1" smtClean="0"/>
              <a:t>conversationID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201949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9379" y="119236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Shopkeeper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52176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019212" y="1192366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BloggerSearchActivity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59430" y="1192366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9002872" y="1192366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Registered User Database</a:t>
            </a:r>
            <a:endParaRPr lang="en-US" sz="1600" dirty="0"/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289294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722253" y="1703522"/>
            <a:ext cx="30986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810796" y="1703522"/>
            <a:ext cx="1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82475" y="2113997"/>
            <a:ext cx="139402" cy="33302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680431" y="2129486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206530" y="2514228"/>
            <a:ext cx="139402" cy="216642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52176" y="2206932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19833" y="2594170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345932" y="3429600"/>
            <a:ext cx="439516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5276231" y="4650783"/>
            <a:ext cx="23992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21878" y="5755542"/>
            <a:ext cx="680037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13128" y="1868378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3224218" y="226639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5345932" y="4018211"/>
            <a:ext cx="446486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5916" y="3679657"/>
            <a:ext cx="18426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6</a:t>
            </a:r>
            <a:r>
              <a:rPr lang="en-US" sz="1600" dirty="0" smtClean="0"/>
              <a:t>: </a:t>
            </a:r>
            <a:r>
              <a:rPr lang="en-US" sz="1600" dirty="0" err="1" smtClean="0"/>
              <a:t>BloggerListView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7803270" y="5535317"/>
            <a:ext cx="19494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9741095" y="3381606"/>
            <a:ext cx="139402" cy="22156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7675434" y="4604313"/>
            <a:ext cx="139402" cy="1176358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54" y="168907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24059" y="1192366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HomeShopActivity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50132" y="1703522"/>
            <a:ext cx="0" cy="40040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45523" y="3104318"/>
            <a:ext cx="32731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search ()</a:t>
            </a:r>
            <a:endParaRPr lang="en-US" sz="1600" dirty="0"/>
          </a:p>
        </p:txBody>
      </p:sp>
      <p:sp>
        <p:nvSpPr>
          <p:cNvPr id="41" name="TextBox 40"/>
          <p:cNvSpPr txBox="1"/>
          <p:nvPr/>
        </p:nvSpPr>
        <p:spPr>
          <a:xfrm>
            <a:off x="5585918" y="4342095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43" name="Straight Arrow Connector 42"/>
          <p:cNvCxnSpPr/>
          <p:nvPr/>
        </p:nvCxnSpPr>
        <p:spPr>
          <a:xfrm>
            <a:off x="7803270" y="4895736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921878" y="4342834"/>
            <a:ext cx="436859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819833" y="4014515"/>
            <a:ext cx="1496323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Display list of </a:t>
            </a:r>
          </a:p>
          <a:p>
            <a:pPr algn="ctr"/>
            <a:r>
              <a:rPr lang="en-US" sz="1600" dirty="0" smtClean="0"/>
              <a:t>bloggers</a:t>
            </a:r>
            <a:endParaRPr lang="en-US" sz="1600" dirty="0"/>
          </a:p>
        </p:txBody>
      </p:sp>
      <p:sp>
        <p:nvSpPr>
          <p:cNvPr id="48" name="TextBox 47"/>
          <p:cNvSpPr txBox="1"/>
          <p:nvPr/>
        </p:nvSpPr>
        <p:spPr>
          <a:xfrm>
            <a:off x="7872161" y="4588822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36" name="Straight Arrow Connector 35"/>
          <p:cNvCxnSpPr/>
          <p:nvPr/>
        </p:nvCxnSpPr>
        <p:spPr>
          <a:xfrm>
            <a:off x="916429" y="3073147"/>
            <a:ext cx="42846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3039145" y="2775435"/>
            <a:ext cx="16026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Input keyword</a:t>
            </a:r>
            <a:endParaRPr lang="en-US" sz="16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852227" y="3906030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594186" y="354454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852227" y="3544540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827057" y="3046426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58" name="Straight Arrow Connector 57"/>
          <p:cNvCxnSpPr/>
          <p:nvPr/>
        </p:nvCxnSpPr>
        <p:spPr>
          <a:xfrm flipH="1">
            <a:off x="9858940" y="5363545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10600899" y="500205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9858940" y="5002055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9788886" y="4503941"/>
            <a:ext cx="10695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10: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TextBox 61"/>
          <p:cNvSpPr txBox="1"/>
          <p:nvPr/>
        </p:nvSpPr>
        <p:spPr>
          <a:xfrm>
            <a:off x="2245432" y="5426608"/>
            <a:ext cx="42673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Display result</a:t>
            </a:r>
            <a:br>
              <a:rPr lang="en-US" sz="1600" dirty="0" smtClean="0"/>
            </a:br>
            <a:r>
              <a:rPr lang="en-US" sz="1600" dirty="0" smtClean="0"/>
              <a:t>(profile picture, username, follower number, </a:t>
            </a:r>
          </a:p>
          <a:p>
            <a:pPr algn="ctr"/>
            <a:r>
              <a:rPr lang="en-US" sz="1600" dirty="0" smtClean="0"/>
              <a:t>following number, email, list of created tutorials)</a:t>
            </a:r>
            <a:endParaRPr lang="en-US" sz="1600" dirty="0"/>
          </a:p>
        </p:txBody>
      </p:sp>
      <p:sp>
        <p:nvSpPr>
          <p:cNvPr id="63" name="TextBox 62"/>
          <p:cNvSpPr txBox="1"/>
          <p:nvPr/>
        </p:nvSpPr>
        <p:spPr>
          <a:xfrm>
            <a:off x="7654127" y="5250294"/>
            <a:ext cx="237776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11: 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endParaRPr lang="en-US" sz="1400" dirty="0" smtClean="0"/>
          </a:p>
          <a:p>
            <a:pPr algn="ctr"/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endParaRPr lang="en-US" sz="1400" dirty="0" smtClean="0"/>
          </a:p>
          <a:p>
            <a:pPr algn="ctr"/>
            <a:r>
              <a:rPr lang="en-US" sz="1400" dirty="0" smtClean="0"/>
              <a:t>email</a:t>
            </a:r>
            <a:r>
              <a:rPr lang="en-US" sz="1400" dirty="0"/>
              <a:t>, list of created tutorials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726115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52859" y="1723957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795656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962692" y="1723957"/>
            <a:ext cx="2540163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ShopNearByActivity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02910" y="1723957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Google Map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946352" y="1723957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Shop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232774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7665733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9754276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25955" y="2709888"/>
            <a:ext cx="139402" cy="24237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623911" y="2725377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5150010" y="3110119"/>
            <a:ext cx="139402" cy="52301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795656" y="2802823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763313" y="3190061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5289412" y="3498936"/>
            <a:ext cx="22845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156608" y="2464269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3167698" y="2862286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38" name="Straight Arrow Connector 37"/>
          <p:cNvCxnSpPr/>
          <p:nvPr/>
        </p:nvCxnSpPr>
        <p:spPr>
          <a:xfrm flipH="1">
            <a:off x="7758316" y="4707042"/>
            <a:ext cx="199596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074506" y="4399467"/>
            <a:ext cx="12859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9684575" y="3743763"/>
            <a:ext cx="111132" cy="107228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016" y="796206"/>
            <a:ext cx="1103280" cy="110328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567539" y="1723957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693612" y="2235113"/>
            <a:ext cx="0" cy="33514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745901" y="3191159"/>
            <a:ext cx="1513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connect()</a:t>
            </a:r>
            <a:endParaRPr lang="en-US" sz="1400" dirty="0"/>
          </a:p>
        </p:txBody>
      </p:sp>
      <p:cxnSp>
        <p:nvCxnSpPr>
          <p:cNvPr id="46" name="Straight Arrow Connector 45"/>
          <p:cNvCxnSpPr/>
          <p:nvPr/>
        </p:nvCxnSpPr>
        <p:spPr>
          <a:xfrm flipH="1">
            <a:off x="865358" y="5028206"/>
            <a:ext cx="67419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63313" y="4716116"/>
            <a:ext cx="23519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Display shops that are near</a:t>
            </a:r>
            <a:endParaRPr lang="en-US" sz="1400" dirty="0"/>
          </a:p>
        </p:txBody>
      </p:sp>
      <p:cxnSp>
        <p:nvCxnSpPr>
          <p:cNvPr id="52" name="Straight Arrow Connector 51"/>
          <p:cNvCxnSpPr/>
          <p:nvPr/>
        </p:nvCxnSpPr>
        <p:spPr>
          <a:xfrm flipH="1">
            <a:off x="9795707" y="4376618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10537666" y="401512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9795707" y="4015128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770537" y="351701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7607348" y="3442488"/>
            <a:ext cx="139402" cy="169113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63" name="Straight Arrow Connector 62"/>
          <p:cNvCxnSpPr/>
          <p:nvPr/>
        </p:nvCxnSpPr>
        <p:spPr>
          <a:xfrm>
            <a:off x="7746750" y="3821721"/>
            <a:ext cx="19378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7926975" y="3525717"/>
            <a:ext cx="1513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get location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689686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657" y="774470"/>
            <a:ext cx="1285594" cy="64281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/>
              <a:t>Visitor/Blogger/Shopkeeper</a:t>
            </a:r>
            <a:endParaRPr lang="en-US" sz="14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454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331944" y="906131"/>
            <a:ext cx="19256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495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Tutorial Database</a:t>
            </a:r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767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419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17753" y="1672862"/>
            <a:ext cx="139402" cy="49101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15709" y="1688351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87454" y="1765797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55111" y="2153035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43069" y="3193609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232917" y="1473713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5" name="TextBox 44"/>
          <p:cNvSpPr txBox="1"/>
          <p:nvPr/>
        </p:nvSpPr>
        <p:spPr>
          <a:xfrm>
            <a:off x="3259496" y="1825260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49" name="TextBox 48"/>
          <p:cNvSpPr txBox="1"/>
          <p:nvPr/>
        </p:nvSpPr>
        <p:spPr>
          <a:xfrm>
            <a:off x="832057" y="2905162"/>
            <a:ext cx="393045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  <a:p>
            <a:pPr algn="ctr"/>
            <a:r>
              <a:rPr lang="en-US" sz="1400" dirty="0" smtClean="0"/>
              <a:t>(tutorial picture, title, category, </a:t>
            </a:r>
          </a:p>
          <a:p>
            <a:pPr algn="ctr"/>
            <a:r>
              <a:rPr lang="en-US" sz="1400" dirty="0" smtClean="0"/>
              <a:t>owner username, number of like, material description, material picture, step number, step description, step picture, </a:t>
            </a:r>
            <a:r>
              <a:rPr lang="en-US" sz="1400" dirty="0"/>
              <a:t>video, comment)  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5361697" y="3065725"/>
            <a:ext cx="243172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387956" y="2588197"/>
            <a:ext cx="235882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</a:t>
            </a:r>
            <a:r>
              <a:rPr lang="en-US" sz="1400" dirty="0" smtClean="0"/>
              <a:t>, material </a:t>
            </a:r>
          </a:p>
          <a:p>
            <a:pPr algn="ctr"/>
            <a:r>
              <a:rPr lang="en-US" sz="1400" dirty="0" smtClean="0"/>
              <a:t>description</a:t>
            </a:r>
            <a:r>
              <a:rPr lang="en-US" sz="1400" dirty="0"/>
              <a:t>, </a:t>
            </a:r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</a:t>
            </a:r>
            <a:endParaRPr lang="en-US" sz="1400" dirty="0" smtClean="0"/>
          </a:p>
          <a:p>
            <a:pPr algn="ctr"/>
            <a:r>
              <a:rPr lang="en-US" sz="1400" dirty="0" smtClean="0"/>
              <a:t>video</a:t>
            </a:r>
            <a:r>
              <a:rPr lang="en-US" sz="1400" dirty="0"/>
              <a:t>, comment)  </a:t>
            </a:r>
          </a:p>
          <a:p>
            <a:pPr algn="ctr"/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7723366" y="2238525"/>
            <a:ext cx="139402" cy="93959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18371" y="2042379"/>
            <a:ext cx="154096" cy="454067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517" y="-57743"/>
            <a:ext cx="963874" cy="96387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659337" y="906131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410" y="1417287"/>
            <a:ext cx="0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61696" y="2333803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430587" y="2026889"/>
            <a:ext cx="177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>
            <a:off x="7827475" y="2823847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8569434" y="246235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7827475" y="2462357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802305" y="1964243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887454" y="4458483"/>
            <a:ext cx="434640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383777" y="4120700"/>
            <a:ext cx="2776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  (facebook share)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628" y="906131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Facebook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552" y="1417287"/>
            <a:ext cx="1" cy="53013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/>
          <p:nvPr/>
        </p:nvCxnSpPr>
        <p:spPr>
          <a:xfrm>
            <a:off x="5349679" y="4752525"/>
            <a:ext cx="43231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9672852" y="4624248"/>
            <a:ext cx="139402" cy="181940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6939028" y="4439478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access facebook account</a:t>
            </a:r>
            <a:endParaRPr lang="en-US" sz="1400" dirty="0"/>
          </a:p>
        </p:txBody>
      </p:sp>
      <p:cxnSp>
        <p:nvCxnSpPr>
          <p:cNvPr id="67" name="Straight Arrow Connector 66"/>
          <p:cNvCxnSpPr/>
          <p:nvPr/>
        </p:nvCxnSpPr>
        <p:spPr>
          <a:xfrm flipH="1">
            <a:off x="5349679" y="5189266"/>
            <a:ext cx="4327373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13081" y="4881489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return result</a:t>
            </a:r>
            <a:endParaRPr lang="en-US" sz="1400" dirty="0"/>
          </a:p>
        </p:txBody>
      </p:sp>
      <p:cxnSp>
        <p:nvCxnSpPr>
          <p:cNvPr id="69" name="Straight Arrow Connector 68"/>
          <p:cNvCxnSpPr/>
          <p:nvPr/>
        </p:nvCxnSpPr>
        <p:spPr>
          <a:xfrm flipH="1">
            <a:off x="943069" y="5372646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705804" y="5062851"/>
            <a:ext cx="29831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10: Display confirmation message</a:t>
            </a:r>
            <a:endParaRPr lang="en-US" sz="1400" dirty="0"/>
          </a:p>
        </p:txBody>
      </p:sp>
      <p:cxnSp>
        <p:nvCxnSpPr>
          <p:cNvPr id="71" name="Straight Arrow Connector 70"/>
          <p:cNvCxnSpPr/>
          <p:nvPr/>
        </p:nvCxnSpPr>
        <p:spPr>
          <a:xfrm>
            <a:off x="943069" y="5803580"/>
            <a:ext cx="427530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/>
          <p:cNvCxnSpPr/>
          <p:nvPr/>
        </p:nvCxnSpPr>
        <p:spPr>
          <a:xfrm>
            <a:off x="5396147" y="5963470"/>
            <a:ext cx="427670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/>
          <p:nvPr/>
        </p:nvCxnSpPr>
        <p:spPr>
          <a:xfrm flipH="1">
            <a:off x="5386260" y="6333207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513081" y="6025430"/>
            <a:ext cx="23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13: return result</a:t>
            </a:r>
            <a:endParaRPr lang="en-US" sz="1400" dirty="0"/>
          </a:p>
        </p:txBody>
      </p:sp>
      <p:cxnSp>
        <p:nvCxnSpPr>
          <p:cNvPr id="77" name="Straight Arrow Connector 76"/>
          <p:cNvCxnSpPr/>
          <p:nvPr/>
        </p:nvCxnSpPr>
        <p:spPr>
          <a:xfrm flipH="1">
            <a:off x="943069" y="6465605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732570" y="6151363"/>
            <a:ext cx="2724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14: Display successful message</a:t>
            </a:r>
            <a:endParaRPr lang="en-US" sz="1400" dirty="0"/>
          </a:p>
        </p:txBody>
      </p:sp>
      <p:sp>
        <p:nvSpPr>
          <p:cNvPr id="80" name="TextBox 79"/>
          <p:cNvSpPr txBox="1"/>
          <p:nvPr/>
        </p:nvSpPr>
        <p:spPr>
          <a:xfrm>
            <a:off x="6833746" y="5649691"/>
            <a:ext cx="19341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12: </a:t>
            </a:r>
            <a:r>
              <a:rPr lang="en-US" sz="1400" dirty="0" err="1" smtClean="0"/>
              <a:t>postToFacebook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81" name="TextBox 80"/>
          <p:cNvSpPr txBox="1"/>
          <p:nvPr/>
        </p:nvSpPr>
        <p:spPr>
          <a:xfrm>
            <a:off x="1911073" y="5521304"/>
            <a:ext cx="20719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11: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  (post)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678752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5903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8533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763096" y="853373"/>
            <a:ext cx="195787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ViewTutorialDetail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5837742" y="853373"/>
            <a:ext cx="144045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742031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557970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616252"/>
            <a:ext cx="158044" cy="51063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631743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672168" y="1998342"/>
            <a:ext cx="139404" cy="47242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709189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128177"/>
            <a:ext cx="20448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20" y="3272956"/>
            <a:ext cx="39241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37063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689601" y="1788786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2965179"/>
            <a:ext cx="4325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795695" y="3108433"/>
            <a:ext cx="18132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05184" y="2828149"/>
            <a:ext cx="16315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488267" y="2352122"/>
            <a:ext cx="136487" cy="2198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135537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8533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811572" y="2449730"/>
            <a:ext cx="17887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32966" y="212115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6624755" y="2963895"/>
            <a:ext cx="603156" cy="12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7227911" y="260240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6624755" y="2602405"/>
            <a:ext cx="60315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48153" y="2242015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3846939"/>
            <a:ext cx="40124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649398" y="3649793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4770430" y="3988347"/>
            <a:ext cx="17663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35237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250379" y="5266920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8621918" y="49054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250379" y="4905430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514065" y="4728311"/>
            <a:ext cx="103125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add 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 err="1" smtClean="0"/>
              <a:t>likeID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tutorialID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userID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4842946" y="4453029"/>
            <a:ext cx="175738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999304" y="4133149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4811572" y="6306809"/>
            <a:ext cx="483354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376490" y="8533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8184414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8129196" y="4756840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4827068" y="4832209"/>
            <a:ext cx="33021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60358" y="4507318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</a:t>
            </a:r>
            <a:r>
              <a:rPr lang="en-US" sz="1600" dirty="0"/>
              <a:t>l</a:t>
            </a:r>
            <a:r>
              <a:rPr lang="en-US" sz="1600" dirty="0" smtClean="0"/>
              <a:t>ike()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4842946" y="5330572"/>
            <a:ext cx="3286250" cy="21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488267" y="4992018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74" name="TextBox 73"/>
          <p:cNvSpPr txBox="1"/>
          <p:nvPr/>
        </p:nvSpPr>
        <p:spPr>
          <a:xfrm>
            <a:off x="711382" y="6230902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liked sign and updated like number</a:t>
            </a:r>
            <a:endParaRPr lang="en-US" sz="1600" dirty="0"/>
          </a:p>
        </p:txBody>
      </p:sp>
      <p:sp>
        <p:nvSpPr>
          <p:cNvPr id="73" name="Rectangle 72"/>
          <p:cNvSpPr/>
          <p:nvPr/>
        </p:nvSpPr>
        <p:spPr>
          <a:xfrm>
            <a:off x="9169228" y="840805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 </a:t>
            </a:r>
            <a:r>
              <a:rPr lang="en-US" dirty="0"/>
              <a:t>Database</a:t>
            </a:r>
          </a:p>
        </p:txBody>
      </p:sp>
      <p:cxnSp>
        <p:nvCxnSpPr>
          <p:cNvPr id="75" name="Straight Connector 74"/>
          <p:cNvCxnSpPr>
            <a:stCxn id="73" idx="2"/>
          </p:cNvCxnSpPr>
          <p:nvPr/>
        </p:nvCxnSpPr>
        <p:spPr>
          <a:xfrm>
            <a:off x="9803033" y="1351961"/>
            <a:ext cx="0" cy="55060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844011" y="62222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V="1">
            <a:off x="10215550" y="5916784"/>
            <a:ext cx="0" cy="3054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844011" y="59167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0001455" y="5622213"/>
            <a:ext cx="9078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add</a:t>
            </a:r>
          </a:p>
          <a:p>
            <a:pPr algn="ctr"/>
            <a:r>
              <a:rPr lang="en-US" sz="1600" dirty="0" smtClean="0"/>
              <a:t>(like</a:t>
            </a:r>
          </a:p>
          <a:p>
            <a:pPr algn="ctr"/>
            <a:r>
              <a:rPr lang="en-US" sz="1600" dirty="0" smtClean="0"/>
              <a:t>number)</a:t>
            </a:r>
            <a:endParaRPr lang="en-US" sz="1600" dirty="0"/>
          </a:p>
        </p:txBody>
      </p:sp>
      <p:sp>
        <p:nvSpPr>
          <p:cNvPr id="80" name="Rectangle 79"/>
          <p:cNvSpPr/>
          <p:nvPr/>
        </p:nvSpPr>
        <p:spPr>
          <a:xfrm>
            <a:off x="9722828" y="57681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/>
          <p:cNvSpPr txBox="1"/>
          <p:nvPr/>
        </p:nvSpPr>
        <p:spPr>
          <a:xfrm>
            <a:off x="6318578" y="5524889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</a:t>
            </a:r>
            <a:r>
              <a:rPr lang="en-US" sz="1600" dirty="0"/>
              <a:t>check</a:t>
            </a:r>
            <a:r>
              <a:rPr lang="en-US" sz="1600" dirty="0" smtClean="0"/>
              <a:t>(</a:t>
            </a:r>
            <a:r>
              <a:rPr lang="en-US" sz="1600" dirty="0" err="1" smtClean="0"/>
              <a:t>tutorialID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>
            <a:off x="4781264" y="5863443"/>
            <a:ext cx="49415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602830" y="6005603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105" name="Straight Arrow Connector 104"/>
          <p:cNvCxnSpPr/>
          <p:nvPr/>
        </p:nvCxnSpPr>
        <p:spPr>
          <a:xfrm flipH="1">
            <a:off x="748019" y="6571253"/>
            <a:ext cx="393757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810185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6879" y="853373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59676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763096" y="853373"/>
            <a:ext cx="195787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ViewTutorialDetail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5837742" y="853373"/>
            <a:ext cx="144045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Tutorial </a:t>
            </a:r>
            <a:r>
              <a:rPr lang="en-US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4742031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6557970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89975" y="1616252"/>
            <a:ext cx="158044" cy="510636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487931" y="1631743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672168" y="1998342"/>
            <a:ext cx="139404" cy="472427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59676" y="1709189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627333" y="2128177"/>
            <a:ext cx="20448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748020" y="3272956"/>
            <a:ext cx="3924148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20628" y="1370635"/>
            <a:ext cx="12825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1: </a:t>
            </a:r>
            <a:r>
              <a:rPr lang="en-US" sz="1600" dirty="0" err="1" smtClean="0"/>
              <a:t>onCreate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5" name="TextBox 44"/>
          <p:cNvSpPr txBox="1"/>
          <p:nvPr/>
        </p:nvSpPr>
        <p:spPr>
          <a:xfrm>
            <a:off x="2689601" y="1788786"/>
            <a:ext cx="17798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2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sp>
        <p:nvSpPr>
          <p:cNvPr id="49" name="TextBox 48"/>
          <p:cNvSpPr txBox="1"/>
          <p:nvPr/>
        </p:nvSpPr>
        <p:spPr>
          <a:xfrm>
            <a:off x="771217" y="2965179"/>
            <a:ext cx="43255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Display tutorial information</a:t>
            </a:r>
          </a:p>
        </p:txBody>
      </p:sp>
      <p:cxnSp>
        <p:nvCxnSpPr>
          <p:cNvPr id="42" name="Straight Arrow Connector 41"/>
          <p:cNvCxnSpPr/>
          <p:nvPr/>
        </p:nvCxnSpPr>
        <p:spPr>
          <a:xfrm flipH="1">
            <a:off x="4795695" y="3108433"/>
            <a:ext cx="181327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905184" y="2828149"/>
            <a:ext cx="16315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Return selected </a:t>
            </a:r>
          </a:p>
          <a:p>
            <a:pPr algn="ctr"/>
            <a:r>
              <a:rPr lang="en-US" sz="1400" dirty="0" smtClean="0"/>
              <a:t>tutorial information</a:t>
            </a:r>
            <a:endParaRPr lang="en-US" sz="1400" dirty="0"/>
          </a:p>
        </p:txBody>
      </p:sp>
      <p:sp>
        <p:nvSpPr>
          <p:cNvPr id="54" name="Rectangle 53"/>
          <p:cNvSpPr/>
          <p:nvPr/>
        </p:nvSpPr>
        <p:spPr>
          <a:xfrm>
            <a:off x="6488267" y="2352122"/>
            <a:ext cx="136487" cy="219809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" y="-135537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31559" y="853373"/>
            <a:ext cx="2252145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HomeBloggerActivity</a:t>
            </a:r>
            <a:endParaRPr lang="en-US" sz="16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557632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4811572" y="2449730"/>
            <a:ext cx="178875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4832966" y="2121153"/>
            <a:ext cx="1776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</a:t>
            </a:r>
            <a:r>
              <a:rPr lang="en-US" sz="1600" dirty="0" smtClean="0"/>
              <a:t>: </a:t>
            </a:r>
            <a:r>
              <a:rPr lang="en-US" sz="1600" dirty="0" err="1" smtClean="0"/>
              <a:t>showInfo</a:t>
            </a:r>
            <a:r>
              <a:rPr lang="en-US" sz="1600" dirty="0" smtClean="0"/>
              <a:t>()</a:t>
            </a:r>
            <a:endParaRPr lang="en-US" sz="1600" dirty="0"/>
          </a:p>
        </p:txBody>
      </p:sp>
      <p:cxnSp>
        <p:nvCxnSpPr>
          <p:cNvPr id="56" name="Straight Arrow Connector 55"/>
          <p:cNvCxnSpPr/>
          <p:nvPr/>
        </p:nvCxnSpPr>
        <p:spPr>
          <a:xfrm flipH="1" flipV="1">
            <a:off x="6624755" y="2963895"/>
            <a:ext cx="603156" cy="128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7227911" y="2602405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6624755" y="2602405"/>
            <a:ext cx="60315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948153" y="2242015"/>
            <a:ext cx="1087658" cy="5847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4</a:t>
            </a:r>
            <a:r>
              <a:rPr lang="en-US" sz="1600" dirty="0" smtClean="0"/>
              <a:t>: Retrieve </a:t>
            </a:r>
            <a:br>
              <a:rPr lang="en-US" sz="1600" dirty="0" smtClean="0"/>
            </a:br>
            <a:r>
              <a:rPr lang="en-US" sz="1600" dirty="0" smtClean="0"/>
              <a:t>Data</a:t>
            </a:r>
            <a:endParaRPr lang="en-US" sz="1600" dirty="0"/>
          </a:p>
        </p:txBody>
      </p:sp>
      <p:cxnSp>
        <p:nvCxnSpPr>
          <p:cNvPr id="60" name="Straight Arrow Connector 59"/>
          <p:cNvCxnSpPr/>
          <p:nvPr/>
        </p:nvCxnSpPr>
        <p:spPr>
          <a:xfrm>
            <a:off x="659676" y="3846939"/>
            <a:ext cx="401249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4649398" y="3649793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8</a:t>
            </a:r>
            <a:r>
              <a:rPr lang="en-US" sz="1600" dirty="0" smtClean="0"/>
              <a:t>: </a:t>
            </a:r>
            <a:r>
              <a:rPr lang="en-US" sz="1600" dirty="0"/>
              <a:t>check(</a:t>
            </a:r>
            <a:r>
              <a:rPr lang="en-US" sz="1600" dirty="0" smtClean="0"/>
              <a:t>username)</a:t>
            </a:r>
            <a:endParaRPr lang="en-US" sz="1600" dirty="0"/>
          </a:p>
        </p:txBody>
      </p:sp>
      <p:cxnSp>
        <p:nvCxnSpPr>
          <p:cNvPr id="62" name="Straight Arrow Connector 61"/>
          <p:cNvCxnSpPr/>
          <p:nvPr/>
        </p:nvCxnSpPr>
        <p:spPr>
          <a:xfrm>
            <a:off x="4770430" y="3988347"/>
            <a:ext cx="176631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696787" y="3523767"/>
            <a:ext cx="27122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7</a:t>
            </a:r>
            <a:r>
              <a:rPr lang="en-US" sz="1600" dirty="0" smtClean="0"/>
              <a:t>: </a:t>
            </a:r>
            <a:r>
              <a:rPr lang="en-US" sz="1600" dirty="0" err="1" smtClean="0"/>
              <a:t>onClickListener</a:t>
            </a:r>
            <a:r>
              <a:rPr lang="en-US" sz="1600" dirty="0" smtClean="0"/>
              <a:t>(like)</a:t>
            </a:r>
            <a:endParaRPr lang="en-US" sz="1600" dirty="0"/>
          </a:p>
        </p:txBody>
      </p:sp>
      <p:cxnSp>
        <p:nvCxnSpPr>
          <p:cNvPr id="64" name="Straight Arrow Connector 63"/>
          <p:cNvCxnSpPr/>
          <p:nvPr/>
        </p:nvCxnSpPr>
        <p:spPr>
          <a:xfrm flipH="1">
            <a:off x="8250379" y="5266920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8621918" y="4905430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H="1">
            <a:off x="8250379" y="4905430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8514065" y="4620983"/>
            <a:ext cx="103125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11: delete</a:t>
            </a:r>
          </a:p>
          <a:p>
            <a:pPr algn="ctr"/>
            <a:r>
              <a:rPr lang="en-US" sz="1600" dirty="0" smtClean="0"/>
              <a:t>(</a:t>
            </a:r>
            <a:r>
              <a:rPr lang="en-US" sz="1600" dirty="0" err="1" smtClean="0"/>
              <a:t>likeID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tutorialID</a:t>
            </a:r>
            <a:r>
              <a:rPr lang="en-US" sz="1600" dirty="0" smtClean="0"/>
              <a:t>, </a:t>
            </a:r>
          </a:p>
          <a:p>
            <a:pPr algn="ctr"/>
            <a:r>
              <a:rPr lang="en-US" sz="1600" dirty="0" err="1" smtClean="0"/>
              <a:t>userID</a:t>
            </a:r>
            <a:endParaRPr lang="en-US" sz="1600" dirty="0"/>
          </a:p>
        </p:txBody>
      </p:sp>
      <p:cxnSp>
        <p:nvCxnSpPr>
          <p:cNvPr id="68" name="Straight Arrow Connector 67"/>
          <p:cNvCxnSpPr/>
          <p:nvPr/>
        </p:nvCxnSpPr>
        <p:spPr>
          <a:xfrm flipH="1">
            <a:off x="4842946" y="4453029"/>
            <a:ext cx="1757384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4999304" y="4133149"/>
            <a:ext cx="1443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9</a:t>
            </a:r>
            <a:r>
              <a:rPr lang="en-US" sz="1600" dirty="0" smtClean="0"/>
              <a:t>: return result</a:t>
            </a:r>
            <a:endParaRPr lang="en-US" sz="1600" dirty="0"/>
          </a:p>
        </p:txBody>
      </p:sp>
      <p:cxnSp>
        <p:nvCxnSpPr>
          <p:cNvPr id="72" name="Straight Arrow Connector 71"/>
          <p:cNvCxnSpPr/>
          <p:nvPr/>
        </p:nvCxnSpPr>
        <p:spPr>
          <a:xfrm flipH="1">
            <a:off x="4811572" y="6306809"/>
            <a:ext cx="483354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7376490" y="853373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Like </a:t>
            </a:r>
            <a:r>
              <a:rPr lang="en-US" dirty="0"/>
              <a:t>Database</a:t>
            </a:r>
          </a:p>
        </p:txBody>
      </p:sp>
      <p:cxnSp>
        <p:nvCxnSpPr>
          <p:cNvPr id="46" name="Straight Connector 45"/>
          <p:cNvCxnSpPr>
            <a:stCxn id="41" idx="2"/>
          </p:cNvCxnSpPr>
          <p:nvPr/>
        </p:nvCxnSpPr>
        <p:spPr>
          <a:xfrm>
            <a:off x="8184414" y="1364529"/>
            <a:ext cx="0" cy="549347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8129196" y="4756840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3" name="Straight Arrow Connector 52"/>
          <p:cNvCxnSpPr/>
          <p:nvPr/>
        </p:nvCxnSpPr>
        <p:spPr>
          <a:xfrm>
            <a:off x="4827068" y="4832209"/>
            <a:ext cx="3302128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960358" y="4507318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10: unlike()</a:t>
            </a:r>
            <a:endParaRPr lang="en-US" sz="1600" dirty="0"/>
          </a:p>
        </p:txBody>
      </p:sp>
      <p:cxnSp>
        <p:nvCxnSpPr>
          <p:cNvPr id="70" name="Straight Arrow Connector 69"/>
          <p:cNvCxnSpPr/>
          <p:nvPr/>
        </p:nvCxnSpPr>
        <p:spPr>
          <a:xfrm flipH="1">
            <a:off x="4842946" y="5330572"/>
            <a:ext cx="3286250" cy="2107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488267" y="4992018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12: return result</a:t>
            </a:r>
            <a:endParaRPr lang="en-US" sz="1600" dirty="0"/>
          </a:p>
        </p:txBody>
      </p:sp>
      <p:sp>
        <p:nvSpPr>
          <p:cNvPr id="74" name="TextBox 73"/>
          <p:cNvSpPr txBox="1"/>
          <p:nvPr/>
        </p:nvSpPr>
        <p:spPr>
          <a:xfrm>
            <a:off x="711382" y="6230902"/>
            <a:ext cx="40656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smtClean="0"/>
              <a:t>16: Display like sign and updated like number</a:t>
            </a:r>
            <a:endParaRPr lang="en-US" sz="1600" dirty="0"/>
          </a:p>
        </p:txBody>
      </p:sp>
      <p:sp>
        <p:nvSpPr>
          <p:cNvPr id="73" name="Rectangle 72"/>
          <p:cNvSpPr/>
          <p:nvPr/>
        </p:nvSpPr>
        <p:spPr>
          <a:xfrm>
            <a:off x="9169228" y="840805"/>
            <a:ext cx="126761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Popular </a:t>
            </a:r>
            <a:r>
              <a:rPr lang="en-US" dirty="0"/>
              <a:t>Database</a:t>
            </a:r>
          </a:p>
        </p:txBody>
      </p:sp>
      <p:cxnSp>
        <p:nvCxnSpPr>
          <p:cNvPr id="75" name="Straight Connector 74"/>
          <p:cNvCxnSpPr>
            <a:stCxn id="73" idx="2"/>
          </p:cNvCxnSpPr>
          <p:nvPr/>
        </p:nvCxnSpPr>
        <p:spPr>
          <a:xfrm>
            <a:off x="9803033" y="1351961"/>
            <a:ext cx="0" cy="55060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/>
          <p:cNvCxnSpPr/>
          <p:nvPr/>
        </p:nvCxnSpPr>
        <p:spPr>
          <a:xfrm flipH="1">
            <a:off x="9844011" y="6222252"/>
            <a:ext cx="37153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V="1">
            <a:off x="10215550" y="5916784"/>
            <a:ext cx="0" cy="3054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H="1">
            <a:off x="9844011" y="5916784"/>
            <a:ext cx="37153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10001455" y="5532773"/>
            <a:ext cx="90782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14: de-</a:t>
            </a:r>
          </a:p>
          <a:p>
            <a:pPr algn="ctr"/>
            <a:r>
              <a:rPr lang="en-US" sz="1600" dirty="0" smtClean="0"/>
              <a:t>-</a:t>
            </a:r>
            <a:r>
              <a:rPr lang="en-US" sz="1600" dirty="0" err="1" smtClean="0"/>
              <a:t>lete</a:t>
            </a:r>
            <a:endParaRPr lang="en-US" sz="1600" dirty="0" smtClean="0"/>
          </a:p>
          <a:p>
            <a:pPr algn="ctr"/>
            <a:r>
              <a:rPr lang="en-US" sz="1600" dirty="0" smtClean="0"/>
              <a:t>(like</a:t>
            </a:r>
          </a:p>
          <a:p>
            <a:pPr algn="ctr"/>
            <a:r>
              <a:rPr lang="en-US" sz="1600" dirty="0" smtClean="0"/>
              <a:t>number)</a:t>
            </a:r>
            <a:endParaRPr lang="en-US" sz="1600" dirty="0"/>
          </a:p>
        </p:txBody>
      </p:sp>
      <p:sp>
        <p:nvSpPr>
          <p:cNvPr id="80" name="Rectangle 79"/>
          <p:cNvSpPr/>
          <p:nvPr/>
        </p:nvSpPr>
        <p:spPr>
          <a:xfrm>
            <a:off x="9722828" y="5768194"/>
            <a:ext cx="136486" cy="66299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/>
          <p:cNvSpPr txBox="1"/>
          <p:nvPr/>
        </p:nvSpPr>
        <p:spPr>
          <a:xfrm>
            <a:off x="6318578" y="5524889"/>
            <a:ext cx="21060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smtClean="0"/>
              <a:t>13: </a:t>
            </a:r>
            <a:r>
              <a:rPr lang="en-US" sz="1600" dirty="0"/>
              <a:t>check</a:t>
            </a:r>
            <a:r>
              <a:rPr lang="en-US" sz="1600" dirty="0" smtClean="0"/>
              <a:t>(</a:t>
            </a:r>
            <a:r>
              <a:rPr lang="en-US" sz="1600" dirty="0" err="1" smtClean="0"/>
              <a:t>tutorialID</a:t>
            </a:r>
            <a:r>
              <a:rPr lang="en-US" sz="1600" dirty="0" smtClean="0"/>
              <a:t>)</a:t>
            </a:r>
            <a:endParaRPr lang="en-US" sz="1600" dirty="0"/>
          </a:p>
        </p:txBody>
      </p:sp>
      <p:cxnSp>
        <p:nvCxnSpPr>
          <p:cNvPr id="90" name="Straight Arrow Connector 89"/>
          <p:cNvCxnSpPr/>
          <p:nvPr/>
        </p:nvCxnSpPr>
        <p:spPr>
          <a:xfrm>
            <a:off x="4781264" y="5863443"/>
            <a:ext cx="49415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602830" y="6005603"/>
            <a:ext cx="15473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 smtClean="0"/>
              <a:t>15: return result</a:t>
            </a:r>
            <a:endParaRPr lang="en-US" sz="1600" dirty="0"/>
          </a:p>
        </p:txBody>
      </p:sp>
      <p:cxnSp>
        <p:nvCxnSpPr>
          <p:cNvPr id="105" name="Straight Arrow Connector 104"/>
          <p:cNvCxnSpPr/>
          <p:nvPr/>
        </p:nvCxnSpPr>
        <p:spPr>
          <a:xfrm flipH="1">
            <a:off x="748019" y="6571253"/>
            <a:ext cx="3937577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7545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600824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44291" y="1929810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Blogger</a:t>
            </a:r>
            <a:endParaRPr lang="en-US" sz="1600" dirty="0"/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887088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203832" y="1929810"/>
            <a:ext cx="218113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6985129" y="1929810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9" name="Straight Connector 8"/>
          <p:cNvCxnSpPr>
            <a:stCxn id="6" idx="2"/>
          </p:cNvCxnSpPr>
          <p:nvPr/>
        </p:nvCxnSpPr>
        <p:spPr>
          <a:xfrm>
            <a:off x="5294401" y="2440966"/>
            <a:ext cx="1077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7793053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28157" y="3050006"/>
            <a:ext cx="139402" cy="20464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726113" y="3065494"/>
            <a:ext cx="139402" cy="55762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897858" y="3142940"/>
            <a:ext cx="18282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65515" y="3530178"/>
            <a:ext cx="238669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 flipH="1">
            <a:off x="953473" y="4944232"/>
            <a:ext cx="4290791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5372101" y="4570752"/>
            <a:ext cx="4311155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011968" y="4307122"/>
            <a:ext cx="13911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results</a:t>
            </a:r>
            <a:endParaRPr lang="en-US" sz="1400" dirty="0" smtClean="0"/>
          </a:p>
        </p:txBody>
      </p:sp>
      <p:sp>
        <p:nvSpPr>
          <p:cNvPr id="54" name="Rectangle 53"/>
          <p:cNvSpPr/>
          <p:nvPr/>
        </p:nvSpPr>
        <p:spPr>
          <a:xfrm>
            <a:off x="9687456" y="3846328"/>
            <a:ext cx="139402" cy="8146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28775" y="3419523"/>
            <a:ext cx="154096" cy="167690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11" y="983961"/>
            <a:ext cx="1124734" cy="1124734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879595" y="1929810"/>
            <a:ext cx="181089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 smtClean="0"/>
              <a:t>HomeBloggerActivity</a:t>
            </a:r>
            <a:endParaRPr lang="en-US" sz="1400" dirty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785044" y="2440966"/>
            <a:ext cx="0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/>
          <p:nvPr/>
        </p:nvCxnSpPr>
        <p:spPr>
          <a:xfrm>
            <a:off x="5372100" y="3710946"/>
            <a:ext cx="2361670" cy="8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H="1">
            <a:off x="9791565" y="4406582"/>
            <a:ext cx="74195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10533524" y="404509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 flipH="1">
            <a:off x="9791565" y="4045092"/>
            <a:ext cx="74195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766395" y="3546978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62" name="Rectangle 61"/>
          <p:cNvSpPr/>
          <p:nvPr/>
        </p:nvSpPr>
        <p:spPr>
          <a:xfrm>
            <a:off x="8934262" y="1929810"/>
            <a:ext cx="1615847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</a:t>
            </a:r>
            <a:br>
              <a:rPr lang="en-US" sz="1600" dirty="0" smtClean="0"/>
            </a:br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63" name="Straight Connector 62"/>
          <p:cNvCxnSpPr>
            <a:stCxn id="62" idx="2"/>
          </p:cNvCxnSpPr>
          <p:nvPr/>
        </p:nvCxnSpPr>
        <p:spPr>
          <a:xfrm>
            <a:off x="9742186" y="2440966"/>
            <a:ext cx="1" cy="326357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305171" y="3421991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  <a:r>
              <a:rPr lang="en-US" sz="1400" dirty="0" smtClean="0"/>
              <a:t>notifications</a:t>
            </a:r>
            <a:endParaRPr lang="en-US" sz="1400" dirty="0"/>
          </a:p>
        </p:txBody>
      </p:sp>
      <p:cxnSp>
        <p:nvCxnSpPr>
          <p:cNvPr id="48" name="Straight Arrow Connector 47"/>
          <p:cNvCxnSpPr/>
          <p:nvPr/>
        </p:nvCxnSpPr>
        <p:spPr>
          <a:xfrm>
            <a:off x="7803823" y="3911197"/>
            <a:ext cx="187943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844119" y="3623118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Request </a:t>
            </a:r>
            <a:r>
              <a:rPr lang="en-US" sz="1400" dirty="0" smtClean="0"/>
              <a:t/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82" name="TextBox 81"/>
          <p:cNvSpPr txBox="1"/>
          <p:nvPr/>
        </p:nvSpPr>
        <p:spPr>
          <a:xfrm>
            <a:off x="1413654" y="4658208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  <a:endParaRPr lang="en-US" sz="1400" dirty="0" smtClean="0"/>
          </a:p>
        </p:txBody>
      </p:sp>
      <p:sp>
        <p:nvSpPr>
          <p:cNvPr id="35" name="TextBox 34"/>
          <p:cNvSpPr txBox="1"/>
          <p:nvPr/>
        </p:nvSpPr>
        <p:spPr>
          <a:xfrm>
            <a:off x="1246416" y="2818152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36" name="TextBox 35"/>
          <p:cNvSpPr txBox="1"/>
          <p:nvPr/>
        </p:nvSpPr>
        <p:spPr>
          <a:xfrm>
            <a:off x="3162335" y="3201021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154381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ViewTutorial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Detail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 Database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</a:t>
            </a:r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747236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747236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069872"/>
            <a:ext cx="139402" cy="24677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840171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126714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245399"/>
            <a:ext cx="33834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843209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085611" y="2917239"/>
            <a:ext cx="4726868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92363" y="2207462"/>
            <a:ext cx="139402" cy="2816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HomeBlogger</a:t>
            </a:r>
            <a:r>
              <a:rPr lang="en-US" sz="1600" dirty="0" smtClean="0"/>
              <a:t/>
            </a:r>
            <a:br>
              <a:rPr lang="en-US" sz="1600" dirty="0" smtClean="0"/>
            </a:br>
            <a:r>
              <a:rPr lang="en-US" sz="1600" dirty="0" smtClean="0"/>
              <a:t>Activity</a:t>
            </a:r>
            <a:endParaRPr lang="en-US" sz="1600" dirty="0" smtClean="0"/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3049854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Tutorial</a:t>
            </a:r>
            <a:endParaRPr lang="en-US" sz="1600" dirty="0" smtClean="0"/>
          </a:p>
          <a:p>
            <a:pPr algn="ctr"/>
            <a:r>
              <a:rPr lang="en-US" sz="1600" dirty="0" smtClean="0"/>
              <a:t>Database</a:t>
            </a:r>
            <a:endParaRPr lang="en-US" sz="16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/>
          <p:nvPr/>
        </p:nvCxnSpPr>
        <p:spPr>
          <a:xfrm flipH="1">
            <a:off x="5910358" y="5337367"/>
            <a:ext cx="40121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flipH="1">
            <a:off x="8821700" y="2790238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9331323" y="2428748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8821700" y="2419105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67006" y="2084305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6352" y="5187973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7931" y="4826483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6352" y="4826483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6705" y="4351506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12: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2" name="Rectangle 71"/>
          <p:cNvSpPr/>
          <p:nvPr/>
        </p:nvSpPr>
        <p:spPr>
          <a:xfrm>
            <a:off x="8711218" y="2247160"/>
            <a:ext cx="139402" cy="7651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31765" y="2343370"/>
            <a:ext cx="11794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4029873" y="4482389"/>
            <a:ext cx="17410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948489" y="4574950"/>
            <a:ext cx="137863" cy="8135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9" name="Rectangle 78"/>
          <p:cNvSpPr/>
          <p:nvPr/>
        </p:nvSpPr>
        <p:spPr>
          <a:xfrm>
            <a:off x="5770956" y="4415472"/>
            <a:ext cx="139402" cy="130916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48154" y="5556572"/>
            <a:ext cx="5073042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4656841" y="1934127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  <a:r>
              <a:rPr lang="en-US" sz="1400" dirty="0" smtClean="0"/>
              <a:t>notifications</a:t>
            </a:r>
            <a:endParaRPr lang="en-US" sz="1400" dirty="0"/>
          </a:p>
        </p:txBody>
      </p:sp>
      <p:sp>
        <p:nvSpPr>
          <p:cNvPr id="89" name="TextBox 88"/>
          <p:cNvSpPr txBox="1"/>
          <p:nvPr/>
        </p:nvSpPr>
        <p:spPr>
          <a:xfrm>
            <a:off x="7258974" y="2048637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Request </a:t>
            </a:r>
            <a:r>
              <a:rPr lang="en-US" sz="1400" dirty="0" smtClean="0"/>
              <a:t/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92" name="TextBox 91"/>
          <p:cNvSpPr txBox="1"/>
          <p:nvPr/>
        </p:nvSpPr>
        <p:spPr>
          <a:xfrm>
            <a:off x="5438082" y="2616328"/>
            <a:ext cx="2322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results</a:t>
            </a:r>
            <a:endParaRPr lang="en-US" sz="1400" dirty="0" smtClean="0"/>
          </a:p>
        </p:txBody>
      </p:sp>
      <p:sp>
        <p:nvSpPr>
          <p:cNvPr id="94" name="TextBox 93"/>
          <p:cNvSpPr txBox="1"/>
          <p:nvPr/>
        </p:nvSpPr>
        <p:spPr>
          <a:xfrm>
            <a:off x="880359" y="2792613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  <a:endParaRPr lang="en-US" sz="1400" dirty="0" smtClean="0"/>
          </a:p>
        </p:txBody>
      </p:sp>
      <p:sp>
        <p:nvSpPr>
          <p:cNvPr id="96" name="TextBox 95"/>
          <p:cNvSpPr txBox="1"/>
          <p:nvPr/>
        </p:nvSpPr>
        <p:spPr>
          <a:xfrm>
            <a:off x="1246395" y="3548341"/>
            <a:ext cx="216577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  <a:r>
              <a:rPr lang="en-US" sz="1400" dirty="0" smtClean="0"/>
              <a:t>a</a:t>
            </a:r>
            <a:r>
              <a:rPr lang="en-US" sz="1400" dirty="0" smtClean="0"/>
              <a:t>n activity </a:t>
            </a:r>
            <a:br>
              <a:rPr lang="en-US" sz="1400" dirty="0" smtClean="0"/>
            </a:br>
            <a:r>
              <a:rPr lang="en-US" sz="1400" dirty="0" smtClean="0"/>
              <a:t>(</a:t>
            </a:r>
            <a:r>
              <a:rPr lang="en-US" sz="1400" dirty="0" err="1" smtClean="0"/>
              <a:t>notificationLike</a:t>
            </a:r>
            <a:r>
              <a:rPr lang="en-US" sz="1400" dirty="0" smtClean="0"/>
              <a:t>(),</a:t>
            </a:r>
            <a:br>
              <a:rPr lang="en-US" sz="1400" dirty="0" smtClean="0"/>
            </a:br>
            <a:r>
              <a:rPr lang="en-US" sz="1400" dirty="0" err="1" smtClean="0"/>
              <a:t>notificationComment</a:t>
            </a:r>
            <a:r>
              <a:rPr lang="en-US" sz="1400" dirty="0" smtClean="0"/>
              <a:t>())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5908090" y="4634789"/>
            <a:ext cx="401437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7387111" y="3959208"/>
            <a:ext cx="144654" cy="29018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102" name="Straight Arrow Connector 101"/>
          <p:cNvCxnSpPr>
            <a:endCxn id="101" idx="1"/>
          </p:cNvCxnSpPr>
          <p:nvPr/>
        </p:nvCxnSpPr>
        <p:spPr>
          <a:xfrm>
            <a:off x="4009829" y="4093245"/>
            <a:ext cx="3377282" cy="110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632040" y="3804142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Update status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3770652" y="4193286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</a:t>
            </a:r>
            <a:r>
              <a:rPr lang="en-US" sz="1400" dirty="0" smtClean="0"/>
              <a:t>: Request tutorial </a:t>
            </a:r>
            <a:endParaRPr lang="en-US" sz="1400" dirty="0"/>
          </a:p>
        </p:txBody>
      </p:sp>
      <p:sp>
        <p:nvSpPr>
          <p:cNvPr id="105" name="TextBox 104"/>
          <p:cNvSpPr txBox="1"/>
          <p:nvPr/>
        </p:nvSpPr>
        <p:spPr>
          <a:xfrm>
            <a:off x="6037394" y="4355109"/>
            <a:ext cx="3549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108" name="TextBox 107"/>
          <p:cNvSpPr txBox="1"/>
          <p:nvPr/>
        </p:nvSpPr>
        <p:spPr>
          <a:xfrm>
            <a:off x="786974" y="5247580"/>
            <a:ext cx="46999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 smtClean="0"/>
              <a:t>14</a:t>
            </a:r>
            <a:r>
              <a:rPr lang="en-US" sz="1400" dirty="0" smtClean="0"/>
              <a:t>: </a:t>
            </a:r>
            <a:r>
              <a:rPr lang="en-US" sz="1400" dirty="0" smtClean="0"/>
              <a:t>Display tutorial information</a:t>
            </a:r>
          </a:p>
          <a:p>
            <a:pPr algn="ctr"/>
            <a:r>
              <a:rPr lang="en-US" sz="1400" dirty="0" smtClean="0"/>
              <a:t>(tutorial picture, title, category, owner username, </a:t>
            </a:r>
          </a:p>
          <a:p>
            <a:pPr algn="ctr"/>
            <a:r>
              <a:rPr lang="en-US" sz="1400" dirty="0" smtClean="0"/>
              <a:t>number of like, material description, material picture,</a:t>
            </a:r>
          </a:p>
          <a:p>
            <a:pPr algn="ctr"/>
            <a:r>
              <a:rPr lang="en-US" sz="1400" dirty="0" smtClean="0"/>
              <a:t> step number, step description, step picture, </a:t>
            </a:r>
            <a:r>
              <a:rPr lang="en-US" sz="1400" dirty="0"/>
              <a:t>video, comment)  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918873" y="4854041"/>
            <a:ext cx="4058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</a:t>
            </a:r>
            <a:r>
              <a:rPr lang="en-US" sz="1400" dirty="0" smtClean="0"/>
              <a:t>: </a:t>
            </a:r>
            <a:r>
              <a:rPr lang="en-US" sz="1400" dirty="0" smtClean="0"/>
              <a:t>Return selected </a:t>
            </a:r>
          </a:p>
          <a:p>
            <a:pPr algn="ctr"/>
            <a:r>
              <a:rPr lang="en-US" sz="1400" dirty="0" smtClean="0"/>
              <a:t>tutorial </a:t>
            </a:r>
            <a:r>
              <a:rPr lang="en-US" sz="1400" dirty="0"/>
              <a:t>information</a:t>
            </a:r>
            <a:br>
              <a:rPr lang="en-US" sz="1400" dirty="0"/>
            </a:br>
            <a:r>
              <a:rPr lang="en-US" sz="1400" dirty="0"/>
              <a:t>(tutorial picture, title</a:t>
            </a:r>
            <a:r>
              <a:rPr lang="en-US" sz="1400" dirty="0" smtClean="0"/>
              <a:t>,</a:t>
            </a:r>
          </a:p>
          <a:p>
            <a:pPr algn="ctr"/>
            <a:r>
              <a:rPr lang="en-US" sz="1400" dirty="0" smtClean="0"/>
              <a:t> </a:t>
            </a:r>
            <a:r>
              <a:rPr lang="en-US" sz="1400" dirty="0"/>
              <a:t>category, owner username, </a:t>
            </a:r>
          </a:p>
          <a:p>
            <a:pPr algn="ctr"/>
            <a:r>
              <a:rPr lang="en-US" sz="1400" dirty="0"/>
              <a:t>number of like, material description, </a:t>
            </a:r>
            <a:endParaRPr lang="en-US" sz="1400" dirty="0" smtClean="0"/>
          </a:p>
          <a:p>
            <a:pPr algn="ctr"/>
            <a:r>
              <a:rPr lang="en-US" sz="1400" dirty="0" smtClean="0"/>
              <a:t>material </a:t>
            </a:r>
            <a:r>
              <a:rPr lang="en-US" sz="1400" dirty="0"/>
              <a:t>picture</a:t>
            </a:r>
            <a:r>
              <a:rPr lang="en-US" sz="1400" dirty="0" smtClean="0"/>
              <a:t>, </a:t>
            </a:r>
            <a:r>
              <a:rPr lang="en-US" sz="1400" dirty="0"/>
              <a:t>step number, </a:t>
            </a:r>
            <a:endParaRPr lang="en-US" sz="1400" dirty="0" smtClean="0"/>
          </a:p>
          <a:p>
            <a:pPr algn="ctr"/>
            <a:r>
              <a:rPr lang="en-US" sz="1400" dirty="0" smtClean="0"/>
              <a:t>step </a:t>
            </a:r>
            <a:r>
              <a:rPr lang="en-US" sz="1400" dirty="0"/>
              <a:t>description, step picture, video, comment)  </a:t>
            </a:r>
          </a:p>
          <a:p>
            <a:pPr algn="ctr"/>
            <a:endParaRPr lang="en-US" sz="1400" dirty="0"/>
          </a:p>
        </p:txBody>
      </p:sp>
      <p:sp>
        <p:nvSpPr>
          <p:cNvPr id="64" name="TextBox 63"/>
          <p:cNvSpPr txBox="1"/>
          <p:nvPr/>
        </p:nvSpPr>
        <p:spPr>
          <a:xfrm>
            <a:off x="857530" y="1533114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66" name="TextBox 65"/>
          <p:cNvSpPr txBox="1"/>
          <p:nvPr/>
        </p:nvSpPr>
        <p:spPr>
          <a:xfrm>
            <a:off x="2318678" y="1845419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2682160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5656" y="920336"/>
            <a:ext cx="128559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Blogger</a:t>
            </a:r>
          </a:p>
        </p:txBody>
      </p:sp>
      <p:cxnSp>
        <p:nvCxnSpPr>
          <p:cNvPr id="4" name="Straight Connector 3"/>
          <p:cNvCxnSpPr>
            <a:stCxn id="3" idx="2"/>
          </p:cNvCxnSpPr>
          <p:nvPr/>
        </p:nvCxnSpPr>
        <p:spPr>
          <a:xfrm>
            <a:off x="678453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4974032" y="920336"/>
            <a:ext cx="173324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 smtClean="0"/>
              <a:t>ViewProfileDetail</a:t>
            </a:r>
            <a:endParaRPr lang="en-US" sz="1600" dirty="0"/>
          </a:p>
        </p:txBody>
      </p:sp>
      <p:sp>
        <p:nvSpPr>
          <p:cNvPr id="6" name="Rectangle 5"/>
          <p:cNvSpPr/>
          <p:nvPr/>
        </p:nvSpPr>
        <p:spPr>
          <a:xfrm>
            <a:off x="6778632" y="920336"/>
            <a:ext cx="1356360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 Database</a:t>
            </a:r>
            <a:endParaRPr lang="en-US" sz="1600" dirty="0"/>
          </a:p>
        </p:txBody>
      </p:sp>
      <p:sp>
        <p:nvSpPr>
          <p:cNvPr id="7" name="Rectangle 6"/>
          <p:cNvSpPr/>
          <p:nvPr/>
        </p:nvSpPr>
        <p:spPr>
          <a:xfrm>
            <a:off x="8211606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Activity</a:t>
            </a:r>
            <a:r>
              <a:rPr lang="en-US" sz="1600" dirty="0" smtClean="0"/>
              <a:t> </a:t>
            </a:r>
            <a:r>
              <a:rPr lang="en-US" sz="1600" dirty="0"/>
              <a:t>Database</a:t>
            </a:r>
          </a:p>
        </p:txBody>
      </p:sp>
      <p:cxnSp>
        <p:nvCxnSpPr>
          <p:cNvPr id="8" name="Straight Connector 7"/>
          <p:cNvCxnSpPr>
            <a:stCxn id="5" idx="2"/>
          </p:cNvCxnSpPr>
          <p:nvPr/>
        </p:nvCxnSpPr>
        <p:spPr>
          <a:xfrm>
            <a:off x="5840657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>
            <a:stCxn id="6" idx="2"/>
          </p:cNvCxnSpPr>
          <p:nvPr/>
        </p:nvCxnSpPr>
        <p:spPr>
          <a:xfrm flipH="1">
            <a:off x="7453480" y="1431492"/>
            <a:ext cx="3332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>
            <a:stCxn id="7" idx="2"/>
          </p:cNvCxnSpPr>
          <p:nvPr/>
        </p:nvCxnSpPr>
        <p:spPr>
          <a:xfrm>
            <a:off x="878091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608752" y="1729595"/>
            <a:ext cx="139402" cy="426187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2" name="Rectangle 21"/>
          <p:cNvSpPr/>
          <p:nvPr/>
        </p:nvSpPr>
        <p:spPr>
          <a:xfrm>
            <a:off x="2184695" y="1729595"/>
            <a:ext cx="139402" cy="498163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3" name="Rectangle 22"/>
          <p:cNvSpPr/>
          <p:nvPr/>
        </p:nvSpPr>
        <p:spPr>
          <a:xfrm>
            <a:off x="3946209" y="2052231"/>
            <a:ext cx="139402" cy="246773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26" name="Straight Arrow Connector 25"/>
          <p:cNvCxnSpPr/>
          <p:nvPr/>
        </p:nvCxnSpPr>
        <p:spPr>
          <a:xfrm>
            <a:off x="678453" y="1822530"/>
            <a:ext cx="1506242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324097" y="2109073"/>
            <a:ext cx="16403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/>
          <p:nvPr/>
        </p:nvCxnSpPr>
        <p:spPr>
          <a:xfrm>
            <a:off x="3959931" y="2227758"/>
            <a:ext cx="338342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>
            <a:off x="733915" y="3825568"/>
            <a:ext cx="321229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 flipH="1" flipV="1">
            <a:off x="4085611" y="2899598"/>
            <a:ext cx="4726868" cy="1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92363" y="2189821"/>
            <a:ext cx="139402" cy="28161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pic>
        <p:nvPicPr>
          <p:cNvPr id="31" name="Picture 30" descr="user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31" y="-103123"/>
            <a:ext cx="1199252" cy="119925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1450336" y="920336"/>
            <a:ext cx="1600159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err="1"/>
              <a:t>HomeBlogger</a:t>
            </a:r>
            <a:r>
              <a:rPr lang="en-US" sz="1600" dirty="0"/>
              <a:t/>
            </a:r>
            <a:br>
              <a:rPr lang="en-US" sz="1600" dirty="0"/>
            </a:br>
            <a:r>
              <a:rPr lang="en-US" sz="1600" dirty="0"/>
              <a:t>Activity</a:t>
            </a:r>
          </a:p>
        </p:txBody>
      </p:sp>
      <p:cxnSp>
        <p:nvCxnSpPr>
          <p:cNvPr id="34" name="Straight Connector 33"/>
          <p:cNvCxnSpPr>
            <a:stCxn id="33" idx="2"/>
          </p:cNvCxnSpPr>
          <p:nvPr/>
        </p:nvCxnSpPr>
        <p:spPr>
          <a:xfrm>
            <a:off x="2250416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/>
          <p:nvPr/>
        </p:nvCxnSpPr>
        <p:spPr>
          <a:xfrm flipH="1">
            <a:off x="733915" y="3032213"/>
            <a:ext cx="3230555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3174242" y="920336"/>
            <a:ext cx="1671174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Notification</a:t>
            </a:r>
            <a:br>
              <a:rPr lang="en-US" sz="1600" dirty="0" smtClean="0"/>
            </a:br>
            <a:r>
              <a:rPr lang="en-US" sz="1600" dirty="0" smtClean="0"/>
              <a:t>Management</a:t>
            </a:r>
            <a:endParaRPr lang="en-US" sz="1600" dirty="0"/>
          </a:p>
        </p:txBody>
      </p:sp>
      <p:cxnSp>
        <p:nvCxnSpPr>
          <p:cNvPr id="52" name="Straight Connector 51"/>
          <p:cNvCxnSpPr>
            <a:stCxn id="51" idx="2"/>
          </p:cNvCxnSpPr>
          <p:nvPr/>
        </p:nvCxnSpPr>
        <p:spPr>
          <a:xfrm>
            <a:off x="4009829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9448877" y="920336"/>
            <a:ext cx="1138626" cy="51115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Registered User Database</a:t>
            </a:r>
            <a:endParaRPr lang="en-US" sz="1200" dirty="0"/>
          </a:p>
        </p:txBody>
      </p:sp>
      <p:cxnSp>
        <p:nvCxnSpPr>
          <p:cNvPr id="59" name="Straight Connector 58"/>
          <p:cNvCxnSpPr>
            <a:stCxn id="58" idx="2"/>
          </p:cNvCxnSpPr>
          <p:nvPr/>
        </p:nvCxnSpPr>
        <p:spPr>
          <a:xfrm>
            <a:off x="10018190" y="1431492"/>
            <a:ext cx="0" cy="4813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/>
          <p:nvPr/>
        </p:nvCxnSpPr>
        <p:spPr>
          <a:xfrm flipH="1">
            <a:off x="5910358" y="5319726"/>
            <a:ext cx="4012109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/>
          <p:cNvCxnSpPr/>
          <p:nvPr/>
        </p:nvCxnSpPr>
        <p:spPr>
          <a:xfrm flipH="1">
            <a:off x="8821700" y="2772597"/>
            <a:ext cx="50962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V="1">
            <a:off x="9331323" y="2411107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H="1">
            <a:off x="8821700" y="2401464"/>
            <a:ext cx="509623" cy="96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067006" y="2066664"/>
            <a:ext cx="9797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5</a:t>
            </a:r>
            <a:r>
              <a:rPr lang="en-US" sz="1400" dirty="0" smtClean="0"/>
              <a:t>: </a:t>
            </a:r>
            <a:r>
              <a:rPr lang="en-US" sz="1400" dirty="0" smtClean="0"/>
              <a:t>Retrieve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cxnSp>
        <p:nvCxnSpPr>
          <p:cNvPr id="63" name="Straight Arrow Connector 62"/>
          <p:cNvCxnSpPr/>
          <p:nvPr/>
        </p:nvCxnSpPr>
        <p:spPr>
          <a:xfrm flipH="1">
            <a:off x="10086352" y="5170332"/>
            <a:ext cx="57157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V="1">
            <a:off x="10657931" y="4808842"/>
            <a:ext cx="0" cy="36149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 flipV="1">
            <a:off x="10086352" y="4808842"/>
            <a:ext cx="571579" cy="990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986705" y="4333865"/>
            <a:ext cx="860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12: </a:t>
            </a:r>
            <a:r>
              <a:rPr lang="en-US" sz="1400" dirty="0" err="1" smtClean="0"/>
              <a:t>Retri</a:t>
            </a:r>
            <a:r>
              <a:rPr lang="en-US" sz="1400" dirty="0" smtClean="0"/>
              <a:t>-</a:t>
            </a:r>
          </a:p>
          <a:p>
            <a:pPr algn="ctr"/>
            <a:r>
              <a:rPr lang="en-US" sz="1400" dirty="0"/>
              <a:t>-</a:t>
            </a:r>
            <a:r>
              <a:rPr lang="en-US" sz="1400" dirty="0" smtClean="0"/>
              <a:t>eve </a:t>
            </a:r>
            <a:br>
              <a:rPr lang="en-US" sz="1400" dirty="0" smtClean="0"/>
            </a:br>
            <a:r>
              <a:rPr lang="en-US" sz="1400" dirty="0" smtClean="0"/>
              <a:t>Data</a:t>
            </a:r>
            <a:endParaRPr lang="en-US" sz="1400" dirty="0"/>
          </a:p>
        </p:txBody>
      </p:sp>
      <p:sp>
        <p:nvSpPr>
          <p:cNvPr id="72" name="Rectangle 71"/>
          <p:cNvSpPr/>
          <p:nvPr/>
        </p:nvSpPr>
        <p:spPr>
          <a:xfrm>
            <a:off x="8711218" y="2229519"/>
            <a:ext cx="139402" cy="765134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73" name="Straight Arrow Connector 72"/>
          <p:cNvCxnSpPr/>
          <p:nvPr/>
        </p:nvCxnSpPr>
        <p:spPr>
          <a:xfrm>
            <a:off x="7531765" y="2325729"/>
            <a:ext cx="117945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/>
          <p:cNvCxnSpPr/>
          <p:nvPr/>
        </p:nvCxnSpPr>
        <p:spPr>
          <a:xfrm>
            <a:off x="4029873" y="4464748"/>
            <a:ext cx="174108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9948489" y="4557309"/>
            <a:ext cx="137863" cy="8135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79" name="Rectangle 78"/>
          <p:cNvSpPr/>
          <p:nvPr/>
        </p:nvSpPr>
        <p:spPr>
          <a:xfrm>
            <a:off x="5770956" y="4397831"/>
            <a:ext cx="139402" cy="130916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82" name="Straight Arrow Connector 81"/>
          <p:cNvCxnSpPr/>
          <p:nvPr/>
        </p:nvCxnSpPr>
        <p:spPr>
          <a:xfrm flipH="1">
            <a:off x="748154" y="5538931"/>
            <a:ext cx="5073042" cy="1197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4656841" y="1916486"/>
            <a:ext cx="25070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</a:t>
            </a:r>
            <a:r>
              <a:rPr lang="en-US" sz="1400" dirty="0" smtClean="0"/>
              <a:t>: Request </a:t>
            </a:r>
            <a:r>
              <a:rPr lang="en-US" sz="1400" dirty="0" smtClean="0"/>
              <a:t>notifications</a:t>
            </a:r>
            <a:endParaRPr lang="en-US" sz="1400" dirty="0"/>
          </a:p>
        </p:txBody>
      </p:sp>
      <p:sp>
        <p:nvSpPr>
          <p:cNvPr id="89" name="TextBox 88"/>
          <p:cNvSpPr txBox="1"/>
          <p:nvPr/>
        </p:nvSpPr>
        <p:spPr>
          <a:xfrm>
            <a:off x="7258974" y="2030996"/>
            <a:ext cx="1679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4</a:t>
            </a:r>
            <a:r>
              <a:rPr lang="en-US" sz="1400" dirty="0" smtClean="0"/>
              <a:t>: </a:t>
            </a:r>
            <a:r>
              <a:rPr lang="en-US" sz="1400" dirty="0" smtClean="0"/>
              <a:t>Request </a:t>
            </a:r>
            <a:r>
              <a:rPr lang="en-US" sz="1400" dirty="0" smtClean="0"/>
              <a:t/>
            </a:r>
            <a:br>
              <a:rPr lang="en-US" sz="1400" dirty="0" smtClean="0"/>
            </a:br>
            <a:r>
              <a:rPr lang="en-US" sz="1400" dirty="0" smtClean="0"/>
              <a:t>new activities</a:t>
            </a:r>
            <a:endParaRPr lang="en-US" sz="1400" dirty="0"/>
          </a:p>
        </p:txBody>
      </p:sp>
      <p:sp>
        <p:nvSpPr>
          <p:cNvPr id="92" name="TextBox 91"/>
          <p:cNvSpPr txBox="1"/>
          <p:nvPr/>
        </p:nvSpPr>
        <p:spPr>
          <a:xfrm>
            <a:off x="5438082" y="2598687"/>
            <a:ext cx="23225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6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results</a:t>
            </a:r>
            <a:endParaRPr lang="en-US" sz="1400" dirty="0" smtClean="0"/>
          </a:p>
        </p:txBody>
      </p:sp>
      <p:sp>
        <p:nvSpPr>
          <p:cNvPr id="94" name="TextBox 93"/>
          <p:cNvSpPr txBox="1"/>
          <p:nvPr/>
        </p:nvSpPr>
        <p:spPr>
          <a:xfrm>
            <a:off x="880359" y="2774972"/>
            <a:ext cx="301877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7</a:t>
            </a:r>
            <a:r>
              <a:rPr lang="en-US" sz="1400" dirty="0" smtClean="0"/>
              <a:t>: </a:t>
            </a:r>
            <a:r>
              <a:rPr lang="en-US" sz="1400" dirty="0" smtClean="0"/>
              <a:t>Return </a:t>
            </a:r>
            <a:r>
              <a:rPr lang="en-US" sz="1400" dirty="0" smtClean="0"/>
              <a:t>list of new activities</a:t>
            </a:r>
            <a:br>
              <a:rPr lang="en-US" sz="1400" dirty="0" smtClean="0"/>
            </a:br>
            <a:r>
              <a:rPr lang="en-US" sz="1400" dirty="0" smtClean="0"/>
              <a:t>(activity type, username of the blogger </a:t>
            </a:r>
            <a:br>
              <a:rPr lang="en-US" sz="1400" dirty="0" smtClean="0"/>
            </a:br>
            <a:r>
              <a:rPr lang="en-US" sz="1400" dirty="0" smtClean="0"/>
              <a:t>that create the activity) </a:t>
            </a:r>
            <a:endParaRPr lang="en-US" sz="1400" dirty="0" smtClean="0"/>
          </a:p>
        </p:txBody>
      </p:sp>
      <p:sp>
        <p:nvSpPr>
          <p:cNvPr id="96" name="TextBox 95"/>
          <p:cNvSpPr txBox="1"/>
          <p:nvPr/>
        </p:nvSpPr>
        <p:spPr>
          <a:xfrm>
            <a:off x="1227718" y="3549374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8</a:t>
            </a:r>
            <a:r>
              <a:rPr lang="en-US" sz="1400" dirty="0" smtClean="0"/>
              <a:t>: </a:t>
            </a:r>
            <a:r>
              <a:rPr lang="en-US" sz="1400" dirty="0"/>
              <a:t>S</a:t>
            </a:r>
            <a:r>
              <a:rPr lang="en-US" sz="1400" dirty="0" smtClean="0"/>
              <a:t>elect </a:t>
            </a:r>
            <a:r>
              <a:rPr lang="en-US" sz="1400" dirty="0" smtClean="0"/>
              <a:t>a</a:t>
            </a:r>
            <a:r>
              <a:rPr lang="en-US" sz="1400" dirty="0" smtClean="0"/>
              <a:t>n activity</a:t>
            </a:r>
            <a:br>
              <a:rPr lang="en-US" sz="1400" dirty="0" smtClean="0"/>
            </a:br>
            <a:r>
              <a:rPr lang="en-US" sz="1400" dirty="0" smtClean="0"/>
              <a:t>(</a:t>
            </a:r>
            <a:r>
              <a:rPr lang="en-US" sz="1400" dirty="0" err="1" smtClean="0"/>
              <a:t>notificationFollow</a:t>
            </a:r>
            <a:r>
              <a:rPr lang="en-US" sz="1400" dirty="0" smtClean="0"/>
              <a:t>())</a:t>
            </a:r>
            <a:endParaRPr lang="en-US" sz="1400" dirty="0"/>
          </a:p>
        </p:txBody>
      </p:sp>
      <p:cxnSp>
        <p:nvCxnSpPr>
          <p:cNvPr id="99" name="Straight Arrow Connector 98"/>
          <p:cNvCxnSpPr/>
          <p:nvPr/>
        </p:nvCxnSpPr>
        <p:spPr>
          <a:xfrm>
            <a:off x="5908090" y="4617148"/>
            <a:ext cx="401437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7387111" y="3941567"/>
            <a:ext cx="144654" cy="29018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cxnSp>
        <p:nvCxnSpPr>
          <p:cNvPr id="102" name="Straight Arrow Connector 101"/>
          <p:cNvCxnSpPr>
            <a:endCxn id="101" idx="1"/>
          </p:cNvCxnSpPr>
          <p:nvPr/>
        </p:nvCxnSpPr>
        <p:spPr>
          <a:xfrm>
            <a:off x="4009829" y="4075604"/>
            <a:ext cx="3377282" cy="110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632040" y="3786501"/>
            <a:ext cx="2165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9</a:t>
            </a:r>
            <a:r>
              <a:rPr lang="en-US" sz="1400" dirty="0" smtClean="0"/>
              <a:t>: Update status</a:t>
            </a:r>
            <a:endParaRPr lang="en-US" sz="1400" dirty="0"/>
          </a:p>
        </p:txBody>
      </p:sp>
      <p:sp>
        <p:nvSpPr>
          <p:cNvPr id="104" name="TextBox 103"/>
          <p:cNvSpPr txBox="1"/>
          <p:nvPr/>
        </p:nvSpPr>
        <p:spPr>
          <a:xfrm>
            <a:off x="3770652" y="4175645"/>
            <a:ext cx="21657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10</a:t>
            </a:r>
            <a:r>
              <a:rPr lang="en-US" sz="1400" dirty="0" smtClean="0"/>
              <a:t>: Request </a:t>
            </a:r>
            <a:br>
              <a:rPr lang="en-US" sz="1400" dirty="0" smtClean="0"/>
            </a:br>
            <a:r>
              <a:rPr lang="en-US" sz="1400" dirty="0" smtClean="0"/>
              <a:t>user’s profile </a:t>
            </a:r>
            <a:endParaRPr lang="en-US" sz="1400" dirty="0"/>
          </a:p>
        </p:txBody>
      </p:sp>
      <p:sp>
        <p:nvSpPr>
          <p:cNvPr id="105" name="TextBox 104"/>
          <p:cNvSpPr txBox="1"/>
          <p:nvPr/>
        </p:nvSpPr>
        <p:spPr>
          <a:xfrm>
            <a:off x="6037394" y="4337468"/>
            <a:ext cx="35499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11</a:t>
            </a:r>
            <a:r>
              <a:rPr lang="en-US" sz="1400" dirty="0" smtClean="0"/>
              <a:t>: </a:t>
            </a:r>
            <a:r>
              <a:rPr lang="en-US" sz="1400" dirty="0" err="1" smtClean="0"/>
              <a:t>showInfo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64" name="TextBox 63"/>
          <p:cNvSpPr txBox="1"/>
          <p:nvPr/>
        </p:nvSpPr>
        <p:spPr>
          <a:xfrm>
            <a:off x="6216901" y="5019903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13</a:t>
            </a:r>
            <a:r>
              <a:rPr lang="en-US" sz="1400" dirty="0" smtClean="0"/>
              <a:t>: </a:t>
            </a:r>
            <a:r>
              <a:rPr lang="en-US" sz="1400" dirty="0" smtClean="0"/>
              <a:t>Return result</a:t>
            </a:r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list of created tutorials)</a:t>
            </a:r>
          </a:p>
          <a:p>
            <a:pPr algn="ctr"/>
            <a:endParaRPr lang="en-US" sz="1400" dirty="0"/>
          </a:p>
        </p:txBody>
      </p:sp>
      <p:sp>
        <p:nvSpPr>
          <p:cNvPr id="66" name="TextBox 65"/>
          <p:cNvSpPr txBox="1"/>
          <p:nvPr/>
        </p:nvSpPr>
        <p:spPr>
          <a:xfrm>
            <a:off x="1274783" y="5250847"/>
            <a:ext cx="37802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 smtClean="0"/>
              <a:t>14</a:t>
            </a:r>
            <a:r>
              <a:rPr lang="en-US" sz="1400" dirty="0" smtClean="0"/>
              <a:t>: Display user’s profile</a:t>
            </a:r>
            <a:endParaRPr lang="en-US" sz="1400" dirty="0" smtClean="0"/>
          </a:p>
          <a:p>
            <a:pPr algn="ctr"/>
            <a:r>
              <a:rPr lang="en-US" sz="1400" dirty="0"/>
              <a:t>(profile picture, username, </a:t>
            </a:r>
            <a:endParaRPr lang="en-US" sz="1400" dirty="0" smtClean="0"/>
          </a:p>
          <a:p>
            <a:pPr algn="ctr"/>
            <a:r>
              <a:rPr lang="en-US" sz="1400" dirty="0" smtClean="0"/>
              <a:t>follower </a:t>
            </a:r>
            <a:r>
              <a:rPr lang="en-US" sz="1400" dirty="0"/>
              <a:t>number, </a:t>
            </a:r>
            <a:r>
              <a:rPr lang="en-US" sz="1400" dirty="0" smtClean="0"/>
              <a:t>following </a:t>
            </a:r>
            <a:r>
              <a:rPr lang="en-US" sz="1400" dirty="0"/>
              <a:t>number, </a:t>
            </a:r>
            <a:r>
              <a:rPr lang="en-US" sz="1400" dirty="0" smtClean="0"/>
              <a:t>email</a:t>
            </a:r>
            <a:r>
              <a:rPr lang="en-US" sz="1400" dirty="0"/>
              <a:t>, list of created tutorials)</a:t>
            </a:r>
          </a:p>
          <a:p>
            <a:pPr algn="ctr"/>
            <a:endParaRPr lang="en-US" sz="1400" dirty="0"/>
          </a:p>
        </p:txBody>
      </p:sp>
      <p:sp>
        <p:nvSpPr>
          <p:cNvPr id="68" name="TextBox 67"/>
          <p:cNvSpPr txBox="1"/>
          <p:nvPr/>
        </p:nvSpPr>
        <p:spPr>
          <a:xfrm>
            <a:off x="880359" y="1529906"/>
            <a:ext cx="1145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smtClean="0"/>
              <a:t>1: </a:t>
            </a:r>
            <a:r>
              <a:rPr lang="en-US" sz="1400" dirty="0" err="1" smtClean="0"/>
              <a:t>onCreate</a:t>
            </a:r>
            <a:r>
              <a:rPr lang="en-US" sz="1400" dirty="0" smtClean="0"/>
              <a:t>()</a:t>
            </a:r>
            <a:endParaRPr lang="en-US" sz="1400" dirty="0"/>
          </a:p>
        </p:txBody>
      </p:sp>
      <p:sp>
        <p:nvSpPr>
          <p:cNvPr id="70" name="TextBox 69"/>
          <p:cNvSpPr txBox="1"/>
          <p:nvPr/>
        </p:nvSpPr>
        <p:spPr>
          <a:xfrm>
            <a:off x="2384014" y="1803613"/>
            <a:ext cx="1580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</a:t>
            </a:r>
            <a:r>
              <a:rPr lang="en-US" sz="1400" dirty="0" smtClean="0"/>
              <a:t>: </a:t>
            </a:r>
            <a:r>
              <a:rPr lang="en-US" sz="1400" dirty="0" err="1" smtClean="0"/>
              <a:t>onClickListener</a:t>
            </a:r>
            <a:r>
              <a:rPr lang="en-US" sz="1400" dirty="0" smtClean="0"/>
              <a:t>()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292170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3379</TotalTime>
  <Words>4008</Words>
  <Application>Microsoft Macintosh PowerPoint</Application>
  <PresentationFormat>Custom</PresentationFormat>
  <Paragraphs>1108</Paragraphs>
  <Slides>50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1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320</cp:revision>
  <dcterms:created xsi:type="dcterms:W3CDTF">2014-05-25T06:04:56Z</dcterms:created>
  <dcterms:modified xsi:type="dcterms:W3CDTF">2014-12-02T10:28:26Z</dcterms:modified>
</cp:coreProperties>
</file>