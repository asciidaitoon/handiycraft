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301" r:id="rId4"/>
    <p:sldId id="268" r:id="rId5"/>
    <p:sldId id="266" r:id="rId6"/>
    <p:sldId id="293" r:id="rId7"/>
    <p:sldId id="269" r:id="rId8"/>
    <p:sldId id="313" r:id="rId9"/>
    <p:sldId id="318" r:id="rId10"/>
    <p:sldId id="314" r:id="rId11"/>
    <p:sldId id="319" r:id="rId12"/>
    <p:sldId id="320" r:id="rId13"/>
    <p:sldId id="300" r:id="rId14"/>
    <p:sldId id="316" r:id="rId15"/>
    <p:sldId id="317" r:id="rId16"/>
    <p:sldId id="321" r:id="rId17"/>
    <p:sldId id="322" r:id="rId18"/>
    <p:sldId id="340" r:id="rId19"/>
    <p:sldId id="341" r:id="rId20"/>
    <p:sldId id="342" r:id="rId21"/>
    <p:sldId id="326" r:id="rId22"/>
    <p:sldId id="327" r:id="rId23"/>
    <p:sldId id="328" r:id="rId24"/>
    <p:sldId id="329" r:id="rId25"/>
    <p:sldId id="330" r:id="rId26"/>
    <p:sldId id="331" r:id="rId27"/>
    <p:sldId id="332" r:id="rId28"/>
    <p:sldId id="343" r:id="rId29"/>
  </p:sldIdLst>
  <p:sldSz cx="107997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CCFF39"/>
    <a:srgbClr val="FF4D7D"/>
    <a:srgbClr val="719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94" autoAdjust="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-1624" y="-104"/>
      </p:cViewPr>
      <p:guideLst>
        <p:guide orient="horz" pos="2160"/>
        <p:guide pos="34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printerSettings" Target="printerSettings/printerSettings1.bin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130426"/>
            <a:ext cx="9179799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965" y="3886200"/>
            <a:ext cx="75598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0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5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107" y="4406901"/>
            <a:ext cx="917979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07" y="2906713"/>
            <a:ext cx="917979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90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988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9880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1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535113"/>
            <a:ext cx="477177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988" y="2174875"/>
            <a:ext cx="477177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130" y="1535113"/>
            <a:ext cx="477364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86130" y="2174875"/>
            <a:ext cx="477364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2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3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989" y="273050"/>
            <a:ext cx="355304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2407" y="273051"/>
            <a:ext cx="60373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9989" y="1435101"/>
            <a:ext cx="355304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350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6829" y="4800600"/>
            <a:ext cx="647985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16829" y="612775"/>
            <a:ext cx="647985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16829" y="5367338"/>
            <a:ext cx="647985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0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2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29828" y="274639"/>
            <a:ext cx="2429947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988" y="274639"/>
            <a:ext cx="7109844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11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988" y="274638"/>
            <a:ext cx="971978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600201"/>
            <a:ext cx="971978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988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F63ED-244D-4346-A15C-DC13E53AAAF7}" type="datetimeFigureOut">
              <a:rPr lang="en-US" smtClean="0"/>
              <a:pPr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9919" y="6356351"/>
            <a:ext cx="34199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9830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F079A-40EE-BD45-9858-0BDF8AA7E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98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75355" y="127061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Visitor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18152" y="1781769"/>
            <a:ext cx="0" cy="4522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49660" y="1270613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608716" y="12729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942207" y="1781769"/>
            <a:ext cx="0" cy="4522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416640" y="1784115"/>
            <a:ext cx="0" cy="45201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69148" y="127061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12" name="Straight Connector 11"/>
          <p:cNvCxnSpPr>
            <a:stCxn id="11" idx="2"/>
          </p:cNvCxnSpPr>
          <p:nvPr/>
        </p:nvCxnSpPr>
        <p:spPr>
          <a:xfrm>
            <a:off x="3595221" y="1781769"/>
            <a:ext cx="0" cy="4522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48451" y="2074823"/>
            <a:ext cx="122846" cy="385767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13806" y="2090313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872506" y="2480882"/>
            <a:ext cx="139402" cy="34516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343287" y="3735709"/>
            <a:ext cx="139402" cy="9599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18152" y="2167759"/>
            <a:ext cx="19956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53208" y="2587147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1448451" y="3592854"/>
            <a:ext cx="44240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8454201" y="442165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196160" y="3954646"/>
            <a:ext cx="0" cy="4670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8454201" y="397305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549095" y="3635045"/>
            <a:ext cx="16415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Validate inputs</a:t>
            </a:r>
            <a:endParaRPr lang="en-US" sz="1600" dirty="0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526" y="237437"/>
            <a:ext cx="1199252" cy="1199252"/>
          </a:xfrm>
          <a:prstGeom prst="rect">
            <a:avLst/>
          </a:prstGeom>
        </p:spPr>
      </p:pic>
      <p:cxnSp>
        <p:nvCxnSpPr>
          <p:cNvPr id="38" name="Straight Arrow Connector 37"/>
          <p:cNvCxnSpPr/>
          <p:nvPr/>
        </p:nvCxnSpPr>
        <p:spPr>
          <a:xfrm flipH="1">
            <a:off x="1571297" y="2989683"/>
            <a:ext cx="43012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00504" y="2647937"/>
            <a:ext cx="2424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registration form</a:t>
            </a:r>
            <a:endParaRPr lang="en-US" sz="16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011908" y="3837275"/>
            <a:ext cx="23313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 flipV="1">
            <a:off x="6011908" y="4646511"/>
            <a:ext cx="2331380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68702" y="4307957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7: Return result</a:t>
            </a:r>
            <a:endParaRPr lang="en-US" sz="1600" dirty="0"/>
          </a:p>
        </p:txBody>
      </p:sp>
      <p:sp>
        <p:nvSpPr>
          <p:cNvPr id="37" name="TextBox 36"/>
          <p:cNvSpPr txBox="1"/>
          <p:nvPr/>
        </p:nvSpPr>
        <p:spPr>
          <a:xfrm>
            <a:off x="3643820" y="3270725"/>
            <a:ext cx="20302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43" name="TextBox 42"/>
          <p:cNvSpPr txBox="1"/>
          <p:nvPr/>
        </p:nvSpPr>
        <p:spPr>
          <a:xfrm>
            <a:off x="6021922" y="3499897"/>
            <a:ext cx="20302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Store information</a:t>
            </a:r>
            <a:br>
              <a:rPr lang="en-US" sz="1600" dirty="0" smtClean="0"/>
            </a:br>
            <a:r>
              <a:rPr lang="en-US" sz="1600" dirty="0" smtClean="0"/>
              <a:t>(username,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1623398" y="1844650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visitor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3820545" y="2273937"/>
            <a:ext cx="1801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register link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 flipH="1">
            <a:off x="1587855" y="502320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613376" y="4457632"/>
            <a:ext cx="244219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Display successful message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1571297" y="575596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14095" y="517553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038198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9427" y="1604004"/>
            <a:ext cx="0" cy="491709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CheckLogin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4950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0" cy="49567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1885878"/>
            <a:ext cx="150119" cy="43254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1934443"/>
            <a:ext cx="145054" cy="4646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3513862"/>
            <a:ext cx="139402" cy="5043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85150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19788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366052"/>
            <a:ext cx="22832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280252"/>
            <a:ext cx="424792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61397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412856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412856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080999" y="4932167"/>
            <a:ext cx="4036988" cy="125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548148" y="29612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6385979" y="463265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2336591"/>
            <a:ext cx="153645" cy="387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63719" y="1571074"/>
            <a:ext cx="24565" cy="49500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5" y="2841428"/>
            <a:ext cx="41675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4996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95143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Login</a:t>
            </a:r>
            <a:endParaRPr lang="en-US" dirty="0"/>
          </a:p>
        </p:txBody>
      </p:sp>
      <p:cxnSp>
        <p:nvCxnSpPr>
          <p:cNvPr id="54" name="Straight Connector 53"/>
          <p:cNvCxnSpPr>
            <a:stCxn id="53" idx="2"/>
          </p:cNvCxnSpPr>
          <p:nvPr/>
        </p:nvCxnSpPr>
        <p:spPr>
          <a:xfrm flipH="1">
            <a:off x="4989310" y="1571074"/>
            <a:ext cx="14868" cy="49500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177804" y="3628070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check information</a:t>
            </a:r>
          </a:p>
          <a:p>
            <a:pPr algn="ctr"/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9257389" y="3572966"/>
            <a:ext cx="10757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Validate </a:t>
            </a:r>
          </a:p>
          <a:p>
            <a:pPr algn="ctr"/>
            <a:r>
              <a:rPr lang="en-US" sz="1600" dirty="0" smtClean="0"/>
              <a:t>inputs</a:t>
            </a:r>
            <a:endParaRPr lang="en-US" sz="1600" dirty="0"/>
          </a:p>
        </p:txBody>
      </p:sp>
      <p:cxnSp>
        <p:nvCxnSpPr>
          <p:cNvPr id="39" name="Straight Arrow Connector 38"/>
          <p:cNvCxnSpPr/>
          <p:nvPr/>
        </p:nvCxnSpPr>
        <p:spPr>
          <a:xfrm flipV="1">
            <a:off x="5019418" y="3577231"/>
            <a:ext cx="2158386" cy="10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093551" y="325938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V</a:t>
            </a:r>
            <a:r>
              <a:rPr lang="en-US" sz="1600" dirty="0" smtClean="0"/>
              <a:t>erify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810615" y="1674902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visitor link</a:t>
            </a:r>
            <a:endParaRPr lang="en-US" sz="1600" dirty="0"/>
          </a:p>
        </p:txBody>
      </p:sp>
      <p:sp>
        <p:nvSpPr>
          <p:cNvPr id="56" name="TextBox 55"/>
          <p:cNvSpPr txBox="1"/>
          <p:nvPr/>
        </p:nvSpPr>
        <p:spPr>
          <a:xfrm>
            <a:off x="2813608" y="2045331"/>
            <a:ext cx="1614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log in link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1746738" y="4767422"/>
            <a:ext cx="240983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blogger home page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704659" y="606575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990924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55436" y="3305415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Request log out</a:t>
            </a:r>
            <a:endParaRPr lang="en-US" sz="1600" dirty="0"/>
          </a:p>
        </p:txBody>
      </p: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19059" y="4263619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4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6408102" y="3058688"/>
            <a:ext cx="1744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log out link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2016092" y="2684186"/>
            <a:ext cx="30972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for blogger link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1283998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07390" y="12956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7604476" y="1806842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15314" y="1806842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23021" y="2109794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534776" y="3056815"/>
            <a:ext cx="139402" cy="281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62423" y="2585257"/>
            <a:ext cx="2367556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477783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745612" y="3254016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743855" y="4314419"/>
            <a:ext cx="451298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44271" y="3990855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327177" y="3084951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574299" y="3531778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rot="10800000">
            <a:off x="5327177" y="3826301"/>
            <a:ext cx="441843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672043" y="13152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798116" y="1826397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68921" y="2979974"/>
            <a:ext cx="136648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24" name="Straight Connector 23"/>
          <p:cNvCxnSpPr/>
          <p:nvPr/>
        </p:nvCxnSpPr>
        <p:spPr>
          <a:xfrm flipH="1">
            <a:off x="5256836" y="1806842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015955" y="1295686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5187775" y="2505276"/>
            <a:ext cx="139402" cy="190980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7534776" y="3291840"/>
            <a:ext cx="2207599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52088" y="1892875"/>
            <a:ext cx="175310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3070729" y="2273937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5760857" y="2746519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856527" y="37589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98486" y="33974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856527" y="33974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77406" y="2852893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228614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044738" cy="4864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rot="5400000">
            <a:off x="-1596402" y="3745395"/>
            <a:ext cx="4258220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978769" y="1505397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rot="5400000">
            <a:off x="7740505" y="3753894"/>
            <a:ext cx="4233476" cy="77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63007" y="1801434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015409" y="1941703"/>
            <a:ext cx="139402" cy="30695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915996" y="2255447"/>
            <a:ext cx="152400" cy="305356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02411" y="2030144"/>
            <a:ext cx="14129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154811" y="2189878"/>
            <a:ext cx="18579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015409" y="3178547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3988" y="1105129"/>
            <a:ext cx="222335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UpdateProfile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602411" y="3470935"/>
            <a:ext cx="5313585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8131126" y="4035464"/>
            <a:ext cx="166028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rot="10800000">
            <a:off x="6068396" y="4722812"/>
            <a:ext cx="3723022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72331" y="443042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rot="10800000">
            <a:off x="532711" y="5151477"/>
            <a:ext cx="5446058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33830" y="4859088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7340" y="2662336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02411" y="3000892"/>
            <a:ext cx="5313587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239423" y="1121473"/>
            <a:ext cx="1800315" cy="4948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/>
          <p:nvPr/>
        </p:nvCxnSpPr>
        <p:spPr>
          <a:xfrm rot="5400000">
            <a:off x="15623" y="3684957"/>
            <a:ext cx="4106244" cy="15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065563" y="1582986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366995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012787" y="2119484"/>
            <a:ext cx="139402" cy="4274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152189" y="2489108"/>
            <a:ext cx="176380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064805" y="3575460"/>
            <a:ext cx="181565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update </a:t>
            </a:r>
          </a:p>
          <a:p>
            <a:pPr algn="ctr"/>
            <a:r>
              <a:rPr lang="en-US" sz="1400" dirty="0" smtClean="0"/>
              <a:t>information</a:t>
            </a:r>
          </a:p>
          <a:p>
            <a:pPr algn="ctr"/>
            <a:r>
              <a:rPr lang="en-US" sz="1400" dirty="0" smtClean="0"/>
              <a:t>(</a:t>
            </a:r>
            <a:r>
              <a:rPr lang="en-US" sz="1400" dirty="0"/>
              <a:t>profile picture, email)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95256" y="3555225"/>
            <a:ext cx="107573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Validate </a:t>
            </a:r>
          </a:p>
          <a:p>
            <a:pPr algn="ctr"/>
            <a:r>
              <a:rPr lang="en-US" sz="1600" dirty="0" smtClean="0"/>
              <a:t>inputs</a:t>
            </a:r>
            <a:endParaRPr lang="en-US" sz="1600" dirty="0"/>
          </a:p>
        </p:txBody>
      </p:sp>
      <p:sp>
        <p:nvSpPr>
          <p:cNvPr id="82" name="Rectangle 81"/>
          <p:cNvSpPr/>
          <p:nvPr/>
        </p:nvSpPr>
        <p:spPr>
          <a:xfrm>
            <a:off x="7189186" y="1105129"/>
            <a:ext cx="17834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EditProfile</a:t>
            </a:r>
            <a:endParaRPr lang="en-US" dirty="0"/>
          </a:p>
        </p:txBody>
      </p:sp>
      <p:cxnSp>
        <p:nvCxnSpPr>
          <p:cNvPr id="85" name="Straight Connector 84"/>
          <p:cNvCxnSpPr/>
          <p:nvPr/>
        </p:nvCxnSpPr>
        <p:spPr>
          <a:xfrm>
            <a:off x="8131126" y="1582986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/>
          <p:cNvCxnSpPr/>
          <p:nvPr/>
        </p:nvCxnSpPr>
        <p:spPr>
          <a:xfrm>
            <a:off x="6068396" y="3725058"/>
            <a:ext cx="198653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8054926" y="3699023"/>
            <a:ext cx="152400" cy="3566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622494" y="1704984"/>
            <a:ext cx="14449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50" name="TextBox 49"/>
          <p:cNvSpPr txBox="1"/>
          <p:nvPr/>
        </p:nvSpPr>
        <p:spPr>
          <a:xfrm>
            <a:off x="2305869" y="1851324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401139" y="2163025"/>
            <a:ext cx="114646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Click edit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55" name="TextBox 54"/>
          <p:cNvSpPr txBox="1"/>
          <p:nvPr/>
        </p:nvSpPr>
        <p:spPr>
          <a:xfrm>
            <a:off x="6053752" y="3408223"/>
            <a:ext cx="183716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 </a:t>
            </a:r>
          </a:p>
          <a:p>
            <a:pPr algn="ctr"/>
            <a:r>
              <a:rPr lang="en-US" sz="1600" dirty="0" smtClean="0"/>
              <a:t>Update information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623144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223559" y="1616285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153857" y="2565397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1841" y="1129873"/>
            <a:ext cx="125579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Update</a:t>
            </a:r>
          </a:p>
          <a:p>
            <a:pPr algn="ctr"/>
            <a:r>
              <a:rPr lang="en-US" dirty="0" smtClean="0"/>
              <a:t>Profile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3949969"/>
            <a:ext cx="596981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215815" y="2949374"/>
            <a:ext cx="1409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 smtClean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6694580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5974985" y="1129873"/>
            <a:ext cx="143918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Change</a:t>
            </a:r>
          </a:p>
          <a:p>
            <a:pPr algn="ctr"/>
            <a:r>
              <a:rPr lang="en-US" dirty="0" smtClean="0"/>
              <a:t>Password </a:t>
            </a: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3549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624879" y="2883202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7" y="3494598"/>
            <a:ext cx="590011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sp>
        <p:nvSpPr>
          <p:cNvPr id="72" name="TextBox 71"/>
          <p:cNvSpPr txBox="1"/>
          <p:nvPr/>
        </p:nvSpPr>
        <p:spPr>
          <a:xfrm>
            <a:off x="1703862" y="360689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276345" y="4467051"/>
            <a:ext cx="1582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6748043" y="5594523"/>
            <a:ext cx="319767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59617" y="5883153"/>
            <a:ext cx="586269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23326" y="4152498"/>
            <a:ext cx="9669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247990" y="3159097"/>
            <a:ext cx="176152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Update </a:t>
            </a:r>
          </a:p>
          <a:p>
            <a:pPr algn="ctr"/>
            <a:r>
              <a:rPr lang="en-US" sz="1600" dirty="0" smtClean="0"/>
              <a:t>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670725" y="1704984"/>
            <a:ext cx="14449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home page </a:t>
            </a:r>
          </a:p>
          <a:p>
            <a:pPr algn="ctr"/>
            <a:r>
              <a:rPr lang="en-US" sz="1600" dirty="0" smtClean="0"/>
              <a:t>for blogger link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2354100" y="2044224"/>
            <a:ext cx="107162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3868590" y="2364095"/>
            <a:ext cx="114646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Click edit </a:t>
            </a:r>
          </a:p>
          <a:p>
            <a:pPr algn="ctr"/>
            <a:r>
              <a:rPr lang="en-US" sz="1600" dirty="0" smtClean="0"/>
              <a:t>profile link</a:t>
            </a:r>
            <a:endParaRPr lang="en-US" sz="1600" dirty="0"/>
          </a:p>
        </p:txBody>
      </p:sp>
      <p:sp>
        <p:nvSpPr>
          <p:cNvPr id="42" name="TextBox 41"/>
          <p:cNvSpPr txBox="1"/>
          <p:nvPr/>
        </p:nvSpPr>
        <p:spPr>
          <a:xfrm>
            <a:off x="5203031" y="2613431"/>
            <a:ext cx="141927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Click change </a:t>
            </a:r>
          </a:p>
          <a:p>
            <a:pPr algn="ctr"/>
            <a:r>
              <a:rPr lang="en-US" sz="1600" dirty="0" smtClean="0"/>
              <a:t>password link</a:t>
            </a:r>
            <a:endParaRPr lang="en-US" sz="1600" dirty="0"/>
          </a:p>
        </p:txBody>
      </p:sp>
      <p:cxnSp>
        <p:nvCxnSpPr>
          <p:cNvPr id="49" name="Straight Connector 48"/>
          <p:cNvCxnSpPr/>
          <p:nvPr/>
        </p:nvCxnSpPr>
        <p:spPr>
          <a:xfrm>
            <a:off x="8276345" y="162553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7556750" y="1114383"/>
            <a:ext cx="143918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Edit</a:t>
            </a:r>
          </a:p>
          <a:p>
            <a:pPr algn="ctr"/>
            <a:r>
              <a:rPr lang="en-US" dirty="0" smtClean="0"/>
              <a:t>Password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14483" y="3891090"/>
            <a:ext cx="11744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 </a:t>
            </a:r>
          </a:p>
          <a:p>
            <a:pPr algn="ctr"/>
            <a:r>
              <a:rPr lang="en-US" sz="1600" dirty="0" smtClean="0"/>
              <a:t>Update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6748043" y="4202133"/>
            <a:ext cx="1458600" cy="19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8206643" y="4120359"/>
            <a:ext cx="139403" cy="4086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9037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6188321" y="1478851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58565" y="177563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118619" y="2184880"/>
            <a:ext cx="139403" cy="11792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33818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295885" y="2260604"/>
            <a:ext cx="18227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79715" y="967695"/>
            <a:ext cx="17176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 flipV="1">
            <a:off x="721231" y="3731030"/>
            <a:ext cx="7345021" cy="61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8205655" y="4884451"/>
            <a:ext cx="1661344" cy="947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87313" y="4555372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 flipV="1">
            <a:off x="776673" y="5056225"/>
            <a:ext cx="7360782" cy="796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725632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258022" y="2533014"/>
            <a:ext cx="36089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180146" y="2779340"/>
            <a:ext cx="3715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result (</a:t>
            </a:r>
            <a:r>
              <a:rPr lang="en-US" sz="1600" dirty="0"/>
              <a:t>profile picture, </a:t>
            </a:r>
            <a:r>
              <a:rPr lang="en-US" sz="1600" dirty="0" smtClean="0"/>
              <a:t>email</a:t>
            </a:r>
            <a:r>
              <a:rPr lang="en-US" sz="1600" dirty="0"/>
              <a:t>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258022" y="3101182"/>
            <a:ext cx="36089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388763" y="974949"/>
            <a:ext cx="167900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2282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4" y="974949"/>
            <a:ext cx="178204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331815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415543"/>
            <a:ext cx="7359281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803367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096459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 flipV="1">
            <a:off x="2613133" y="5867060"/>
            <a:ext cx="5453119" cy="74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528506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208783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5874513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6915882" y="2219803"/>
            <a:ext cx="23403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Get profile information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398667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8137455" y="4062502"/>
            <a:ext cx="172954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05655" y="3731030"/>
            <a:ext cx="142529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delete account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606417" y="1576384"/>
            <a:ext cx="36218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for blogger link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97967" y="1912684"/>
            <a:ext cx="17533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cxnSp>
        <p:nvCxnSpPr>
          <p:cNvPr id="54" name="Straight Connector 53"/>
          <p:cNvCxnSpPr/>
          <p:nvPr/>
        </p:nvCxnSpPr>
        <p:spPr>
          <a:xfrm>
            <a:off x="8137455" y="1478851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228849" y="967695"/>
            <a:ext cx="17176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DeleteAccount</a:t>
            </a:r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8066252" y="3610336"/>
            <a:ext cx="139403" cy="24150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3" y="3285337"/>
            <a:ext cx="534504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01183" y="2946783"/>
            <a:ext cx="3715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 (</a:t>
            </a:r>
            <a:r>
              <a:rPr lang="en-US" sz="1600" dirty="0"/>
              <a:t>profile picture, </a:t>
            </a:r>
            <a:r>
              <a:rPr lang="en-US" sz="1600" dirty="0" smtClean="0"/>
              <a:t>email</a:t>
            </a:r>
            <a:r>
              <a:rPr lang="en-US" sz="1600" dirty="0"/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19576761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TutorialRandom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30948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6" y="50429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video, comment)  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61188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random tutorials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random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Random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306496" y="2888670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random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66154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TutorialPopular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4" y="50429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0096" y="4611881"/>
            <a:ext cx="34892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most liked tutorials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23478" y="4268944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popular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Popular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254794" y="2886729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most liked tutorials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5986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TutorialCategory</a:t>
            </a:r>
            <a:endParaRPr lang="en-US" sz="1600" dirty="0" smtClean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669217" y="5496362"/>
            <a:ext cx="480016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626664" y="4043506"/>
            <a:ext cx="20479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list of tutorials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38489" y="5285349"/>
            <a:ext cx="3741266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21348" y="2058075"/>
            <a:ext cx="2371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list of categories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028830" y="3463286"/>
            <a:ext cx="17654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Send category type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5949067" y="3608943"/>
            <a:ext cx="3737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Request list of tutorials from the category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(outfit, accessory, gift, kid, </a:t>
            </a:r>
          </a:p>
          <a:p>
            <a:pPr algn="ctr"/>
            <a:r>
              <a:rPr lang="en-US" sz="1400" dirty="0" smtClean="0"/>
              <a:t>garden, home décor, pet,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04918" y="4346298"/>
            <a:ext cx="207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tutorials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01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Select a tutorial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175371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699858" y="4886269"/>
            <a:ext cx="177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Request tutorial information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579006" y="2430963"/>
            <a:ext cx="2100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Return list of categories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643919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1979840" y="1935903"/>
            <a:ext cx="22847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Click category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66043" y="4287853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10575666" y="392636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10066043" y="3916720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948489" y="341863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8245" y="5636938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9824" y="527544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8245" y="5275448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8598" y="4800469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896095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TutorialSearch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39403" cy="1901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324810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64488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55522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45114" y="526795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14: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4127580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41055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83693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278664"/>
            <a:ext cx="139402" cy="2230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56603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82402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428357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36412" y="3944786"/>
            <a:ext cx="2741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list of tutorials 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784026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913800"/>
            <a:ext cx="3273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Request tutorials that has the keyword</a:t>
            </a:r>
          </a:p>
          <a:p>
            <a:pPr algn="ctr"/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1779397" y="4324717"/>
            <a:ext cx="18034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3985" y="4493994"/>
            <a:ext cx="3179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/>
              <a:t>Click on search box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Search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3152237"/>
            <a:ext cx="139402" cy="10831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373360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36958" y="3940120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85093" y="2807307"/>
            <a:ext cx="16609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Get tutorials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631374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47374" y="3028798"/>
            <a:ext cx="350530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651863" y="267969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9887505" y="382092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10629464" y="345943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>
            <a:off x="9887505" y="345943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862335" y="296132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94218" y="527844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36177" y="491695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94218" y="491695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824164" y="441883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48726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TutorialFollow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98647" y="499643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07073" y="4611881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949261" y="3486149"/>
            <a:ext cx="2210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tutorials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327755" y="2634980"/>
            <a:ext cx="32731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tutorials from following bloggers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453174" y="4099667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tutorial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following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08362" y="2628231"/>
            <a:ext cx="1695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tutorials from following bloggers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887505" y="360406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29464" y="324257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87505" y="324257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62335" y="274446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894218" y="506158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36177" y="470009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894218" y="470009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24164" y="420197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95373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9857" y="111401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82654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479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CreateTutorial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95327" y="1114011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761265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7995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99443" y="1995021"/>
            <a:ext cx="161182" cy="35347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628672" y="20110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95880" y="2149903"/>
            <a:ext cx="174662" cy="33799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82654" y="2088542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98373" y="2239893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143677" y="3103917"/>
            <a:ext cx="2924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tutorial information </a:t>
            </a:r>
          </a:p>
          <a:p>
            <a:pPr algn="ctr"/>
            <a:r>
              <a:rPr lang="en-US" sz="1600" dirty="0" smtClean="0"/>
              <a:t>(tutorial picture, title, category, material description, material picture, step number, step picture, step description, video )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682654" y="3387359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88" y="370435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77765" y="1114011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98265" y="1625167"/>
            <a:ext cx="108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749954" y="2820943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54444" y="2516231"/>
            <a:ext cx="2651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create tutorial form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754544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48633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5415" y="1778020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585834" y="1906119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create 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  <p:sp>
        <p:nvSpPr>
          <p:cNvPr id="62" name="Rectangle 61"/>
          <p:cNvSpPr/>
          <p:nvPr/>
        </p:nvSpPr>
        <p:spPr>
          <a:xfrm>
            <a:off x="9110249" y="4020412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5870542" y="4859814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2464614" y="5070561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successful message</a:t>
            </a:r>
            <a:endParaRPr lang="en-US" sz="1600" dirty="0"/>
          </a:p>
        </p:txBody>
      </p:sp>
      <p:sp>
        <p:nvSpPr>
          <p:cNvPr id="66" name="TextBox 65"/>
          <p:cNvSpPr txBox="1"/>
          <p:nvPr/>
        </p:nvSpPr>
        <p:spPr>
          <a:xfrm>
            <a:off x="9322996" y="3717942"/>
            <a:ext cx="102934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:Validate </a:t>
            </a:r>
          </a:p>
          <a:p>
            <a:pPr algn="ctr"/>
            <a:r>
              <a:rPr lang="en-US" sz="1600" dirty="0"/>
              <a:t>a</a:t>
            </a:r>
            <a:r>
              <a:rPr lang="en-US" sz="1600" dirty="0" smtClean="0"/>
              <a:t>ll inputs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1749953" y="5378338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691343" y="4534248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5795785" y="3779659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9278357" y="4566691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H="1" flipV="1">
            <a:off x="9673730" y="4283933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 flipH="1" flipV="1">
            <a:off x="9278357" y="4283931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7423917" y="3812636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Store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23917" y="3720012"/>
            <a:ext cx="168108" cy="4519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77" name="Straight Arrow Connector 76"/>
          <p:cNvCxnSpPr/>
          <p:nvPr/>
        </p:nvCxnSpPr>
        <p:spPr>
          <a:xfrm>
            <a:off x="7576317" y="4116863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780065" y="3473779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</p:spTree>
    <p:extLst>
      <p:ext uri="{BB962C8B-B14F-4D97-AF65-F5344CB8AC3E}">
        <p14:creationId xmlns:p14="http://schemas.microsoft.com/office/powerpoint/2010/main" val="1550065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9857" y="111401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82654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479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UpdateTutorial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95327" y="1114011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761265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7995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99443" y="1995021"/>
            <a:ext cx="161182" cy="35347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628672" y="20110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95880" y="2149903"/>
            <a:ext cx="174662" cy="33799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4" name="Rectangle 23"/>
          <p:cNvSpPr/>
          <p:nvPr/>
        </p:nvSpPr>
        <p:spPr>
          <a:xfrm>
            <a:off x="9110249" y="4020412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82654" y="2088542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98373" y="2239893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870542" y="4859814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143677" y="3103917"/>
            <a:ext cx="292413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tutorial information </a:t>
            </a:r>
          </a:p>
          <a:p>
            <a:pPr algn="ctr"/>
            <a:r>
              <a:rPr lang="en-US" sz="1600" dirty="0" smtClean="0"/>
              <a:t>(tutorial picture, title, category, material description, material picture, step number, step picture, step description, video )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464614" y="5070561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successful message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682654" y="3387359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488" y="370435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77765" y="1114011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98265" y="1625167"/>
            <a:ext cx="108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749954" y="2820943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54444" y="2516231"/>
            <a:ext cx="24479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edit tutorial form</a:t>
            </a:r>
            <a:endParaRPr lang="en-US" sz="16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322996" y="3717942"/>
            <a:ext cx="102934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:Validate </a:t>
            </a:r>
          </a:p>
          <a:p>
            <a:pPr algn="ctr"/>
            <a:r>
              <a:rPr lang="en-US" sz="1600" dirty="0"/>
              <a:t>a</a:t>
            </a:r>
            <a:r>
              <a:rPr lang="en-US" sz="1600" dirty="0" smtClean="0"/>
              <a:t>ll inputs</a:t>
            </a:r>
            <a:endParaRPr lang="en-US" sz="16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1749953" y="5378338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691343" y="4534248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5795785" y="3779659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278357" y="4566691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9673730" y="4283933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278357" y="4283931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423917" y="3812636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Update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54544" y="1114011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486330" y="1625167"/>
            <a:ext cx="0" cy="454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423917" y="3720012"/>
            <a:ext cx="168108" cy="4519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7576317" y="4116863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780065" y="3473779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Add </a:t>
            </a:r>
          </a:p>
          <a:p>
            <a:pPr algn="ctr"/>
            <a:r>
              <a:rPr lang="en-US" sz="1600" dirty="0" smtClean="0"/>
              <a:t>information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415" y="1778020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585834" y="1906119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edit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05701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45290" y="74357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88087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34912" y="74357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UpdateTutorial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8500760" y="74357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666698" y="1254732"/>
            <a:ext cx="1880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085383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04876" y="1624585"/>
            <a:ext cx="150511" cy="45482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2" name="Rectangle 21"/>
          <p:cNvSpPr/>
          <p:nvPr/>
        </p:nvSpPr>
        <p:spPr>
          <a:xfrm>
            <a:off x="3534105" y="16406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3" name="Rectangle 22"/>
          <p:cNvSpPr/>
          <p:nvPr/>
        </p:nvSpPr>
        <p:spPr>
          <a:xfrm>
            <a:off x="5601313" y="1779467"/>
            <a:ext cx="174662" cy="43933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4" name="Rectangle 23"/>
          <p:cNvSpPr/>
          <p:nvPr/>
        </p:nvSpPr>
        <p:spPr>
          <a:xfrm>
            <a:off x="9012691" y="4791847"/>
            <a:ext cx="168108" cy="8985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88087" y="1718107"/>
            <a:ext cx="19460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03806" y="1869458"/>
            <a:ext cx="19975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5772984" y="5631249"/>
            <a:ext cx="322381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367056" y="5713396"/>
            <a:ext cx="2721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successful message</a:t>
            </a:r>
            <a:endParaRPr lang="en-US" sz="1600" dirty="0"/>
          </a:p>
        </p:txBody>
      </p:sp>
      <p:cxnSp>
        <p:nvCxnSpPr>
          <p:cNvPr id="25" name="Straight Arrow Connector 24"/>
          <p:cNvCxnSpPr/>
          <p:nvPr/>
        </p:nvCxnSpPr>
        <p:spPr>
          <a:xfrm flipV="1">
            <a:off x="1588087" y="3016924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21" y="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783198" y="74357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3603698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1655387" y="2450508"/>
            <a:ext cx="40113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959877" y="2145796"/>
            <a:ext cx="24479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3: Return edit tutorial form</a:t>
            </a:r>
            <a:endParaRPr lang="en-US" sz="16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1652395" y="6021173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593785" y="5305683"/>
            <a:ext cx="141890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9: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5698227" y="4551094"/>
            <a:ext cx="16281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7326359" y="4584071"/>
            <a:ext cx="17560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Delete tutorial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59977" y="74357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7391763" y="1254732"/>
            <a:ext cx="0" cy="51913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326359" y="4527050"/>
            <a:ext cx="168108" cy="3955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7478759" y="4888298"/>
            <a:ext cx="15337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682507" y="4245214"/>
            <a:ext cx="175603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delete </a:t>
            </a:r>
          </a:p>
          <a:p>
            <a:pPr algn="ctr"/>
            <a:r>
              <a:rPr lang="en-US" sz="1600" dirty="0" smtClean="0"/>
              <a:t>tutorial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0848" y="1407585"/>
            <a:ext cx="3621849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491267" y="1535684"/>
            <a:ext cx="228470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edit</a:t>
            </a:r>
          </a:p>
          <a:p>
            <a:pPr algn="ctr"/>
            <a:r>
              <a:rPr lang="en-US" sz="1600" dirty="0" smtClean="0"/>
              <a:t>tutorial link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2065122" y="2710521"/>
            <a:ext cx="29241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Click delete tutorial link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2203536" y="3223135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Display confirmation message</a:t>
            </a:r>
            <a:endParaRPr lang="en-US" sz="16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1620866" y="3530912"/>
            <a:ext cx="404583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V="1">
            <a:off x="1553567" y="4051433"/>
            <a:ext cx="401322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343759" y="3714089"/>
            <a:ext cx="1059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Confirm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162200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1902" y="92891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4699" y="1440071"/>
            <a:ext cx="0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488873" y="92891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6726855" y="1440071"/>
            <a:ext cx="16843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296797" y="1440071"/>
            <a:ext cx="10717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4997" y="1561195"/>
            <a:ext cx="132899" cy="49638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1594699" y="2789778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664403" y="3700118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925450" y="3428916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804592" y="3555443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81872" y="3081437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227096" y="2892194"/>
            <a:ext cx="140668" cy="29774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673231" y="2710922"/>
            <a:ext cx="131361" cy="38141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77" y="-94544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3328726" y="928915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4148645" y="1440071"/>
            <a:ext cx="0" cy="54179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743698" y="2968912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330798" y="2469608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8755" y="2638885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tutorial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367764" y="220452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109723" y="18430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367764" y="184303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920" y="152174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5671098" y="928915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1657896" y="1657360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82160" y="1346325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4078943" y="1622245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657896" y="2380443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4218346" y="1800307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9221028" y="1742496"/>
            <a:ext cx="139402" cy="6707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4218347" y="2252725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5904124" y="1470645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Request 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5487691" y="1945531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1412459" y="2054109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82" name="Straight Arrow Connector 81"/>
          <p:cNvCxnSpPr/>
          <p:nvPr/>
        </p:nvCxnSpPr>
        <p:spPr>
          <a:xfrm>
            <a:off x="1594699" y="4911582"/>
            <a:ext cx="50785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055417" y="4782963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save the input</a:t>
            </a:r>
            <a:endParaRPr lang="en-US" sz="1600" dirty="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6743698" y="5108051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727066" y="4588410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Add comment</a:t>
            </a:r>
            <a:endParaRPr lang="en-US" sz="16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9307514" y="556579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10049473" y="520430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 flipH="1">
            <a:off x="9307514" y="520430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695208" y="4799659"/>
            <a:ext cx="123623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validates </a:t>
            </a:r>
          </a:p>
          <a:p>
            <a:pPr algn="ctr"/>
            <a:r>
              <a:rPr lang="en-US" sz="1600" dirty="0" smtClean="0"/>
              <a:t>input</a:t>
            </a:r>
            <a:endParaRPr lang="en-US" sz="1600" dirty="0"/>
          </a:p>
        </p:txBody>
      </p:sp>
      <p:cxnSp>
        <p:nvCxnSpPr>
          <p:cNvPr id="90" name="Straight Arrow Connector 89"/>
          <p:cNvCxnSpPr/>
          <p:nvPr/>
        </p:nvCxnSpPr>
        <p:spPr>
          <a:xfrm flipH="1" flipV="1">
            <a:off x="6804592" y="5754001"/>
            <a:ext cx="2485929" cy="44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7169221" y="544090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13: return result</a:t>
            </a:r>
            <a:endParaRPr lang="en-US" sz="1600" dirty="0"/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1664403" y="5882601"/>
            <a:ext cx="4977593" cy="1920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3446369" y="5317026"/>
            <a:ext cx="195708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14: Result = Success</a:t>
            </a:r>
          </a:p>
          <a:p>
            <a:r>
              <a:rPr lang="en-US" sz="1600" dirty="0" smtClean="0"/>
              <a:t>Display the comment</a:t>
            </a:r>
            <a:endParaRPr lang="en-US" sz="1600" dirty="0"/>
          </a:p>
        </p:txBody>
      </p:sp>
      <p:cxnSp>
        <p:nvCxnSpPr>
          <p:cNvPr id="94" name="Straight Arrow Connector 93"/>
          <p:cNvCxnSpPr/>
          <p:nvPr/>
        </p:nvCxnSpPr>
        <p:spPr>
          <a:xfrm flipH="1">
            <a:off x="1664403" y="6472480"/>
            <a:ext cx="496103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3383584" y="5892051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15: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34325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548633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578661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35655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24163" y="3539126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5210" y="3267924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864352" y="3394451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41632" y="2920445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286856" y="2749090"/>
            <a:ext cx="140668" cy="27771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73299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388486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208405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803458" y="2807920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390558" y="2308616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5468515" y="2477893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tutorial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8427525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8791897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8427525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509405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473085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41920" y="1185333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3138703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3278106" y="1639315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8280788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3278107" y="2091733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963884" y="1309653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Request 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4547451" y="1784539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472219" y="1893117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561135" y="4744063"/>
            <a:ext cx="51482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53995" y="4412408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Click like link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9334282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</a:p>
          <a:p>
            <a:pPr algn="ctr"/>
            <a:r>
              <a:rPr lang="en-US" dirty="0" smtClean="0"/>
              <a:t>Database</a:t>
            </a:r>
            <a:endParaRPr lang="en-US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997906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939934" y="4631104"/>
            <a:ext cx="21060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check blogger’s username</a:t>
            </a:r>
            <a:endParaRPr lang="en-US" sz="16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5803458" y="4951770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10058256" y="621406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10429795" y="58525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10058256" y="585257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851918" y="5236689"/>
            <a:ext cx="1050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add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5834728" y="5462523"/>
            <a:ext cx="244606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6274509" y="514502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>
            <a:off x="5864352" y="6267406"/>
            <a:ext cx="40709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9937073" y="570398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>
            <a:off x="5818851" y="5811884"/>
            <a:ext cx="411822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394574" y="5508382"/>
            <a:ext cx="1243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add like</a:t>
            </a:r>
            <a:endParaRPr lang="en-US" sz="1600" dirty="0"/>
          </a:p>
        </p:txBody>
      </p:sp>
      <p:sp>
        <p:nvSpPr>
          <p:cNvPr id="94" name="TextBox 93"/>
          <p:cNvSpPr txBox="1"/>
          <p:nvPr/>
        </p:nvSpPr>
        <p:spPr>
          <a:xfrm>
            <a:off x="6928115" y="599277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return result</a:t>
            </a:r>
            <a:endParaRPr lang="en-US" sz="16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56" y="6491358"/>
            <a:ext cx="496754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386873" y="6169681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Display liked sign and updated 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0211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62" y="76792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4459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7548633" y="76792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5786615" y="1279079"/>
            <a:ext cx="32236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356557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4757" y="1400204"/>
            <a:ext cx="139406" cy="51991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Arrow Connector 36"/>
          <p:cNvCxnSpPr/>
          <p:nvPr/>
        </p:nvCxnSpPr>
        <p:spPr>
          <a:xfrm>
            <a:off x="654459" y="2628786"/>
            <a:ext cx="5078532" cy="183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24163" y="3539126"/>
            <a:ext cx="5008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85210" y="3267924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864352" y="3394451"/>
            <a:ext cx="24164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41632" y="2920445"/>
            <a:ext cx="348921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286856" y="2749090"/>
            <a:ext cx="140668" cy="27771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732991" y="2549930"/>
            <a:ext cx="131361" cy="40494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12" y="-111634"/>
            <a:ext cx="1040549" cy="1040549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388486" y="767923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208405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803458" y="2807920"/>
            <a:ext cx="2477330" cy="129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390558" y="2308616"/>
            <a:ext cx="16995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tutorial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5468515" y="2477893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Request tutorial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8427525" y="2043528"/>
            <a:ext cx="3643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8791897" y="168203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8427525" y="1682038"/>
            <a:ext cx="36437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8509405" y="1369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Rectangle 65"/>
          <p:cNvSpPr/>
          <p:nvPr/>
        </p:nvSpPr>
        <p:spPr>
          <a:xfrm>
            <a:off x="4730858" y="767923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TutorialManagement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>
            <a:off x="717656" y="1496368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41920" y="1185333"/>
            <a:ext cx="268355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page </a:t>
            </a:r>
          </a:p>
          <a:p>
            <a:pPr algn="ctr"/>
            <a:r>
              <a:rPr lang="en-US" sz="1600" dirty="0" smtClean="0"/>
              <a:t>for blogger link </a:t>
            </a:r>
            <a:endParaRPr lang="en-US" sz="1600" dirty="0"/>
          </a:p>
        </p:txBody>
      </p:sp>
      <p:sp>
        <p:nvSpPr>
          <p:cNvPr id="71" name="Rectangle 70"/>
          <p:cNvSpPr/>
          <p:nvPr/>
        </p:nvSpPr>
        <p:spPr>
          <a:xfrm>
            <a:off x="3138703" y="1461253"/>
            <a:ext cx="139403" cy="8231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17656" y="2219451"/>
            <a:ext cx="24210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>
            <a:off x="3278106" y="1639315"/>
            <a:ext cx="5002682" cy="8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8280788" y="1598665"/>
            <a:ext cx="146736" cy="5415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Arrow Connector 74"/>
          <p:cNvCxnSpPr/>
          <p:nvPr/>
        </p:nvCxnSpPr>
        <p:spPr>
          <a:xfrm flipH="1">
            <a:off x="3278107" y="2091733"/>
            <a:ext cx="50026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963884" y="1309653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Request tutorials</a:t>
            </a:r>
            <a:endParaRPr lang="en-US" sz="1600" dirty="0"/>
          </a:p>
        </p:txBody>
      </p:sp>
      <p:sp>
        <p:nvSpPr>
          <p:cNvPr id="77" name="TextBox 76"/>
          <p:cNvSpPr txBox="1"/>
          <p:nvPr/>
        </p:nvSpPr>
        <p:spPr>
          <a:xfrm>
            <a:off x="4547451" y="1784539"/>
            <a:ext cx="29272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4: Return tutorial results</a:t>
            </a:r>
            <a:endParaRPr lang="en-US" sz="1600" dirty="0"/>
          </a:p>
        </p:txBody>
      </p:sp>
      <p:sp>
        <p:nvSpPr>
          <p:cNvPr id="78" name="TextBox 77"/>
          <p:cNvSpPr txBox="1"/>
          <p:nvPr/>
        </p:nvSpPr>
        <p:spPr>
          <a:xfrm>
            <a:off x="472219" y="1893117"/>
            <a:ext cx="2927293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561135" y="4744063"/>
            <a:ext cx="514823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953995" y="4412408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Click liked link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9334282" y="767923"/>
            <a:ext cx="12895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</a:p>
          <a:p>
            <a:pPr algn="ctr"/>
            <a:r>
              <a:rPr lang="en-US" dirty="0" smtClean="0"/>
              <a:t>Database</a:t>
            </a:r>
            <a:endParaRPr lang="en-US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9979063" y="1279079"/>
            <a:ext cx="0" cy="54469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939934" y="4631104"/>
            <a:ext cx="2106095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check blogger’s username</a:t>
            </a:r>
            <a:endParaRPr lang="en-US" sz="1600" dirty="0"/>
          </a:p>
        </p:txBody>
      </p:sp>
      <p:cxnSp>
        <p:nvCxnSpPr>
          <p:cNvPr id="61" name="Straight Arrow Connector 60"/>
          <p:cNvCxnSpPr/>
          <p:nvPr/>
        </p:nvCxnSpPr>
        <p:spPr>
          <a:xfrm>
            <a:off x="5803458" y="4951770"/>
            <a:ext cx="247733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10058256" y="621406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10429795" y="58525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 flipH="1">
            <a:off x="10058256" y="5852572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851918" y="5236689"/>
            <a:ext cx="10507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delete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5834728" y="5462523"/>
            <a:ext cx="244606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6274509" y="514502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88" name="Straight Arrow Connector 87"/>
          <p:cNvCxnSpPr/>
          <p:nvPr/>
        </p:nvCxnSpPr>
        <p:spPr>
          <a:xfrm flipH="1">
            <a:off x="5864352" y="6267406"/>
            <a:ext cx="40709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386873" y="6169681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Display liked sign and updated like number</a:t>
            </a:r>
            <a:endParaRPr lang="en-US" sz="1600" dirty="0"/>
          </a:p>
        </p:txBody>
      </p:sp>
      <p:sp>
        <p:nvSpPr>
          <p:cNvPr id="90" name="Rectangle 89"/>
          <p:cNvSpPr/>
          <p:nvPr/>
        </p:nvSpPr>
        <p:spPr>
          <a:xfrm>
            <a:off x="9937073" y="5703982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1" name="Straight Arrow Connector 90"/>
          <p:cNvCxnSpPr/>
          <p:nvPr/>
        </p:nvCxnSpPr>
        <p:spPr>
          <a:xfrm>
            <a:off x="5818851" y="5811884"/>
            <a:ext cx="411822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394573" y="5508382"/>
            <a:ext cx="16514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minus like</a:t>
            </a:r>
            <a:endParaRPr lang="en-US" sz="1600" dirty="0"/>
          </a:p>
        </p:txBody>
      </p:sp>
      <p:sp>
        <p:nvSpPr>
          <p:cNvPr id="94" name="TextBox 93"/>
          <p:cNvSpPr txBox="1"/>
          <p:nvPr/>
        </p:nvSpPr>
        <p:spPr>
          <a:xfrm>
            <a:off x="6928115" y="5992772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return result</a:t>
            </a:r>
            <a:endParaRPr lang="en-US" sz="1600" dirty="0"/>
          </a:p>
        </p:txBody>
      </p:sp>
      <p:cxnSp>
        <p:nvCxnSpPr>
          <p:cNvPr id="95" name="Straight Arrow Connector 94"/>
          <p:cNvCxnSpPr/>
          <p:nvPr/>
        </p:nvCxnSpPr>
        <p:spPr>
          <a:xfrm flipH="1">
            <a:off x="717656" y="6491358"/>
            <a:ext cx="496754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78563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6" y="79038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 flipH="1">
            <a:off x="664675" y="1301540"/>
            <a:ext cx="9478" cy="49107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04451" y="1638892"/>
            <a:ext cx="139404" cy="438464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81" y="66930"/>
            <a:ext cx="860743" cy="8607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619479" y="796147"/>
            <a:ext cx="145160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7" name="Straight Connector 6"/>
          <p:cNvCxnSpPr>
            <a:stCxn id="6" idx="2"/>
          </p:cNvCxnSpPr>
          <p:nvPr/>
        </p:nvCxnSpPr>
        <p:spPr>
          <a:xfrm>
            <a:off x="2345283" y="1307303"/>
            <a:ext cx="0" cy="4905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11" idx="2"/>
          </p:cNvCxnSpPr>
          <p:nvPr/>
        </p:nvCxnSpPr>
        <p:spPr>
          <a:xfrm>
            <a:off x="4208660" y="1294644"/>
            <a:ext cx="5071" cy="49176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316105" y="783488"/>
            <a:ext cx="178510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cxnSp>
        <p:nvCxnSpPr>
          <p:cNvPr id="13" name="Straight Connector 12"/>
          <p:cNvCxnSpPr>
            <a:stCxn id="14" idx="2"/>
          </p:cNvCxnSpPr>
          <p:nvPr/>
        </p:nvCxnSpPr>
        <p:spPr>
          <a:xfrm>
            <a:off x="6037839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355005" y="778986"/>
            <a:ext cx="136566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ShowProfile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7015419" y="7789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18" name="Straight Connector 17"/>
          <p:cNvCxnSpPr>
            <a:stCxn id="17" idx="2"/>
          </p:cNvCxnSpPr>
          <p:nvPr/>
        </p:nvCxnSpPr>
        <p:spPr>
          <a:xfrm>
            <a:off x="7823343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904137" y="76182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Follow </a:t>
            </a:r>
            <a:r>
              <a:rPr lang="en-US" sz="1600" dirty="0"/>
              <a:t>Database</a:t>
            </a:r>
          </a:p>
        </p:txBody>
      </p:sp>
      <p:cxnSp>
        <p:nvCxnSpPr>
          <p:cNvPr id="20" name="Straight Connector 19"/>
          <p:cNvCxnSpPr>
            <a:stCxn id="19" idx="2"/>
          </p:cNvCxnSpPr>
          <p:nvPr/>
        </p:nvCxnSpPr>
        <p:spPr>
          <a:xfrm>
            <a:off x="9712061" y="1272981"/>
            <a:ext cx="0" cy="49393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713540" y="1711848"/>
            <a:ext cx="15620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2345283" y="1902088"/>
            <a:ext cx="179874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4292910" y="2100648"/>
            <a:ext cx="16590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24092" y="2015062"/>
            <a:ext cx="12234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blogger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113960" y="2290883"/>
            <a:ext cx="16387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4675" y="1438125"/>
            <a:ext cx="15570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2490577" y="1627355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profile link</a:t>
            </a:r>
            <a:endParaRPr lang="en-US" sz="1400" dirty="0"/>
          </a:p>
        </p:txBody>
      </p:sp>
      <p:sp>
        <p:nvSpPr>
          <p:cNvPr id="29" name="TextBox 28"/>
          <p:cNvSpPr txBox="1"/>
          <p:nvPr/>
        </p:nvSpPr>
        <p:spPr>
          <a:xfrm>
            <a:off x="4474436" y="1820085"/>
            <a:ext cx="1253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</a:p>
          <a:p>
            <a:pPr algn="ctr"/>
            <a:r>
              <a:rPr lang="en-US" sz="1400" dirty="0" smtClean="0"/>
              <a:t>blogger profile</a:t>
            </a:r>
            <a:endParaRPr lang="en-US" sz="1400" dirty="0"/>
          </a:p>
        </p:txBody>
      </p:sp>
      <p:sp>
        <p:nvSpPr>
          <p:cNvPr id="32" name="Rectangle 31"/>
          <p:cNvSpPr/>
          <p:nvPr/>
        </p:nvSpPr>
        <p:spPr>
          <a:xfrm>
            <a:off x="2275582" y="1657846"/>
            <a:ext cx="139402" cy="29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5" name="Rectangle 34"/>
          <p:cNvSpPr/>
          <p:nvPr/>
        </p:nvSpPr>
        <p:spPr>
          <a:xfrm>
            <a:off x="4144030" y="1846082"/>
            <a:ext cx="148880" cy="417745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2" name="Rectangle 41"/>
          <p:cNvSpPr/>
          <p:nvPr/>
        </p:nvSpPr>
        <p:spPr>
          <a:xfrm>
            <a:off x="5974558" y="2034016"/>
            <a:ext cx="139402" cy="3063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6" name="Rectangle 45"/>
          <p:cNvSpPr/>
          <p:nvPr/>
        </p:nvSpPr>
        <p:spPr>
          <a:xfrm>
            <a:off x="7757938" y="2217679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848514" y="2740189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8247214" y="2378699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H="1">
            <a:off x="7848514" y="2378699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58708" y="208178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9" name="Straight Arrow Connector 58"/>
          <p:cNvCxnSpPr/>
          <p:nvPr/>
        </p:nvCxnSpPr>
        <p:spPr>
          <a:xfrm flipH="1" flipV="1">
            <a:off x="4292910" y="2847114"/>
            <a:ext cx="344666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794267" y="3122817"/>
            <a:ext cx="334976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4267" y="2811705"/>
            <a:ext cx="283440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result</a:t>
            </a:r>
            <a:br>
              <a:rPr lang="en-US" sz="1400" dirty="0" smtClean="0"/>
            </a:br>
            <a:r>
              <a:rPr lang="en-US" sz="1400" dirty="0" smtClean="0"/>
              <a:t>(profile picture, username, </a:t>
            </a:r>
          </a:p>
          <a:p>
            <a:pPr algn="ctr"/>
            <a:r>
              <a:rPr lang="en-US" sz="1400" dirty="0" smtClean="0"/>
              <a:t>follower number, following number,</a:t>
            </a:r>
          </a:p>
          <a:p>
            <a:pPr algn="ctr"/>
            <a:r>
              <a:rPr lang="en-US" sz="1400" dirty="0" smtClean="0"/>
              <a:t> email, list of created tutorials)</a:t>
            </a:r>
            <a:endParaRPr lang="en-US" sz="1400" dirty="0"/>
          </a:p>
        </p:txBody>
      </p:sp>
      <p:sp>
        <p:nvSpPr>
          <p:cNvPr id="63" name="TextBox 62"/>
          <p:cNvSpPr txBox="1"/>
          <p:nvPr/>
        </p:nvSpPr>
        <p:spPr>
          <a:xfrm>
            <a:off x="4295310" y="2562933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</a:t>
            </a:r>
            <a:endParaRPr lang="en-US" sz="1400" dirty="0" smtClean="0"/>
          </a:p>
          <a:p>
            <a:pPr algn="ctr"/>
            <a:r>
              <a:rPr lang="en-US" sz="1400" dirty="0" smtClean="0"/>
              <a:t>list </a:t>
            </a:r>
            <a:r>
              <a:rPr lang="en-US" sz="1400" dirty="0"/>
              <a:t>of created tutorials)</a:t>
            </a:r>
          </a:p>
          <a:p>
            <a:pPr algn="ctr"/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43855" y="4027922"/>
            <a:ext cx="34001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44252" y="3756233"/>
            <a:ext cx="2331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Click follow link</a:t>
            </a:r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4967952" y="3933774"/>
            <a:ext cx="2733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check</a:t>
            </a:r>
            <a:r>
              <a:rPr lang="en-US" sz="1400" dirty="0"/>
              <a:t> </a:t>
            </a:r>
            <a:r>
              <a:rPr lang="en-US" sz="1400" dirty="0" smtClean="0"/>
              <a:t>user’s username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4213731" y="4233821"/>
            <a:ext cx="3516659" cy="12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4295310" y="4681343"/>
            <a:ext cx="34573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442630" y="439162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result</a:t>
            </a:r>
            <a:endParaRPr lang="en-US" sz="1400" dirty="0"/>
          </a:p>
        </p:txBody>
      </p:sp>
      <p:sp>
        <p:nvSpPr>
          <p:cNvPr id="73" name="Rectangle 72"/>
          <p:cNvSpPr/>
          <p:nvPr/>
        </p:nvSpPr>
        <p:spPr>
          <a:xfrm>
            <a:off x="7757938" y="4156411"/>
            <a:ext cx="139402" cy="6116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80" name="Rectangle 79"/>
          <p:cNvSpPr/>
          <p:nvPr/>
        </p:nvSpPr>
        <p:spPr>
          <a:xfrm>
            <a:off x="9636401" y="5023167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1" name="Straight Arrow Connector 80"/>
          <p:cNvCxnSpPr/>
          <p:nvPr/>
        </p:nvCxnSpPr>
        <p:spPr>
          <a:xfrm flipH="1">
            <a:off x="9726977" y="5545677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 flipV="1">
            <a:off x="10125677" y="518418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H="1">
            <a:off x="9726977" y="5184187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977849" y="4871584"/>
            <a:ext cx="7360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add </a:t>
            </a:r>
          </a:p>
          <a:p>
            <a:pPr algn="ctr"/>
            <a:r>
              <a:rPr lang="en-US" sz="1400" dirty="0" smtClean="0"/>
              <a:t>user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5009423" y="4836495"/>
            <a:ext cx="2106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add user as a follower 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4280661" y="5124413"/>
            <a:ext cx="53557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/>
          <p:nvPr/>
        </p:nvCxnSpPr>
        <p:spPr>
          <a:xfrm flipH="1">
            <a:off x="4295310" y="5634128"/>
            <a:ext cx="53135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 flipH="1">
            <a:off x="794267" y="5927057"/>
            <a:ext cx="33497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6313007" y="5306451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sp>
        <p:nvSpPr>
          <p:cNvPr id="108" name="TextBox 107"/>
          <p:cNvSpPr txBox="1"/>
          <p:nvPr/>
        </p:nvSpPr>
        <p:spPr>
          <a:xfrm>
            <a:off x="1451211" y="5600346"/>
            <a:ext cx="2030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Display  followed sign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328634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6" y="79038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 flipH="1">
            <a:off x="664675" y="1301540"/>
            <a:ext cx="9478" cy="49107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04451" y="1638892"/>
            <a:ext cx="139404" cy="438464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81" y="66930"/>
            <a:ext cx="860743" cy="8607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619479" y="796147"/>
            <a:ext cx="145160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7" name="Straight Connector 6"/>
          <p:cNvCxnSpPr>
            <a:stCxn id="6" idx="2"/>
          </p:cNvCxnSpPr>
          <p:nvPr/>
        </p:nvCxnSpPr>
        <p:spPr>
          <a:xfrm>
            <a:off x="2345283" y="1307303"/>
            <a:ext cx="0" cy="49050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11" idx="2"/>
          </p:cNvCxnSpPr>
          <p:nvPr/>
        </p:nvCxnSpPr>
        <p:spPr>
          <a:xfrm>
            <a:off x="4208660" y="1294644"/>
            <a:ext cx="5071" cy="49176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316105" y="783488"/>
            <a:ext cx="178510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cxnSp>
        <p:nvCxnSpPr>
          <p:cNvPr id="13" name="Straight Connector 12"/>
          <p:cNvCxnSpPr>
            <a:stCxn id="14" idx="2"/>
          </p:cNvCxnSpPr>
          <p:nvPr/>
        </p:nvCxnSpPr>
        <p:spPr>
          <a:xfrm>
            <a:off x="6037839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355005" y="778986"/>
            <a:ext cx="136566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ShowProfile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7015419" y="77898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18" name="Straight Connector 17"/>
          <p:cNvCxnSpPr>
            <a:stCxn id="17" idx="2"/>
          </p:cNvCxnSpPr>
          <p:nvPr/>
        </p:nvCxnSpPr>
        <p:spPr>
          <a:xfrm>
            <a:off x="7823343" y="1290142"/>
            <a:ext cx="0" cy="49221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904137" y="761825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Follow </a:t>
            </a:r>
            <a:r>
              <a:rPr lang="en-US" sz="1600" dirty="0"/>
              <a:t>Database</a:t>
            </a:r>
          </a:p>
        </p:txBody>
      </p:sp>
      <p:cxnSp>
        <p:nvCxnSpPr>
          <p:cNvPr id="20" name="Straight Connector 19"/>
          <p:cNvCxnSpPr>
            <a:stCxn id="19" idx="2"/>
          </p:cNvCxnSpPr>
          <p:nvPr/>
        </p:nvCxnSpPr>
        <p:spPr>
          <a:xfrm>
            <a:off x="9712061" y="1272981"/>
            <a:ext cx="0" cy="49393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713540" y="1711848"/>
            <a:ext cx="15620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>
            <a:off x="2345283" y="1902088"/>
            <a:ext cx="1798747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V="1">
            <a:off x="4292910" y="2100648"/>
            <a:ext cx="16590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24092" y="2015062"/>
            <a:ext cx="12234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blogger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113960" y="2290883"/>
            <a:ext cx="16387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4675" y="1438125"/>
            <a:ext cx="15570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2490577" y="1627355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profile link</a:t>
            </a:r>
            <a:endParaRPr lang="en-US" sz="1400" dirty="0"/>
          </a:p>
        </p:txBody>
      </p:sp>
      <p:sp>
        <p:nvSpPr>
          <p:cNvPr id="29" name="TextBox 28"/>
          <p:cNvSpPr txBox="1"/>
          <p:nvPr/>
        </p:nvSpPr>
        <p:spPr>
          <a:xfrm>
            <a:off x="4474436" y="1820085"/>
            <a:ext cx="1253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</a:p>
          <a:p>
            <a:pPr algn="ctr"/>
            <a:r>
              <a:rPr lang="en-US" sz="1400" dirty="0" smtClean="0"/>
              <a:t>blogger profile</a:t>
            </a:r>
            <a:endParaRPr lang="en-US" sz="1400" dirty="0"/>
          </a:p>
        </p:txBody>
      </p:sp>
      <p:sp>
        <p:nvSpPr>
          <p:cNvPr id="32" name="Rectangle 31"/>
          <p:cNvSpPr/>
          <p:nvPr/>
        </p:nvSpPr>
        <p:spPr>
          <a:xfrm>
            <a:off x="2275582" y="1657846"/>
            <a:ext cx="139402" cy="29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35" name="Rectangle 34"/>
          <p:cNvSpPr/>
          <p:nvPr/>
        </p:nvSpPr>
        <p:spPr>
          <a:xfrm>
            <a:off x="4144030" y="1846082"/>
            <a:ext cx="148880" cy="417745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2" name="Rectangle 41"/>
          <p:cNvSpPr/>
          <p:nvPr/>
        </p:nvSpPr>
        <p:spPr>
          <a:xfrm>
            <a:off x="5974558" y="2034016"/>
            <a:ext cx="139402" cy="3063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46" name="Rectangle 45"/>
          <p:cNvSpPr/>
          <p:nvPr/>
        </p:nvSpPr>
        <p:spPr>
          <a:xfrm>
            <a:off x="7757938" y="2217679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848514" y="2740189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8247214" y="2378699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H="1">
            <a:off x="7848514" y="2378699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958708" y="208178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9" name="Straight Arrow Connector 58"/>
          <p:cNvCxnSpPr/>
          <p:nvPr/>
        </p:nvCxnSpPr>
        <p:spPr>
          <a:xfrm flipH="1" flipV="1">
            <a:off x="4292910" y="2847114"/>
            <a:ext cx="3446666" cy="158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>
            <a:off x="794267" y="3122817"/>
            <a:ext cx="334976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794267" y="2811705"/>
            <a:ext cx="283440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result</a:t>
            </a:r>
            <a:br>
              <a:rPr lang="en-US" sz="1400" dirty="0" smtClean="0"/>
            </a:br>
            <a:r>
              <a:rPr lang="en-US" sz="1400" dirty="0" smtClean="0"/>
              <a:t>(profile picture, username, </a:t>
            </a:r>
          </a:p>
          <a:p>
            <a:pPr algn="ctr"/>
            <a:r>
              <a:rPr lang="en-US" sz="1400" dirty="0" smtClean="0"/>
              <a:t>follower number, following number,</a:t>
            </a:r>
          </a:p>
          <a:p>
            <a:pPr algn="ctr"/>
            <a:r>
              <a:rPr lang="en-US" sz="1400" dirty="0" smtClean="0"/>
              <a:t> email, list of created tutorials)</a:t>
            </a:r>
            <a:endParaRPr lang="en-US" sz="1400" dirty="0"/>
          </a:p>
        </p:txBody>
      </p:sp>
      <p:sp>
        <p:nvSpPr>
          <p:cNvPr id="63" name="TextBox 62"/>
          <p:cNvSpPr txBox="1"/>
          <p:nvPr/>
        </p:nvSpPr>
        <p:spPr>
          <a:xfrm>
            <a:off x="4295310" y="2562933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</a:t>
            </a:r>
            <a:endParaRPr lang="en-US" sz="1400" dirty="0" smtClean="0"/>
          </a:p>
          <a:p>
            <a:pPr algn="ctr"/>
            <a:r>
              <a:rPr lang="en-US" sz="1400" dirty="0" smtClean="0"/>
              <a:t>list </a:t>
            </a:r>
            <a:r>
              <a:rPr lang="en-US" sz="1400" dirty="0"/>
              <a:t>of created tutorials)</a:t>
            </a:r>
          </a:p>
          <a:p>
            <a:pPr algn="ctr"/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43855" y="4027922"/>
            <a:ext cx="34001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44252" y="3756233"/>
            <a:ext cx="2331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Click followed link</a:t>
            </a:r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4967952" y="3933774"/>
            <a:ext cx="2733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check</a:t>
            </a:r>
            <a:r>
              <a:rPr lang="en-US" sz="1400" dirty="0"/>
              <a:t> </a:t>
            </a:r>
            <a:r>
              <a:rPr lang="en-US" sz="1400" dirty="0" smtClean="0"/>
              <a:t>user’s username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>
            <a:off x="4213731" y="4233821"/>
            <a:ext cx="3516659" cy="12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/>
          <p:cNvCxnSpPr/>
          <p:nvPr/>
        </p:nvCxnSpPr>
        <p:spPr>
          <a:xfrm flipH="1">
            <a:off x="4295310" y="4681343"/>
            <a:ext cx="34573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442630" y="4391623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result</a:t>
            </a:r>
            <a:endParaRPr lang="en-US" sz="1400" dirty="0"/>
          </a:p>
        </p:txBody>
      </p:sp>
      <p:sp>
        <p:nvSpPr>
          <p:cNvPr id="73" name="Rectangle 72"/>
          <p:cNvSpPr/>
          <p:nvPr/>
        </p:nvSpPr>
        <p:spPr>
          <a:xfrm>
            <a:off x="7757938" y="4156411"/>
            <a:ext cx="139402" cy="61163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80" name="Rectangle 79"/>
          <p:cNvSpPr/>
          <p:nvPr/>
        </p:nvSpPr>
        <p:spPr>
          <a:xfrm>
            <a:off x="9636401" y="5023167"/>
            <a:ext cx="139402" cy="70764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1" name="Straight Arrow Connector 80"/>
          <p:cNvCxnSpPr/>
          <p:nvPr/>
        </p:nvCxnSpPr>
        <p:spPr>
          <a:xfrm flipH="1">
            <a:off x="9726977" y="5545677"/>
            <a:ext cx="3987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 flipV="1">
            <a:off x="10125677" y="518418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H="1">
            <a:off x="9726977" y="5184187"/>
            <a:ext cx="3987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9836786" y="4871584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remove </a:t>
            </a:r>
          </a:p>
          <a:p>
            <a:pPr algn="ctr"/>
            <a:r>
              <a:rPr lang="en-US" sz="1400" dirty="0" smtClean="0"/>
              <a:t>user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4803467" y="4836495"/>
            <a:ext cx="35377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remove user from being a follower 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4280661" y="5124413"/>
            <a:ext cx="53557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Arrow Connector 93"/>
          <p:cNvCxnSpPr/>
          <p:nvPr/>
        </p:nvCxnSpPr>
        <p:spPr>
          <a:xfrm flipH="1">
            <a:off x="4295310" y="5634128"/>
            <a:ext cx="53135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/>
          <p:nvPr/>
        </p:nvCxnSpPr>
        <p:spPr>
          <a:xfrm flipH="1">
            <a:off x="794267" y="5927057"/>
            <a:ext cx="33497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6313007" y="5306451"/>
            <a:ext cx="1376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sp>
        <p:nvSpPr>
          <p:cNvPr id="108" name="TextBox 107"/>
          <p:cNvSpPr txBox="1"/>
          <p:nvPr/>
        </p:nvSpPr>
        <p:spPr>
          <a:xfrm>
            <a:off x="1451211" y="5600346"/>
            <a:ext cx="18468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Display  follow sign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50617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918247" y="131734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6288202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26171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4955" y="2115382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217881" y="2513586"/>
            <a:ext cx="139402" cy="3991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481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64357" y="2494395"/>
            <a:ext cx="189458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492633" y="1317349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680311" y="2761279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43855" y="3639269"/>
            <a:ext cx="3601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6605" y="3102932"/>
            <a:ext cx="3478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</a:t>
            </a:r>
          </a:p>
          <a:p>
            <a:pPr algn="ctr"/>
            <a:r>
              <a:rPr lang="en-US" sz="1600" dirty="0" smtClean="0"/>
              <a:t> follower number, 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4377947" y="2576139"/>
            <a:ext cx="1839934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56540" y="2923797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4398348" y="3285338"/>
            <a:ext cx="5242045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406054" y="1320829"/>
            <a:ext cx="177720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294656" y="1831985"/>
            <a:ext cx="0" cy="435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89437" y="2533191"/>
            <a:ext cx="2967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information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31" idx="2"/>
          </p:cNvCxnSpPr>
          <p:nvPr/>
        </p:nvCxnSpPr>
        <p:spPr>
          <a:xfrm>
            <a:off x="4344985" y="1831985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78484" y="1320829"/>
            <a:ext cx="213300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4258946" y="2418724"/>
            <a:ext cx="139402" cy="24817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349395" y="2850202"/>
            <a:ext cx="3362710" cy="223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4623" y="1921465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5" name="TextBox 34"/>
          <p:cNvSpPr txBox="1"/>
          <p:nvPr/>
        </p:nvSpPr>
        <p:spPr>
          <a:xfrm>
            <a:off x="2396511" y="2167000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601941" y="2237707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791226" y="323408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33185" y="287259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791226" y="28725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12105" y="2328006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3515091" cy="209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546728" y="414800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following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4453148" y="4426780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 following bloggers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4344985" y="4733184"/>
            <a:ext cx="35469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06911" y="5331764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548870" y="497027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06911" y="4970274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8022562" y="5511414"/>
            <a:ext cx="1623091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29671" y="5214266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655103"/>
            <a:ext cx="7147355" cy="2044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891978" y="4661441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/>
          <p:cNvCxnSpPr>
            <a:stCxn id="57" idx="2"/>
          </p:cNvCxnSpPr>
          <p:nvPr/>
        </p:nvCxnSpPr>
        <p:spPr>
          <a:xfrm>
            <a:off x="7971687" y="183899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176118" y="1327836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FollowList</a:t>
            </a:r>
            <a:endParaRPr lang="en-US" dirty="0"/>
          </a:p>
        </p:txBody>
      </p:sp>
      <p:cxnSp>
        <p:nvCxnSpPr>
          <p:cNvPr id="76" name="Straight Arrow Connector 75"/>
          <p:cNvCxnSpPr/>
          <p:nvPr/>
        </p:nvCxnSpPr>
        <p:spPr>
          <a:xfrm>
            <a:off x="7971687" y="4900441"/>
            <a:ext cx="16687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656471" y="4804769"/>
            <a:ext cx="134756" cy="818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2254838" y="5300474"/>
            <a:ext cx="44712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13: Display list of bloggers that the user is following</a:t>
            </a:r>
            <a:endParaRPr lang="en-US" sz="1600" dirty="0"/>
          </a:p>
        </p:txBody>
      </p:sp>
      <p:sp>
        <p:nvSpPr>
          <p:cNvPr id="85" name="TextBox 84"/>
          <p:cNvSpPr txBox="1"/>
          <p:nvPr/>
        </p:nvSpPr>
        <p:spPr>
          <a:xfrm>
            <a:off x="7338117" y="4576681"/>
            <a:ext cx="296733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Get following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86" name="TextBox 85"/>
          <p:cNvSpPr txBox="1"/>
          <p:nvPr/>
        </p:nvSpPr>
        <p:spPr>
          <a:xfrm>
            <a:off x="9700683" y="4417648"/>
            <a:ext cx="11916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2625081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1356" y="131734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4153" y="1828505"/>
            <a:ext cx="0" cy="43603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918247" y="131734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6288202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26171" y="1828505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4451" y="2094305"/>
            <a:ext cx="139403" cy="377307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4955" y="2115382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217881" y="2513586"/>
            <a:ext cx="139402" cy="3991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43854" y="2217620"/>
            <a:ext cx="1481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64357" y="2494395"/>
            <a:ext cx="189458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492633" y="1317349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ShowProfile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680311" y="2761279"/>
            <a:ext cx="139403" cy="61832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43855" y="3639269"/>
            <a:ext cx="360113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36605" y="3102932"/>
            <a:ext cx="347836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</a:t>
            </a:r>
          </a:p>
          <a:p>
            <a:pPr algn="ctr"/>
            <a:r>
              <a:rPr lang="en-US" sz="1600" dirty="0" smtClean="0"/>
              <a:t> follower number, 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4377947" y="2576139"/>
            <a:ext cx="1839934" cy="43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56540" y="2923797"/>
            <a:ext cx="37802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4398348" y="3285338"/>
            <a:ext cx="5242045" cy="158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288428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406054" y="1320829"/>
            <a:ext cx="177720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2294656" y="1831985"/>
            <a:ext cx="0" cy="435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89437" y="2533191"/>
            <a:ext cx="29673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blogger information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31" idx="2"/>
          </p:cNvCxnSpPr>
          <p:nvPr/>
        </p:nvCxnSpPr>
        <p:spPr>
          <a:xfrm>
            <a:off x="4344985" y="1831985"/>
            <a:ext cx="0" cy="4362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278484" y="1320829"/>
            <a:ext cx="213300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4258946" y="2418724"/>
            <a:ext cx="139402" cy="24817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349395" y="2850202"/>
            <a:ext cx="3362710" cy="223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4623" y="1921465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5" name="TextBox 34"/>
          <p:cNvSpPr txBox="1"/>
          <p:nvPr/>
        </p:nvSpPr>
        <p:spPr>
          <a:xfrm>
            <a:off x="2396511" y="2167000"/>
            <a:ext cx="1706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Click profile link</a:t>
            </a:r>
            <a:endParaRPr lang="en-US" sz="1600" dirty="0"/>
          </a:p>
        </p:txBody>
      </p:sp>
      <p:sp>
        <p:nvSpPr>
          <p:cNvPr id="36" name="TextBox 35"/>
          <p:cNvSpPr txBox="1"/>
          <p:nvPr/>
        </p:nvSpPr>
        <p:spPr>
          <a:xfrm>
            <a:off x="4601941" y="2237707"/>
            <a:ext cx="140625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</a:t>
            </a:r>
          </a:p>
          <a:p>
            <a:pPr algn="ctr"/>
            <a:r>
              <a:rPr lang="en-US" sz="1600" dirty="0" smtClean="0"/>
              <a:t>blogger profile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9791226" y="323408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10533185" y="287259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9791226" y="28725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712105" y="2328006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743855" y="4465584"/>
            <a:ext cx="3515091" cy="209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546728" y="4148000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Click follower link</a:t>
            </a:r>
            <a:endParaRPr lang="en-US" sz="1600" dirty="0"/>
          </a:p>
        </p:txBody>
      </p:sp>
      <p:sp>
        <p:nvSpPr>
          <p:cNvPr id="44" name="TextBox 43"/>
          <p:cNvSpPr txBox="1"/>
          <p:nvPr/>
        </p:nvSpPr>
        <p:spPr>
          <a:xfrm>
            <a:off x="4453148" y="4426780"/>
            <a:ext cx="34549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Request  follower bloggers</a:t>
            </a:r>
            <a:endParaRPr lang="en-US" sz="1600" dirty="0"/>
          </a:p>
        </p:txBody>
      </p:sp>
      <p:cxnSp>
        <p:nvCxnSpPr>
          <p:cNvPr id="45" name="Straight Arrow Connector 44"/>
          <p:cNvCxnSpPr/>
          <p:nvPr/>
        </p:nvCxnSpPr>
        <p:spPr>
          <a:xfrm>
            <a:off x="4344985" y="4733184"/>
            <a:ext cx="354699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806911" y="5331764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 flipV="1">
            <a:off x="10548870" y="497027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9806911" y="4970274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8022562" y="5511414"/>
            <a:ext cx="1623091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29671" y="5214266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744623" y="5655103"/>
            <a:ext cx="7147355" cy="2044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7891978" y="4661441"/>
            <a:ext cx="130584" cy="10944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/>
          <p:cNvCxnSpPr>
            <a:stCxn id="57" idx="2"/>
          </p:cNvCxnSpPr>
          <p:nvPr/>
        </p:nvCxnSpPr>
        <p:spPr>
          <a:xfrm>
            <a:off x="7971687" y="1838992"/>
            <a:ext cx="0" cy="43820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7176118" y="1327836"/>
            <a:ext cx="159113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FollowList</a:t>
            </a:r>
            <a:endParaRPr lang="en-US" dirty="0"/>
          </a:p>
        </p:txBody>
      </p:sp>
      <p:cxnSp>
        <p:nvCxnSpPr>
          <p:cNvPr id="76" name="Straight Arrow Connector 75"/>
          <p:cNvCxnSpPr/>
          <p:nvPr/>
        </p:nvCxnSpPr>
        <p:spPr>
          <a:xfrm>
            <a:off x="7971687" y="4900441"/>
            <a:ext cx="16687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656471" y="4804769"/>
            <a:ext cx="134756" cy="818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/>
          <p:cNvSpPr txBox="1"/>
          <p:nvPr/>
        </p:nvSpPr>
        <p:spPr>
          <a:xfrm>
            <a:off x="7338117" y="4576681"/>
            <a:ext cx="296733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Get follower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54" name="TextBox 53"/>
          <p:cNvSpPr txBox="1"/>
          <p:nvPr/>
        </p:nvSpPr>
        <p:spPr>
          <a:xfrm>
            <a:off x="9700683" y="4417648"/>
            <a:ext cx="1191652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sp>
        <p:nvSpPr>
          <p:cNvPr id="58" name="TextBox 57"/>
          <p:cNvSpPr txBox="1"/>
          <p:nvPr/>
        </p:nvSpPr>
        <p:spPr>
          <a:xfrm>
            <a:off x="2693226" y="5316549"/>
            <a:ext cx="36561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13: Display list of bloggers follow the user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933980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356" y="104283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>
            <a:off x="674153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04451" y="1676682"/>
            <a:ext cx="139403" cy="48616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27" y="13909"/>
            <a:ext cx="1199252" cy="11992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406053" y="1046310"/>
            <a:ext cx="12713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Home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7" name="Straight Connector 6"/>
          <p:cNvCxnSpPr>
            <a:stCxn id="6" idx="2"/>
          </p:cNvCxnSpPr>
          <p:nvPr/>
        </p:nvCxnSpPr>
        <p:spPr>
          <a:xfrm>
            <a:off x="2041734" y="1557466"/>
            <a:ext cx="0" cy="51181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stCxn id="13" idx="2"/>
          </p:cNvCxnSpPr>
          <p:nvPr/>
        </p:nvCxnSpPr>
        <p:spPr>
          <a:xfrm>
            <a:off x="3638538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771995" y="1042830"/>
            <a:ext cx="173308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cxnSp>
        <p:nvCxnSpPr>
          <p:cNvPr id="16" name="Straight Connector 15"/>
          <p:cNvCxnSpPr>
            <a:stCxn id="17" idx="2"/>
          </p:cNvCxnSpPr>
          <p:nvPr/>
        </p:nvCxnSpPr>
        <p:spPr>
          <a:xfrm>
            <a:off x="5355079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668813" y="1042830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ShowProfile</a:t>
            </a:r>
            <a:endParaRPr lang="en-US" sz="1600" dirty="0"/>
          </a:p>
        </p:txBody>
      </p:sp>
      <p:cxnSp>
        <p:nvCxnSpPr>
          <p:cNvPr id="20" name="Straight Connector 19"/>
          <p:cNvCxnSpPr>
            <a:stCxn id="21" idx="2"/>
          </p:cNvCxnSpPr>
          <p:nvPr/>
        </p:nvCxnSpPr>
        <p:spPr>
          <a:xfrm>
            <a:off x="6880011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193745" y="1042830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24" name="Straight Connector 23"/>
          <p:cNvCxnSpPr>
            <a:stCxn id="25" idx="2"/>
          </p:cNvCxnSpPr>
          <p:nvPr/>
        </p:nvCxnSpPr>
        <p:spPr>
          <a:xfrm>
            <a:off x="8404943" y="1544205"/>
            <a:ext cx="0" cy="51314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718677" y="1033049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26" name="Rectangle 25"/>
          <p:cNvSpPr/>
          <p:nvPr/>
        </p:nvSpPr>
        <p:spPr>
          <a:xfrm>
            <a:off x="9194188" y="1042830"/>
            <a:ext cx="160557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27" name="Straight Connector 26"/>
          <p:cNvCxnSpPr>
            <a:stCxn id="26" idx="2"/>
          </p:cNvCxnSpPr>
          <p:nvPr/>
        </p:nvCxnSpPr>
        <p:spPr>
          <a:xfrm>
            <a:off x="9996976" y="1553986"/>
            <a:ext cx="5135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743854" y="1799997"/>
            <a:ext cx="12281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62309" y="1509402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38" name="TextBox 37"/>
          <p:cNvSpPr txBox="1"/>
          <p:nvPr/>
        </p:nvSpPr>
        <p:spPr>
          <a:xfrm>
            <a:off x="2087164" y="1762326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profile link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681809" y="2133442"/>
            <a:ext cx="15624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</a:p>
          <a:p>
            <a:pPr algn="ctr"/>
            <a:r>
              <a:rPr lang="en-US" sz="1400" dirty="0" smtClean="0"/>
              <a:t>shopkeeper profile</a:t>
            </a:r>
            <a:endParaRPr lang="en-US" sz="1400" dirty="0"/>
          </a:p>
        </p:txBody>
      </p:sp>
      <p:sp>
        <p:nvSpPr>
          <p:cNvPr id="40" name="Rectangle 39"/>
          <p:cNvSpPr/>
          <p:nvPr/>
        </p:nvSpPr>
        <p:spPr>
          <a:xfrm>
            <a:off x="1972033" y="1684746"/>
            <a:ext cx="139402" cy="44869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2078524" y="2064717"/>
            <a:ext cx="149031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3568837" y="2044005"/>
            <a:ext cx="139402" cy="23824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5285378" y="2303097"/>
            <a:ext cx="139402" cy="44144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/>
          <p:cNvCxnSpPr/>
          <p:nvPr/>
        </p:nvCxnSpPr>
        <p:spPr>
          <a:xfrm>
            <a:off x="3681809" y="2405006"/>
            <a:ext cx="160356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9922761" y="2595824"/>
            <a:ext cx="139402" cy="5590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Arrow Connector 48"/>
          <p:cNvCxnSpPr/>
          <p:nvPr/>
        </p:nvCxnSpPr>
        <p:spPr>
          <a:xfrm>
            <a:off x="5391960" y="2656662"/>
            <a:ext cx="45308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130786" y="2800035"/>
            <a:ext cx="27645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  <a:r>
              <a:rPr lang="en-US" sz="1400" dirty="0" smtClean="0"/>
              <a:t>email</a:t>
            </a:r>
            <a:r>
              <a:rPr lang="en-US" sz="1400" dirty="0"/>
              <a:t>, list of created </a:t>
            </a:r>
            <a:r>
              <a:rPr lang="en-US" sz="1400" dirty="0" smtClean="0"/>
              <a:t>shops)</a:t>
            </a:r>
            <a:endParaRPr lang="en-US" sz="1400" dirty="0"/>
          </a:p>
        </p:txBody>
      </p:sp>
      <p:cxnSp>
        <p:nvCxnSpPr>
          <p:cNvPr id="53" name="Straight Arrow Connector 52"/>
          <p:cNvCxnSpPr/>
          <p:nvPr/>
        </p:nvCxnSpPr>
        <p:spPr>
          <a:xfrm flipH="1" flipV="1">
            <a:off x="3708239" y="3101768"/>
            <a:ext cx="6202620" cy="15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371549" y="2351403"/>
            <a:ext cx="29673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shopkeeper information</a:t>
            </a:r>
            <a:endParaRPr 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9950184" y="21848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43828" y="2978644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476853" y="2702959"/>
            <a:ext cx="0" cy="2756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H="1">
            <a:off x="10043828" y="2720120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flipH="1" flipV="1">
            <a:off x="743854" y="3313427"/>
            <a:ext cx="2808546" cy="15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38238" y="3033035"/>
            <a:ext cx="27645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result</a:t>
            </a:r>
          </a:p>
          <a:p>
            <a:pPr algn="ctr"/>
            <a:r>
              <a:rPr lang="en-US" sz="1400" dirty="0"/>
              <a:t>(profile picture, username, </a:t>
            </a:r>
            <a:r>
              <a:rPr lang="en-US" sz="1400" dirty="0" smtClean="0"/>
              <a:t>email</a:t>
            </a:r>
            <a:r>
              <a:rPr lang="en-US" sz="1400" dirty="0"/>
              <a:t>, list of created </a:t>
            </a:r>
            <a:r>
              <a:rPr lang="en-US" sz="1400" dirty="0" smtClean="0"/>
              <a:t>shops)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1406053" y="3723442"/>
            <a:ext cx="1672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Click message link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735214" y="4025833"/>
            <a:ext cx="2817186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810310" y="4260035"/>
            <a:ext cx="139402" cy="22783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Arrow Connector 69"/>
          <p:cNvCxnSpPr/>
          <p:nvPr/>
        </p:nvCxnSpPr>
        <p:spPr>
          <a:xfrm>
            <a:off x="3638538" y="4375006"/>
            <a:ext cx="317177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901618" y="4057859"/>
            <a:ext cx="2685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Request message user interface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 flipH="1">
            <a:off x="735214" y="4727708"/>
            <a:ext cx="607185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339133" y="4419931"/>
            <a:ext cx="26783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Return message user interface</a:t>
            </a:r>
            <a:endParaRPr lang="en-US" sz="1400" dirty="0"/>
          </a:p>
        </p:txBody>
      </p:sp>
      <p:cxnSp>
        <p:nvCxnSpPr>
          <p:cNvPr id="78" name="Straight Arrow Connector 77"/>
          <p:cNvCxnSpPr/>
          <p:nvPr/>
        </p:nvCxnSpPr>
        <p:spPr>
          <a:xfrm>
            <a:off x="702842" y="5117165"/>
            <a:ext cx="6107468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879389" y="4802189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Input message</a:t>
            </a:r>
            <a:endParaRPr lang="en-US" sz="1400" dirty="0"/>
          </a:p>
        </p:txBody>
      </p:sp>
      <p:sp>
        <p:nvSpPr>
          <p:cNvPr id="81" name="Rectangle 80"/>
          <p:cNvSpPr/>
          <p:nvPr/>
        </p:nvSpPr>
        <p:spPr>
          <a:xfrm>
            <a:off x="8335242" y="5235182"/>
            <a:ext cx="122239" cy="6720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2" name="Straight Arrow Connector 81"/>
          <p:cNvCxnSpPr/>
          <p:nvPr/>
        </p:nvCxnSpPr>
        <p:spPr>
          <a:xfrm>
            <a:off x="6871075" y="5343217"/>
            <a:ext cx="1464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881060" y="5035440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Store message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8667910" y="5081607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13:Validate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 flipH="1">
            <a:off x="8457481" y="5695843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8890506" y="5402997"/>
            <a:ext cx="0" cy="2928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 flipH="1">
            <a:off x="8457481" y="5420158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/>
          <p:cNvCxnSpPr/>
          <p:nvPr/>
        </p:nvCxnSpPr>
        <p:spPr>
          <a:xfrm flipH="1">
            <a:off x="6949712" y="5825406"/>
            <a:ext cx="14306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775984" y="5499396"/>
            <a:ext cx="1726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Return result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15984" y="5986098"/>
            <a:ext cx="607185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/>
          <p:cNvCxnSpPr/>
          <p:nvPr/>
        </p:nvCxnSpPr>
        <p:spPr>
          <a:xfrm flipH="1">
            <a:off x="715984" y="6401174"/>
            <a:ext cx="607185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2807763" y="5707793"/>
            <a:ext cx="1737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Result = Success</a:t>
            </a:r>
          </a:p>
          <a:p>
            <a:r>
              <a:rPr lang="en-US" sz="1400" dirty="0" smtClean="0"/>
              <a:t>Display sent message</a:t>
            </a:r>
            <a:endParaRPr lang="en-US" sz="1400" dirty="0"/>
          </a:p>
        </p:txBody>
      </p:sp>
      <p:sp>
        <p:nvSpPr>
          <p:cNvPr id="97" name="TextBox 96"/>
          <p:cNvSpPr txBox="1"/>
          <p:nvPr/>
        </p:nvSpPr>
        <p:spPr>
          <a:xfrm>
            <a:off x="2791319" y="6116795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16: Result = Fail</a:t>
            </a:r>
          </a:p>
          <a:p>
            <a:r>
              <a:rPr lang="en-US" sz="1400" dirty="0" smtClean="0"/>
              <a:t>Display error message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982218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95571" y="104283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>
            <a:off x="2038368" y="1553986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1968666" y="1848292"/>
            <a:ext cx="139403" cy="43983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51379" y="1046310"/>
            <a:ext cx="127136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Home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6" name="Straight Connector 5"/>
          <p:cNvCxnSpPr>
            <a:stCxn id="5" idx="2"/>
          </p:cNvCxnSpPr>
          <p:nvPr/>
        </p:nvCxnSpPr>
        <p:spPr>
          <a:xfrm>
            <a:off x="4087060" y="1557466"/>
            <a:ext cx="0" cy="51181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2108069" y="1971607"/>
            <a:ext cx="190929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311582" y="1681012"/>
            <a:ext cx="122294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4278185" y="2187669"/>
            <a:ext cx="16725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Click message link</a:t>
            </a:r>
            <a:endParaRPr lang="en-US" sz="1400" dirty="0"/>
          </a:p>
        </p:txBody>
      </p:sp>
      <p:sp>
        <p:nvSpPr>
          <p:cNvPr id="10" name="Rectangle 9"/>
          <p:cNvSpPr/>
          <p:nvPr/>
        </p:nvSpPr>
        <p:spPr>
          <a:xfrm>
            <a:off x="4017359" y="1856355"/>
            <a:ext cx="139402" cy="71096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4132490" y="2471788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742" y="13909"/>
            <a:ext cx="1199252" cy="1199252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15" idx="2"/>
          </p:cNvCxnSpPr>
          <p:nvPr/>
        </p:nvCxnSpPr>
        <p:spPr>
          <a:xfrm>
            <a:off x="6150351" y="1544205"/>
            <a:ext cx="0" cy="51216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464085" y="1033049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16" name="Straight Connector 15"/>
          <p:cNvCxnSpPr>
            <a:stCxn id="17" idx="2"/>
          </p:cNvCxnSpPr>
          <p:nvPr/>
        </p:nvCxnSpPr>
        <p:spPr>
          <a:xfrm>
            <a:off x="8138681" y="1534424"/>
            <a:ext cx="0" cy="51314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452415" y="102326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19" name="Rectangle 18"/>
          <p:cNvSpPr/>
          <p:nvPr/>
        </p:nvSpPr>
        <p:spPr>
          <a:xfrm>
            <a:off x="6080649" y="2364238"/>
            <a:ext cx="166121" cy="38823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8068979" y="2567324"/>
            <a:ext cx="148824" cy="330176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509816" y="2413435"/>
            <a:ext cx="14029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Request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190521" y="2697554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8217803" y="3184551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8824947" y="282306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8217803" y="2823061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48971" y="252285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32" name="Straight Arrow Connector 31"/>
          <p:cNvCxnSpPr/>
          <p:nvPr/>
        </p:nvCxnSpPr>
        <p:spPr>
          <a:xfrm flipH="1">
            <a:off x="6220052" y="3440015"/>
            <a:ext cx="182080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09816" y="3133127"/>
            <a:ext cx="13058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5</a:t>
            </a:r>
            <a:r>
              <a:rPr lang="en-US" sz="1400" dirty="0" smtClean="0"/>
              <a:t>: Return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2108069" y="3712543"/>
            <a:ext cx="39725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2069199" y="4326829"/>
            <a:ext cx="401145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972294" y="3387605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Display list of conversations</a:t>
            </a:r>
            <a:endParaRPr lang="en-US" sz="1400" dirty="0"/>
          </a:p>
        </p:txBody>
      </p:sp>
      <p:sp>
        <p:nvSpPr>
          <p:cNvPr id="40" name="TextBox 39"/>
          <p:cNvSpPr txBox="1"/>
          <p:nvPr/>
        </p:nvSpPr>
        <p:spPr>
          <a:xfrm>
            <a:off x="3235928" y="3999221"/>
            <a:ext cx="20819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Select a conversations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6536535" y="4393413"/>
            <a:ext cx="1270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Request </a:t>
            </a:r>
          </a:p>
          <a:p>
            <a:r>
              <a:rPr lang="en-US" sz="1400" dirty="0" smtClean="0"/>
              <a:t>message detail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6182914" y="4677532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H="1">
            <a:off x="8217803" y="5314716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8824947" y="49532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H="1">
            <a:off x="8217803" y="4953226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548971" y="4653019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6246771" y="5621604"/>
            <a:ext cx="182080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36535" y="5331877"/>
            <a:ext cx="1270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Return </a:t>
            </a:r>
          </a:p>
          <a:p>
            <a:r>
              <a:rPr lang="en-US" sz="1400" dirty="0" smtClean="0"/>
              <a:t>message detail</a:t>
            </a:r>
            <a:endParaRPr lang="en-US" sz="14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2108069" y="6013143"/>
            <a:ext cx="410318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824018" y="5674742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11: Display message detail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546413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ShopRandom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262450" y="1184951"/>
            <a:ext cx="213699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ShopDatabase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30948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75078" cy="14847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296928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41983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33017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292080" y="3824703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18550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776373" y="2908016"/>
            <a:ext cx="139402" cy="23739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34098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59897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386924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779397" y="3530456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/>
              <a:t>shops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56312" y="3486149"/>
            <a:ext cx="19967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list of shops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4836039" y="2622900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Request random shops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2559874" y="4099667"/>
            <a:ext cx="14861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/>
              <a:t>S</a:t>
            </a:r>
            <a:r>
              <a:rPr lang="en-US" sz="1600" dirty="0" smtClean="0"/>
              <a:t>elect a shop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256251" y="4268944"/>
            <a:ext cx="32648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Request shop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Click random link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Random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2908016"/>
            <a:ext cx="139402" cy="9604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206067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74505" y="3684069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306496" y="2888670"/>
            <a:ext cx="1393778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Get random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373360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 flipH="1">
            <a:off x="9902994" y="361955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10644953" y="325806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902994" y="325806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77824" y="275995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9909707" y="50770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0651666" y="47155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9909707" y="47155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839653" y="421746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6" name="TextBox 65"/>
          <p:cNvSpPr txBox="1"/>
          <p:nvPr/>
        </p:nvSpPr>
        <p:spPr>
          <a:xfrm>
            <a:off x="6330948" y="4866826"/>
            <a:ext cx="35848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67" name="TextBox 66"/>
          <p:cNvSpPr txBox="1"/>
          <p:nvPr/>
        </p:nvSpPr>
        <p:spPr>
          <a:xfrm>
            <a:off x="1037293" y="5001191"/>
            <a:ext cx="44768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Display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  <a:r>
              <a:rPr lang="en-US" sz="1600" dirty="0" smtClean="0"/>
              <a:t>branch, </a:t>
            </a:r>
          </a:p>
          <a:p>
            <a:pPr algn="ctr"/>
            <a:r>
              <a:rPr lang="en-US" sz="1600" dirty="0" smtClean="0"/>
              <a:t>telephone number, information, pictures, location)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6700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720026" y="4043506"/>
            <a:ext cx="1861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Return list of shops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21348" y="2058075"/>
            <a:ext cx="23718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list of categories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028830" y="3463286"/>
            <a:ext cx="17654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Send category type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5949067" y="3608943"/>
            <a:ext cx="37379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Request list of shops from the category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</a:t>
            </a:r>
          </a:p>
          <a:p>
            <a:pPr algn="ctr"/>
            <a:r>
              <a:rPr lang="en-US" sz="1400" dirty="0" smtClean="0"/>
              <a:t> stationary, container,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0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48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Select a shops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175371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699858" y="4886269"/>
            <a:ext cx="177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Request </a:t>
            </a:r>
            <a:r>
              <a:rPr lang="en-US" sz="1400" dirty="0"/>
              <a:t>shop </a:t>
            </a:r>
            <a:r>
              <a:rPr lang="en-US" sz="1400" dirty="0" smtClean="0"/>
              <a:t>information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579006" y="2430963"/>
            <a:ext cx="2100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Return list of categories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-329186" y="1643919"/>
            <a:ext cx="36218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page </a:t>
            </a:r>
          </a:p>
          <a:p>
            <a:pPr algn="ctr"/>
            <a:r>
              <a:rPr lang="en-US" sz="1400" dirty="0" smtClean="0"/>
              <a:t>for blogger link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1979840" y="1935903"/>
            <a:ext cx="22847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</a:t>
            </a:r>
            <a:r>
              <a:rPr lang="en-US" sz="1400" dirty="0" smtClean="0"/>
              <a:t>: Click shop </a:t>
            </a:r>
          </a:p>
          <a:p>
            <a:pPr algn="ctr"/>
            <a:r>
              <a:rPr lang="en-US" sz="1400" dirty="0" smtClean="0"/>
              <a:t>category link</a:t>
            </a:r>
            <a:endParaRPr lang="en-US" sz="1400" dirty="0"/>
          </a:p>
        </p:txBody>
      </p:sp>
      <p:cxnSp>
        <p:nvCxnSpPr>
          <p:cNvPr id="57" name="Straight Arrow Connector 56"/>
          <p:cNvCxnSpPr/>
          <p:nvPr/>
        </p:nvCxnSpPr>
        <p:spPr>
          <a:xfrm flipH="1">
            <a:off x="10066043" y="4287853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10575666" y="392636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10066043" y="3916720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948489" y="341863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8245" y="5636938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9824" y="527544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8245" y="5275448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8598" y="4800469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70" name="TextBox 69"/>
          <p:cNvSpPr txBox="1"/>
          <p:nvPr/>
        </p:nvSpPr>
        <p:spPr>
          <a:xfrm>
            <a:off x="6953130" y="5492566"/>
            <a:ext cx="358482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shop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 smtClean="0"/>
              <a:t>(shop name, </a:t>
            </a:r>
            <a:r>
              <a:rPr lang="en-US" sz="1400" dirty="0"/>
              <a:t>owner username, </a:t>
            </a:r>
          </a:p>
          <a:p>
            <a:pPr algn="ctr"/>
            <a:r>
              <a:rPr lang="en-US" sz="1400" dirty="0"/>
              <a:t>b</a:t>
            </a:r>
            <a:r>
              <a:rPr lang="en-US" sz="1400" dirty="0" smtClean="0"/>
              <a:t>ranch, telephone number, </a:t>
            </a:r>
          </a:p>
          <a:p>
            <a:pPr algn="ctr"/>
            <a:r>
              <a:rPr lang="en-US" sz="1400" dirty="0" smtClean="0"/>
              <a:t>information, pictures, location)</a:t>
            </a:r>
            <a:endParaRPr lang="en-US" sz="1400" dirty="0"/>
          </a:p>
        </p:txBody>
      </p:sp>
      <p:sp>
        <p:nvSpPr>
          <p:cNvPr id="71" name="TextBox 70"/>
          <p:cNvSpPr txBox="1"/>
          <p:nvPr/>
        </p:nvSpPr>
        <p:spPr>
          <a:xfrm>
            <a:off x="982011" y="5729753"/>
            <a:ext cx="447685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Display selected shop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 smtClean="0"/>
              <a:t>(shop name, </a:t>
            </a:r>
            <a:r>
              <a:rPr lang="en-US" sz="1400" dirty="0"/>
              <a:t>owner username, </a:t>
            </a:r>
            <a:r>
              <a:rPr lang="en-US" sz="1400" dirty="0" smtClean="0"/>
              <a:t>branch, </a:t>
            </a:r>
          </a:p>
          <a:p>
            <a:pPr algn="ctr"/>
            <a:r>
              <a:rPr lang="en-US" sz="1400" dirty="0" smtClean="0"/>
              <a:t>telephone number, information, pictures, location)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9498945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4278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17075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75720" y="1184951"/>
            <a:ext cx="189331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ShopSearch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355384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Shop</a:t>
            </a:r>
            <a:br>
              <a:rPr lang="en-US" dirty="0" smtClean="0"/>
            </a:br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ShopDatabase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222379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6318207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47374" y="2106582"/>
            <a:ext cx="139404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39176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152677" y="2517957"/>
            <a:ext cx="139403" cy="1901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17075" y="2199517"/>
            <a:ext cx="15221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39176" y="2586755"/>
            <a:ext cx="19135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4292080" y="3248102"/>
            <a:ext cx="38430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17075" y="4644887"/>
            <a:ext cx="5547508" cy="230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86778" y="5555227"/>
            <a:ext cx="556241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292080" y="4127580"/>
            <a:ext cx="3843023" cy="369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403985" y="5410552"/>
            <a:ext cx="336856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776373" y="3278664"/>
            <a:ext cx="139402" cy="2230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6264583" y="4566031"/>
            <a:ext cx="139402" cy="109585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53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88958" y="1184951"/>
            <a:ext cx="16398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308877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403985" y="4824021"/>
            <a:ext cx="337238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86778" y="4283574"/>
            <a:ext cx="3365900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36412" y="3944786"/>
            <a:ext cx="27415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list of </a:t>
            </a:r>
            <a:r>
              <a:rPr lang="en-US" sz="1600" dirty="0"/>
              <a:t>shops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56311" y="3784026"/>
            <a:ext cx="19967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list of </a:t>
            </a:r>
            <a:r>
              <a:rPr lang="en-US" sz="1600" dirty="0"/>
              <a:t>shops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27755" y="2913800"/>
            <a:ext cx="3273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</a:t>
            </a:r>
            <a:r>
              <a:rPr lang="en-US" sz="1600" dirty="0"/>
              <a:t>Request </a:t>
            </a:r>
            <a:r>
              <a:rPr lang="en-US" sz="1600" dirty="0" smtClean="0"/>
              <a:t>shops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1779397" y="4324717"/>
            <a:ext cx="15900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</a:t>
            </a:r>
            <a:r>
              <a:rPr lang="en-US" sz="1600" dirty="0"/>
              <a:t>S</a:t>
            </a:r>
            <a:r>
              <a:rPr lang="en-US" sz="1600" dirty="0" smtClean="0"/>
              <a:t>elect a shop</a:t>
            </a:r>
            <a:endParaRPr lang="en-US" sz="1600" dirty="0"/>
          </a:p>
        </p:txBody>
      </p:sp>
      <p:sp>
        <p:nvSpPr>
          <p:cNvPr id="53" name="TextBox 52"/>
          <p:cNvSpPr txBox="1"/>
          <p:nvPr/>
        </p:nvSpPr>
        <p:spPr>
          <a:xfrm>
            <a:off x="6403985" y="4493994"/>
            <a:ext cx="3179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Request shop  information</a:t>
            </a:r>
            <a:endParaRPr lang="en-US" sz="1600" dirty="0"/>
          </a:p>
        </p:txBody>
      </p:sp>
      <p:sp>
        <p:nvSpPr>
          <p:cNvPr id="35" name="TextBox 34"/>
          <p:cNvSpPr txBox="1"/>
          <p:nvPr/>
        </p:nvSpPr>
        <p:spPr>
          <a:xfrm>
            <a:off x="666770" y="1656971"/>
            <a:ext cx="1635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</a:t>
            </a:r>
            <a:r>
              <a:rPr lang="en-US" sz="1600" dirty="0" smtClean="0"/>
              <a:t>: Click home </a:t>
            </a:r>
          </a:p>
          <a:p>
            <a:pPr algn="ctr"/>
            <a:r>
              <a:rPr lang="en-US" sz="1600" dirty="0"/>
              <a:t>p</a:t>
            </a:r>
            <a:r>
              <a:rPr lang="en-US" sz="1600" dirty="0" smtClean="0"/>
              <a:t>age for </a:t>
            </a:r>
          </a:p>
          <a:p>
            <a:pPr algn="ctr"/>
            <a:r>
              <a:rPr lang="en-US" sz="1600" dirty="0" smtClean="0"/>
              <a:t>blogger link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124801" y="2248201"/>
            <a:ext cx="22847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/>
              <a:t>Click on search box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2380" y="1184951"/>
            <a:ext cx="130541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Search</a:t>
            </a:r>
            <a:endParaRPr lang="en-US" dirty="0"/>
          </a:p>
        </p:txBody>
      </p:sp>
      <p:cxnSp>
        <p:nvCxnSpPr>
          <p:cNvPr id="45" name="Straight Connector 44"/>
          <p:cNvCxnSpPr/>
          <p:nvPr/>
        </p:nvCxnSpPr>
        <p:spPr>
          <a:xfrm>
            <a:off x="8189895" y="1542596"/>
            <a:ext cx="30986" cy="415756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135103" y="3152237"/>
            <a:ext cx="139402" cy="10831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/>
          <p:nvPr/>
        </p:nvCxnSpPr>
        <p:spPr>
          <a:xfrm>
            <a:off x="8254794" y="3373360"/>
            <a:ext cx="15332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8236958" y="3940120"/>
            <a:ext cx="150186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185093" y="2807307"/>
            <a:ext cx="16609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Get shops </a:t>
            </a:r>
            <a:r>
              <a:rPr lang="en-US" sz="1600" dirty="0"/>
              <a:t>that has the keyword</a:t>
            </a:r>
          </a:p>
          <a:p>
            <a:pPr algn="ctr"/>
            <a:endParaRPr lang="en-US" sz="1600" dirty="0"/>
          </a:p>
        </p:txBody>
      </p:sp>
      <p:sp>
        <p:nvSpPr>
          <p:cNvPr id="70" name="TextBox 69"/>
          <p:cNvSpPr txBox="1"/>
          <p:nvPr/>
        </p:nvSpPr>
        <p:spPr>
          <a:xfrm>
            <a:off x="8274505" y="3631374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47374" y="3028798"/>
            <a:ext cx="350530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651863" y="267969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9887505" y="382092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10629464" y="345943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>
            <a:off x="9887505" y="345943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862335" y="296132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94218" y="527844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36177" y="491695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94218" y="491695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824164" y="4418838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6337004" y="5072758"/>
            <a:ext cx="358482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71" name="TextBox 70"/>
          <p:cNvSpPr txBox="1"/>
          <p:nvPr/>
        </p:nvSpPr>
        <p:spPr>
          <a:xfrm>
            <a:off x="1043349" y="5207123"/>
            <a:ext cx="44768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14: Display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  <a:r>
              <a:rPr lang="en-US" sz="1600" dirty="0" smtClean="0"/>
              <a:t>branch, </a:t>
            </a:r>
          </a:p>
          <a:p>
            <a:pPr algn="ctr"/>
            <a:r>
              <a:rPr lang="en-US" sz="1600" dirty="0" smtClean="0"/>
              <a:t>telephone number, information, pictures, location)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748265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0613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Visitor/Blogger</a:t>
            </a:r>
            <a:endParaRPr lang="en-US" sz="14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204198" y="906131"/>
            <a:ext cx="21811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TutorialManagement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6985495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5294767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793419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672862"/>
            <a:ext cx="139402" cy="49101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68835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76579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15303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43069" y="3193609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32057" y="2905162"/>
            <a:ext cx="39304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smtClean="0"/>
              <a:t>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  <a:endParaRPr lang="en-US" sz="1400" dirty="0" smtClean="0"/>
          </a:p>
          <a:p>
            <a:pPr algn="ctr"/>
            <a:r>
              <a:rPr lang="en-US" sz="1400" dirty="0" smtClean="0"/>
              <a:t>owner username</a:t>
            </a:r>
            <a:r>
              <a:rPr lang="en-US" sz="1400" dirty="0" smtClean="0"/>
              <a:t>, </a:t>
            </a:r>
            <a:r>
              <a:rPr lang="en-US" sz="1400" dirty="0" smtClean="0"/>
              <a:t>number </a:t>
            </a:r>
            <a:r>
              <a:rPr lang="en-US" sz="1400" dirty="0" smtClean="0"/>
              <a:t>of like, material description, material picture</a:t>
            </a:r>
            <a:r>
              <a:rPr lang="en-US" sz="1400" dirty="0" smtClean="0"/>
              <a:t>, step </a:t>
            </a:r>
            <a:r>
              <a:rPr lang="en-US" sz="1400" dirty="0" smtClean="0"/>
              <a:t>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361697" y="3065725"/>
            <a:ext cx="243172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387956" y="2588197"/>
            <a:ext cx="235882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smtClean="0"/>
              <a:t>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</a:t>
            </a:r>
            <a:r>
              <a:rPr lang="en-US" sz="1400" dirty="0" smtClean="0"/>
              <a:t>, material </a:t>
            </a:r>
          </a:p>
          <a:p>
            <a:pPr algn="ctr"/>
            <a:r>
              <a:rPr lang="en-US" sz="1400" dirty="0" smtClean="0"/>
              <a:t>description</a:t>
            </a:r>
            <a:r>
              <a:rPr lang="en-US" sz="1400" dirty="0"/>
              <a:t>, </a:t>
            </a:r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23366" y="2238525"/>
            <a:ext cx="139402" cy="9395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18371" y="2042379"/>
            <a:ext cx="154096" cy="45406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077" y="-39718"/>
            <a:ext cx="1124734" cy="1124734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879961" y="906131"/>
            <a:ext cx="181089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361696" y="2333803"/>
            <a:ext cx="2361670" cy="8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7827475" y="282384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569434" y="246235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27475" y="246235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02305" y="196424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887454" y="4458483"/>
            <a:ext cx="43464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164966" y="4131701"/>
            <a:ext cx="18549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Click facebook share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8934628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Facebook</a:t>
            </a:r>
            <a:endParaRPr lang="en-US" sz="1600" dirty="0"/>
          </a:p>
        </p:txBody>
      </p:sp>
      <p:cxnSp>
        <p:nvCxnSpPr>
          <p:cNvPr id="63" name="Straight Connector 62"/>
          <p:cNvCxnSpPr>
            <a:stCxn id="62" idx="2"/>
          </p:cNvCxnSpPr>
          <p:nvPr/>
        </p:nvCxnSpPr>
        <p:spPr>
          <a:xfrm>
            <a:off x="9742552" y="1417287"/>
            <a:ext cx="1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5349679" y="4752525"/>
            <a:ext cx="43231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672852" y="4624248"/>
            <a:ext cx="139402" cy="18194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939028" y="4439478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access facebook account</a:t>
            </a:r>
            <a:endParaRPr lang="en-US" sz="14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5349679" y="5189266"/>
            <a:ext cx="432737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513081" y="4881489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943069" y="5372646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705804" y="5062851"/>
            <a:ext cx="29831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Display confirmation message</a:t>
            </a:r>
            <a:endParaRPr lang="en-US" sz="1400" dirty="0"/>
          </a:p>
        </p:txBody>
      </p:sp>
      <p:cxnSp>
        <p:nvCxnSpPr>
          <p:cNvPr id="71" name="Straight Arrow Connector 70"/>
          <p:cNvCxnSpPr/>
          <p:nvPr/>
        </p:nvCxnSpPr>
        <p:spPr>
          <a:xfrm>
            <a:off x="943069" y="5803580"/>
            <a:ext cx="42753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5396147" y="5963470"/>
            <a:ext cx="42767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5386260" y="6351095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13081" y="6043318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cxnSp>
        <p:nvCxnSpPr>
          <p:cNvPr id="77" name="Straight Arrow Connector 76"/>
          <p:cNvCxnSpPr/>
          <p:nvPr/>
        </p:nvCxnSpPr>
        <p:spPr>
          <a:xfrm flipH="1">
            <a:off x="943069" y="6465605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732570" y="6151363"/>
            <a:ext cx="27241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Display successful message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6674073" y="5649691"/>
            <a:ext cx="2839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12: Post the tutorial to Facebook</a:t>
            </a:r>
            <a:endParaRPr lang="en-US" sz="1400" dirty="0"/>
          </a:p>
        </p:txBody>
      </p:sp>
      <p:sp>
        <p:nvSpPr>
          <p:cNvPr id="81" name="TextBox 80"/>
          <p:cNvSpPr txBox="1"/>
          <p:nvPr/>
        </p:nvSpPr>
        <p:spPr>
          <a:xfrm>
            <a:off x="2083569" y="5521304"/>
            <a:ext cx="1150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</a:t>
            </a:r>
            <a:r>
              <a:rPr lang="en-US" sz="1400" dirty="0" smtClean="0"/>
              <a:t>: Click post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888118" y="1471535"/>
            <a:ext cx="16353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</a:t>
            </a:r>
            <a:r>
              <a:rPr lang="en-US" sz="1400" dirty="0" smtClean="0"/>
              <a:t>: Click home </a:t>
            </a:r>
          </a:p>
          <a:p>
            <a:pPr algn="ctr"/>
            <a:r>
              <a:rPr lang="en-US" sz="1400" dirty="0"/>
              <a:t>p</a:t>
            </a:r>
            <a:r>
              <a:rPr lang="en-US" sz="1400" dirty="0" smtClean="0"/>
              <a:t>age for </a:t>
            </a:r>
          </a:p>
          <a:p>
            <a:pPr algn="ctr"/>
            <a:r>
              <a:rPr lang="en-US" sz="1400" dirty="0" smtClean="0"/>
              <a:t>blogger link</a:t>
            </a:r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3252358" y="1837224"/>
            <a:ext cx="1510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a tutorial</a:t>
            </a:r>
            <a:endParaRPr lang="en-US" sz="1400" dirty="0"/>
          </a:p>
        </p:txBody>
      </p:sp>
      <p:sp>
        <p:nvSpPr>
          <p:cNvPr id="74" name="TextBox 73"/>
          <p:cNvSpPr txBox="1"/>
          <p:nvPr/>
        </p:nvSpPr>
        <p:spPr>
          <a:xfrm>
            <a:off x="5294767" y="2044848"/>
            <a:ext cx="25070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smtClean="0"/>
              <a:t>Request tutorial </a:t>
            </a:r>
            <a:endParaRPr lang="en-US" sz="1400" dirty="0" smtClean="0"/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08129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3580</TotalTime>
  <Words>2557</Words>
  <Application>Microsoft Macintosh PowerPoint</Application>
  <PresentationFormat>Custom</PresentationFormat>
  <Paragraphs>744</Paragraphs>
  <Slides>28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367</cp:revision>
  <dcterms:created xsi:type="dcterms:W3CDTF">2014-05-25T06:04:56Z</dcterms:created>
  <dcterms:modified xsi:type="dcterms:W3CDTF">2014-10-19T21:35:50Z</dcterms:modified>
</cp:coreProperties>
</file>