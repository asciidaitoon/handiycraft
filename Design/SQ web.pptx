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301" r:id="rId4"/>
    <p:sldId id="268" r:id="rId5"/>
    <p:sldId id="266" r:id="rId6"/>
    <p:sldId id="293" r:id="rId7"/>
    <p:sldId id="269" r:id="rId8"/>
    <p:sldId id="313" r:id="rId9"/>
    <p:sldId id="318" r:id="rId10"/>
    <p:sldId id="314" r:id="rId11"/>
    <p:sldId id="319" r:id="rId12"/>
    <p:sldId id="320" r:id="rId13"/>
    <p:sldId id="300" r:id="rId14"/>
    <p:sldId id="316" r:id="rId15"/>
    <p:sldId id="317" r:id="rId16"/>
    <p:sldId id="321" r:id="rId17"/>
    <p:sldId id="322" r:id="rId18"/>
    <p:sldId id="340" r:id="rId19"/>
    <p:sldId id="341" r:id="rId20"/>
    <p:sldId id="342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43" r:id="rId29"/>
    <p:sldId id="344" r:id="rId30"/>
    <p:sldId id="345" r:id="rId31"/>
    <p:sldId id="346" r:id="rId32"/>
  </p:sldIdLst>
  <p:sldSz cx="107997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CCFF39"/>
    <a:srgbClr val="FF4D7D"/>
    <a:srgbClr val="719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-1664" y="-104"/>
      </p:cViewPr>
      <p:guideLst>
        <p:guide orient="horz" pos="2160"/>
        <p:guide pos="34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interSettings" Target="printerSettings/printerSettings1.bin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130426"/>
            <a:ext cx="9179799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965" y="3886200"/>
            <a:ext cx="755983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pPr/>
              <a:t>10/22/14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0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pPr/>
              <a:t>10/22/14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45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07" y="4406901"/>
            <a:ext cx="91797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07" y="2906713"/>
            <a:ext cx="917979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pPr/>
              <a:t>10/22/14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90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988" y="1600201"/>
            <a:ext cx="476989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9880" y="1600201"/>
            <a:ext cx="476989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pPr/>
              <a:t>10/22/14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1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8" y="1535113"/>
            <a:ext cx="47717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988" y="2174875"/>
            <a:ext cx="47717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130" y="1535113"/>
            <a:ext cx="477364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130" y="2174875"/>
            <a:ext cx="477364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pPr/>
              <a:t>10/22/14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pPr/>
              <a:t>10/22/14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2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pPr/>
              <a:t>10/22/14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3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9" y="273050"/>
            <a:ext cx="355304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2407" y="273051"/>
            <a:ext cx="60373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989" y="1435101"/>
            <a:ext cx="355304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pPr/>
              <a:t>10/22/14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50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829" y="4800600"/>
            <a:ext cx="647985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6829" y="612775"/>
            <a:ext cx="647985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6829" y="5367338"/>
            <a:ext cx="647985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pPr/>
              <a:t>10/22/14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0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pPr/>
              <a:t>10/22/14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21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29828" y="274639"/>
            <a:ext cx="2429947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274639"/>
            <a:ext cx="7109844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F63ED-244D-4346-A15C-DC13E53AAAF7}" type="datetimeFigureOut">
              <a:rPr lang="en-US" smtClean="0"/>
              <a:pPr/>
              <a:t>10/22/14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F079A-40EE-BD45-9858-0BDF8AA7E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1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988" y="6356351"/>
            <a:ext cx="25199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F63ED-244D-4346-A15C-DC13E53AAAF7}" type="datetimeFigureOut">
              <a:rPr lang="en-US" smtClean="0"/>
              <a:pPr/>
              <a:t>10/22/14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9919" y="6356351"/>
            <a:ext cx="34199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39830" y="6356351"/>
            <a:ext cx="25199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F079A-40EE-BD45-9858-0BDF8AA7E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8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75355" y="1270613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Visitor</a:t>
            </a:r>
            <a:endParaRPr lang="en-US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1518152" y="1781769"/>
            <a:ext cx="0" cy="45224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949660" y="1270613"/>
            <a:ext cx="19850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Register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08716" y="1272959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Registered User Database</a:t>
            </a:r>
            <a:endParaRPr lang="en-US" dirty="0"/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942207" y="1781769"/>
            <a:ext cx="0" cy="45224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8416640" y="1784115"/>
            <a:ext cx="0" cy="452013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469148" y="1270613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HomeVisitor</a:t>
            </a:r>
            <a:endParaRPr lang="en-US" dirty="0"/>
          </a:p>
        </p:txBody>
      </p:sp>
      <p:cxnSp>
        <p:nvCxnSpPr>
          <p:cNvPr id="12" name="Straight Connector 11"/>
          <p:cNvCxnSpPr>
            <a:stCxn id="11" idx="2"/>
          </p:cNvCxnSpPr>
          <p:nvPr/>
        </p:nvCxnSpPr>
        <p:spPr>
          <a:xfrm>
            <a:off x="3595221" y="1781769"/>
            <a:ext cx="0" cy="452247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448451" y="2074823"/>
            <a:ext cx="122846" cy="385767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513806" y="2090313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872506" y="2480882"/>
            <a:ext cx="139402" cy="345161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343287" y="3735709"/>
            <a:ext cx="139402" cy="95993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518152" y="2167759"/>
            <a:ext cx="199565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653208" y="2587147"/>
            <a:ext cx="221929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448451" y="3592854"/>
            <a:ext cx="44240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8454201" y="4421650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9196160" y="3954646"/>
            <a:ext cx="0" cy="46700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8454201" y="397305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549095" y="3635045"/>
            <a:ext cx="16415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6: Validate inputs</a:t>
            </a:r>
            <a:endParaRPr lang="en-US" sz="1600" dirty="0"/>
          </a:p>
        </p:txBody>
      </p:sp>
      <p:pic>
        <p:nvPicPr>
          <p:cNvPr id="33" name="Picture 32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526" y="237437"/>
            <a:ext cx="1199252" cy="1199252"/>
          </a:xfrm>
          <a:prstGeom prst="rect">
            <a:avLst/>
          </a:prstGeom>
        </p:spPr>
      </p:pic>
      <p:cxnSp>
        <p:nvCxnSpPr>
          <p:cNvPr id="38" name="Straight Arrow Connector 37"/>
          <p:cNvCxnSpPr/>
          <p:nvPr/>
        </p:nvCxnSpPr>
        <p:spPr>
          <a:xfrm flipH="1">
            <a:off x="1571297" y="2989683"/>
            <a:ext cx="430120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300504" y="2647937"/>
            <a:ext cx="242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  <a:r>
              <a:rPr lang="en-US" sz="1600" dirty="0" smtClean="0"/>
              <a:t>: Return registration form</a:t>
            </a:r>
            <a:endParaRPr lang="en-US" sz="1600" dirty="0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6011908" y="3837275"/>
            <a:ext cx="233137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 flipV="1">
            <a:off x="6011908" y="4646511"/>
            <a:ext cx="2331380" cy="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468702" y="4307957"/>
            <a:ext cx="1483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7: Return result</a:t>
            </a:r>
            <a:endParaRPr lang="en-US" sz="1600" dirty="0"/>
          </a:p>
        </p:txBody>
      </p:sp>
      <p:sp>
        <p:nvSpPr>
          <p:cNvPr id="37" name="TextBox 36"/>
          <p:cNvSpPr txBox="1"/>
          <p:nvPr/>
        </p:nvSpPr>
        <p:spPr>
          <a:xfrm>
            <a:off x="3643820" y="3270725"/>
            <a:ext cx="20302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input information</a:t>
            </a:r>
            <a:br>
              <a:rPr lang="en-US" sz="1600" dirty="0" smtClean="0"/>
            </a:br>
            <a:r>
              <a:rPr lang="en-US" sz="1600" dirty="0" smtClean="0"/>
              <a:t>(username, password,</a:t>
            </a:r>
          </a:p>
          <a:p>
            <a:pPr algn="ctr"/>
            <a:r>
              <a:rPr lang="en-US" sz="1600" dirty="0" smtClean="0"/>
              <a:t> re-password, email)</a:t>
            </a:r>
            <a:endParaRPr lang="en-US" sz="1600" dirty="0"/>
          </a:p>
        </p:txBody>
      </p:sp>
      <p:sp>
        <p:nvSpPr>
          <p:cNvPr id="43" name="TextBox 42"/>
          <p:cNvSpPr txBox="1"/>
          <p:nvPr/>
        </p:nvSpPr>
        <p:spPr>
          <a:xfrm>
            <a:off x="6021922" y="3499897"/>
            <a:ext cx="20302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5: Store information</a:t>
            </a:r>
            <a:br>
              <a:rPr lang="en-US" sz="1600" dirty="0" smtClean="0"/>
            </a:br>
            <a:r>
              <a:rPr lang="en-US" sz="1600" dirty="0" smtClean="0"/>
              <a:t>(username, password,</a:t>
            </a:r>
          </a:p>
          <a:p>
            <a:pPr algn="ctr"/>
            <a:r>
              <a:rPr lang="en-US" sz="1600" dirty="0" smtClean="0"/>
              <a:t> re-password, email)</a:t>
            </a:r>
            <a:endParaRPr lang="en-US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1623398" y="1844650"/>
            <a:ext cx="17531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page </a:t>
            </a:r>
          </a:p>
          <a:p>
            <a:pPr algn="ctr"/>
            <a:r>
              <a:rPr lang="en-US" sz="1600" dirty="0" smtClean="0"/>
              <a:t>for visitor link</a:t>
            </a:r>
            <a:endParaRPr lang="en-US" sz="1600" dirty="0"/>
          </a:p>
        </p:txBody>
      </p:sp>
      <p:sp>
        <p:nvSpPr>
          <p:cNvPr id="44" name="TextBox 43"/>
          <p:cNvSpPr txBox="1"/>
          <p:nvPr/>
        </p:nvSpPr>
        <p:spPr>
          <a:xfrm>
            <a:off x="3820545" y="2273937"/>
            <a:ext cx="1801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Click register link</a:t>
            </a:r>
            <a:endParaRPr lang="en-US" sz="1600" dirty="0"/>
          </a:p>
        </p:txBody>
      </p:sp>
      <p:cxnSp>
        <p:nvCxnSpPr>
          <p:cNvPr id="45" name="Straight Arrow Connector 44"/>
          <p:cNvCxnSpPr/>
          <p:nvPr/>
        </p:nvCxnSpPr>
        <p:spPr>
          <a:xfrm flipH="1">
            <a:off x="1587855" y="5023207"/>
            <a:ext cx="42846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613376" y="4457632"/>
            <a:ext cx="244219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8: Result = Success</a:t>
            </a:r>
          </a:p>
          <a:p>
            <a:r>
              <a:rPr lang="en-US" sz="1600" dirty="0" smtClean="0"/>
              <a:t>Display successful message</a:t>
            </a:r>
            <a:endParaRPr lang="en-US" sz="1600" dirty="0"/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571297" y="5755961"/>
            <a:ext cx="42846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614095" y="5175532"/>
            <a:ext cx="202541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</a:t>
            </a:r>
            <a:r>
              <a:rPr lang="en-US" sz="1600" dirty="0" smtClean="0"/>
              <a:t>: Result = Fail</a:t>
            </a:r>
          </a:p>
          <a:p>
            <a:r>
              <a:rPr lang="en-US" sz="1600" dirty="0" smtClean="0"/>
              <a:t>Display error message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038198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6630" y="1092848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Blogger</a:t>
            </a:r>
            <a:endParaRPr lang="en-US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9427" y="1604004"/>
            <a:ext cx="0" cy="491709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263645" y="1059935"/>
            <a:ext cx="19850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CheckLogin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61221" y="1053174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7256192" y="1571091"/>
            <a:ext cx="0" cy="49500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9169145" y="1564330"/>
            <a:ext cx="0" cy="495677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9725" y="1885878"/>
            <a:ext cx="150119" cy="432543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504702" y="1934443"/>
            <a:ext cx="145054" cy="46468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186491" y="3513862"/>
            <a:ext cx="139402" cy="50431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9117987" y="3851501"/>
            <a:ext cx="139402" cy="116643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59844" y="1978814"/>
            <a:ext cx="174485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644104" y="2366052"/>
            <a:ext cx="228325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679427" y="3280252"/>
            <a:ext cx="424792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9228901" y="4613976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 flipV="1">
            <a:off x="9970860" y="4128567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9228901" y="4128566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5080999" y="4932167"/>
            <a:ext cx="4036988" cy="1257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48148" y="2961236"/>
            <a:ext cx="204124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Input information</a:t>
            </a:r>
            <a:br>
              <a:rPr lang="en-US" sz="1600" dirty="0" smtClean="0"/>
            </a:br>
            <a:r>
              <a:rPr lang="en-US" sz="1600" dirty="0" smtClean="0"/>
              <a:t>(username, password)</a:t>
            </a:r>
            <a:endParaRPr 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6385979" y="4632653"/>
            <a:ext cx="1483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7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sp>
        <p:nvSpPr>
          <p:cNvPr id="43" name="Rectangle 42"/>
          <p:cNvSpPr/>
          <p:nvPr/>
        </p:nvSpPr>
        <p:spPr>
          <a:xfrm>
            <a:off x="4927354" y="2336591"/>
            <a:ext cx="153645" cy="387471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9" y="62183"/>
            <a:ext cx="1199252" cy="119925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1462211" y="1059918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HomeVisitor</a:t>
            </a:r>
            <a:endParaRPr lang="en-US" dirty="0"/>
          </a:p>
        </p:txBody>
      </p:sp>
      <p:cxnSp>
        <p:nvCxnSpPr>
          <p:cNvPr id="48" name="Straight Connector 47"/>
          <p:cNvCxnSpPr>
            <a:stCxn id="37" idx="2"/>
          </p:cNvCxnSpPr>
          <p:nvPr/>
        </p:nvCxnSpPr>
        <p:spPr>
          <a:xfrm flipH="1">
            <a:off x="2563719" y="1571074"/>
            <a:ext cx="24565" cy="49500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759845" y="2841428"/>
            <a:ext cx="416750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649756" y="2499682"/>
            <a:ext cx="1911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  <a:r>
              <a:rPr lang="en-US" sz="1600" dirty="0" smtClean="0"/>
              <a:t>: Return log in form</a:t>
            </a:r>
            <a:endParaRPr lang="en-US" sz="1600" dirty="0"/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7325893" y="3951438"/>
            <a:ext cx="179209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878105" y="1059918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Login</a:t>
            </a:r>
            <a:endParaRPr lang="en-US" dirty="0"/>
          </a:p>
        </p:txBody>
      </p:sp>
      <p:cxnSp>
        <p:nvCxnSpPr>
          <p:cNvPr id="54" name="Straight Connector 53"/>
          <p:cNvCxnSpPr>
            <a:stCxn id="53" idx="2"/>
          </p:cNvCxnSpPr>
          <p:nvPr/>
        </p:nvCxnSpPr>
        <p:spPr>
          <a:xfrm flipH="1">
            <a:off x="4989310" y="1571074"/>
            <a:ext cx="14868" cy="495002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177804" y="3628070"/>
            <a:ext cx="204124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check information</a:t>
            </a:r>
          </a:p>
          <a:p>
            <a:pPr algn="ctr"/>
            <a:r>
              <a:rPr lang="en-US" sz="1600" dirty="0" smtClean="0"/>
              <a:t>(username, password)</a:t>
            </a:r>
            <a:endParaRPr lang="en-US" sz="1600" dirty="0"/>
          </a:p>
        </p:txBody>
      </p:sp>
      <p:sp>
        <p:nvSpPr>
          <p:cNvPr id="47" name="TextBox 46"/>
          <p:cNvSpPr txBox="1"/>
          <p:nvPr/>
        </p:nvSpPr>
        <p:spPr>
          <a:xfrm>
            <a:off x="9257389" y="3572966"/>
            <a:ext cx="10757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6: Validate </a:t>
            </a:r>
          </a:p>
          <a:p>
            <a:pPr algn="ctr"/>
            <a:r>
              <a:rPr lang="en-US" sz="1600" dirty="0" smtClean="0"/>
              <a:t>inputs</a:t>
            </a:r>
            <a:endParaRPr lang="en-US" sz="1600" dirty="0"/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5019418" y="3577231"/>
            <a:ext cx="2158386" cy="10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93551" y="3259386"/>
            <a:ext cx="204124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</a:t>
            </a:r>
            <a:r>
              <a:rPr lang="en-US" sz="1600" dirty="0"/>
              <a:t>V</a:t>
            </a:r>
            <a:r>
              <a:rPr lang="en-US" sz="1600" dirty="0" smtClean="0"/>
              <a:t>erify information</a:t>
            </a:r>
            <a:br>
              <a:rPr lang="en-US" sz="1600" dirty="0" smtClean="0"/>
            </a:br>
            <a:r>
              <a:rPr lang="en-US" sz="1600" dirty="0" smtClean="0"/>
              <a:t>(username, password)</a:t>
            </a:r>
            <a:endParaRPr lang="en-US" sz="1600" dirty="0"/>
          </a:p>
        </p:txBody>
      </p:sp>
      <p:sp>
        <p:nvSpPr>
          <p:cNvPr id="55" name="TextBox 54"/>
          <p:cNvSpPr txBox="1"/>
          <p:nvPr/>
        </p:nvSpPr>
        <p:spPr>
          <a:xfrm>
            <a:off x="810615" y="1674902"/>
            <a:ext cx="17531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page </a:t>
            </a:r>
          </a:p>
          <a:p>
            <a:pPr algn="ctr"/>
            <a:r>
              <a:rPr lang="en-US" sz="1600" dirty="0" smtClean="0"/>
              <a:t>for visitor link</a:t>
            </a:r>
            <a:endParaRPr lang="en-US" sz="1600" dirty="0"/>
          </a:p>
        </p:txBody>
      </p:sp>
      <p:sp>
        <p:nvSpPr>
          <p:cNvPr id="56" name="TextBox 55"/>
          <p:cNvSpPr txBox="1"/>
          <p:nvPr/>
        </p:nvSpPr>
        <p:spPr>
          <a:xfrm>
            <a:off x="2813608" y="2045331"/>
            <a:ext cx="16147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Click log in link</a:t>
            </a:r>
            <a:endParaRPr lang="en-US" sz="1600" dirty="0"/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721217" y="5332997"/>
            <a:ext cx="42846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746738" y="4767422"/>
            <a:ext cx="240983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8: Result = Success</a:t>
            </a:r>
          </a:p>
          <a:p>
            <a:r>
              <a:rPr lang="en-US" sz="1600" dirty="0" smtClean="0"/>
              <a:t>Return blogger home page</a:t>
            </a:r>
            <a:endParaRPr lang="en-US" sz="1600" dirty="0"/>
          </a:p>
        </p:txBody>
      </p:sp>
      <p:cxnSp>
        <p:nvCxnSpPr>
          <p:cNvPr id="57" name="Straight Arrow Connector 56"/>
          <p:cNvCxnSpPr/>
          <p:nvPr/>
        </p:nvCxnSpPr>
        <p:spPr>
          <a:xfrm flipH="1">
            <a:off x="704659" y="6065751"/>
            <a:ext cx="42846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747457" y="5485322"/>
            <a:ext cx="202541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</a:t>
            </a:r>
            <a:r>
              <a:rPr lang="en-US" sz="1600" dirty="0" smtClean="0"/>
              <a:t>: Result = Fail</a:t>
            </a:r>
          </a:p>
          <a:p>
            <a:r>
              <a:rPr lang="en-US" sz="1600" dirty="0" smtClean="0"/>
              <a:t>Display error message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990924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60217" y="1995438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Blogger</a:t>
            </a:r>
            <a:endParaRPr lang="en-US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1803014" y="2506594"/>
            <a:ext cx="0" cy="285782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493188" y="1995438"/>
            <a:ext cx="19850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LogOut</a:t>
            </a:r>
            <a:endParaRPr lang="en-US" dirty="0"/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8485735" y="2506594"/>
            <a:ext cx="0" cy="285782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733313" y="2917069"/>
            <a:ext cx="139402" cy="21995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057334" y="2932558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416034" y="3286320"/>
            <a:ext cx="139402" cy="148446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872715" y="3010004"/>
            <a:ext cx="418461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6196736" y="3397242"/>
            <a:ext cx="221929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3784493" y="4625209"/>
            <a:ext cx="46315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037980" y="4717870"/>
            <a:ext cx="152127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5: Return visitor </a:t>
            </a:r>
          </a:p>
          <a:p>
            <a:pPr algn="ctr"/>
            <a:r>
              <a:rPr lang="en-US" sz="1600" dirty="0" smtClean="0"/>
              <a:t>home page</a:t>
            </a:r>
            <a:endParaRPr lang="en-US" sz="1600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8555436" y="4397575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9297395" y="3636090"/>
            <a:ext cx="0" cy="7614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>
            <a:off x="8555436" y="363609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17" y="964818"/>
            <a:ext cx="1199252" cy="1199252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009416" y="1995438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28" name="Straight Connector 27"/>
          <p:cNvCxnSpPr>
            <a:stCxn id="24" idx="2"/>
          </p:cNvCxnSpPr>
          <p:nvPr/>
        </p:nvCxnSpPr>
        <p:spPr>
          <a:xfrm>
            <a:off x="6135489" y="2506594"/>
            <a:ext cx="0" cy="285782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55436" y="3305415"/>
            <a:ext cx="1699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</a:t>
            </a:r>
            <a:r>
              <a:rPr lang="en-US" sz="1600" dirty="0" smtClean="0"/>
              <a:t>: Request log out</a:t>
            </a:r>
            <a:endParaRPr lang="en-US" sz="1600" dirty="0"/>
          </a:p>
        </p:txBody>
      </p:sp>
      <p:sp>
        <p:nvSpPr>
          <p:cNvPr id="30" name="Rectangle 29"/>
          <p:cNvSpPr/>
          <p:nvPr/>
        </p:nvSpPr>
        <p:spPr>
          <a:xfrm>
            <a:off x="2588719" y="1995438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HomeVisitor</a:t>
            </a:r>
            <a:endParaRPr lang="en-US" dirty="0"/>
          </a:p>
        </p:txBody>
      </p:sp>
      <p:cxnSp>
        <p:nvCxnSpPr>
          <p:cNvPr id="31" name="Straight Connector 30"/>
          <p:cNvCxnSpPr>
            <a:stCxn id="30" idx="2"/>
          </p:cNvCxnSpPr>
          <p:nvPr/>
        </p:nvCxnSpPr>
        <p:spPr>
          <a:xfrm>
            <a:off x="3714792" y="2506594"/>
            <a:ext cx="0" cy="285782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645091" y="4558958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1872715" y="5040934"/>
            <a:ext cx="191177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319059" y="4263619"/>
            <a:ext cx="1483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sp>
        <p:nvSpPr>
          <p:cNvPr id="39" name="TextBox 38"/>
          <p:cNvSpPr txBox="1"/>
          <p:nvPr/>
        </p:nvSpPr>
        <p:spPr>
          <a:xfrm>
            <a:off x="6408102" y="3058688"/>
            <a:ext cx="1744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Click log out link</a:t>
            </a:r>
            <a:endParaRPr lang="en-US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2016092" y="2684186"/>
            <a:ext cx="3097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page for blogger link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283998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356" y="1317349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Blogger</a:t>
            </a:r>
            <a:endParaRPr lang="en-US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4153" y="1828505"/>
            <a:ext cx="0" cy="306209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007390" y="1295686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7604476" y="1806842"/>
            <a:ext cx="1" cy="306209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15314" y="1806842"/>
            <a:ext cx="0" cy="306209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4451" y="2094305"/>
            <a:ext cx="139403" cy="246810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23021" y="2109794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534776" y="3056815"/>
            <a:ext cx="139402" cy="281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43854" y="2217620"/>
            <a:ext cx="197916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62423" y="2585257"/>
            <a:ext cx="236755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477783" y="1295686"/>
            <a:ext cx="224554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ShowProfile</a:t>
            </a:r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9745612" y="3254016"/>
            <a:ext cx="139403" cy="61832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/>
          <p:nvPr/>
        </p:nvCxnSpPr>
        <p:spPr>
          <a:xfrm rot="10800000">
            <a:off x="743855" y="4314419"/>
            <a:ext cx="4512982" cy="158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144271" y="3990855"/>
            <a:ext cx="4267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Display result</a:t>
            </a:r>
            <a:br>
              <a:rPr lang="en-US" sz="1600" dirty="0" smtClean="0"/>
            </a:br>
            <a:r>
              <a:rPr lang="en-US" sz="1600" dirty="0" smtClean="0"/>
              <a:t>(profile picture, username, follower number, </a:t>
            </a:r>
          </a:p>
          <a:p>
            <a:pPr algn="ctr"/>
            <a:r>
              <a:rPr lang="en-US" sz="1600" dirty="0" smtClean="0"/>
              <a:t>following number, email, list of created tutorials)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5327177" y="3084951"/>
            <a:ext cx="2207599" cy="43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574299" y="3531778"/>
            <a:ext cx="37802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Return result</a:t>
            </a:r>
          </a:p>
          <a:p>
            <a:pPr algn="ctr"/>
            <a:r>
              <a:rPr lang="en-US" sz="1600" dirty="0"/>
              <a:t>(profile picture, username, </a:t>
            </a:r>
            <a:endParaRPr lang="en-US" sz="1600" dirty="0" smtClean="0"/>
          </a:p>
          <a:p>
            <a:pPr algn="ctr"/>
            <a:r>
              <a:rPr lang="en-US" sz="1600" dirty="0" smtClean="0"/>
              <a:t>follower </a:t>
            </a:r>
            <a:r>
              <a:rPr lang="en-US" sz="1600" dirty="0"/>
              <a:t>number, </a:t>
            </a:r>
            <a:r>
              <a:rPr lang="en-US" sz="1600" dirty="0" smtClean="0"/>
              <a:t>following </a:t>
            </a:r>
            <a:r>
              <a:rPr lang="en-US" sz="1600" dirty="0"/>
              <a:t>number, </a:t>
            </a:r>
            <a:r>
              <a:rPr lang="en-US" sz="1600" dirty="0" smtClean="0"/>
              <a:t>email</a:t>
            </a:r>
            <a:r>
              <a:rPr lang="en-US" sz="1600" dirty="0"/>
              <a:t>, list of created tutorials)</a:t>
            </a:r>
          </a:p>
          <a:p>
            <a:pPr algn="ctr"/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rot="10800000">
            <a:off x="5327177" y="3826301"/>
            <a:ext cx="4418436" cy="158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7" y="288428"/>
            <a:ext cx="1199252" cy="119925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672043" y="1315241"/>
            <a:ext cx="22521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29" name="Straight Connector 28"/>
          <p:cNvCxnSpPr>
            <a:stCxn id="25" idx="2"/>
          </p:cNvCxnSpPr>
          <p:nvPr/>
        </p:nvCxnSpPr>
        <p:spPr>
          <a:xfrm>
            <a:off x="2798116" y="1826397"/>
            <a:ext cx="0" cy="30642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068921" y="2979974"/>
            <a:ext cx="136648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Get blogger </a:t>
            </a:r>
          </a:p>
          <a:p>
            <a:pPr algn="ctr"/>
            <a:r>
              <a:rPr lang="en-US" sz="1600" dirty="0" smtClean="0"/>
              <a:t>information</a:t>
            </a:r>
            <a:endParaRPr lang="en-US" sz="1600" dirty="0"/>
          </a:p>
        </p:txBody>
      </p:sp>
      <p:cxnSp>
        <p:nvCxnSpPr>
          <p:cNvPr id="24" name="Straight Connector 23"/>
          <p:cNvCxnSpPr/>
          <p:nvPr/>
        </p:nvCxnSpPr>
        <p:spPr>
          <a:xfrm flipH="1">
            <a:off x="5256836" y="1806842"/>
            <a:ext cx="1" cy="306209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015955" y="1295686"/>
            <a:ext cx="224554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ViewProfileDetail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5187775" y="2505276"/>
            <a:ext cx="139402" cy="190980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7534776" y="3291840"/>
            <a:ext cx="2207599" cy="43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52088" y="1892875"/>
            <a:ext cx="175310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page </a:t>
            </a:r>
          </a:p>
          <a:p>
            <a:pPr algn="ctr"/>
            <a:r>
              <a:rPr lang="en-US" sz="1600" dirty="0" smtClean="0"/>
              <a:t>for blogger link</a:t>
            </a:r>
            <a:endParaRPr 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3070729" y="2273937"/>
            <a:ext cx="1706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Click profile link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5760857" y="2746519"/>
            <a:ext cx="140625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Request </a:t>
            </a:r>
          </a:p>
          <a:p>
            <a:pPr algn="ctr"/>
            <a:r>
              <a:rPr lang="en-US" sz="1600" dirty="0" smtClean="0"/>
              <a:t>blogger profile</a:t>
            </a:r>
            <a:endParaRPr lang="en-US" sz="1600" dirty="0"/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9856527" y="3758967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10598486" y="3397477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9856527" y="3397477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777406" y="2852893"/>
            <a:ext cx="1087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228614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339" y="1129873"/>
            <a:ext cx="1044738" cy="4864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Blogger</a:t>
            </a:r>
            <a:endParaRPr lang="en-US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 rot="5400000">
            <a:off x="-1596402" y="3745395"/>
            <a:ext cx="4258220" cy="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053192" y="1129873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978769" y="1505397"/>
            <a:ext cx="0" cy="42334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 rot="5400000">
            <a:off x="7740505" y="3753894"/>
            <a:ext cx="4233476" cy="77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63007" y="1801434"/>
            <a:ext cx="139404" cy="350758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015409" y="1941703"/>
            <a:ext cx="139402" cy="30695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915996" y="2255447"/>
            <a:ext cx="152400" cy="305356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02411" y="2030144"/>
            <a:ext cx="141299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154811" y="2189878"/>
            <a:ext cx="185797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015409" y="3178547"/>
            <a:ext cx="2048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Input information</a:t>
            </a:r>
          </a:p>
          <a:p>
            <a:pPr algn="ctr"/>
            <a:r>
              <a:rPr lang="en-US" sz="1600" dirty="0" smtClean="0"/>
              <a:t>(</a:t>
            </a:r>
            <a:r>
              <a:rPr lang="en-US" sz="1600" dirty="0"/>
              <a:t>profile picture, email)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3988" y="1105129"/>
            <a:ext cx="222335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UpdateProfile</a:t>
            </a:r>
            <a:endParaRPr lang="en-US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602411" y="3470935"/>
            <a:ext cx="5313585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8131126" y="4035464"/>
            <a:ext cx="166028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791415" y="3986901"/>
            <a:ext cx="129458" cy="82252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/>
          <p:cNvCxnSpPr/>
          <p:nvPr/>
        </p:nvCxnSpPr>
        <p:spPr>
          <a:xfrm rot="10800000">
            <a:off x="6068396" y="4722812"/>
            <a:ext cx="3723022" cy="158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972331" y="4430424"/>
            <a:ext cx="2048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Return </a:t>
            </a:r>
            <a:r>
              <a:rPr lang="en-US" sz="1600" dirty="0"/>
              <a:t>result</a:t>
            </a:r>
            <a:br>
              <a:rPr lang="en-US" sz="1600" dirty="0"/>
            </a:br>
            <a:r>
              <a:rPr lang="en-US" sz="1600" dirty="0"/>
              <a:t>(profile picture, email) </a:t>
            </a:r>
          </a:p>
        </p:txBody>
      </p:sp>
      <p:cxnSp>
        <p:nvCxnSpPr>
          <p:cNvPr id="62" name="Straight Arrow Connector 61"/>
          <p:cNvCxnSpPr/>
          <p:nvPr/>
        </p:nvCxnSpPr>
        <p:spPr>
          <a:xfrm rot="10800000">
            <a:off x="532711" y="5151477"/>
            <a:ext cx="5446058" cy="15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033830" y="4859088"/>
            <a:ext cx="2048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10: Display result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(profile picture, email)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27340" y="2662336"/>
            <a:ext cx="23757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4: Return edit profile form</a:t>
            </a:r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602411" y="3000892"/>
            <a:ext cx="5313587" cy="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1" y="103937"/>
            <a:ext cx="1199252" cy="119925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239423" y="1121473"/>
            <a:ext cx="1800315" cy="49481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15623" y="3684957"/>
            <a:ext cx="4106244" cy="15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4065563" y="1582986"/>
            <a:ext cx="16925" cy="425822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366995" y="1121473"/>
            <a:ext cx="132517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ViewProfile</a:t>
            </a:r>
            <a:endParaRPr lang="en-US" dirty="0" smtClean="0"/>
          </a:p>
          <a:p>
            <a:pPr algn="ctr"/>
            <a:r>
              <a:rPr lang="en-US" dirty="0" smtClean="0"/>
              <a:t>Detail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4012787" y="2119484"/>
            <a:ext cx="139402" cy="4274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4152189" y="2489108"/>
            <a:ext cx="1763807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9920872" y="4638692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 flipV="1">
            <a:off x="10662831" y="4153283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9920872" y="4153282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064805" y="3575460"/>
            <a:ext cx="181565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7</a:t>
            </a:r>
            <a:r>
              <a:rPr lang="en-US" sz="1400" dirty="0" smtClean="0"/>
              <a:t>: update </a:t>
            </a:r>
          </a:p>
          <a:p>
            <a:pPr algn="ctr"/>
            <a:r>
              <a:rPr lang="en-US" sz="1400" dirty="0" smtClean="0"/>
              <a:t>information</a:t>
            </a:r>
          </a:p>
          <a:p>
            <a:pPr algn="ctr"/>
            <a:r>
              <a:rPr lang="en-US" sz="1400" dirty="0" smtClean="0"/>
              <a:t>(</a:t>
            </a:r>
            <a:r>
              <a:rPr lang="en-US" sz="1400" dirty="0"/>
              <a:t>profile picture, email)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95256" y="3555225"/>
            <a:ext cx="107573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Validate </a:t>
            </a:r>
          </a:p>
          <a:p>
            <a:pPr algn="ctr"/>
            <a:r>
              <a:rPr lang="en-US" sz="1600" dirty="0" smtClean="0"/>
              <a:t>inputs</a:t>
            </a:r>
            <a:endParaRPr lang="en-US" sz="1600" dirty="0"/>
          </a:p>
        </p:txBody>
      </p:sp>
      <p:sp>
        <p:nvSpPr>
          <p:cNvPr id="82" name="Rectangle 81"/>
          <p:cNvSpPr/>
          <p:nvPr/>
        </p:nvSpPr>
        <p:spPr>
          <a:xfrm>
            <a:off x="7189186" y="1105129"/>
            <a:ext cx="178344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EditProfile</a:t>
            </a:r>
            <a:endParaRPr lang="en-US" dirty="0"/>
          </a:p>
        </p:txBody>
      </p:sp>
      <p:cxnSp>
        <p:nvCxnSpPr>
          <p:cNvPr id="85" name="Straight Connector 84"/>
          <p:cNvCxnSpPr/>
          <p:nvPr/>
        </p:nvCxnSpPr>
        <p:spPr>
          <a:xfrm>
            <a:off x="8131126" y="1582986"/>
            <a:ext cx="0" cy="42334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6068396" y="3725058"/>
            <a:ext cx="198653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054926" y="3699023"/>
            <a:ext cx="152400" cy="35664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22494" y="1704984"/>
            <a:ext cx="14449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</a:t>
            </a:r>
          </a:p>
          <a:p>
            <a:pPr algn="ctr"/>
            <a:r>
              <a:rPr lang="en-US" sz="1600" dirty="0" smtClean="0"/>
              <a:t>home page </a:t>
            </a:r>
          </a:p>
          <a:p>
            <a:pPr algn="ctr"/>
            <a:r>
              <a:rPr lang="en-US" sz="1600" dirty="0" smtClean="0"/>
              <a:t>for blogger link</a:t>
            </a:r>
            <a:endParaRPr lang="en-US" sz="1600" dirty="0"/>
          </a:p>
        </p:txBody>
      </p:sp>
      <p:sp>
        <p:nvSpPr>
          <p:cNvPr id="50" name="TextBox 49"/>
          <p:cNvSpPr txBox="1"/>
          <p:nvPr/>
        </p:nvSpPr>
        <p:spPr>
          <a:xfrm>
            <a:off x="2305869" y="1851324"/>
            <a:ext cx="1706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Click profile link</a:t>
            </a:r>
            <a:endParaRPr lang="en-US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4401139" y="2163025"/>
            <a:ext cx="114646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Click edit </a:t>
            </a:r>
          </a:p>
          <a:p>
            <a:pPr algn="ctr"/>
            <a:r>
              <a:rPr lang="en-US" sz="1600" dirty="0" smtClean="0"/>
              <a:t>profile link</a:t>
            </a:r>
            <a:endParaRPr lang="en-US" sz="1600" dirty="0"/>
          </a:p>
        </p:txBody>
      </p:sp>
      <p:sp>
        <p:nvSpPr>
          <p:cNvPr id="55" name="TextBox 54"/>
          <p:cNvSpPr txBox="1"/>
          <p:nvPr/>
        </p:nvSpPr>
        <p:spPr>
          <a:xfrm>
            <a:off x="6053752" y="3408223"/>
            <a:ext cx="183716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Request  </a:t>
            </a:r>
          </a:p>
          <a:p>
            <a:pPr algn="ctr"/>
            <a:r>
              <a:rPr lang="en-US" sz="1600" dirty="0" smtClean="0"/>
              <a:t>Update information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62314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268" y="1129873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Blogger</a:t>
            </a:r>
            <a:endParaRPr lang="en-US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55065" y="1641029"/>
            <a:ext cx="0" cy="47475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128750" y="1121473"/>
            <a:ext cx="1615847" cy="5195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223559" y="1616285"/>
            <a:ext cx="0" cy="47475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 flipH="1">
            <a:off x="9928928" y="1641029"/>
            <a:ext cx="7746" cy="47391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5363" y="1906828"/>
            <a:ext cx="139403" cy="416172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150566" y="1901218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153857" y="2565397"/>
            <a:ext cx="139403" cy="46005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24766" y="2030144"/>
            <a:ext cx="1425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24605" y="2364095"/>
            <a:ext cx="150458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571841" y="1129873"/>
            <a:ext cx="125579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Update</a:t>
            </a:r>
          </a:p>
          <a:p>
            <a:pPr algn="ctr"/>
            <a:r>
              <a:rPr lang="en-US" dirty="0" smtClean="0"/>
              <a:t>Profile</a:t>
            </a:r>
            <a:endParaRPr lang="en-US" dirty="0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655065" y="3949969"/>
            <a:ext cx="596981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859226" y="4345371"/>
            <a:ext cx="139403" cy="133508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5215815" y="2949374"/>
            <a:ext cx="14090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1" y="103937"/>
            <a:ext cx="1199252" cy="119925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356989" y="1129873"/>
            <a:ext cx="17352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 smtClean="0"/>
          </a:p>
        </p:txBody>
      </p:sp>
      <p:cxnSp>
        <p:nvCxnSpPr>
          <p:cNvPr id="34" name="Straight Connector 33"/>
          <p:cNvCxnSpPr>
            <a:stCxn id="31" idx="2"/>
          </p:cNvCxnSpPr>
          <p:nvPr/>
        </p:nvCxnSpPr>
        <p:spPr>
          <a:xfrm flipH="1">
            <a:off x="2220267" y="1641029"/>
            <a:ext cx="4338" cy="47475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6694580" y="1641029"/>
            <a:ext cx="0" cy="47475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974985" y="1129873"/>
            <a:ext cx="143918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Change</a:t>
            </a:r>
          </a:p>
          <a:p>
            <a:pPr algn="ctr"/>
            <a:r>
              <a:rPr lang="en-US" dirty="0" smtClean="0"/>
              <a:t>Password 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3798889" y="1616285"/>
            <a:ext cx="1" cy="477229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3132347" y="1121473"/>
            <a:ext cx="132517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ViewProfile</a:t>
            </a:r>
            <a:endParaRPr lang="en-US" dirty="0" smtClean="0"/>
          </a:p>
          <a:p>
            <a:pPr algn="ctr"/>
            <a:r>
              <a:rPr lang="en-US" dirty="0" smtClean="0"/>
              <a:t>Detail</a:t>
            </a:r>
            <a:endParaRPr lang="en-US" dirty="0"/>
          </a:p>
        </p:txBody>
      </p:sp>
      <p:sp>
        <p:nvSpPr>
          <p:cNvPr id="54" name="Rectangle 53"/>
          <p:cNvSpPr/>
          <p:nvPr/>
        </p:nvSpPr>
        <p:spPr>
          <a:xfrm>
            <a:off x="3729188" y="2282909"/>
            <a:ext cx="139402" cy="47894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3798890" y="2691665"/>
            <a:ext cx="135496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6624879" y="2883202"/>
            <a:ext cx="139402" cy="316558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724767" y="3494598"/>
            <a:ext cx="590011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410659" y="3156044"/>
            <a:ext cx="2904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Return change password form</a:t>
            </a:r>
            <a:endParaRPr lang="en-US" sz="1600" dirty="0"/>
          </a:p>
        </p:txBody>
      </p:sp>
      <p:sp>
        <p:nvSpPr>
          <p:cNvPr id="72" name="TextBox 71"/>
          <p:cNvSpPr txBox="1"/>
          <p:nvPr/>
        </p:nvSpPr>
        <p:spPr>
          <a:xfrm>
            <a:off x="1703862" y="3606897"/>
            <a:ext cx="461165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Input information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(current password, new password, re-new password) </a:t>
            </a:r>
            <a:endParaRPr lang="en-US" sz="1600" dirty="0"/>
          </a:p>
        </p:txBody>
      </p:sp>
      <p:cxnSp>
        <p:nvCxnSpPr>
          <p:cNvPr id="75" name="Straight Arrow Connector 74"/>
          <p:cNvCxnSpPr/>
          <p:nvPr/>
        </p:nvCxnSpPr>
        <p:spPr>
          <a:xfrm>
            <a:off x="8276345" y="4467051"/>
            <a:ext cx="158288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H="1">
            <a:off x="9998629" y="5129269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H="1" flipV="1">
            <a:off x="10740588" y="4643860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>
            <a:off x="9998629" y="4643859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H="1">
            <a:off x="6748043" y="5594523"/>
            <a:ext cx="319767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8136944" y="5258242"/>
            <a:ext cx="176152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9: Return </a:t>
            </a:r>
            <a:r>
              <a:rPr lang="en-US" sz="1600" dirty="0"/>
              <a:t>result</a:t>
            </a:r>
            <a:br>
              <a:rPr lang="en-US" sz="1600" dirty="0"/>
            </a:br>
            <a:r>
              <a:rPr lang="en-US" sz="1600" dirty="0"/>
              <a:t>(current password</a:t>
            </a:r>
            <a:r>
              <a:rPr lang="en-US" sz="1600" dirty="0" smtClean="0"/>
              <a:t>,</a:t>
            </a:r>
          </a:p>
          <a:p>
            <a:pPr algn="ctr"/>
            <a:r>
              <a:rPr lang="en-US" sz="1600" dirty="0" smtClean="0"/>
              <a:t> </a:t>
            </a:r>
            <a:r>
              <a:rPr lang="en-US" sz="1600" dirty="0"/>
              <a:t>new password, </a:t>
            </a:r>
            <a:endParaRPr lang="en-US" sz="1600" dirty="0" smtClean="0"/>
          </a:p>
          <a:p>
            <a:pPr algn="ctr"/>
            <a:r>
              <a:rPr lang="en-US" sz="1600" dirty="0" smtClean="0"/>
              <a:t>re</a:t>
            </a:r>
            <a:r>
              <a:rPr lang="en-US" sz="1600" dirty="0"/>
              <a:t>-new password) </a:t>
            </a:r>
          </a:p>
        </p:txBody>
      </p:sp>
      <p:cxnSp>
        <p:nvCxnSpPr>
          <p:cNvPr id="82" name="Straight Arrow Connector 81"/>
          <p:cNvCxnSpPr/>
          <p:nvPr/>
        </p:nvCxnSpPr>
        <p:spPr>
          <a:xfrm flipH="1">
            <a:off x="759617" y="5883153"/>
            <a:ext cx="586269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760064" y="5549751"/>
            <a:ext cx="493451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Display result</a:t>
            </a:r>
          </a:p>
          <a:p>
            <a:pPr algn="ctr"/>
            <a:r>
              <a:rPr lang="en-US" sz="1600" dirty="0" smtClean="0"/>
              <a:t>(</a:t>
            </a:r>
            <a:r>
              <a:rPr lang="en-US" sz="1600" dirty="0"/>
              <a:t>current password, new password, re-new password)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3326" y="4152498"/>
            <a:ext cx="966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8: Validate </a:t>
            </a:r>
          </a:p>
          <a:p>
            <a:pPr algn="ctr"/>
            <a:r>
              <a:rPr lang="en-US" sz="1400" dirty="0" smtClean="0"/>
              <a:t>inputs</a:t>
            </a:r>
            <a:endParaRPr lang="en-US" sz="1400" dirty="0"/>
          </a:p>
        </p:txBody>
      </p:sp>
      <p:sp>
        <p:nvSpPr>
          <p:cNvPr id="51" name="TextBox 50"/>
          <p:cNvSpPr txBox="1"/>
          <p:nvPr/>
        </p:nvSpPr>
        <p:spPr>
          <a:xfrm>
            <a:off x="8247990" y="3159097"/>
            <a:ext cx="176152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Update </a:t>
            </a:r>
          </a:p>
          <a:p>
            <a:pPr algn="ctr"/>
            <a:r>
              <a:rPr lang="en-US" sz="1600" dirty="0" smtClean="0"/>
              <a:t>information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(current password, </a:t>
            </a:r>
          </a:p>
          <a:p>
            <a:pPr algn="ctr"/>
            <a:r>
              <a:rPr lang="en-US" sz="1600" dirty="0" smtClean="0"/>
              <a:t>new password, </a:t>
            </a:r>
          </a:p>
          <a:p>
            <a:pPr algn="ctr"/>
            <a:r>
              <a:rPr lang="en-US" sz="1600" dirty="0" smtClean="0"/>
              <a:t>re-new password) </a:t>
            </a:r>
            <a:endParaRPr lang="en-US" sz="1600" dirty="0"/>
          </a:p>
        </p:txBody>
      </p:sp>
      <p:sp>
        <p:nvSpPr>
          <p:cNvPr id="39" name="TextBox 38"/>
          <p:cNvSpPr txBox="1"/>
          <p:nvPr/>
        </p:nvSpPr>
        <p:spPr>
          <a:xfrm>
            <a:off x="670725" y="1704984"/>
            <a:ext cx="14449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</a:t>
            </a:r>
          </a:p>
          <a:p>
            <a:pPr algn="ctr"/>
            <a:r>
              <a:rPr lang="en-US" sz="1600" dirty="0" smtClean="0"/>
              <a:t>home page </a:t>
            </a:r>
          </a:p>
          <a:p>
            <a:pPr algn="ctr"/>
            <a:r>
              <a:rPr lang="en-US" sz="1600" dirty="0" smtClean="0"/>
              <a:t>for blogger link</a:t>
            </a:r>
            <a:endParaRPr lang="en-US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2354100" y="2044224"/>
            <a:ext cx="107162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2</a:t>
            </a:r>
            <a:r>
              <a:rPr lang="en-US" sz="1600" dirty="0" smtClean="0"/>
              <a:t>: Click </a:t>
            </a:r>
          </a:p>
          <a:p>
            <a:pPr algn="ctr"/>
            <a:r>
              <a:rPr lang="en-US" sz="1600" dirty="0" smtClean="0"/>
              <a:t>profile link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3868590" y="2364095"/>
            <a:ext cx="114646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Click edit </a:t>
            </a:r>
          </a:p>
          <a:p>
            <a:pPr algn="ctr"/>
            <a:r>
              <a:rPr lang="en-US" sz="1600" dirty="0" smtClean="0"/>
              <a:t>profile link</a:t>
            </a:r>
            <a:endParaRPr lang="en-US" sz="1600" dirty="0"/>
          </a:p>
        </p:txBody>
      </p:sp>
      <p:sp>
        <p:nvSpPr>
          <p:cNvPr id="42" name="TextBox 41"/>
          <p:cNvSpPr txBox="1"/>
          <p:nvPr/>
        </p:nvSpPr>
        <p:spPr>
          <a:xfrm>
            <a:off x="5203031" y="2613431"/>
            <a:ext cx="141927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Click change </a:t>
            </a:r>
          </a:p>
          <a:p>
            <a:pPr algn="ctr"/>
            <a:r>
              <a:rPr lang="en-US" sz="1600" dirty="0" smtClean="0"/>
              <a:t>password link</a:t>
            </a:r>
            <a:endParaRPr lang="en-US" sz="1600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8276345" y="1625539"/>
            <a:ext cx="0" cy="47475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7556750" y="1114383"/>
            <a:ext cx="143918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Edit</a:t>
            </a:r>
          </a:p>
          <a:p>
            <a:pPr algn="ctr"/>
            <a:r>
              <a:rPr lang="en-US" dirty="0" smtClean="0"/>
              <a:t>Password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14483" y="3891090"/>
            <a:ext cx="11744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Request  </a:t>
            </a:r>
          </a:p>
          <a:p>
            <a:pPr algn="ctr"/>
            <a:r>
              <a:rPr lang="en-US" sz="1600" dirty="0" smtClean="0"/>
              <a:t>Update </a:t>
            </a:r>
          </a:p>
          <a:p>
            <a:pPr algn="ctr"/>
            <a:r>
              <a:rPr lang="en-US" sz="1600" dirty="0" smtClean="0"/>
              <a:t>information</a:t>
            </a:r>
            <a:endParaRPr lang="en-US" sz="1600" dirty="0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6748043" y="4202133"/>
            <a:ext cx="1458600" cy="1931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8206643" y="4120359"/>
            <a:ext cx="139403" cy="40864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037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174" y="967695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706971" y="1478851"/>
            <a:ext cx="0" cy="510549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128774" y="973307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6188321" y="1478851"/>
            <a:ext cx="0" cy="50998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 flipH="1">
            <a:off x="9928952" y="1484463"/>
            <a:ext cx="7746" cy="50998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37269" y="1775631"/>
            <a:ext cx="139403" cy="46753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158565" y="177563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118619" y="2184880"/>
            <a:ext cx="139403" cy="117923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76672" y="1867340"/>
            <a:ext cx="338189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295885" y="2260604"/>
            <a:ext cx="182273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279715" y="967695"/>
            <a:ext cx="171763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ShowProfile</a:t>
            </a:r>
            <a:endParaRPr lang="en-US" dirty="0"/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721231" y="3731030"/>
            <a:ext cx="7345021" cy="61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866996" y="2421579"/>
            <a:ext cx="139403" cy="255883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/>
          <p:cNvCxnSpPr/>
          <p:nvPr/>
        </p:nvCxnSpPr>
        <p:spPr>
          <a:xfrm flipH="1">
            <a:off x="8205655" y="4884451"/>
            <a:ext cx="1661344" cy="947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287313" y="4555372"/>
            <a:ext cx="1483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 flipV="1">
            <a:off x="776673" y="5056225"/>
            <a:ext cx="7360782" cy="796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596260" y="4725632"/>
            <a:ext cx="2985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10: Display confirmation message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6258022" y="2533014"/>
            <a:ext cx="360897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180146" y="2779340"/>
            <a:ext cx="3715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4: Return result (</a:t>
            </a:r>
            <a:r>
              <a:rPr lang="en-US" sz="1600" dirty="0"/>
              <a:t>profile picture, </a:t>
            </a:r>
            <a:r>
              <a:rPr lang="en-US" sz="1600" dirty="0" smtClean="0"/>
              <a:t>email</a:t>
            </a:r>
            <a:r>
              <a:rPr lang="en-US" sz="1600" dirty="0"/>
              <a:t>) 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6258022" y="3101182"/>
            <a:ext cx="36089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" y="-55764"/>
            <a:ext cx="1199252" cy="119925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388763" y="974949"/>
            <a:ext cx="167900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30" name="Straight Connector 29"/>
          <p:cNvCxnSpPr>
            <a:stCxn id="29" idx="2"/>
          </p:cNvCxnSpPr>
          <p:nvPr/>
        </p:nvCxnSpPr>
        <p:spPr>
          <a:xfrm>
            <a:off x="4228266" y="1486105"/>
            <a:ext cx="0" cy="509824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440794" y="974949"/>
            <a:ext cx="178204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HomeVisitor</a:t>
            </a:r>
            <a:endParaRPr lang="en-US" dirty="0"/>
          </a:p>
        </p:txBody>
      </p:sp>
      <p:cxnSp>
        <p:nvCxnSpPr>
          <p:cNvPr id="34" name="Straight Connector 33"/>
          <p:cNvCxnSpPr>
            <a:stCxn id="32" idx="2"/>
          </p:cNvCxnSpPr>
          <p:nvPr/>
        </p:nvCxnSpPr>
        <p:spPr>
          <a:xfrm>
            <a:off x="2331815" y="1486105"/>
            <a:ext cx="0" cy="509824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706971" y="5415543"/>
            <a:ext cx="7359281" cy="194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490442" y="5803367"/>
            <a:ext cx="139402" cy="4756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2905030" y="5096459"/>
            <a:ext cx="11633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11: Confirm</a:t>
            </a:r>
            <a:endParaRPr lang="en-US" sz="1600" dirty="0"/>
          </a:p>
        </p:txBody>
      </p:sp>
      <p:cxnSp>
        <p:nvCxnSpPr>
          <p:cNvPr id="65" name="Straight Arrow Connector 64"/>
          <p:cNvCxnSpPr/>
          <p:nvPr/>
        </p:nvCxnSpPr>
        <p:spPr>
          <a:xfrm flipH="1" flipV="1">
            <a:off x="2613133" y="5867060"/>
            <a:ext cx="5453119" cy="745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222835" y="5528506"/>
            <a:ext cx="1587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12: Return result</a:t>
            </a:r>
            <a:endParaRPr lang="en-US" sz="1600" dirty="0"/>
          </a:p>
        </p:txBody>
      </p:sp>
      <p:cxnSp>
        <p:nvCxnSpPr>
          <p:cNvPr id="74" name="Straight Arrow Connector 73"/>
          <p:cNvCxnSpPr/>
          <p:nvPr/>
        </p:nvCxnSpPr>
        <p:spPr>
          <a:xfrm flipH="1">
            <a:off x="776672" y="6208783"/>
            <a:ext cx="17901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57216" y="5874513"/>
            <a:ext cx="165552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</a:t>
            </a:r>
            <a:r>
              <a:rPr lang="en-US" sz="1600" dirty="0"/>
              <a:t>3</a:t>
            </a:r>
            <a:r>
              <a:rPr lang="en-US" sz="1600" dirty="0" smtClean="0"/>
              <a:t>: Display visitor </a:t>
            </a:r>
          </a:p>
          <a:p>
            <a:pPr algn="ctr"/>
            <a:r>
              <a:rPr lang="en-US" sz="1600" dirty="0" smtClean="0"/>
              <a:t>home page</a:t>
            </a:r>
            <a:endParaRPr lang="en-US" sz="1600" dirty="0"/>
          </a:p>
        </p:txBody>
      </p:sp>
      <p:sp>
        <p:nvSpPr>
          <p:cNvPr id="38" name="TextBox 37"/>
          <p:cNvSpPr txBox="1"/>
          <p:nvPr/>
        </p:nvSpPr>
        <p:spPr>
          <a:xfrm>
            <a:off x="6915882" y="2219803"/>
            <a:ext cx="2340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Get profile information</a:t>
            </a:r>
            <a:endParaRPr lang="en-US" sz="1600" dirty="0"/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9992421" y="4687322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10734380" y="4201913"/>
            <a:ext cx="6208" cy="48540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9992421" y="4201912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887676" y="4687322"/>
            <a:ext cx="105070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:Delete </a:t>
            </a:r>
          </a:p>
          <a:p>
            <a:pPr algn="ctr"/>
            <a:r>
              <a:rPr lang="en-US" sz="1400" dirty="0" smtClean="0"/>
              <a:t>blogger’s </a:t>
            </a:r>
          </a:p>
          <a:p>
            <a:pPr algn="ctr"/>
            <a:r>
              <a:rPr lang="en-US" sz="1400" dirty="0" smtClean="0"/>
              <a:t>information</a:t>
            </a:r>
            <a:endParaRPr lang="en-US" sz="1400" dirty="0"/>
          </a:p>
        </p:txBody>
      </p:sp>
      <p:sp>
        <p:nvSpPr>
          <p:cNvPr id="46" name="TextBox 45"/>
          <p:cNvSpPr txBox="1"/>
          <p:nvPr/>
        </p:nvSpPr>
        <p:spPr>
          <a:xfrm>
            <a:off x="2596260" y="3398667"/>
            <a:ext cx="2357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Request delete account</a:t>
            </a:r>
            <a:endParaRPr lang="en-US" sz="1600" dirty="0"/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8137455" y="4062502"/>
            <a:ext cx="172954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205655" y="3731030"/>
            <a:ext cx="142529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Request </a:t>
            </a:r>
          </a:p>
          <a:p>
            <a:pPr algn="ctr"/>
            <a:r>
              <a:rPr lang="en-US" sz="1600" dirty="0" smtClean="0"/>
              <a:t>delete account</a:t>
            </a:r>
            <a:endParaRPr lang="en-US" sz="1600" dirty="0"/>
          </a:p>
        </p:txBody>
      </p:sp>
      <p:sp>
        <p:nvSpPr>
          <p:cNvPr id="44" name="TextBox 43"/>
          <p:cNvSpPr txBox="1"/>
          <p:nvPr/>
        </p:nvSpPr>
        <p:spPr>
          <a:xfrm>
            <a:off x="606417" y="1576384"/>
            <a:ext cx="36218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page for blogger link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4297967" y="1912684"/>
            <a:ext cx="17533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2</a:t>
            </a:r>
            <a:r>
              <a:rPr lang="en-US" sz="1600" dirty="0" smtClean="0"/>
              <a:t>: Click profile link</a:t>
            </a:r>
            <a:endParaRPr lang="en-US" sz="1600" dirty="0"/>
          </a:p>
        </p:txBody>
      </p:sp>
      <p:cxnSp>
        <p:nvCxnSpPr>
          <p:cNvPr id="54" name="Straight Connector 53"/>
          <p:cNvCxnSpPr/>
          <p:nvPr/>
        </p:nvCxnSpPr>
        <p:spPr>
          <a:xfrm>
            <a:off x="8137455" y="1478851"/>
            <a:ext cx="0" cy="50998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228849" y="967695"/>
            <a:ext cx="171763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DeleteAccount</a:t>
            </a:r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8066252" y="3610336"/>
            <a:ext cx="139403" cy="241509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776673" y="3285337"/>
            <a:ext cx="534504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901183" y="2946783"/>
            <a:ext cx="3715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Display result (</a:t>
            </a:r>
            <a:r>
              <a:rPr lang="en-US" sz="1600" dirty="0"/>
              <a:t>profile picture, </a:t>
            </a:r>
            <a:r>
              <a:rPr lang="en-US" sz="1600" dirty="0" smtClean="0"/>
              <a:t>email</a:t>
            </a:r>
            <a:r>
              <a:rPr lang="en-US" sz="16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9576761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4278" y="118495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717075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75720" y="1184951"/>
            <a:ext cx="189331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TutorialRandom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262450" y="1184951"/>
            <a:ext cx="213699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TutorialManagement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9038150" y="11849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Tutorial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4222379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6330948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46074" y="1696107"/>
            <a:ext cx="1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7374" y="2106582"/>
            <a:ext cx="139404" cy="33302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39176" y="212207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152677" y="2517957"/>
            <a:ext cx="175078" cy="148471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17075" y="2199517"/>
            <a:ext cx="152210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39176" y="2586755"/>
            <a:ext cx="191350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292080" y="2969282"/>
            <a:ext cx="384302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17075" y="4419837"/>
            <a:ext cx="5547508" cy="23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86778" y="5330177"/>
            <a:ext cx="55624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145116" y="5042900"/>
            <a:ext cx="534503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13: Display tutorial information</a:t>
            </a:r>
          </a:p>
          <a:p>
            <a:pPr algn="ctr"/>
            <a:r>
              <a:rPr lang="en-US" sz="1600" dirty="0" smtClean="0"/>
              <a:t>(tutorial picture, title, category, owner username, </a:t>
            </a:r>
          </a:p>
          <a:p>
            <a:pPr algn="ctr"/>
            <a:r>
              <a:rPr lang="en-US" sz="1600" dirty="0" smtClean="0"/>
              <a:t>number of like, material description, material picture,</a:t>
            </a:r>
          </a:p>
          <a:p>
            <a:pPr algn="ctr"/>
            <a:r>
              <a:rPr lang="en-US" sz="1600" dirty="0" smtClean="0"/>
              <a:t> step number, step description, step picture, video, comment)  </a:t>
            </a:r>
            <a:endParaRPr lang="en-US" sz="1600" dirty="0"/>
          </a:p>
        </p:txBody>
      </p:sp>
      <p:cxnSp>
        <p:nvCxnSpPr>
          <p:cNvPr id="38" name="Straight Arrow Connector 37"/>
          <p:cNvCxnSpPr/>
          <p:nvPr/>
        </p:nvCxnSpPr>
        <p:spPr>
          <a:xfrm flipH="1" flipV="1">
            <a:off x="4292080" y="3824703"/>
            <a:ext cx="3843023" cy="369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403985" y="5185502"/>
            <a:ext cx="336856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207073" y="4611881"/>
            <a:ext cx="413486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12: Return selected </a:t>
            </a:r>
          </a:p>
          <a:p>
            <a:pPr algn="ctr"/>
            <a:r>
              <a:rPr lang="en-US" sz="1600" dirty="0" smtClean="0"/>
              <a:t>tutorial </a:t>
            </a:r>
            <a:r>
              <a:rPr lang="en-US" sz="1600" dirty="0"/>
              <a:t>information</a:t>
            </a:r>
            <a:br>
              <a:rPr lang="en-US" sz="1600" dirty="0"/>
            </a:br>
            <a:r>
              <a:rPr lang="en-US" sz="1600" dirty="0"/>
              <a:t>(tutorial picture, title</a:t>
            </a:r>
            <a:r>
              <a:rPr lang="en-US" sz="1600" dirty="0" smtClean="0"/>
              <a:t>,</a:t>
            </a:r>
          </a:p>
          <a:p>
            <a:pPr algn="ctr"/>
            <a:r>
              <a:rPr lang="en-US" sz="1600" dirty="0" smtClean="0"/>
              <a:t> </a:t>
            </a:r>
            <a:r>
              <a:rPr lang="en-US" sz="1600" dirty="0"/>
              <a:t>category, owner username, </a:t>
            </a:r>
          </a:p>
          <a:p>
            <a:pPr algn="ctr"/>
            <a:r>
              <a:rPr lang="en-US" sz="1600" dirty="0"/>
              <a:t>number of like, material description, </a:t>
            </a:r>
            <a:endParaRPr lang="en-US" sz="1600" dirty="0" smtClean="0"/>
          </a:p>
          <a:p>
            <a:pPr algn="ctr"/>
            <a:r>
              <a:rPr lang="en-US" sz="1600" dirty="0" smtClean="0"/>
              <a:t>material </a:t>
            </a:r>
            <a:r>
              <a:rPr lang="en-US" sz="1600" dirty="0"/>
              <a:t>picture</a:t>
            </a:r>
            <a:r>
              <a:rPr lang="en-US" sz="1600" dirty="0" smtClean="0"/>
              <a:t>, </a:t>
            </a:r>
            <a:r>
              <a:rPr lang="en-US" sz="1600" dirty="0"/>
              <a:t>step number, </a:t>
            </a:r>
            <a:endParaRPr lang="en-US" sz="1600" dirty="0" smtClean="0"/>
          </a:p>
          <a:p>
            <a:pPr algn="ctr"/>
            <a:r>
              <a:rPr lang="en-US" sz="1600" dirty="0" smtClean="0"/>
              <a:t>step </a:t>
            </a:r>
            <a:r>
              <a:rPr lang="en-US" sz="1600" dirty="0"/>
              <a:t>description, step picture, video, comment)  </a:t>
            </a:r>
          </a:p>
          <a:p>
            <a:pPr algn="ctr"/>
            <a:endParaRPr lang="en-US" sz="1600" dirty="0"/>
          </a:p>
        </p:txBody>
      </p:sp>
      <p:sp>
        <p:nvSpPr>
          <p:cNvPr id="54" name="Rectangle 53"/>
          <p:cNvSpPr/>
          <p:nvPr/>
        </p:nvSpPr>
        <p:spPr>
          <a:xfrm>
            <a:off x="9776373" y="2908016"/>
            <a:ext cx="139402" cy="237393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6264583" y="4340981"/>
            <a:ext cx="139402" cy="109585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53" y="161492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88958" y="1184951"/>
            <a:ext cx="163983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308877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403985" y="4598971"/>
            <a:ext cx="337238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786778" y="3869244"/>
            <a:ext cx="33659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779397" y="3530456"/>
            <a:ext cx="149632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 smtClean="0"/>
              <a:t>tutorials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4949261" y="3486149"/>
            <a:ext cx="2210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Return list of tutorials</a:t>
            </a:r>
            <a:endParaRPr lang="en-US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4327755" y="2634980"/>
            <a:ext cx="327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Request random tutorials</a:t>
            </a:r>
            <a:endParaRPr lang="en-US"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2453174" y="4099667"/>
            <a:ext cx="1699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</a:t>
            </a:r>
            <a:r>
              <a:rPr lang="en-US" sz="1600" dirty="0" smtClean="0"/>
              <a:t>: </a:t>
            </a:r>
            <a:r>
              <a:rPr lang="en-US" sz="1600" dirty="0"/>
              <a:t>S</a:t>
            </a:r>
            <a:r>
              <a:rPr lang="en-US" sz="1600" dirty="0" smtClean="0"/>
              <a:t>elect a tutorial</a:t>
            </a:r>
            <a:endParaRPr lang="en-US" sz="1600" dirty="0"/>
          </a:p>
        </p:txBody>
      </p:sp>
      <p:sp>
        <p:nvSpPr>
          <p:cNvPr id="53" name="TextBox 52"/>
          <p:cNvSpPr txBox="1"/>
          <p:nvPr/>
        </p:nvSpPr>
        <p:spPr>
          <a:xfrm>
            <a:off x="6256251" y="4268944"/>
            <a:ext cx="32648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Request tutorial information</a:t>
            </a:r>
            <a:endParaRPr 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666770" y="1656971"/>
            <a:ext cx="1635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</a:t>
            </a:r>
          </a:p>
          <a:p>
            <a:pPr algn="ctr"/>
            <a:r>
              <a:rPr lang="en-US" sz="1600" dirty="0"/>
              <a:t>p</a:t>
            </a:r>
            <a:r>
              <a:rPr lang="en-US" sz="1600" dirty="0" smtClean="0"/>
              <a:t>age for </a:t>
            </a:r>
          </a:p>
          <a:p>
            <a:pPr algn="ctr"/>
            <a:r>
              <a:rPr lang="en-US" sz="1600" dirty="0" smtClean="0"/>
              <a:t>blogger link</a:t>
            </a:r>
            <a:endParaRPr lang="en-US" sz="1600" dirty="0"/>
          </a:p>
        </p:txBody>
      </p:sp>
      <p:sp>
        <p:nvSpPr>
          <p:cNvPr id="39" name="TextBox 38"/>
          <p:cNvSpPr txBox="1"/>
          <p:nvPr/>
        </p:nvSpPr>
        <p:spPr>
          <a:xfrm>
            <a:off x="2124801" y="2248201"/>
            <a:ext cx="2284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</a:t>
            </a:r>
            <a:r>
              <a:rPr lang="en-US" sz="1600" dirty="0" smtClean="0"/>
              <a:t>: Click random link</a:t>
            </a:r>
            <a:endParaRPr lang="en-US" sz="1600" dirty="0"/>
          </a:p>
        </p:txBody>
      </p:sp>
      <p:sp>
        <p:nvSpPr>
          <p:cNvPr id="44" name="Rectangle 43"/>
          <p:cNvSpPr/>
          <p:nvPr/>
        </p:nvSpPr>
        <p:spPr>
          <a:xfrm>
            <a:off x="7492380" y="1184951"/>
            <a:ext cx="130541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Random</a:t>
            </a:r>
            <a:endParaRPr lang="en-US" dirty="0"/>
          </a:p>
        </p:txBody>
      </p:sp>
      <p:cxnSp>
        <p:nvCxnSpPr>
          <p:cNvPr id="45" name="Straight Connector 44"/>
          <p:cNvCxnSpPr/>
          <p:nvPr/>
        </p:nvCxnSpPr>
        <p:spPr>
          <a:xfrm>
            <a:off x="8189895" y="1542596"/>
            <a:ext cx="30986" cy="415756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135103" y="2908016"/>
            <a:ext cx="139402" cy="96048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8254794" y="3206067"/>
            <a:ext cx="15332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8274505" y="3684069"/>
            <a:ext cx="150186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306496" y="2888670"/>
            <a:ext cx="139377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Get random </a:t>
            </a:r>
          </a:p>
          <a:p>
            <a:pPr algn="ctr"/>
            <a:r>
              <a:rPr lang="en-US" sz="1600" dirty="0" smtClean="0"/>
              <a:t>tutorials</a:t>
            </a:r>
            <a:endParaRPr lang="en-US" sz="1600" dirty="0"/>
          </a:p>
        </p:txBody>
      </p:sp>
      <p:sp>
        <p:nvSpPr>
          <p:cNvPr id="70" name="TextBox 69"/>
          <p:cNvSpPr txBox="1"/>
          <p:nvPr/>
        </p:nvSpPr>
        <p:spPr>
          <a:xfrm>
            <a:off x="8274505" y="3373360"/>
            <a:ext cx="1483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9902994" y="3619557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10644953" y="3258067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9902994" y="3258067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877824" y="2759953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9909707" y="5077072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10651666" y="4715582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9909707" y="4715582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839653" y="4217468"/>
            <a:ext cx="1069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11: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66154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4278" y="118495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717075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75720" y="1184951"/>
            <a:ext cx="189331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TutorialPopular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38150" y="11849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Tutorial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4222379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318207" y="1696107"/>
            <a:ext cx="30986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46074" y="1696107"/>
            <a:ext cx="1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7374" y="2106582"/>
            <a:ext cx="139404" cy="33302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39176" y="212207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152677" y="2517957"/>
            <a:ext cx="175078" cy="148471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17075" y="2199517"/>
            <a:ext cx="152210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39176" y="2586755"/>
            <a:ext cx="191350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292080" y="2969282"/>
            <a:ext cx="384302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17075" y="4419837"/>
            <a:ext cx="5547508" cy="23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86778" y="5330177"/>
            <a:ext cx="55624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145114" y="5042900"/>
            <a:ext cx="534503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13: Display tutorial information</a:t>
            </a:r>
          </a:p>
          <a:p>
            <a:pPr algn="ctr"/>
            <a:r>
              <a:rPr lang="en-US" sz="1600" dirty="0" smtClean="0"/>
              <a:t>(tutorial picture, title, category, owner username, </a:t>
            </a:r>
          </a:p>
          <a:p>
            <a:pPr algn="ctr"/>
            <a:r>
              <a:rPr lang="en-US" sz="1600" dirty="0" smtClean="0"/>
              <a:t>number of like, material description, material picture,</a:t>
            </a:r>
          </a:p>
          <a:p>
            <a:pPr algn="ctr"/>
            <a:r>
              <a:rPr lang="en-US" sz="1600" dirty="0" smtClean="0"/>
              <a:t> step number, step description, step picture, </a:t>
            </a:r>
            <a:r>
              <a:rPr lang="en-US" sz="1600" dirty="0"/>
              <a:t>video, comment)  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 flipV="1">
            <a:off x="4292080" y="3824703"/>
            <a:ext cx="3843023" cy="369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403985" y="5185502"/>
            <a:ext cx="336856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80096" y="4611881"/>
            <a:ext cx="34892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12: Return selected </a:t>
            </a:r>
          </a:p>
          <a:p>
            <a:pPr algn="ctr"/>
            <a:r>
              <a:rPr lang="en-US" sz="1600" dirty="0" smtClean="0"/>
              <a:t>tutorial </a:t>
            </a:r>
            <a:r>
              <a:rPr lang="en-US" sz="1600" dirty="0"/>
              <a:t>information</a:t>
            </a:r>
            <a:br>
              <a:rPr lang="en-US" sz="1600" dirty="0"/>
            </a:br>
            <a:r>
              <a:rPr lang="en-US" sz="1600" dirty="0"/>
              <a:t>(tutorial picture, title</a:t>
            </a:r>
            <a:r>
              <a:rPr lang="en-US" sz="1600" dirty="0" smtClean="0"/>
              <a:t>,</a:t>
            </a:r>
          </a:p>
          <a:p>
            <a:pPr algn="ctr"/>
            <a:r>
              <a:rPr lang="en-US" sz="1600" dirty="0" smtClean="0"/>
              <a:t> </a:t>
            </a:r>
            <a:r>
              <a:rPr lang="en-US" sz="1600" dirty="0"/>
              <a:t>category, owner username, </a:t>
            </a:r>
          </a:p>
          <a:p>
            <a:pPr algn="ctr"/>
            <a:r>
              <a:rPr lang="en-US" sz="1600" dirty="0"/>
              <a:t>number of like, material description, </a:t>
            </a:r>
            <a:endParaRPr lang="en-US" sz="1600" dirty="0" smtClean="0"/>
          </a:p>
          <a:p>
            <a:pPr algn="ctr"/>
            <a:r>
              <a:rPr lang="en-US" sz="1600" dirty="0" smtClean="0"/>
              <a:t>material </a:t>
            </a:r>
            <a:r>
              <a:rPr lang="en-US" sz="1600" dirty="0"/>
              <a:t>picture</a:t>
            </a:r>
            <a:r>
              <a:rPr lang="en-US" sz="1600" dirty="0" smtClean="0"/>
              <a:t>, </a:t>
            </a:r>
            <a:r>
              <a:rPr lang="en-US" sz="1600" dirty="0"/>
              <a:t>step number, </a:t>
            </a:r>
            <a:endParaRPr lang="en-US" sz="1600" dirty="0" smtClean="0"/>
          </a:p>
          <a:p>
            <a:pPr algn="ctr"/>
            <a:r>
              <a:rPr lang="en-US" sz="1600" dirty="0" smtClean="0"/>
              <a:t>step </a:t>
            </a:r>
            <a:r>
              <a:rPr lang="en-US" sz="1600" dirty="0"/>
              <a:t>description, step picture, video, comment)  </a:t>
            </a:r>
          </a:p>
          <a:p>
            <a:pPr algn="ctr"/>
            <a:endParaRPr lang="en-US" sz="1600" dirty="0"/>
          </a:p>
        </p:txBody>
      </p:sp>
      <p:sp>
        <p:nvSpPr>
          <p:cNvPr id="54" name="Rectangle 53"/>
          <p:cNvSpPr/>
          <p:nvPr/>
        </p:nvSpPr>
        <p:spPr>
          <a:xfrm>
            <a:off x="9776373" y="2908016"/>
            <a:ext cx="139402" cy="237393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6264583" y="4340981"/>
            <a:ext cx="139402" cy="109585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53" y="161492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88958" y="1184951"/>
            <a:ext cx="163983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308877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403985" y="4598971"/>
            <a:ext cx="337238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786778" y="3869244"/>
            <a:ext cx="33659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779397" y="3530456"/>
            <a:ext cx="149632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 smtClean="0"/>
              <a:t>tutorials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4949261" y="3486149"/>
            <a:ext cx="2210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Return list of tutorials</a:t>
            </a:r>
            <a:endParaRPr lang="en-US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4327755" y="2634980"/>
            <a:ext cx="327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Request most liked tutorials</a:t>
            </a:r>
            <a:endParaRPr lang="en-US"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2453174" y="4099667"/>
            <a:ext cx="1699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</a:t>
            </a:r>
            <a:r>
              <a:rPr lang="en-US" sz="1600" dirty="0" smtClean="0"/>
              <a:t>: </a:t>
            </a:r>
            <a:r>
              <a:rPr lang="en-US" sz="1600" dirty="0"/>
              <a:t>S</a:t>
            </a:r>
            <a:r>
              <a:rPr lang="en-US" sz="1600" dirty="0" smtClean="0"/>
              <a:t>elect a tutorial</a:t>
            </a:r>
            <a:endParaRPr lang="en-US" sz="1600" dirty="0"/>
          </a:p>
        </p:txBody>
      </p:sp>
      <p:sp>
        <p:nvSpPr>
          <p:cNvPr id="53" name="TextBox 52"/>
          <p:cNvSpPr txBox="1"/>
          <p:nvPr/>
        </p:nvSpPr>
        <p:spPr>
          <a:xfrm>
            <a:off x="6423478" y="4268944"/>
            <a:ext cx="2927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Request tutorial information</a:t>
            </a:r>
            <a:endParaRPr 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666770" y="1656971"/>
            <a:ext cx="1635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</a:t>
            </a:r>
          </a:p>
          <a:p>
            <a:pPr algn="ctr"/>
            <a:r>
              <a:rPr lang="en-US" sz="1600" dirty="0"/>
              <a:t>p</a:t>
            </a:r>
            <a:r>
              <a:rPr lang="en-US" sz="1600" dirty="0" smtClean="0"/>
              <a:t>age for </a:t>
            </a:r>
          </a:p>
          <a:p>
            <a:pPr algn="ctr"/>
            <a:r>
              <a:rPr lang="en-US" sz="1600" dirty="0" smtClean="0"/>
              <a:t>blogger link</a:t>
            </a:r>
            <a:endParaRPr lang="en-US" sz="1600" dirty="0"/>
          </a:p>
        </p:txBody>
      </p:sp>
      <p:sp>
        <p:nvSpPr>
          <p:cNvPr id="39" name="TextBox 38"/>
          <p:cNvSpPr txBox="1"/>
          <p:nvPr/>
        </p:nvSpPr>
        <p:spPr>
          <a:xfrm>
            <a:off x="2124801" y="2248201"/>
            <a:ext cx="2284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</a:t>
            </a:r>
            <a:r>
              <a:rPr lang="en-US" sz="1600" dirty="0" smtClean="0"/>
              <a:t>: Click popular link</a:t>
            </a:r>
            <a:endParaRPr lang="en-US" sz="1600" dirty="0"/>
          </a:p>
        </p:txBody>
      </p:sp>
      <p:sp>
        <p:nvSpPr>
          <p:cNvPr id="44" name="Rectangle 43"/>
          <p:cNvSpPr/>
          <p:nvPr/>
        </p:nvSpPr>
        <p:spPr>
          <a:xfrm>
            <a:off x="7492380" y="1184951"/>
            <a:ext cx="130541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Popular</a:t>
            </a:r>
            <a:endParaRPr lang="en-US" dirty="0"/>
          </a:p>
        </p:txBody>
      </p:sp>
      <p:cxnSp>
        <p:nvCxnSpPr>
          <p:cNvPr id="45" name="Straight Connector 44"/>
          <p:cNvCxnSpPr/>
          <p:nvPr/>
        </p:nvCxnSpPr>
        <p:spPr>
          <a:xfrm>
            <a:off x="8189895" y="1542596"/>
            <a:ext cx="30986" cy="415756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135103" y="2908016"/>
            <a:ext cx="139402" cy="96048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8254794" y="3206067"/>
            <a:ext cx="15332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8274505" y="3684069"/>
            <a:ext cx="150186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254794" y="2886729"/>
            <a:ext cx="139377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Get most liked tutorials</a:t>
            </a:r>
            <a:endParaRPr lang="en-US" sz="1600" dirty="0"/>
          </a:p>
        </p:txBody>
      </p:sp>
      <p:sp>
        <p:nvSpPr>
          <p:cNvPr id="70" name="TextBox 69"/>
          <p:cNvSpPr txBox="1"/>
          <p:nvPr/>
        </p:nvSpPr>
        <p:spPr>
          <a:xfrm>
            <a:off x="8274505" y="3373360"/>
            <a:ext cx="1483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9902994" y="3619557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10644953" y="3258067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9902994" y="3258067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877824" y="2759953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9909707" y="5077072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10651666" y="4715582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9909707" y="4715582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839653" y="4217468"/>
            <a:ext cx="1069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11: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sp>
        <p:nvSpPr>
          <p:cNvPr id="66" name="Rectangle 65"/>
          <p:cNvSpPr/>
          <p:nvPr/>
        </p:nvSpPr>
        <p:spPr>
          <a:xfrm>
            <a:off x="5262450" y="1184951"/>
            <a:ext cx="213699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TutorialManagement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5986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656" y="920336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8453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974032" y="920336"/>
            <a:ext cx="173324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TutorialCategory</a:t>
            </a:r>
            <a:endParaRPr lang="en-US" sz="16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6778632" y="920336"/>
            <a:ext cx="135636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Tutorial</a:t>
            </a:r>
            <a:br>
              <a:rPr lang="en-US" sz="1600" dirty="0" smtClean="0"/>
            </a:br>
            <a:r>
              <a:rPr lang="en-US" sz="1600" dirty="0" smtClean="0"/>
              <a:t>Management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8211606" y="920336"/>
            <a:ext cx="113862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Category </a:t>
            </a:r>
            <a:r>
              <a:rPr lang="en-US" sz="1600" dirty="0"/>
              <a:t>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840657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 flipH="1">
            <a:off x="7453480" y="1431492"/>
            <a:ext cx="3332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8780919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8752" y="1841967"/>
            <a:ext cx="139402" cy="426187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Rectangle 21"/>
          <p:cNvSpPr/>
          <p:nvPr/>
        </p:nvSpPr>
        <p:spPr>
          <a:xfrm>
            <a:off x="2184695" y="1841967"/>
            <a:ext cx="139402" cy="49816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Rectangle 22"/>
          <p:cNvSpPr/>
          <p:nvPr/>
        </p:nvSpPr>
        <p:spPr>
          <a:xfrm>
            <a:off x="3946209" y="2164604"/>
            <a:ext cx="139402" cy="16860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78453" y="1934902"/>
            <a:ext cx="150624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324097" y="2221445"/>
            <a:ext cx="164037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959931" y="2340130"/>
            <a:ext cx="4751287" cy="42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33915" y="3436928"/>
            <a:ext cx="321229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48154" y="4639058"/>
            <a:ext cx="502280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669217" y="5496362"/>
            <a:ext cx="480016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16: Display tutorial information</a:t>
            </a:r>
          </a:p>
          <a:p>
            <a:pPr algn="ctr"/>
            <a:r>
              <a:rPr lang="en-US" sz="1400" dirty="0" smtClean="0"/>
              <a:t>(tutorial picture, title, category, owner username, </a:t>
            </a:r>
          </a:p>
          <a:p>
            <a:pPr algn="ctr"/>
            <a:r>
              <a:rPr lang="en-US" sz="1400" dirty="0" smtClean="0"/>
              <a:t>number of like, material description, material picture,</a:t>
            </a:r>
          </a:p>
          <a:p>
            <a:pPr algn="ctr"/>
            <a:r>
              <a:rPr lang="en-US" sz="1400" dirty="0" smtClean="0"/>
              <a:t> step number, step description, step picture, </a:t>
            </a:r>
            <a:r>
              <a:rPr lang="en-US" sz="1400" dirty="0"/>
              <a:t>video, comment)  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4085611" y="2741245"/>
            <a:ext cx="462560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626664" y="4043506"/>
            <a:ext cx="2047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10: Return list of tutorials</a:t>
            </a:r>
            <a:endParaRPr lang="en-US" sz="14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5906675" y="4351283"/>
            <a:ext cx="404181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838489" y="5285349"/>
            <a:ext cx="3741266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15: Return selected </a:t>
            </a:r>
          </a:p>
          <a:p>
            <a:pPr algn="ctr"/>
            <a:r>
              <a:rPr lang="en-US" sz="1400" dirty="0" smtClean="0"/>
              <a:t>tutorial </a:t>
            </a:r>
            <a:r>
              <a:rPr lang="en-US" sz="1400" dirty="0"/>
              <a:t>information</a:t>
            </a:r>
            <a:br>
              <a:rPr lang="en-US" sz="1400" dirty="0"/>
            </a:br>
            <a:r>
              <a:rPr lang="en-US" sz="1400" dirty="0"/>
              <a:t>(tutorial picture, title</a:t>
            </a:r>
            <a:r>
              <a:rPr lang="en-US" sz="1400" dirty="0" smtClean="0"/>
              <a:t>,</a:t>
            </a:r>
          </a:p>
          <a:p>
            <a:pPr algn="ctr"/>
            <a:r>
              <a:rPr lang="en-US" sz="1400" dirty="0" smtClean="0"/>
              <a:t> </a:t>
            </a:r>
            <a:r>
              <a:rPr lang="en-US" sz="1400" dirty="0"/>
              <a:t>category, owner username, </a:t>
            </a:r>
          </a:p>
          <a:p>
            <a:pPr algn="ctr"/>
            <a:r>
              <a:rPr lang="en-US" sz="1400" dirty="0"/>
              <a:t>number of like, material description, </a:t>
            </a:r>
            <a:endParaRPr lang="en-US" sz="1400" dirty="0" smtClean="0"/>
          </a:p>
          <a:p>
            <a:pPr algn="ctr"/>
            <a:r>
              <a:rPr lang="en-US" sz="1400" dirty="0" smtClean="0"/>
              <a:t>material </a:t>
            </a:r>
            <a:r>
              <a:rPr lang="en-US" sz="1400" dirty="0"/>
              <a:t>picture</a:t>
            </a:r>
            <a:r>
              <a:rPr lang="en-US" sz="1400" dirty="0" smtClean="0"/>
              <a:t>, </a:t>
            </a:r>
            <a:r>
              <a:rPr lang="en-US" sz="1400" dirty="0"/>
              <a:t>step number, </a:t>
            </a:r>
            <a:endParaRPr lang="en-US" sz="1400" dirty="0" smtClean="0"/>
          </a:p>
          <a:p>
            <a:pPr algn="ctr"/>
            <a:r>
              <a:rPr lang="en-US" sz="1400" dirty="0" smtClean="0"/>
              <a:t>step </a:t>
            </a:r>
            <a:r>
              <a:rPr lang="en-US" sz="1400" dirty="0"/>
              <a:t>description, step picture, video, comment)  </a:t>
            </a:r>
          </a:p>
          <a:p>
            <a:pPr algn="ctr"/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9948489" y="3771714"/>
            <a:ext cx="139402" cy="21380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5" name="Rectangle 54"/>
          <p:cNvSpPr/>
          <p:nvPr/>
        </p:nvSpPr>
        <p:spPr>
          <a:xfrm>
            <a:off x="8711218" y="2265907"/>
            <a:ext cx="139402" cy="57867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1" y="-103123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50336" y="920336"/>
            <a:ext cx="160015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</a:t>
            </a:r>
            <a:endParaRPr lang="en-US" sz="1600" dirty="0" smtClean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250416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721348" y="2058075"/>
            <a:ext cx="2371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Request list of categories</a:t>
            </a:r>
            <a:endParaRPr lang="en-US"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4028830" y="3463286"/>
            <a:ext cx="1765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</a:t>
            </a:r>
            <a:r>
              <a:rPr lang="en-US" sz="1400" dirty="0" smtClean="0"/>
              <a:t>: Send category type</a:t>
            </a:r>
            <a:endParaRPr lang="en-US" sz="1400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5910358" y="3900841"/>
            <a:ext cx="403813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733915" y="2908726"/>
            <a:ext cx="3230555" cy="1197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529970" y="3155509"/>
            <a:ext cx="1604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Select a category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5949067" y="3608943"/>
            <a:ext cx="3737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Request list of tutorials from the category</a:t>
            </a:r>
            <a:endParaRPr lang="en-US" sz="1400" dirty="0"/>
          </a:p>
        </p:txBody>
      </p:sp>
      <p:sp>
        <p:nvSpPr>
          <p:cNvPr id="51" name="Rectangle 50"/>
          <p:cNvSpPr/>
          <p:nvPr/>
        </p:nvSpPr>
        <p:spPr>
          <a:xfrm>
            <a:off x="3174242" y="920336"/>
            <a:ext cx="167117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Tutorial</a:t>
            </a:r>
          </a:p>
          <a:p>
            <a:pPr algn="ctr"/>
            <a:r>
              <a:rPr lang="en-US" sz="1600" dirty="0" err="1" smtClean="0"/>
              <a:t>CategoriesList</a:t>
            </a:r>
            <a:endParaRPr lang="en-US" sz="1600" dirty="0"/>
          </a:p>
        </p:txBody>
      </p:sp>
      <p:cxnSp>
        <p:nvCxnSpPr>
          <p:cNvPr id="52" name="Straight Connector 51"/>
          <p:cNvCxnSpPr>
            <a:stCxn id="51" idx="2"/>
          </p:cNvCxnSpPr>
          <p:nvPr/>
        </p:nvCxnSpPr>
        <p:spPr>
          <a:xfrm>
            <a:off x="4009829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448877" y="920336"/>
            <a:ext cx="113862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Tutorial </a:t>
            </a:r>
            <a:r>
              <a:rPr lang="en-US" sz="1600" dirty="0"/>
              <a:t>Database</a:t>
            </a:r>
          </a:p>
        </p:txBody>
      </p:sp>
      <p:cxnSp>
        <p:nvCxnSpPr>
          <p:cNvPr id="59" name="Straight Connector 58"/>
          <p:cNvCxnSpPr>
            <a:stCxn id="58" idx="2"/>
          </p:cNvCxnSpPr>
          <p:nvPr/>
        </p:nvCxnSpPr>
        <p:spPr>
          <a:xfrm>
            <a:off x="10018190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18120" y="2434724"/>
            <a:ext cx="38580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Display list of categories</a:t>
            </a:r>
            <a:br>
              <a:rPr lang="en-US" sz="1400" dirty="0" smtClean="0"/>
            </a:br>
            <a:r>
              <a:rPr lang="en-US" sz="1400" dirty="0" smtClean="0"/>
              <a:t>(outfit, accessory, gift, kid, </a:t>
            </a:r>
          </a:p>
          <a:p>
            <a:pPr algn="ctr"/>
            <a:r>
              <a:rPr lang="en-US" sz="1400" dirty="0" smtClean="0"/>
              <a:t>garden, home décor, pet, other) </a:t>
            </a:r>
            <a:endParaRPr lang="en-US" sz="1400" dirty="0"/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4038792" y="3771714"/>
            <a:ext cx="17321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5770956" y="3725294"/>
            <a:ext cx="139402" cy="134128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4" name="TextBox 73"/>
          <p:cNvSpPr txBox="1"/>
          <p:nvPr/>
        </p:nvSpPr>
        <p:spPr>
          <a:xfrm>
            <a:off x="2204918" y="4346298"/>
            <a:ext cx="2074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11: Display list of tutorials</a:t>
            </a:r>
            <a:endParaRPr lang="en-US" sz="1400" dirty="0"/>
          </a:p>
        </p:txBody>
      </p:sp>
      <p:sp>
        <p:nvSpPr>
          <p:cNvPr id="75" name="Rectangle 74"/>
          <p:cNvSpPr/>
          <p:nvPr/>
        </p:nvSpPr>
        <p:spPr>
          <a:xfrm>
            <a:off x="7378139" y="4936004"/>
            <a:ext cx="153626" cy="116783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84" name="Straight Arrow Connector 83"/>
          <p:cNvCxnSpPr/>
          <p:nvPr/>
        </p:nvCxnSpPr>
        <p:spPr>
          <a:xfrm>
            <a:off x="5850665" y="5004181"/>
            <a:ext cx="15274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858717" y="4696404"/>
            <a:ext cx="1601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12: Select a tutorial</a:t>
            </a:r>
            <a:endParaRPr lang="en-US" sz="1400" dirty="0"/>
          </a:p>
        </p:txBody>
      </p:sp>
      <p:cxnSp>
        <p:nvCxnSpPr>
          <p:cNvPr id="88" name="Straight Arrow Connector 87"/>
          <p:cNvCxnSpPr/>
          <p:nvPr/>
        </p:nvCxnSpPr>
        <p:spPr>
          <a:xfrm>
            <a:off x="7495290" y="5175371"/>
            <a:ext cx="2427174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699858" y="4886269"/>
            <a:ext cx="17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Request tutorial information</a:t>
            </a:r>
            <a:endParaRPr lang="en-US" sz="1400" dirty="0"/>
          </a:p>
        </p:txBody>
      </p:sp>
      <p:cxnSp>
        <p:nvCxnSpPr>
          <p:cNvPr id="91" name="Straight Arrow Connector 90"/>
          <p:cNvCxnSpPr/>
          <p:nvPr/>
        </p:nvCxnSpPr>
        <p:spPr>
          <a:xfrm flipH="1">
            <a:off x="7531765" y="5779363"/>
            <a:ext cx="243644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579006" y="2430963"/>
            <a:ext cx="21003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4: Return list of categories</a:t>
            </a:r>
            <a:endParaRPr lang="en-US" sz="1400" dirty="0"/>
          </a:p>
        </p:txBody>
      </p:sp>
      <p:cxnSp>
        <p:nvCxnSpPr>
          <p:cNvPr id="97" name="Straight Arrow Connector 96"/>
          <p:cNvCxnSpPr/>
          <p:nvPr/>
        </p:nvCxnSpPr>
        <p:spPr>
          <a:xfrm flipH="1">
            <a:off x="748154" y="6008698"/>
            <a:ext cx="65987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-329186" y="1643919"/>
            <a:ext cx="3621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</a:t>
            </a:r>
            <a:r>
              <a:rPr lang="en-US" sz="1400" dirty="0" smtClean="0"/>
              <a:t>: Click home page </a:t>
            </a:r>
          </a:p>
          <a:p>
            <a:pPr algn="ctr"/>
            <a:r>
              <a:rPr lang="en-US" sz="1400" dirty="0" smtClean="0"/>
              <a:t>for blogger link</a:t>
            </a:r>
            <a:endParaRPr 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1979840" y="1935903"/>
            <a:ext cx="2284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</a:t>
            </a:r>
            <a:r>
              <a:rPr lang="en-US" sz="1400" dirty="0" smtClean="0"/>
              <a:t>: Click category link</a:t>
            </a:r>
            <a:endParaRPr lang="en-US" sz="1400" dirty="0"/>
          </a:p>
        </p:txBody>
      </p:sp>
      <p:cxnSp>
        <p:nvCxnSpPr>
          <p:cNvPr id="57" name="Straight Arrow Connector 56"/>
          <p:cNvCxnSpPr/>
          <p:nvPr/>
        </p:nvCxnSpPr>
        <p:spPr>
          <a:xfrm flipH="1">
            <a:off x="10066043" y="4287853"/>
            <a:ext cx="50962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10575666" y="3926363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10066043" y="3916720"/>
            <a:ext cx="509623" cy="964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948489" y="3418633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9: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63" name="Straight Arrow Connector 62"/>
          <p:cNvCxnSpPr/>
          <p:nvPr/>
        </p:nvCxnSpPr>
        <p:spPr>
          <a:xfrm flipH="1">
            <a:off x="10088245" y="5636938"/>
            <a:ext cx="57157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10659824" y="5275448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 flipV="1">
            <a:off x="10088245" y="5275448"/>
            <a:ext cx="571579" cy="99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9988598" y="4800469"/>
            <a:ext cx="8609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14: </a:t>
            </a:r>
            <a:r>
              <a:rPr lang="en-US" sz="1400" dirty="0" err="1" smtClean="0"/>
              <a:t>Retri</a:t>
            </a:r>
            <a:r>
              <a:rPr lang="en-US" sz="1400" dirty="0" smtClean="0"/>
              <a:t>-</a:t>
            </a:r>
          </a:p>
          <a:p>
            <a:pPr algn="ctr"/>
            <a:r>
              <a:rPr lang="en-US" sz="1400" dirty="0"/>
              <a:t>-</a:t>
            </a:r>
            <a:r>
              <a:rPr lang="en-US" sz="1400" dirty="0" smtClean="0"/>
              <a:t>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896095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4278" y="118495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717075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75720" y="1184951"/>
            <a:ext cx="189331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TutorialSearch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55384" y="1184951"/>
            <a:ext cx="19256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Tutorial</a:t>
            </a:r>
            <a:br>
              <a:rPr lang="en-US" dirty="0" smtClean="0"/>
            </a:br>
            <a:r>
              <a:rPr lang="en-US" dirty="0" smtClean="0"/>
              <a:t>Management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38150" y="11849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Tutorial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4222379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6318207" y="1696107"/>
            <a:ext cx="30986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46074" y="1696107"/>
            <a:ext cx="1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7374" y="2106582"/>
            <a:ext cx="139404" cy="33302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39176" y="212207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152677" y="2517957"/>
            <a:ext cx="139403" cy="19018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17075" y="2199517"/>
            <a:ext cx="152210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39176" y="2586755"/>
            <a:ext cx="191350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292080" y="3248102"/>
            <a:ext cx="384302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17075" y="4644887"/>
            <a:ext cx="5547508" cy="23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86778" y="5555227"/>
            <a:ext cx="55624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145114" y="5267950"/>
            <a:ext cx="534503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14: Display tutorial information</a:t>
            </a:r>
          </a:p>
          <a:p>
            <a:pPr algn="ctr"/>
            <a:r>
              <a:rPr lang="en-US" sz="1600" dirty="0" smtClean="0"/>
              <a:t>(tutorial picture, title, category, owner username, </a:t>
            </a:r>
          </a:p>
          <a:p>
            <a:pPr algn="ctr"/>
            <a:r>
              <a:rPr lang="en-US" sz="1600" dirty="0" smtClean="0"/>
              <a:t>number of like, material description, material picture,</a:t>
            </a:r>
          </a:p>
          <a:p>
            <a:pPr algn="ctr"/>
            <a:r>
              <a:rPr lang="en-US" sz="1600" dirty="0" smtClean="0"/>
              <a:t> step number, step description, step picture, </a:t>
            </a:r>
            <a:r>
              <a:rPr lang="en-US" sz="1600" dirty="0"/>
              <a:t>video, comment)  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 flipV="1">
            <a:off x="4292080" y="4127580"/>
            <a:ext cx="3843023" cy="369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403985" y="5410552"/>
            <a:ext cx="336856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207073" y="4836931"/>
            <a:ext cx="413486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13: Return selected </a:t>
            </a:r>
          </a:p>
          <a:p>
            <a:pPr algn="ctr"/>
            <a:r>
              <a:rPr lang="en-US" sz="1600" dirty="0" smtClean="0"/>
              <a:t>tutorial </a:t>
            </a:r>
            <a:r>
              <a:rPr lang="en-US" sz="1600" dirty="0"/>
              <a:t>information</a:t>
            </a:r>
            <a:br>
              <a:rPr lang="en-US" sz="1600" dirty="0"/>
            </a:br>
            <a:r>
              <a:rPr lang="en-US" sz="1600" dirty="0"/>
              <a:t>(tutorial picture, title</a:t>
            </a:r>
            <a:r>
              <a:rPr lang="en-US" sz="1600" dirty="0" smtClean="0"/>
              <a:t>,</a:t>
            </a:r>
          </a:p>
          <a:p>
            <a:pPr algn="ctr"/>
            <a:r>
              <a:rPr lang="en-US" sz="1600" dirty="0" smtClean="0"/>
              <a:t> </a:t>
            </a:r>
            <a:r>
              <a:rPr lang="en-US" sz="1600" dirty="0"/>
              <a:t>category, owner username, </a:t>
            </a:r>
          </a:p>
          <a:p>
            <a:pPr algn="ctr"/>
            <a:r>
              <a:rPr lang="en-US" sz="1600" dirty="0"/>
              <a:t>number of like, material description, </a:t>
            </a:r>
            <a:endParaRPr lang="en-US" sz="1600" dirty="0" smtClean="0"/>
          </a:p>
          <a:p>
            <a:pPr algn="ctr"/>
            <a:r>
              <a:rPr lang="en-US" sz="1600" dirty="0" smtClean="0"/>
              <a:t>material </a:t>
            </a:r>
            <a:r>
              <a:rPr lang="en-US" sz="1600" dirty="0"/>
              <a:t>picture</a:t>
            </a:r>
            <a:r>
              <a:rPr lang="en-US" sz="1600" dirty="0" smtClean="0"/>
              <a:t>, </a:t>
            </a:r>
            <a:r>
              <a:rPr lang="en-US" sz="1600" dirty="0"/>
              <a:t>step number, </a:t>
            </a:r>
            <a:endParaRPr lang="en-US" sz="1600" dirty="0" smtClean="0"/>
          </a:p>
          <a:p>
            <a:pPr algn="ctr"/>
            <a:r>
              <a:rPr lang="en-US" sz="1600" dirty="0" smtClean="0"/>
              <a:t>step </a:t>
            </a:r>
            <a:r>
              <a:rPr lang="en-US" sz="1600" dirty="0"/>
              <a:t>description, step picture, video, comment)  </a:t>
            </a:r>
          </a:p>
          <a:p>
            <a:pPr algn="ctr"/>
            <a:endParaRPr lang="en-US" sz="1600" dirty="0"/>
          </a:p>
        </p:txBody>
      </p:sp>
      <p:sp>
        <p:nvSpPr>
          <p:cNvPr id="54" name="Rectangle 53"/>
          <p:cNvSpPr/>
          <p:nvPr/>
        </p:nvSpPr>
        <p:spPr>
          <a:xfrm>
            <a:off x="9776373" y="3278664"/>
            <a:ext cx="139402" cy="223009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6264583" y="4566031"/>
            <a:ext cx="139402" cy="109585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53" y="161492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88958" y="1184951"/>
            <a:ext cx="163983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308877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403985" y="4824021"/>
            <a:ext cx="337238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786778" y="4283574"/>
            <a:ext cx="33659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36412" y="3944786"/>
            <a:ext cx="2741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Display list of tutorials 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4949261" y="3784026"/>
            <a:ext cx="2210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Return list of tutorials</a:t>
            </a:r>
            <a:endParaRPr lang="en-US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4327755" y="2913800"/>
            <a:ext cx="32731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</a:t>
            </a:r>
            <a:r>
              <a:rPr lang="en-US" sz="1600" dirty="0"/>
              <a:t>Request tutorials that has the keyword</a:t>
            </a:r>
          </a:p>
          <a:p>
            <a:pPr algn="ctr"/>
            <a:endParaRPr lang="en-US"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1779397" y="4324717"/>
            <a:ext cx="1803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10: </a:t>
            </a:r>
            <a:r>
              <a:rPr lang="en-US" sz="1600" dirty="0"/>
              <a:t>S</a:t>
            </a:r>
            <a:r>
              <a:rPr lang="en-US" sz="1600" dirty="0" smtClean="0"/>
              <a:t>elect a tutorial</a:t>
            </a:r>
            <a:endParaRPr lang="en-US" sz="1600" dirty="0"/>
          </a:p>
        </p:txBody>
      </p:sp>
      <p:sp>
        <p:nvSpPr>
          <p:cNvPr id="53" name="TextBox 52"/>
          <p:cNvSpPr txBox="1"/>
          <p:nvPr/>
        </p:nvSpPr>
        <p:spPr>
          <a:xfrm>
            <a:off x="6403985" y="4493994"/>
            <a:ext cx="3179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11: Request tutorial information</a:t>
            </a:r>
            <a:endParaRPr 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666770" y="1656971"/>
            <a:ext cx="1635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</a:t>
            </a:r>
          </a:p>
          <a:p>
            <a:pPr algn="ctr"/>
            <a:r>
              <a:rPr lang="en-US" sz="1600" dirty="0"/>
              <a:t>p</a:t>
            </a:r>
            <a:r>
              <a:rPr lang="en-US" sz="1600" dirty="0" smtClean="0"/>
              <a:t>age for </a:t>
            </a:r>
          </a:p>
          <a:p>
            <a:pPr algn="ctr"/>
            <a:r>
              <a:rPr lang="en-US" sz="1600" dirty="0" smtClean="0"/>
              <a:t>blogger link</a:t>
            </a:r>
            <a:endParaRPr lang="en-US" sz="1600" dirty="0"/>
          </a:p>
        </p:txBody>
      </p:sp>
      <p:sp>
        <p:nvSpPr>
          <p:cNvPr id="39" name="TextBox 38"/>
          <p:cNvSpPr txBox="1"/>
          <p:nvPr/>
        </p:nvSpPr>
        <p:spPr>
          <a:xfrm>
            <a:off x="2124801" y="2248201"/>
            <a:ext cx="2284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/>
              <a:t>Click on search box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2380" y="1184951"/>
            <a:ext cx="130541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Search</a:t>
            </a:r>
            <a:endParaRPr lang="en-US" dirty="0"/>
          </a:p>
        </p:txBody>
      </p:sp>
      <p:cxnSp>
        <p:nvCxnSpPr>
          <p:cNvPr id="45" name="Straight Connector 44"/>
          <p:cNvCxnSpPr/>
          <p:nvPr/>
        </p:nvCxnSpPr>
        <p:spPr>
          <a:xfrm>
            <a:off x="8189895" y="1542596"/>
            <a:ext cx="30986" cy="415756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135103" y="3152237"/>
            <a:ext cx="139402" cy="10831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8254794" y="3373360"/>
            <a:ext cx="15332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8236958" y="3940120"/>
            <a:ext cx="150186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185093" y="2807307"/>
            <a:ext cx="1660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Get tutorials </a:t>
            </a:r>
            <a:r>
              <a:rPr lang="en-US" sz="1600" dirty="0"/>
              <a:t>that has the keyword</a:t>
            </a:r>
          </a:p>
          <a:p>
            <a:pPr algn="ctr"/>
            <a:endParaRPr lang="en-US" sz="1600" dirty="0"/>
          </a:p>
        </p:txBody>
      </p:sp>
      <p:sp>
        <p:nvSpPr>
          <p:cNvPr id="70" name="TextBox 69"/>
          <p:cNvSpPr txBox="1"/>
          <p:nvPr/>
        </p:nvSpPr>
        <p:spPr>
          <a:xfrm>
            <a:off x="8274505" y="3631374"/>
            <a:ext cx="1483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647374" y="3028798"/>
            <a:ext cx="350530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651863" y="2679695"/>
            <a:ext cx="1602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Input keyword</a:t>
            </a:r>
            <a:endParaRPr lang="en-US" sz="1600" dirty="0"/>
          </a:p>
        </p:txBody>
      </p:sp>
      <p:cxnSp>
        <p:nvCxnSpPr>
          <p:cNvPr id="60" name="Straight Arrow Connector 59"/>
          <p:cNvCxnSpPr/>
          <p:nvPr/>
        </p:nvCxnSpPr>
        <p:spPr>
          <a:xfrm flipH="1">
            <a:off x="9887505" y="3820927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10629464" y="3459437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9887505" y="3459437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862335" y="2961323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6: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64" name="Straight Arrow Connector 63"/>
          <p:cNvCxnSpPr/>
          <p:nvPr/>
        </p:nvCxnSpPr>
        <p:spPr>
          <a:xfrm flipH="1">
            <a:off x="9894218" y="5278442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10636177" y="4916952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9894218" y="4916952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824164" y="4418838"/>
            <a:ext cx="1069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12: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48726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4278" y="118495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717075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75720" y="1184951"/>
            <a:ext cx="189331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TutorialFollow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55384" y="1184951"/>
            <a:ext cx="19256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Tutorial</a:t>
            </a:r>
            <a:br>
              <a:rPr lang="en-US" dirty="0" smtClean="0"/>
            </a:br>
            <a:r>
              <a:rPr lang="en-US" dirty="0" smtClean="0"/>
              <a:t>Management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38150" y="11849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Tutorial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4222379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6318207" y="1696107"/>
            <a:ext cx="30986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46074" y="1696107"/>
            <a:ext cx="1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7374" y="2106582"/>
            <a:ext cx="139404" cy="33302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39176" y="212207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152677" y="2517957"/>
            <a:ext cx="175078" cy="148471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17075" y="2199517"/>
            <a:ext cx="152210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39176" y="2586755"/>
            <a:ext cx="191350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292080" y="2969282"/>
            <a:ext cx="384302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17075" y="4419837"/>
            <a:ext cx="5547508" cy="23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86778" y="5330177"/>
            <a:ext cx="55624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98647" y="4996430"/>
            <a:ext cx="534503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13: Display tutorial information</a:t>
            </a:r>
          </a:p>
          <a:p>
            <a:pPr algn="ctr"/>
            <a:r>
              <a:rPr lang="en-US" sz="1600" dirty="0" smtClean="0"/>
              <a:t>(tutorial picture, title, category, owner username, </a:t>
            </a:r>
          </a:p>
          <a:p>
            <a:pPr algn="ctr"/>
            <a:r>
              <a:rPr lang="en-US" sz="1600" dirty="0" smtClean="0"/>
              <a:t>number of like, material description, material picture,</a:t>
            </a:r>
          </a:p>
          <a:p>
            <a:pPr algn="ctr"/>
            <a:r>
              <a:rPr lang="en-US" sz="1600" dirty="0" smtClean="0"/>
              <a:t> step number, step description, step picture, </a:t>
            </a:r>
            <a:r>
              <a:rPr lang="en-US" sz="1600" dirty="0"/>
              <a:t>video, comment)  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 flipV="1">
            <a:off x="4292080" y="3824703"/>
            <a:ext cx="3843023" cy="369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403985" y="5185502"/>
            <a:ext cx="336856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207073" y="4611881"/>
            <a:ext cx="413486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12: Return selected </a:t>
            </a:r>
          </a:p>
          <a:p>
            <a:pPr algn="ctr"/>
            <a:r>
              <a:rPr lang="en-US" sz="1600" dirty="0" smtClean="0"/>
              <a:t>tutorial </a:t>
            </a:r>
            <a:r>
              <a:rPr lang="en-US" sz="1600" dirty="0"/>
              <a:t>information</a:t>
            </a:r>
            <a:br>
              <a:rPr lang="en-US" sz="1600" dirty="0"/>
            </a:br>
            <a:r>
              <a:rPr lang="en-US" sz="1600" dirty="0"/>
              <a:t>(tutorial picture, title</a:t>
            </a:r>
            <a:r>
              <a:rPr lang="en-US" sz="1600" dirty="0" smtClean="0"/>
              <a:t>,</a:t>
            </a:r>
          </a:p>
          <a:p>
            <a:pPr algn="ctr"/>
            <a:r>
              <a:rPr lang="en-US" sz="1600" dirty="0" smtClean="0"/>
              <a:t> </a:t>
            </a:r>
            <a:r>
              <a:rPr lang="en-US" sz="1600" dirty="0"/>
              <a:t>category, owner username, </a:t>
            </a:r>
          </a:p>
          <a:p>
            <a:pPr algn="ctr"/>
            <a:r>
              <a:rPr lang="en-US" sz="1600" dirty="0"/>
              <a:t>number of like, material description, </a:t>
            </a:r>
            <a:endParaRPr lang="en-US" sz="1600" dirty="0" smtClean="0"/>
          </a:p>
          <a:p>
            <a:pPr algn="ctr"/>
            <a:r>
              <a:rPr lang="en-US" sz="1600" dirty="0" smtClean="0"/>
              <a:t>material </a:t>
            </a:r>
            <a:r>
              <a:rPr lang="en-US" sz="1600" dirty="0"/>
              <a:t>picture</a:t>
            </a:r>
            <a:r>
              <a:rPr lang="en-US" sz="1600" dirty="0" smtClean="0"/>
              <a:t>, </a:t>
            </a:r>
            <a:r>
              <a:rPr lang="en-US" sz="1600" dirty="0"/>
              <a:t>step number, </a:t>
            </a:r>
            <a:endParaRPr lang="en-US" sz="1600" dirty="0" smtClean="0"/>
          </a:p>
          <a:p>
            <a:pPr algn="ctr"/>
            <a:r>
              <a:rPr lang="en-US" sz="1600" dirty="0" smtClean="0"/>
              <a:t>step </a:t>
            </a:r>
            <a:r>
              <a:rPr lang="en-US" sz="1600" dirty="0"/>
              <a:t>description, step picture, video, comment)  </a:t>
            </a:r>
          </a:p>
          <a:p>
            <a:pPr algn="ctr"/>
            <a:endParaRPr lang="en-US" sz="1600" dirty="0"/>
          </a:p>
        </p:txBody>
      </p:sp>
      <p:sp>
        <p:nvSpPr>
          <p:cNvPr id="54" name="Rectangle 53"/>
          <p:cNvSpPr/>
          <p:nvPr/>
        </p:nvSpPr>
        <p:spPr>
          <a:xfrm>
            <a:off x="9776373" y="2908016"/>
            <a:ext cx="139402" cy="237393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6264583" y="4340981"/>
            <a:ext cx="139402" cy="109585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53" y="161492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88958" y="1184951"/>
            <a:ext cx="163983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308877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403985" y="4598971"/>
            <a:ext cx="337238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786778" y="3869244"/>
            <a:ext cx="33659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779397" y="3530456"/>
            <a:ext cx="149632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 smtClean="0"/>
              <a:t>tutorials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4949261" y="3486149"/>
            <a:ext cx="2210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Return list of tutorials</a:t>
            </a:r>
            <a:endParaRPr lang="en-US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4327755" y="2634980"/>
            <a:ext cx="327319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Request tutorials from following bloggers</a:t>
            </a:r>
            <a:endParaRPr lang="en-US"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2453174" y="4099667"/>
            <a:ext cx="1699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9</a:t>
            </a:r>
            <a:r>
              <a:rPr lang="en-US" sz="1600" dirty="0" smtClean="0"/>
              <a:t>: </a:t>
            </a:r>
            <a:r>
              <a:rPr lang="en-US" sz="1600" dirty="0"/>
              <a:t>S</a:t>
            </a:r>
            <a:r>
              <a:rPr lang="en-US" sz="1600" dirty="0" smtClean="0"/>
              <a:t>elect a tutorial</a:t>
            </a:r>
            <a:endParaRPr lang="en-US" sz="1600" dirty="0"/>
          </a:p>
        </p:txBody>
      </p:sp>
      <p:sp>
        <p:nvSpPr>
          <p:cNvPr id="53" name="TextBox 52"/>
          <p:cNvSpPr txBox="1"/>
          <p:nvPr/>
        </p:nvSpPr>
        <p:spPr>
          <a:xfrm>
            <a:off x="6256251" y="4268944"/>
            <a:ext cx="32648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Request tutorial information</a:t>
            </a:r>
            <a:endParaRPr 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666770" y="1656971"/>
            <a:ext cx="1635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</a:t>
            </a:r>
          </a:p>
          <a:p>
            <a:pPr algn="ctr"/>
            <a:r>
              <a:rPr lang="en-US" sz="1600" dirty="0"/>
              <a:t>p</a:t>
            </a:r>
            <a:r>
              <a:rPr lang="en-US" sz="1600" dirty="0" smtClean="0"/>
              <a:t>age for </a:t>
            </a:r>
          </a:p>
          <a:p>
            <a:pPr algn="ctr"/>
            <a:r>
              <a:rPr lang="en-US" sz="1600" dirty="0" smtClean="0"/>
              <a:t>blogger link</a:t>
            </a:r>
            <a:endParaRPr lang="en-US" sz="1600" dirty="0"/>
          </a:p>
        </p:txBody>
      </p:sp>
      <p:sp>
        <p:nvSpPr>
          <p:cNvPr id="39" name="TextBox 38"/>
          <p:cNvSpPr txBox="1"/>
          <p:nvPr/>
        </p:nvSpPr>
        <p:spPr>
          <a:xfrm>
            <a:off x="2124801" y="2248201"/>
            <a:ext cx="2284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</a:t>
            </a:r>
            <a:r>
              <a:rPr lang="en-US" sz="1600" dirty="0" smtClean="0"/>
              <a:t>: Click following link</a:t>
            </a:r>
            <a:endParaRPr lang="en-US" sz="1600" dirty="0"/>
          </a:p>
        </p:txBody>
      </p:sp>
      <p:sp>
        <p:nvSpPr>
          <p:cNvPr id="44" name="Rectangle 43"/>
          <p:cNvSpPr/>
          <p:nvPr/>
        </p:nvSpPr>
        <p:spPr>
          <a:xfrm>
            <a:off x="7492380" y="1184951"/>
            <a:ext cx="130541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Follow</a:t>
            </a:r>
            <a:endParaRPr lang="en-US" dirty="0"/>
          </a:p>
        </p:txBody>
      </p:sp>
      <p:cxnSp>
        <p:nvCxnSpPr>
          <p:cNvPr id="45" name="Straight Connector 44"/>
          <p:cNvCxnSpPr/>
          <p:nvPr/>
        </p:nvCxnSpPr>
        <p:spPr>
          <a:xfrm>
            <a:off x="8189895" y="1542596"/>
            <a:ext cx="30986" cy="415756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135103" y="2908016"/>
            <a:ext cx="139402" cy="96048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8254794" y="3206067"/>
            <a:ext cx="15332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8274505" y="3684069"/>
            <a:ext cx="150186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108362" y="2628231"/>
            <a:ext cx="1695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Get tutorials from following bloggers</a:t>
            </a:r>
            <a:endParaRPr lang="en-US" sz="1600" dirty="0"/>
          </a:p>
        </p:txBody>
      </p:sp>
      <p:sp>
        <p:nvSpPr>
          <p:cNvPr id="70" name="TextBox 69"/>
          <p:cNvSpPr txBox="1"/>
          <p:nvPr/>
        </p:nvSpPr>
        <p:spPr>
          <a:xfrm>
            <a:off x="8274505" y="3373360"/>
            <a:ext cx="1483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9887505" y="3604067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10629464" y="3242577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9887505" y="3242577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862335" y="2744463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9894218" y="5061582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10636177" y="4700092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9894218" y="4700092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824164" y="4201978"/>
            <a:ext cx="1069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11: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95373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39857" y="111401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1682654" y="1625167"/>
            <a:ext cx="0" cy="45448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479" y="1114011"/>
            <a:ext cx="146357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CreateTutorial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8595327" y="1114011"/>
            <a:ext cx="11692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Tutorial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761265" y="1625167"/>
            <a:ext cx="0" cy="45448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9179950" y="1625167"/>
            <a:ext cx="0" cy="45448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599443" y="1995021"/>
            <a:ext cx="161182" cy="353478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/>
          <p:cNvSpPr/>
          <p:nvPr/>
        </p:nvSpPr>
        <p:spPr>
          <a:xfrm>
            <a:off x="3628672" y="2011096"/>
            <a:ext cx="139402" cy="29613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3" name="Rectangle 22"/>
          <p:cNvSpPr/>
          <p:nvPr/>
        </p:nvSpPr>
        <p:spPr>
          <a:xfrm>
            <a:off x="5695880" y="2149903"/>
            <a:ext cx="174662" cy="33799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682654" y="2088542"/>
            <a:ext cx="194601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698373" y="2239893"/>
            <a:ext cx="199750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143677" y="3103917"/>
            <a:ext cx="29241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Input tutorial information </a:t>
            </a:r>
          </a:p>
          <a:p>
            <a:pPr algn="ctr"/>
            <a:r>
              <a:rPr lang="en-US" sz="1600" dirty="0" smtClean="0"/>
              <a:t>(tutorial picture, title, category, material description, material picture, step number, step picture, step description, video )</a:t>
            </a:r>
            <a:endParaRPr lang="en-US" sz="1600" dirty="0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1682654" y="3387359"/>
            <a:ext cx="4013226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488" y="370435"/>
            <a:ext cx="896137" cy="896137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2877765" y="1114011"/>
            <a:ext cx="164099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</a:t>
            </a:r>
            <a:endParaRPr lang="en-US" sz="1600" dirty="0"/>
          </a:p>
        </p:txBody>
      </p:sp>
      <p:cxnSp>
        <p:nvCxnSpPr>
          <p:cNvPr id="32" name="Straight Connector 31"/>
          <p:cNvCxnSpPr>
            <a:stCxn id="31" idx="2"/>
          </p:cNvCxnSpPr>
          <p:nvPr/>
        </p:nvCxnSpPr>
        <p:spPr>
          <a:xfrm>
            <a:off x="3698265" y="1625167"/>
            <a:ext cx="108" cy="45448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1749954" y="2820943"/>
            <a:ext cx="40113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054444" y="2516231"/>
            <a:ext cx="2651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3: Return create tutorial form</a:t>
            </a:r>
            <a:endParaRPr lang="en-US" sz="1600" dirty="0"/>
          </a:p>
        </p:txBody>
      </p:sp>
      <p:sp>
        <p:nvSpPr>
          <p:cNvPr id="33" name="Rectangle 32"/>
          <p:cNvSpPr/>
          <p:nvPr/>
        </p:nvSpPr>
        <p:spPr>
          <a:xfrm>
            <a:off x="6754544" y="1114011"/>
            <a:ext cx="146357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Tutorial</a:t>
            </a:r>
            <a:br>
              <a:rPr lang="en-US" sz="1600" dirty="0" smtClean="0"/>
            </a:br>
            <a:r>
              <a:rPr lang="en-US" sz="1600" dirty="0" smtClean="0"/>
              <a:t>Management</a:t>
            </a:r>
            <a:endParaRPr lang="en-US" sz="16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7486330" y="1625167"/>
            <a:ext cx="0" cy="45448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75415" y="1778020"/>
            <a:ext cx="362184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page </a:t>
            </a:r>
          </a:p>
          <a:p>
            <a:pPr algn="ctr"/>
            <a:r>
              <a:rPr lang="en-US" sz="1600" dirty="0" smtClean="0"/>
              <a:t>for blogger link 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585834" y="1906119"/>
            <a:ext cx="228470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</a:t>
            </a:r>
            <a:r>
              <a:rPr lang="en-US" sz="1600" dirty="0" smtClean="0"/>
              <a:t>: Click create </a:t>
            </a:r>
          </a:p>
          <a:p>
            <a:pPr algn="ctr"/>
            <a:r>
              <a:rPr lang="en-US" sz="1600" dirty="0" smtClean="0"/>
              <a:t>tutorial link</a:t>
            </a:r>
            <a:endParaRPr lang="en-US" sz="1600" dirty="0"/>
          </a:p>
        </p:txBody>
      </p:sp>
      <p:sp>
        <p:nvSpPr>
          <p:cNvPr id="62" name="Rectangle 61"/>
          <p:cNvSpPr/>
          <p:nvPr/>
        </p:nvSpPr>
        <p:spPr>
          <a:xfrm>
            <a:off x="9110249" y="4020412"/>
            <a:ext cx="168108" cy="89853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64" name="Straight Arrow Connector 63"/>
          <p:cNvCxnSpPr/>
          <p:nvPr/>
        </p:nvCxnSpPr>
        <p:spPr>
          <a:xfrm flipH="1">
            <a:off x="5870542" y="4859814"/>
            <a:ext cx="322381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464614" y="5070561"/>
            <a:ext cx="27212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9: Return successful message</a:t>
            </a:r>
            <a:endParaRPr lang="en-US" sz="1600" dirty="0"/>
          </a:p>
        </p:txBody>
      </p:sp>
      <p:sp>
        <p:nvSpPr>
          <p:cNvPr id="66" name="TextBox 65"/>
          <p:cNvSpPr txBox="1"/>
          <p:nvPr/>
        </p:nvSpPr>
        <p:spPr>
          <a:xfrm>
            <a:off x="9322996" y="3717942"/>
            <a:ext cx="102934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:Validate </a:t>
            </a:r>
          </a:p>
          <a:p>
            <a:pPr algn="ctr"/>
            <a:r>
              <a:rPr lang="en-US" sz="1600" dirty="0"/>
              <a:t>a</a:t>
            </a:r>
            <a:r>
              <a:rPr lang="en-US" sz="1600" dirty="0" smtClean="0"/>
              <a:t>ll inputs</a:t>
            </a:r>
            <a:endParaRPr lang="en-US" sz="1600" dirty="0"/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1749953" y="5378338"/>
            <a:ext cx="4045832" cy="19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691343" y="4534248"/>
            <a:ext cx="141890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5795785" y="3779659"/>
            <a:ext cx="162813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H="1">
            <a:off x="9278357" y="4566691"/>
            <a:ext cx="40740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H="1" flipV="1">
            <a:off x="9673730" y="4283933"/>
            <a:ext cx="6208" cy="2827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H="1" flipV="1">
            <a:off x="9278357" y="4283931"/>
            <a:ext cx="401199" cy="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423917" y="3812636"/>
            <a:ext cx="17560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Store</a:t>
            </a:r>
          </a:p>
          <a:p>
            <a:pPr algn="ctr"/>
            <a:r>
              <a:rPr lang="en-US" sz="1600" dirty="0" smtClean="0"/>
              <a:t>information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23917" y="3720012"/>
            <a:ext cx="168108" cy="4519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77" name="Straight Arrow Connector 76"/>
          <p:cNvCxnSpPr/>
          <p:nvPr/>
        </p:nvCxnSpPr>
        <p:spPr>
          <a:xfrm>
            <a:off x="7576317" y="4116863"/>
            <a:ext cx="15337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780065" y="3473779"/>
            <a:ext cx="17560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Add </a:t>
            </a:r>
          </a:p>
          <a:p>
            <a:pPr algn="ctr"/>
            <a:r>
              <a:rPr lang="en-US" sz="1600" dirty="0" smtClean="0"/>
              <a:t>information</a:t>
            </a:r>
          </a:p>
        </p:txBody>
      </p:sp>
    </p:spTree>
    <p:extLst>
      <p:ext uri="{BB962C8B-B14F-4D97-AF65-F5344CB8AC3E}">
        <p14:creationId xmlns:p14="http://schemas.microsoft.com/office/powerpoint/2010/main" val="1550065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39857" y="111401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1682654" y="1625167"/>
            <a:ext cx="0" cy="45448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479" y="1114011"/>
            <a:ext cx="146357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UpdateTutorial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8595327" y="1114011"/>
            <a:ext cx="11692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Tutorial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761265" y="1625167"/>
            <a:ext cx="0" cy="45448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9179950" y="1625167"/>
            <a:ext cx="0" cy="45448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599443" y="1995021"/>
            <a:ext cx="161182" cy="353478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/>
          <p:cNvSpPr/>
          <p:nvPr/>
        </p:nvSpPr>
        <p:spPr>
          <a:xfrm>
            <a:off x="3628672" y="2011096"/>
            <a:ext cx="139402" cy="29613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3" name="Rectangle 22"/>
          <p:cNvSpPr/>
          <p:nvPr/>
        </p:nvSpPr>
        <p:spPr>
          <a:xfrm>
            <a:off x="5695880" y="2149903"/>
            <a:ext cx="174662" cy="33799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4" name="Rectangle 23"/>
          <p:cNvSpPr/>
          <p:nvPr/>
        </p:nvSpPr>
        <p:spPr>
          <a:xfrm>
            <a:off x="9110249" y="4020412"/>
            <a:ext cx="168108" cy="89853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682654" y="2088542"/>
            <a:ext cx="194601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698373" y="2239893"/>
            <a:ext cx="199750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5870542" y="4859814"/>
            <a:ext cx="322381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143677" y="3103917"/>
            <a:ext cx="29241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Input tutorial information </a:t>
            </a:r>
          </a:p>
          <a:p>
            <a:pPr algn="ctr"/>
            <a:r>
              <a:rPr lang="en-US" sz="1600" dirty="0" smtClean="0"/>
              <a:t>(tutorial picture, title, category, material description, material picture, step number, step picture, step description, video )</a:t>
            </a:r>
            <a:endParaRPr lang="en-US" sz="1600" dirty="0"/>
          </a:p>
        </p:txBody>
      </p:sp>
      <p:sp>
        <p:nvSpPr>
          <p:cNvPr id="39" name="TextBox 38"/>
          <p:cNvSpPr txBox="1"/>
          <p:nvPr/>
        </p:nvSpPr>
        <p:spPr>
          <a:xfrm>
            <a:off x="2464614" y="5070561"/>
            <a:ext cx="27212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9: Return successful message</a:t>
            </a:r>
            <a:endParaRPr lang="en-US" sz="1600" dirty="0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1682654" y="3387359"/>
            <a:ext cx="4013226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488" y="370435"/>
            <a:ext cx="896137" cy="896137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2877765" y="1114011"/>
            <a:ext cx="164099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</a:t>
            </a:r>
            <a:endParaRPr lang="en-US" sz="1600" dirty="0"/>
          </a:p>
        </p:txBody>
      </p:sp>
      <p:cxnSp>
        <p:nvCxnSpPr>
          <p:cNvPr id="32" name="Straight Connector 31"/>
          <p:cNvCxnSpPr>
            <a:stCxn id="31" idx="2"/>
          </p:cNvCxnSpPr>
          <p:nvPr/>
        </p:nvCxnSpPr>
        <p:spPr>
          <a:xfrm>
            <a:off x="3698265" y="1625167"/>
            <a:ext cx="108" cy="45448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1749954" y="2820943"/>
            <a:ext cx="40113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054444" y="2516231"/>
            <a:ext cx="2447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3: Return edit tutorial form</a:t>
            </a:r>
            <a:endParaRPr lang="en-US" sz="1600" dirty="0"/>
          </a:p>
        </p:txBody>
      </p:sp>
      <p:sp>
        <p:nvSpPr>
          <p:cNvPr id="114" name="TextBox 113"/>
          <p:cNvSpPr txBox="1"/>
          <p:nvPr/>
        </p:nvSpPr>
        <p:spPr>
          <a:xfrm>
            <a:off x="9322996" y="3717942"/>
            <a:ext cx="102934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:Validate </a:t>
            </a:r>
          </a:p>
          <a:p>
            <a:pPr algn="ctr"/>
            <a:r>
              <a:rPr lang="en-US" sz="1600" dirty="0"/>
              <a:t>a</a:t>
            </a:r>
            <a:r>
              <a:rPr lang="en-US" sz="1600" dirty="0" smtClean="0"/>
              <a:t>ll inputs</a:t>
            </a:r>
            <a:endParaRPr lang="en-US" sz="1600" dirty="0"/>
          </a:p>
        </p:txBody>
      </p:sp>
      <p:cxnSp>
        <p:nvCxnSpPr>
          <p:cNvPr id="118" name="Straight Arrow Connector 117"/>
          <p:cNvCxnSpPr/>
          <p:nvPr/>
        </p:nvCxnSpPr>
        <p:spPr>
          <a:xfrm flipH="1">
            <a:off x="1749953" y="5378338"/>
            <a:ext cx="4045832" cy="19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7691343" y="4534248"/>
            <a:ext cx="141890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5795785" y="3779659"/>
            <a:ext cx="162813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 flipH="1">
            <a:off x="9278357" y="4566691"/>
            <a:ext cx="40740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H="1" flipV="1">
            <a:off x="9673730" y="4283933"/>
            <a:ext cx="6208" cy="2827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H="1" flipV="1">
            <a:off x="9278357" y="4283931"/>
            <a:ext cx="401199" cy="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423917" y="3812636"/>
            <a:ext cx="17560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Update </a:t>
            </a:r>
          </a:p>
          <a:p>
            <a:pPr algn="ctr"/>
            <a:r>
              <a:rPr lang="en-US" sz="1600" dirty="0" smtClean="0"/>
              <a:t>information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54544" y="1114011"/>
            <a:ext cx="146357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Tutorial</a:t>
            </a:r>
            <a:br>
              <a:rPr lang="en-US" sz="1600" dirty="0" smtClean="0"/>
            </a:br>
            <a:r>
              <a:rPr lang="en-US" sz="1600" dirty="0" smtClean="0"/>
              <a:t>Management</a:t>
            </a:r>
            <a:endParaRPr lang="en-US" sz="16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7486330" y="1625167"/>
            <a:ext cx="0" cy="45448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423917" y="3720012"/>
            <a:ext cx="168108" cy="45191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7576317" y="4116863"/>
            <a:ext cx="15337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780065" y="3473779"/>
            <a:ext cx="17560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Add </a:t>
            </a:r>
          </a:p>
          <a:p>
            <a:pPr algn="ctr"/>
            <a:r>
              <a:rPr lang="en-US" sz="1600" dirty="0" smtClean="0"/>
              <a:t>information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415" y="1778020"/>
            <a:ext cx="362184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page </a:t>
            </a:r>
          </a:p>
          <a:p>
            <a:pPr algn="ctr"/>
            <a:r>
              <a:rPr lang="en-US" sz="1600" dirty="0" smtClean="0"/>
              <a:t>for blogger link 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585834" y="1906119"/>
            <a:ext cx="228470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</a:t>
            </a:r>
            <a:r>
              <a:rPr lang="en-US" sz="1600" dirty="0" smtClean="0"/>
              <a:t>: Click edit</a:t>
            </a:r>
          </a:p>
          <a:p>
            <a:pPr algn="ctr"/>
            <a:r>
              <a:rPr lang="en-US" sz="1600" dirty="0" smtClean="0"/>
              <a:t>tutorial link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05701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45290" y="743576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1588087" y="1254732"/>
            <a:ext cx="0" cy="51913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934912" y="743576"/>
            <a:ext cx="146357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UpdateTutorial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8500760" y="743576"/>
            <a:ext cx="11692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Tutorial 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666698" y="1254732"/>
            <a:ext cx="18800" cy="51913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9085383" y="1254732"/>
            <a:ext cx="0" cy="51913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504876" y="1624585"/>
            <a:ext cx="150511" cy="454821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/>
          <p:cNvSpPr/>
          <p:nvPr/>
        </p:nvSpPr>
        <p:spPr>
          <a:xfrm>
            <a:off x="3534105" y="1640661"/>
            <a:ext cx="139402" cy="29613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3" name="Rectangle 22"/>
          <p:cNvSpPr/>
          <p:nvPr/>
        </p:nvSpPr>
        <p:spPr>
          <a:xfrm>
            <a:off x="5601313" y="1779467"/>
            <a:ext cx="174662" cy="439333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4" name="Rectangle 23"/>
          <p:cNvSpPr/>
          <p:nvPr/>
        </p:nvSpPr>
        <p:spPr>
          <a:xfrm>
            <a:off x="9012691" y="4791847"/>
            <a:ext cx="168108" cy="89853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1588087" y="1718107"/>
            <a:ext cx="194601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603806" y="1869458"/>
            <a:ext cx="199750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5772984" y="5631249"/>
            <a:ext cx="322381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367056" y="5713396"/>
            <a:ext cx="27212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10: Return successful message</a:t>
            </a:r>
            <a:endParaRPr lang="en-US" sz="1600" dirty="0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1588087" y="3016924"/>
            <a:ext cx="4013226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21" y="0"/>
            <a:ext cx="896137" cy="896137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2783198" y="743576"/>
            <a:ext cx="164099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</a:t>
            </a:r>
            <a:endParaRPr lang="en-US" sz="1600" dirty="0"/>
          </a:p>
        </p:txBody>
      </p:sp>
      <p:cxnSp>
        <p:nvCxnSpPr>
          <p:cNvPr id="32" name="Straight Connector 31"/>
          <p:cNvCxnSpPr>
            <a:stCxn id="31" idx="2"/>
          </p:cNvCxnSpPr>
          <p:nvPr/>
        </p:nvCxnSpPr>
        <p:spPr>
          <a:xfrm>
            <a:off x="3603698" y="1254732"/>
            <a:ext cx="0" cy="51913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1655387" y="2450508"/>
            <a:ext cx="40113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959877" y="2145796"/>
            <a:ext cx="2447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3: Return edit tutorial form</a:t>
            </a:r>
            <a:endParaRPr lang="en-US" sz="1600" dirty="0"/>
          </a:p>
        </p:txBody>
      </p:sp>
      <p:cxnSp>
        <p:nvCxnSpPr>
          <p:cNvPr id="118" name="Straight Arrow Connector 117"/>
          <p:cNvCxnSpPr/>
          <p:nvPr/>
        </p:nvCxnSpPr>
        <p:spPr>
          <a:xfrm flipH="1">
            <a:off x="1652395" y="6021173"/>
            <a:ext cx="4045832" cy="19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7593785" y="5305683"/>
            <a:ext cx="141890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9: Return result</a:t>
            </a:r>
            <a:endParaRPr lang="en-US" sz="1600" dirty="0"/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5698227" y="4551094"/>
            <a:ext cx="162813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326359" y="4584071"/>
            <a:ext cx="1756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Delete tutorial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59977" y="743576"/>
            <a:ext cx="146357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Tutorial</a:t>
            </a:r>
            <a:br>
              <a:rPr lang="en-US" sz="1600" dirty="0" smtClean="0"/>
            </a:br>
            <a:r>
              <a:rPr lang="en-US" sz="1600" dirty="0" smtClean="0"/>
              <a:t>Management</a:t>
            </a:r>
            <a:endParaRPr lang="en-US" sz="16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7391763" y="1254732"/>
            <a:ext cx="0" cy="51913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326359" y="4527050"/>
            <a:ext cx="168108" cy="3955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7478759" y="4888298"/>
            <a:ext cx="15337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82507" y="4245214"/>
            <a:ext cx="17560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Request delete </a:t>
            </a:r>
          </a:p>
          <a:p>
            <a:pPr algn="ctr"/>
            <a:r>
              <a:rPr lang="en-US" sz="1600" dirty="0" smtClean="0"/>
              <a:t>tutorial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848" y="1407585"/>
            <a:ext cx="362184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page </a:t>
            </a:r>
          </a:p>
          <a:p>
            <a:pPr algn="ctr"/>
            <a:r>
              <a:rPr lang="en-US" sz="1600" dirty="0" smtClean="0"/>
              <a:t>for blogger link </a:t>
            </a:r>
            <a:endParaRPr lang="en-US" sz="1600" dirty="0"/>
          </a:p>
        </p:txBody>
      </p:sp>
      <p:sp>
        <p:nvSpPr>
          <p:cNvPr id="45" name="TextBox 44"/>
          <p:cNvSpPr txBox="1"/>
          <p:nvPr/>
        </p:nvSpPr>
        <p:spPr>
          <a:xfrm>
            <a:off x="3491267" y="1535684"/>
            <a:ext cx="228470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</a:t>
            </a:r>
            <a:r>
              <a:rPr lang="en-US" sz="1600" dirty="0" smtClean="0"/>
              <a:t>: Click edit</a:t>
            </a:r>
          </a:p>
          <a:p>
            <a:pPr algn="ctr"/>
            <a:r>
              <a:rPr lang="en-US" sz="1600" dirty="0" smtClean="0"/>
              <a:t>tutorial link</a:t>
            </a:r>
            <a:endParaRPr lang="en-US" sz="1600" dirty="0"/>
          </a:p>
        </p:txBody>
      </p:sp>
      <p:sp>
        <p:nvSpPr>
          <p:cNvPr id="47" name="TextBox 46"/>
          <p:cNvSpPr txBox="1"/>
          <p:nvPr/>
        </p:nvSpPr>
        <p:spPr>
          <a:xfrm>
            <a:off x="2065122" y="2710521"/>
            <a:ext cx="2924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Click delete tutorial link</a:t>
            </a:r>
            <a:endParaRPr lang="en-US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2203536" y="3223135"/>
            <a:ext cx="2985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5: Display confirmation message</a:t>
            </a:r>
            <a:endParaRPr lang="en-US" sz="1600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1620866" y="3530912"/>
            <a:ext cx="4045832" cy="191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1553567" y="4051433"/>
            <a:ext cx="4013226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343759" y="3714089"/>
            <a:ext cx="1059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6: Confirm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16220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51902" y="928915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1594699" y="1440071"/>
            <a:ext cx="0" cy="541792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488873" y="928915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Tutorial Database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726855" y="1440071"/>
            <a:ext cx="16843" cy="541792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296797" y="1440071"/>
            <a:ext cx="10717" cy="541792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524997" y="1561195"/>
            <a:ext cx="132899" cy="49638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1594699" y="2789778"/>
            <a:ext cx="5078532" cy="1838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1664403" y="3700118"/>
            <a:ext cx="500882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925450" y="3428916"/>
            <a:ext cx="46999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Display tutorial information</a:t>
            </a:r>
          </a:p>
          <a:p>
            <a:pPr algn="ctr"/>
            <a:r>
              <a:rPr lang="en-US" sz="1400" dirty="0" smtClean="0"/>
              <a:t>(tutorial picture, title, category, owner username, </a:t>
            </a:r>
          </a:p>
          <a:p>
            <a:pPr algn="ctr"/>
            <a:r>
              <a:rPr lang="en-US" sz="1400" dirty="0" smtClean="0"/>
              <a:t>number of like, material description, material picture,</a:t>
            </a:r>
          </a:p>
          <a:p>
            <a:pPr algn="ctr"/>
            <a:r>
              <a:rPr lang="en-US" sz="1400" dirty="0" smtClean="0"/>
              <a:t> step number, step description, step picture, </a:t>
            </a:r>
            <a:r>
              <a:rPr lang="en-US" sz="1400" dirty="0"/>
              <a:t>video, comment)  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6804592" y="3555443"/>
            <a:ext cx="241643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81872" y="3081437"/>
            <a:ext cx="34892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Return selected </a:t>
            </a:r>
          </a:p>
          <a:p>
            <a:pPr algn="ctr"/>
            <a:r>
              <a:rPr lang="en-US" sz="1400" dirty="0" smtClean="0"/>
              <a:t>tutorial </a:t>
            </a:r>
            <a:r>
              <a:rPr lang="en-US" sz="1400" dirty="0"/>
              <a:t>information</a:t>
            </a:r>
            <a:br>
              <a:rPr lang="en-US" sz="1400" dirty="0"/>
            </a:br>
            <a:r>
              <a:rPr lang="en-US" sz="1400" dirty="0"/>
              <a:t>(tutorial picture, title</a:t>
            </a:r>
            <a:r>
              <a:rPr lang="en-US" sz="1400" dirty="0" smtClean="0"/>
              <a:t>,</a:t>
            </a:r>
          </a:p>
          <a:p>
            <a:pPr algn="ctr"/>
            <a:r>
              <a:rPr lang="en-US" sz="1400" dirty="0" smtClean="0"/>
              <a:t> </a:t>
            </a:r>
            <a:r>
              <a:rPr lang="en-US" sz="1400" dirty="0"/>
              <a:t>category, owner username, </a:t>
            </a:r>
          </a:p>
          <a:p>
            <a:pPr algn="ctr"/>
            <a:r>
              <a:rPr lang="en-US" sz="1400" dirty="0"/>
              <a:t>number of like, material description, </a:t>
            </a:r>
            <a:endParaRPr lang="en-US" sz="1400" dirty="0" smtClean="0"/>
          </a:p>
          <a:p>
            <a:pPr algn="ctr"/>
            <a:r>
              <a:rPr lang="en-US" sz="1400" dirty="0" smtClean="0"/>
              <a:t>material </a:t>
            </a:r>
            <a:r>
              <a:rPr lang="en-US" sz="1400" dirty="0"/>
              <a:t>picture</a:t>
            </a:r>
            <a:r>
              <a:rPr lang="en-US" sz="1400" dirty="0" smtClean="0"/>
              <a:t>, </a:t>
            </a:r>
            <a:r>
              <a:rPr lang="en-US" sz="1400" dirty="0"/>
              <a:t>step number, </a:t>
            </a:r>
            <a:endParaRPr lang="en-US" sz="1400" dirty="0" smtClean="0"/>
          </a:p>
          <a:p>
            <a:pPr algn="ctr"/>
            <a:r>
              <a:rPr lang="en-US" sz="1400" dirty="0" smtClean="0"/>
              <a:t>step </a:t>
            </a:r>
            <a:r>
              <a:rPr lang="en-US" sz="1400" dirty="0"/>
              <a:t>description, step picture, video, comment)  </a:t>
            </a:r>
          </a:p>
          <a:p>
            <a:pPr algn="ctr"/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9227096" y="2892194"/>
            <a:ext cx="140668" cy="29774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6673231" y="2710922"/>
            <a:ext cx="131361" cy="381413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77" y="-94544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3328726" y="928915"/>
            <a:ext cx="163983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4148645" y="1440071"/>
            <a:ext cx="0" cy="541792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743698" y="2968912"/>
            <a:ext cx="2477330" cy="129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330798" y="2469608"/>
            <a:ext cx="1699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6</a:t>
            </a:r>
            <a:r>
              <a:rPr lang="en-US" sz="1600" dirty="0" smtClean="0"/>
              <a:t>: </a:t>
            </a:r>
            <a:r>
              <a:rPr lang="en-US" sz="1600" dirty="0"/>
              <a:t>S</a:t>
            </a:r>
            <a:r>
              <a:rPr lang="en-US" sz="1600" dirty="0" smtClean="0"/>
              <a:t>elect a tutorial</a:t>
            </a:r>
            <a:endParaRPr lang="en-US" sz="1600" dirty="0"/>
          </a:p>
        </p:txBody>
      </p:sp>
      <p:sp>
        <p:nvSpPr>
          <p:cNvPr id="53" name="TextBox 52"/>
          <p:cNvSpPr txBox="1"/>
          <p:nvPr/>
        </p:nvSpPr>
        <p:spPr>
          <a:xfrm>
            <a:off x="6408755" y="2638885"/>
            <a:ext cx="292729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Request tutorial </a:t>
            </a:r>
          </a:p>
          <a:p>
            <a:pPr algn="ctr"/>
            <a:r>
              <a:rPr lang="en-US" sz="1600" dirty="0" smtClean="0"/>
              <a:t>information</a:t>
            </a:r>
            <a:endParaRPr lang="en-US" sz="1600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9367764" y="2204520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10109723" y="1843030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9367764" y="184303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839920" y="1521741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sp>
        <p:nvSpPr>
          <p:cNvPr id="66" name="Rectangle 65"/>
          <p:cNvSpPr/>
          <p:nvPr/>
        </p:nvSpPr>
        <p:spPr>
          <a:xfrm>
            <a:off x="5671098" y="928915"/>
            <a:ext cx="213699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TutorialManagement</a:t>
            </a:r>
            <a:endParaRPr lang="en-US" sz="1600" dirty="0"/>
          </a:p>
        </p:txBody>
      </p:sp>
      <p:cxnSp>
        <p:nvCxnSpPr>
          <p:cNvPr id="67" name="Straight Arrow Connector 66"/>
          <p:cNvCxnSpPr/>
          <p:nvPr/>
        </p:nvCxnSpPr>
        <p:spPr>
          <a:xfrm>
            <a:off x="1657896" y="1657360"/>
            <a:ext cx="242104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482160" y="1346325"/>
            <a:ext cx="268355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page </a:t>
            </a:r>
          </a:p>
          <a:p>
            <a:pPr algn="ctr"/>
            <a:r>
              <a:rPr lang="en-US" sz="1600" dirty="0" smtClean="0"/>
              <a:t>for blogger link </a:t>
            </a:r>
            <a:endParaRPr lang="en-US" sz="1600" dirty="0"/>
          </a:p>
        </p:txBody>
      </p:sp>
      <p:sp>
        <p:nvSpPr>
          <p:cNvPr id="71" name="Rectangle 70"/>
          <p:cNvSpPr/>
          <p:nvPr/>
        </p:nvSpPr>
        <p:spPr>
          <a:xfrm>
            <a:off x="4078943" y="1622245"/>
            <a:ext cx="139403" cy="82319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1657896" y="2380443"/>
            <a:ext cx="242104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4218346" y="1800307"/>
            <a:ext cx="5002682" cy="88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9221028" y="1742496"/>
            <a:ext cx="139402" cy="67079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/>
          <p:cNvCxnSpPr/>
          <p:nvPr/>
        </p:nvCxnSpPr>
        <p:spPr>
          <a:xfrm flipH="1">
            <a:off x="4218347" y="2252725"/>
            <a:ext cx="500268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904124" y="1470645"/>
            <a:ext cx="2927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</a:t>
            </a:r>
            <a:r>
              <a:rPr lang="en-US" sz="1600" dirty="0" smtClean="0"/>
              <a:t>: Request tutorials</a:t>
            </a:r>
            <a:endParaRPr lang="en-US" sz="1600" dirty="0"/>
          </a:p>
        </p:txBody>
      </p:sp>
      <p:sp>
        <p:nvSpPr>
          <p:cNvPr id="77" name="TextBox 76"/>
          <p:cNvSpPr txBox="1"/>
          <p:nvPr/>
        </p:nvSpPr>
        <p:spPr>
          <a:xfrm>
            <a:off x="5487691" y="1945531"/>
            <a:ext cx="2927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4: Return tutorial results</a:t>
            </a:r>
            <a:endParaRPr lang="en-US" sz="1600" dirty="0"/>
          </a:p>
        </p:txBody>
      </p:sp>
      <p:sp>
        <p:nvSpPr>
          <p:cNvPr id="78" name="TextBox 77"/>
          <p:cNvSpPr txBox="1"/>
          <p:nvPr/>
        </p:nvSpPr>
        <p:spPr>
          <a:xfrm>
            <a:off x="1412459" y="2054109"/>
            <a:ext cx="292729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 smtClean="0"/>
              <a:t>tutorials</a:t>
            </a:r>
            <a:endParaRPr lang="en-US" sz="1600" dirty="0"/>
          </a:p>
        </p:txBody>
      </p:sp>
      <p:cxnSp>
        <p:nvCxnSpPr>
          <p:cNvPr id="82" name="Straight Arrow Connector 81"/>
          <p:cNvCxnSpPr/>
          <p:nvPr/>
        </p:nvCxnSpPr>
        <p:spPr>
          <a:xfrm>
            <a:off x="1594699" y="4911582"/>
            <a:ext cx="507853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055417" y="4782963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11: save the input</a:t>
            </a:r>
            <a:endParaRPr lang="en-US" sz="1600" dirty="0"/>
          </a:p>
        </p:txBody>
      </p:sp>
      <p:cxnSp>
        <p:nvCxnSpPr>
          <p:cNvPr id="84" name="Straight Arrow Connector 83"/>
          <p:cNvCxnSpPr/>
          <p:nvPr/>
        </p:nvCxnSpPr>
        <p:spPr>
          <a:xfrm>
            <a:off x="6743698" y="5108051"/>
            <a:ext cx="24773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727066" y="4588410"/>
            <a:ext cx="177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Add comment</a:t>
            </a:r>
            <a:endParaRPr lang="en-US" sz="1600" dirty="0"/>
          </a:p>
        </p:txBody>
      </p:sp>
      <p:cxnSp>
        <p:nvCxnSpPr>
          <p:cNvPr id="86" name="Straight Arrow Connector 85"/>
          <p:cNvCxnSpPr/>
          <p:nvPr/>
        </p:nvCxnSpPr>
        <p:spPr>
          <a:xfrm flipH="1">
            <a:off x="9307514" y="5565791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V="1">
            <a:off x="10049473" y="5204301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flipH="1">
            <a:off x="9307514" y="5204301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695208" y="4799659"/>
            <a:ext cx="123623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12: validates </a:t>
            </a:r>
          </a:p>
          <a:p>
            <a:pPr algn="ctr"/>
            <a:r>
              <a:rPr lang="en-US" sz="1600" dirty="0" smtClean="0"/>
              <a:t>input</a:t>
            </a:r>
            <a:endParaRPr lang="en-US" sz="1600" dirty="0"/>
          </a:p>
        </p:txBody>
      </p:sp>
      <p:cxnSp>
        <p:nvCxnSpPr>
          <p:cNvPr id="90" name="Straight Arrow Connector 89"/>
          <p:cNvCxnSpPr/>
          <p:nvPr/>
        </p:nvCxnSpPr>
        <p:spPr>
          <a:xfrm flipH="1" flipV="1">
            <a:off x="6804592" y="5754001"/>
            <a:ext cx="2485929" cy="44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169221" y="5440900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13: return result</a:t>
            </a:r>
            <a:endParaRPr lang="en-US" sz="1600" dirty="0"/>
          </a:p>
        </p:txBody>
      </p:sp>
      <p:cxnSp>
        <p:nvCxnSpPr>
          <p:cNvPr id="92" name="Straight Arrow Connector 91"/>
          <p:cNvCxnSpPr/>
          <p:nvPr/>
        </p:nvCxnSpPr>
        <p:spPr>
          <a:xfrm flipH="1">
            <a:off x="1664403" y="5882601"/>
            <a:ext cx="4977593" cy="1920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446369" y="5317026"/>
            <a:ext cx="195708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14: Result = Success</a:t>
            </a:r>
          </a:p>
          <a:p>
            <a:r>
              <a:rPr lang="en-US" sz="1600" dirty="0" smtClean="0"/>
              <a:t>Display the comment</a:t>
            </a:r>
            <a:endParaRPr lang="en-US" sz="1600" dirty="0"/>
          </a:p>
        </p:txBody>
      </p:sp>
      <p:cxnSp>
        <p:nvCxnSpPr>
          <p:cNvPr id="94" name="Straight Arrow Connector 93"/>
          <p:cNvCxnSpPr/>
          <p:nvPr/>
        </p:nvCxnSpPr>
        <p:spPr>
          <a:xfrm flipH="1">
            <a:off x="1664403" y="6472480"/>
            <a:ext cx="496103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3383584" y="5892051"/>
            <a:ext cx="202541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15: Result = Fail</a:t>
            </a:r>
          </a:p>
          <a:p>
            <a:r>
              <a:rPr lang="en-US" sz="1600" dirty="0" smtClean="0"/>
              <a:t>Display error message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34325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662" y="767923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54459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548633" y="767923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Tutorial Database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5786615" y="1279079"/>
            <a:ext cx="32236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8356557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4757" y="1400204"/>
            <a:ext cx="139406" cy="519913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654459" y="2628786"/>
            <a:ext cx="5078532" cy="1838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24163" y="3539126"/>
            <a:ext cx="500882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85210" y="3267924"/>
            <a:ext cx="46999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Display tutorial information</a:t>
            </a:r>
          </a:p>
          <a:p>
            <a:pPr algn="ctr"/>
            <a:r>
              <a:rPr lang="en-US" sz="1400" dirty="0" smtClean="0"/>
              <a:t>(tutorial picture, title, category, owner username, </a:t>
            </a:r>
          </a:p>
          <a:p>
            <a:pPr algn="ctr"/>
            <a:r>
              <a:rPr lang="en-US" sz="1400" dirty="0" smtClean="0"/>
              <a:t>number of like, material description, material picture,</a:t>
            </a:r>
          </a:p>
          <a:p>
            <a:pPr algn="ctr"/>
            <a:r>
              <a:rPr lang="en-US" sz="1400" dirty="0" smtClean="0"/>
              <a:t> step number, step description, step picture, </a:t>
            </a:r>
            <a:r>
              <a:rPr lang="en-US" sz="1400" dirty="0"/>
              <a:t>video, comment)  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5864352" y="3394451"/>
            <a:ext cx="241643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441632" y="2920445"/>
            <a:ext cx="34892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Return selected </a:t>
            </a:r>
          </a:p>
          <a:p>
            <a:pPr algn="ctr"/>
            <a:r>
              <a:rPr lang="en-US" sz="1400" dirty="0" smtClean="0"/>
              <a:t>tutorial </a:t>
            </a:r>
            <a:r>
              <a:rPr lang="en-US" sz="1400" dirty="0"/>
              <a:t>information</a:t>
            </a:r>
            <a:br>
              <a:rPr lang="en-US" sz="1400" dirty="0"/>
            </a:br>
            <a:r>
              <a:rPr lang="en-US" sz="1400" dirty="0"/>
              <a:t>(tutorial picture, title</a:t>
            </a:r>
            <a:r>
              <a:rPr lang="en-US" sz="1400" dirty="0" smtClean="0"/>
              <a:t>,</a:t>
            </a:r>
          </a:p>
          <a:p>
            <a:pPr algn="ctr"/>
            <a:r>
              <a:rPr lang="en-US" sz="1400" dirty="0" smtClean="0"/>
              <a:t> </a:t>
            </a:r>
            <a:r>
              <a:rPr lang="en-US" sz="1400" dirty="0"/>
              <a:t>category, owner username, </a:t>
            </a:r>
          </a:p>
          <a:p>
            <a:pPr algn="ctr"/>
            <a:r>
              <a:rPr lang="en-US" sz="1400" dirty="0"/>
              <a:t>number of like, material description, </a:t>
            </a:r>
            <a:endParaRPr lang="en-US" sz="1400" dirty="0" smtClean="0"/>
          </a:p>
          <a:p>
            <a:pPr algn="ctr"/>
            <a:r>
              <a:rPr lang="en-US" sz="1400" dirty="0" smtClean="0"/>
              <a:t>material </a:t>
            </a:r>
            <a:r>
              <a:rPr lang="en-US" sz="1400" dirty="0"/>
              <a:t>picture</a:t>
            </a:r>
            <a:r>
              <a:rPr lang="en-US" sz="1400" dirty="0" smtClean="0"/>
              <a:t>, </a:t>
            </a:r>
            <a:r>
              <a:rPr lang="en-US" sz="1400" dirty="0"/>
              <a:t>step number, </a:t>
            </a:r>
            <a:endParaRPr lang="en-US" sz="1400" dirty="0" smtClean="0"/>
          </a:p>
          <a:p>
            <a:pPr algn="ctr"/>
            <a:r>
              <a:rPr lang="en-US" sz="1400" dirty="0" smtClean="0"/>
              <a:t>step </a:t>
            </a:r>
            <a:r>
              <a:rPr lang="en-US" sz="1400" dirty="0"/>
              <a:t>description, step picture, video, comment)  </a:t>
            </a:r>
          </a:p>
          <a:p>
            <a:pPr algn="ctr"/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8286856" y="2749090"/>
            <a:ext cx="140668" cy="27771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732991" y="2549930"/>
            <a:ext cx="131361" cy="404940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2" y="-111634"/>
            <a:ext cx="1040549" cy="1040549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2388486" y="767923"/>
            <a:ext cx="163983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3208405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803458" y="2807920"/>
            <a:ext cx="2477330" cy="129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390558" y="2308616"/>
            <a:ext cx="1699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6</a:t>
            </a:r>
            <a:r>
              <a:rPr lang="en-US" sz="1600" dirty="0" smtClean="0"/>
              <a:t>: </a:t>
            </a:r>
            <a:r>
              <a:rPr lang="en-US" sz="1600" dirty="0"/>
              <a:t>S</a:t>
            </a:r>
            <a:r>
              <a:rPr lang="en-US" sz="1600" dirty="0" smtClean="0"/>
              <a:t>elect a tutorial</a:t>
            </a:r>
            <a:endParaRPr lang="en-US" sz="1600" dirty="0"/>
          </a:p>
        </p:txBody>
      </p:sp>
      <p:sp>
        <p:nvSpPr>
          <p:cNvPr id="53" name="TextBox 52"/>
          <p:cNvSpPr txBox="1"/>
          <p:nvPr/>
        </p:nvSpPr>
        <p:spPr>
          <a:xfrm>
            <a:off x="5468515" y="2477893"/>
            <a:ext cx="292729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Request tutorial </a:t>
            </a:r>
          </a:p>
          <a:p>
            <a:pPr algn="ctr"/>
            <a:r>
              <a:rPr lang="en-US" sz="1600" dirty="0" smtClean="0"/>
              <a:t>information</a:t>
            </a:r>
            <a:endParaRPr lang="en-US" sz="1600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8427525" y="2043528"/>
            <a:ext cx="36437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8791897" y="1682038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8427525" y="1682038"/>
            <a:ext cx="36437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509405" y="136989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sp>
        <p:nvSpPr>
          <p:cNvPr id="66" name="Rectangle 65"/>
          <p:cNvSpPr/>
          <p:nvPr/>
        </p:nvSpPr>
        <p:spPr>
          <a:xfrm>
            <a:off x="4730858" y="767923"/>
            <a:ext cx="213699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TutorialManagement</a:t>
            </a:r>
            <a:endParaRPr lang="en-US" sz="1600" dirty="0"/>
          </a:p>
        </p:txBody>
      </p:sp>
      <p:cxnSp>
        <p:nvCxnSpPr>
          <p:cNvPr id="67" name="Straight Arrow Connector 66"/>
          <p:cNvCxnSpPr/>
          <p:nvPr/>
        </p:nvCxnSpPr>
        <p:spPr>
          <a:xfrm>
            <a:off x="717656" y="1496368"/>
            <a:ext cx="242104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41920" y="1185333"/>
            <a:ext cx="268355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page </a:t>
            </a:r>
          </a:p>
          <a:p>
            <a:pPr algn="ctr"/>
            <a:r>
              <a:rPr lang="en-US" sz="1600" dirty="0" smtClean="0"/>
              <a:t>for blogger link </a:t>
            </a:r>
            <a:endParaRPr lang="en-US" sz="1600" dirty="0"/>
          </a:p>
        </p:txBody>
      </p:sp>
      <p:sp>
        <p:nvSpPr>
          <p:cNvPr id="71" name="Rectangle 70"/>
          <p:cNvSpPr/>
          <p:nvPr/>
        </p:nvSpPr>
        <p:spPr>
          <a:xfrm>
            <a:off x="3138703" y="1461253"/>
            <a:ext cx="139403" cy="82319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717656" y="2219451"/>
            <a:ext cx="242104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3278106" y="1639315"/>
            <a:ext cx="5002682" cy="88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8280788" y="1598665"/>
            <a:ext cx="146736" cy="54158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/>
          <p:cNvCxnSpPr/>
          <p:nvPr/>
        </p:nvCxnSpPr>
        <p:spPr>
          <a:xfrm flipH="1">
            <a:off x="3278107" y="2091733"/>
            <a:ext cx="500268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963884" y="1309653"/>
            <a:ext cx="2927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</a:t>
            </a:r>
            <a:r>
              <a:rPr lang="en-US" sz="1600" dirty="0" smtClean="0"/>
              <a:t>: Request tutorials</a:t>
            </a:r>
            <a:endParaRPr lang="en-US" sz="1600" dirty="0"/>
          </a:p>
        </p:txBody>
      </p:sp>
      <p:sp>
        <p:nvSpPr>
          <p:cNvPr id="77" name="TextBox 76"/>
          <p:cNvSpPr txBox="1"/>
          <p:nvPr/>
        </p:nvSpPr>
        <p:spPr>
          <a:xfrm>
            <a:off x="4547451" y="1784539"/>
            <a:ext cx="2927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4: Return tutorial results</a:t>
            </a:r>
            <a:endParaRPr lang="en-US" sz="1600" dirty="0"/>
          </a:p>
        </p:txBody>
      </p:sp>
      <p:sp>
        <p:nvSpPr>
          <p:cNvPr id="78" name="TextBox 77"/>
          <p:cNvSpPr txBox="1"/>
          <p:nvPr/>
        </p:nvSpPr>
        <p:spPr>
          <a:xfrm>
            <a:off x="472219" y="1893117"/>
            <a:ext cx="292729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 smtClean="0"/>
              <a:t>tutorials</a:t>
            </a:r>
            <a:endParaRPr lang="en-US" sz="1600" dirty="0"/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561135" y="4744063"/>
            <a:ext cx="514823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953995" y="4412408"/>
            <a:ext cx="2712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Click like link</a:t>
            </a:r>
            <a:endParaRPr lang="en-US" sz="1600" dirty="0"/>
          </a:p>
        </p:txBody>
      </p:sp>
      <p:sp>
        <p:nvSpPr>
          <p:cNvPr id="58" name="Rectangle 57"/>
          <p:cNvSpPr/>
          <p:nvPr/>
        </p:nvSpPr>
        <p:spPr>
          <a:xfrm>
            <a:off x="9334282" y="767923"/>
            <a:ext cx="1289561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Like </a:t>
            </a:r>
          </a:p>
          <a:p>
            <a:pPr algn="ctr"/>
            <a:r>
              <a:rPr lang="en-US" dirty="0" smtClean="0"/>
              <a:t>Database</a:t>
            </a:r>
            <a:endParaRPr lang="en-US" dirty="0"/>
          </a:p>
        </p:txBody>
      </p:sp>
      <p:cxnSp>
        <p:nvCxnSpPr>
          <p:cNvPr id="59" name="Straight Connector 58"/>
          <p:cNvCxnSpPr>
            <a:stCxn id="58" idx="2"/>
          </p:cNvCxnSpPr>
          <p:nvPr/>
        </p:nvCxnSpPr>
        <p:spPr>
          <a:xfrm>
            <a:off x="9979063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939934" y="4631104"/>
            <a:ext cx="210609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11: check blogger’s username</a:t>
            </a:r>
            <a:endParaRPr lang="en-US" sz="1600" dirty="0"/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5803458" y="4951770"/>
            <a:ext cx="24773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H="1">
            <a:off x="10058256" y="6214062"/>
            <a:ext cx="3715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10429795" y="5852572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H="1">
            <a:off x="10058256" y="5852572"/>
            <a:ext cx="3715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9851918" y="5236689"/>
            <a:ext cx="1050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14: add </a:t>
            </a:r>
          </a:p>
          <a:p>
            <a:pPr algn="ctr"/>
            <a:r>
              <a:rPr lang="en-US" sz="1400" dirty="0" smtClean="0"/>
              <a:t>information</a:t>
            </a:r>
            <a:endParaRPr lang="en-US" sz="1400" dirty="0"/>
          </a:p>
        </p:txBody>
      </p:sp>
      <p:cxnSp>
        <p:nvCxnSpPr>
          <p:cNvPr id="86" name="Straight Arrow Connector 85"/>
          <p:cNvCxnSpPr/>
          <p:nvPr/>
        </p:nvCxnSpPr>
        <p:spPr>
          <a:xfrm flipH="1">
            <a:off x="5834728" y="5462523"/>
            <a:ext cx="24460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6274509" y="5145022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12: return result</a:t>
            </a:r>
            <a:endParaRPr lang="en-US" sz="1600" dirty="0"/>
          </a:p>
        </p:txBody>
      </p:sp>
      <p:cxnSp>
        <p:nvCxnSpPr>
          <p:cNvPr id="88" name="Straight Arrow Connector 87"/>
          <p:cNvCxnSpPr/>
          <p:nvPr/>
        </p:nvCxnSpPr>
        <p:spPr>
          <a:xfrm flipH="1">
            <a:off x="5864352" y="6267406"/>
            <a:ext cx="407099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9937073" y="5703982"/>
            <a:ext cx="136486" cy="66299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/>
          <p:cNvCxnSpPr/>
          <p:nvPr/>
        </p:nvCxnSpPr>
        <p:spPr>
          <a:xfrm>
            <a:off x="5818851" y="5811884"/>
            <a:ext cx="411822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6394574" y="5508382"/>
            <a:ext cx="1243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13: add like</a:t>
            </a:r>
            <a:endParaRPr lang="en-US" sz="1600" dirty="0"/>
          </a:p>
        </p:txBody>
      </p:sp>
      <p:sp>
        <p:nvSpPr>
          <p:cNvPr id="94" name="TextBox 93"/>
          <p:cNvSpPr txBox="1"/>
          <p:nvPr/>
        </p:nvSpPr>
        <p:spPr>
          <a:xfrm>
            <a:off x="6928115" y="5992772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15: return result</a:t>
            </a:r>
            <a:endParaRPr lang="en-US" sz="1600" dirty="0"/>
          </a:p>
        </p:txBody>
      </p:sp>
      <p:cxnSp>
        <p:nvCxnSpPr>
          <p:cNvPr id="95" name="Straight Arrow Connector 94"/>
          <p:cNvCxnSpPr/>
          <p:nvPr/>
        </p:nvCxnSpPr>
        <p:spPr>
          <a:xfrm flipH="1">
            <a:off x="717656" y="6491358"/>
            <a:ext cx="496754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386873" y="6169681"/>
            <a:ext cx="40656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16: Display liked sign and updated like number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0211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662" y="767923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54459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548633" y="767923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Tutorial Database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5786615" y="1279079"/>
            <a:ext cx="32236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8356557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4757" y="1400204"/>
            <a:ext cx="139406" cy="519913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654459" y="2628786"/>
            <a:ext cx="5078532" cy="1838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24163" y="3539126"/>
            <a:ext cx="500882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85210" y="3267924"/>
            <a:ext cx="46999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Display tutorial information</a:t>
            </a:r>
          </a:p>
          <a:p>
            <a:pPr algn="ctr"/>
            <a:r>
              <a:rPr lang="en-US" sz="1400" dirty="0" smtClean="0"/>
              <a:t>(tutorial picture, title, category, owner username, </a:t>
            </a:r>
          </a:p>
          <a:p>
            <a:pPr algn="ctr"/>
            <a:r>
              <a:rPr lang="en-US" sz="1400" dirty="0" smtClean="0"/>
              <a:t>number of like, material description, material picture,</a:t>
            </a:r>
          </a:p>
          <a:p>
            <a:pPr algn="ctr"/>
            <a:r>
              <a:rPr lang="en-US" sz="1400" dirty="0" smtClean="0"/>
              <a:t> step number, step description, step picture, </a:t>
            </a:r>
            <a:r>
              <a:rPr lang="en-US" sz="1400" dirty="0"/>
              <a:t>video, comment)  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5864352" y="3394451"/>
            <a:ext cx="241643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441632" y="2920445"/>
            <a:ext cx="34892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Return selected </a:t>
            </a:r>
          </a:p>
          <a:p>
            <a:pPr algn="ctr"/>
            <a:r>
              <a:rPr lang="en-US" sz="1400" dirty="0" smtClean="0"/>
              <a:t>tutorial </a:t>
            </a:r>
            <a:r>
              <a:rPr lang="en-US" sz="1400" dirty="0"/>
              <a:t>information</a:t>
            </a:r>
            <a:br>
              <a:rPr lang="en-US" sz="1400" dirty="0"/>
            </a:br>
            <a:r>
              <a:rPr lang="en-US" sz="1400" dirty="0"/>
              <a:t>(tutorial picture, title</a:t>
            </a:r>
            <a:r>
              <a:rPr lang="en-US" sz="1400" dirty="0" smtClean="0"/>
              <a:t>,</a:t>
            </a:r>
          </a:p>
          <a:p>
            <a:pPr algn="ctr"/>
            <a:r>
              <a:rPr lang="en-US" sz="1400" dirty="0" smtClean="0"/>
              <a:t> </a:t>
            </a:r>
            <a:r>
              <a:rPr lang="en-US" sz="1400" dirty="0"/>
              <a:t>category, owner username, </a:t>
            </a:r>
          </a:p>
          <a:p>
            <a:pPr algn="ctr"/>
            <a:r>
              <a:rPr lang="en-US" sz="1400" dirty="0"/>
              <a:t>number of like, material description, </a:t>
            </a:r>
            <a:endParaRPr lang="en-US" sz="1400" dirty="0" smtClean="0"/>
          </a:p>
          <a:p>
            <a:pPr algn="ctr"/>
            <a:r>
              <a:rPr lang="en-US" sz="1400" dirty="0" smtClean="0"/>
              <a:t>material </a:t>
            </a:r>
            <a:r>
              <a:rPr lang="en-US" sz="1400" dirty="0"/>
              <a:t>picture</a:t>
            </a:r>
            <a:r>
              <a:rPr lang="en-US" sz="1400" dirty="0" smtClean="0"/>
              <a:t>, </a:t>
            </a:r>
            <a:r>
              <a:rPr lang="en-US" sz="1400" dirty="0"/>
              <a:t>step number, </a:t>
            </a:r>
            <a:endParaRPr lang="en-US" sz="1400" dirty="0" smtClean="0"/>
          </a:p>
          <a:p>
            <a:pPr algn="ctr"/>
            <a:r>
              <a:rPr lang="en-US" sz="1400" dirty="0" smtClean="0"/>
              <a:t>step </a:t>
            </a:r>
            <a:r>
              <a:rPr lang="en-US" sz="1400" dirty="0"/>
              <a:t>description, step picture, video, comment)  </a:t>
            </a:r>
          </a:p>
          <a:p>
            <a:pPr algn="ctr"/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8286856" y="2749090"/>
            <a:ext cx="140668" cy="27771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732991" y="2549930"/>
            <a:ext cx="131361" cy="404940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2" y="-111634"/>
            <a:ext cx="1040549" cy="1040549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2388486" y="767923"/>
            <a:ext cx="163983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3208405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803458" y="2807920"/>
            <a:ext cx="2477330" cy="129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390558" y="2308616"/>
            <a:ext cx="1699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6</a:t>
            </a:r>
            <a:r>
              <a:rPr lang="en-US" sz="1600" dirty="0" smtClean="0"/>
              <a:t>: </a:t>
            </a:r>
            <a:r>
              <a:rPr lang="en-US" sz="1600" dirty="0"/>
              <a:t>S</a:t>
            </a:r>
            <a:r>
              <a:rPr lang="en-US" sz="1600" dirty="0" smtClean="0"/>
              <a:t>elect a tutorial</a:t>
            </a:r>
            <a:endParaRPr lang="en-US" sz="1600" dirty="0"/>
          </a:p>
        </p:txBody>
      </p:sp>
      <p:sp>
        <p:nvSpPr>
          <p:cNvPr id="53" name="TextBox 52"/>
          <p:cNvSpPr txBox="1"/>
          <p:nvPr/>
        </p:nvSpPr>
        <p:spPr>
          <a:xfrm>
            <a:off x="5468515" y="2477893"/>
            <a:ext cx="292729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Request tutorial </a:t>
            </a:r>
          </a:p>
          <a:p>
            <a:pPr algn="ctr"/>
            <a:r>
              <a:rPr lang="en-US" sz="1600" dirty="0" smtClean="0"/>
              <a:t>information</a:t>
            </a:r>
            <a:endParaRPr lang="en-US" sz="1600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8427525" y="2043528"/>
            <a:ext cx="36437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8791897" y="1682038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8427525" y="1682038"/>
            <a:ext cx="36437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509405" y="136989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sp>
        <p:nvSpPr>
          <p:cNvPr id="66" name="Rectangle 65"/>
          <p:cNvSpPr/>
          <p:nvPr/>
        </p:nvSpPr>
        <p:spPr>
          <a:xfrm>
            <a:off x="4730858" y="767923"/>
            <a:ext cx="213699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TutorialManagement</a:t>
            </a:r>
            <a:endParaRPr lang="en-US" sz="1600" dirty="0"/>
          </a:p>
        </p:txBody>
      </p:sp>
      <p:cxnSp>
        <p:nvCxnSpPr>
          <p:cNvPr id="67" name="Straight Arrow Connector 66"/>
          <p:cNvCxnSpPr/>
          <p:nvPr/>
        </p:nvCxnSpPr>
        <p:spPr>
          <a:xfrm>
            <a:off x="717656" y="1496368"/>
            <a:ext cx="242104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41920" y="1185333"/>
            <a:ext cx="268355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page </a:t>
            </a:r>
          </a:p>
          <a:p>
            <a:pPr algn="ctr"/>
            <a:r>
              <a:rPr lang="en-US" sz="1600" dirty="0" smtClean="0"/>
              <a:t>for blogger link </a:t>
            </a:r>
            <a:endParaRPr lang="en-US" sz="1600" dirty="0"/>
          </a:p>
        </p:txBody>
      </p:sp>
      <p:sp>
        <p:nvSpPr>
          <p:cNvPr id="71" name="Rectangle 70"/>
          <p:cNvSpPr/>
          <p:nvPr/>
        </p:nvSpPr>
        <p:spPr>
          <a:xfrm>
            <a:off x="3138703" y="1461253"/>
            <a:ext cx="139403" cy="82319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717656" y="2219451"/>
            <a:ext cx="242104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3278106" y="1639315"/>
            <a:ext cx="5002682" cy="88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8280788" y="1598665"/>
            <a:ext cx="146736" cy="54158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/>
          <p:cNvCxnSpPr/>
          <p:nvPr/>
        </p:nvCxnSpPr>
        <p:spPr>
          <a:xfrm flipH="1">
            <a:off x="3278107" y="2091733"/>
            <a:ext cx="500268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963884" y="1309653"/>
            <a:ext cx="2927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</a:t>
            </a:r>
            <a:r>
              <a:rPr lang="en-US" sz="1600" dirty="0" smtClean="0"/>
              <a:t>: Request tutorials</a:t>
            </a:r>
            <a:endParaRPr lang="en-US" sz="1600" dirty="0"/>
          </a:p>
        </p:txBody>
      </p:sp>
      <p:sp>
        <p:nvSpPr>
          <p:cNvPr id="77" name="TextBox 76"/>
          <p:cNvSpPr txBox="1"/>
          <p:nvPr/>
        </p:nvSpPr>
        <p:spPr>
          <a:xfrm>
            <a:off x="4547451" y="1784539"/>
            <a:ext cx="2927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4: Return tutorial results</a:t>
            </a:r>
            <a:endParaRPr lang="en-US" sz="1600" dirty="0"/>
          </a:p>
        </p:txBody>
      </p:sp>
      <p:sp>
        <p:nvSpPr>
          <p:cNvPr id="78" name="TextBox 77"/>
          <p:cNvSpPr txBox="1"/>
          <p:nvPr/>
        </p:nvSpPr>
        <p:spPr>
          <a:xfrm>
            <a:off x="472219" y="1893117"/>
            <a:ext cx="292729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 smtClean="0"/>
              <a:t>tutorials</a:t>
            </a:r>
            <a:endParaRPr lang="en-US" sz="1600" dirty="0"/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561135" y="4744063"/>
            <a:ext cx="514823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953995" y="4412408"/>
            <a:ext cx="2712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Click liked link</a:t>
            </a:r>
            <a:endParaRPr lang="en-US" sz="1600" dirty="0"/>
          </a:p>
        </p:txBody>
      </p:sp>
      <p:sp>
        <p:nvSpPr>
          <p:cNvPr id="58" name="Rectangle 57"/>
          <p:cNvSpPr/>
          <p:nvPr/>
        </p:nvSpPr>
        <p:spPr>
          <a:xfrm>
            <a:off x="9334282" y="767923"/>
            <a:ext cx="1289561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Like </a:t>
            </a:r>
          </a:p>
          <a:p>
            <a:pPr algn="ctr"/>
            <a:r>
              <a:rPr lang="en-US" dirty="0" smtClean="0"/>
              <a:t>Database</a:t>
            </a:r>
            <a:endParaRPr lang="en-US" dirty="0"/>
          </a:p>
        </p:txBody>
      </p:sp>
      <p:cxnSp>
        <p:nvCxnSpPr>
          <p:cNvPr id="59" name="Straight Connector 58"/>
          <p:cNvCxnSpPr>
            <a:stCxn id="58" idx="2"/>
          </p:cNvCxnSpPr>
          <p:nvPr/>
        </p:nvCxnSpPr>
        <p:spPr>
          <a:xfrm>
            <a:off x="9979063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939934" y="4631104"/>
            <a:ext cx="210609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11: check blogger’s username</a:t>
            </a:r>
            <a:endParaRPr lang="en-US" sz="1600" dirty="0"/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5803458" y="4951770"/>
            <a:ext cx="247733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H="1">
            <a:off x="10058256" y="6214062"/>
            <a:ext cx="3715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10429795" y="5852572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H="1">
            <a:off x="10058256" y="5852572"/>
            <a:ext cx="3715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9851918" y="5236689"/>
            <a:ext cx="1050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14: delete </a:t>
            </a:r>
          </a:p>
          <a:p>
            <a:pPr algn="ctr"/>
            <a:r>
              <a:rPr lang="en-US" sz="1400" dirty="0" smtClean="0"/>
              <a:t>information</a:t>
            </a:r>
            <a:endParaRPr lang="en-US" sz="1400" dirty="0"/>
          </a:p>
        </p:txBody>
      </p:sp>
      <p:cxnSp>
        <p:nvCxnSpPr>
          <p:cNvPr id="86" name="Straight Arrow Connector 85"/>
          <p:cNvCxnSpPr/>
          <p:nvPr/>
        </p:nvCxnSpPr>
        <p:spPr>
          <a:xfrm flipH="1">
            <a:off x="5834728" y="5462523"/>
            <a:ext cx="24460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6274509" y="5145022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12: return result</a:t>
            </a:r>
            <a:endParaRPr lang="en-US" sz="1600" dirty="0"/>
          </a:p>
        </p:txBody>
      </p:sp>
      <p:cxnSp>
        <p:nvCxnSpPr>
          <p:cNvPr id="88" name="Straight Arrow Connector 87"/>
          <p:cNvCxnSpPr/>
          <p:nvPr/>
        </p:nvCxnSpPr>
        <p:spPr>
          <a:xfrm flipH="1">
            <a:off x="5864352" y="6267406"/>
            <a:ext cx="407099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386873" y="6169681"/>
            <a:ext cx="40656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16: Display liked sign and updated like number</a:t>
            </a:r>
            <a:endParaRPr lang="en-US" sz="1600" dirty="0"/>
          </a:p>
        </p:txBody>
      </p:sp>
      <p:sp>
        <p:nvSpPr>
          <p:cNvPr id="90" name="Rectangle 89"/>
          <p:cNvSpPr/>
          <p:nvPr/>
        </p:nvSpPr>
        <p:spPr>
          <a:xfrm>
            <a:off x="9937073" y="5703982"/>
            <a:ext cx="136486" cy="66299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/>
          <p:cNvCxnSpPr/>
          <p:nvPr/>
        </p:nvCxnSpPr>
        <p:spPr>
          <a:xfrm>
            <a:off x="5818851" y="5811884"/>
            <a:ext cx="411822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6394573" y="5508382"/>
            <a:ext cx="1651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13: minus like</a:t>
            </a:r>
            <a:endParaRPr lang="en-US" sz="1600" dirty="0"/>
          </a:p>
        </p:txBody>
      </p:sp>
      <p:sp>
        <p:nvSpPr>
          <p:cNvPr id="94" name="TextBox 93"/>
          <p:cNvSpPr txBox="1"/>
          <p:nvPr/>
        </p:nvSpPr>
        <p:spPr>
          <a:xfrm>
            <a:off x="6928115" y="5992772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15: return result</a:t>
            </a:r>
            <a:endParaRPr lang="en-US" sz="1600" dirty="0"/>
          </a:p>
        </p:txBody>
      </p:sp>
      <p:cxnSp>
        <p:nvCxnSpPr>
          <p:cNvPr id="95" name="Straight Arrow Connector 94"/>
          <p:cNvCxnSpPr/>
          <p:nvPr/>
        </p:nvCxnSpPr>
        <p:spPr>
          <a:xfrm flipH="1">
            <a:off x="717656" y="6491358"/>
            <a:ext cx="496754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856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56" y="790384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Blogger</a:t>
            </a:r>
            <a:endParaRPr lang="en-US" sz="1600" dirty="0"/>
          </a:p>
        </p:txBody>
      </p:sp>
      <p:cxnSp>
        <p:nvCxnSpPr>
          <p:cNvPr id="3" name="Straight Connector 2"/>
          <p:cNvCxnSpPr>
            <a:stCxn id="2" idx="2"/>
          </p:cNvCxnSpPr>
          <p:nvPr/>
        </p:nvCxnSpPr>
        <p:spPr>
          <a:xfrm flipH="1">
            <a:off x="664675" y="1301540"/>
            <a:ext cx="9478" cy="491077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04451" y="1638892"/>
            <a:ext cx="139404" cy="438464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5" name="Picture 4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81" y="66930"/>
            <a:ext cx="860743" cy="8607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19479" y="796147"/>
            <a:ext cx="145160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</a:t>
            </a:r>
            <a:endParaRPr lang="en-US" sz="1600" dirty="0"/>
          </a:p>
        </p:txBody>
      </p:sp>
      <p:cxnSp>
        <p:nvCxnSpPr>
          <p:cNvPr id="7" name="Straight Connector 6"/>
          <p:cNvCxnSpPr>
            <a:stCxn id="6" idx="2"/>
          </p:cNvCxnSpPr>
          <p:nvPr/>
        </p:nvCxnSpPr>
        <p:spPr>
          <a:xfrm>
            <a:off x="2345283" y="1307303"/>
            <a:ext cx="0" cy="49050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1" idx="2"/>
          </p:cNvCxnSpPr>
          <p:nvPr/>
        </p:nvCxnSpPr>
        <p:spPr>
          <a:xfrm>
            <a:off x="4208660" y="1294644"/>
            <a:ext cx="5071" cy="491767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316105" y="783488"/>
            <a:ext cx="178510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ViewProfileDetail</a:t>
            </a:r>
            <a:endParaRPr lang="en-US" sz="1600" dirty="0"/>
          </a:p>
        </p:txBody>
      </p:sp>
      <p:cxnSp>
        <p:nvCxnSpPr>
          <p:cNvPr id="13" name="Straight Connector 12"/>
          <p:cNvCxnSpPr>
            <a:stCxn id="14" idx="2"/>
          </p:cNvCxnSpPr>
          <p:nvPr/>
        </p:nvCxnSpPr>
        <p:spPr>
          <a:xfrm>
            <a:off x="6037839" y="1290142"/>
            <a:ext cx="0" cy="492217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55005" y="778986"/>
            <a:ext cx="136566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ShowProfile</a:t>
            </a:r>
            <a:endParaRPr lang="en-US" sz="1600" dirty="0"/>
          </a:p>
        </p:txBody>
      </p:sp>
      <p:sp>
        <p:nvSpPr>
          <p:cNvPr id="17" name="Rectangle 16"/>
          <p:cNvSpPr/>
          <p:nvPr/>
        </p:nvSpPr>
        <p:spPr>
          <a:xfrm>
            <a:off x="7015419" y="778986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Registered User Database</a:t>
            </a:r>
          </a:p>
        </p:txBody>
      </p:sp>
      <p:cxnSp>
        <p:nvCxnSpPr>
          <p:cNvPr id="18" name="Straight Connector 17"/>
          <p:cNvCxnSpPr>
            <a:stCxn id="17" idx="2"/>
          </p:cNvCxnSpPr>
          <p:nvPr/>
        </p:nvCxnSpPr>
        <p:spPr>
          <a:xfrm>
            <a:off x="7823343" y="1290142"/>
            <a:ext cx="0" cy="492217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904137" y="761825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Follow </a:t>
            </a:r>
            <a:r>
              <a:rPr lang="en-US" sz="1600" dirty="0"/>
              <a:t>Database</a:t>
            </a:r>
          </a:p>
        </p:txBody>
      </p:sp>
      <p:cxnSp>
        <p:nvCxnSpPr>
          <p:cNvPr id="20" name="Straight Connector 19"/>
          <p:cNvCxnSpPr>
            <a:stCxn id="19" idx="2"/>
          </p:cNvCxnSpPr>
          <p:nvPr/>
        </p:nvCxnSpPr>
        <p:spPr>
          <a:xfrm>
            <a:off x="9712061" y="1272981"/>
            <a:ext cx="0" cy="493933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713540" y="1711848"/>
            <a:ext cx="156204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345283" y="1902088"/>
            <a:ext cx="1798747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4292910" y="2100648"/>
            <a:ext cx="1659044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24092" y="2015062"/>
            <a:ext cx="1223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Get blogger </a:t>
            </a:r>
          </a:p>
          <a:p>
            <a:pPr algn="ctr"/>
            <a:r>
              <a:rPr lang="en-US" sz="1400" dirty="0" smtClean="0"/>
              <a:t>information</a:t>
            </a:r>
            <a:endParaRPr lang="en-US" sz="1400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113960" y="2290883"/>
            <a:ext cx="163874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4675" y="1438125"/>
            <a:ext cx="1557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1</a:t>
            </a:r>
            <a:r>
              <a:rPr lang="en-US" sz="1400" dirty="0" smtClean="0"/>
              <a:t>: Click home page </a:t>
            </a:r>
          </a:p>
          <a:p>
            <a:pPr algn="ctr"/>
            <a:r>
              <a:rPr lang="en-US" sz="1400" dirty="0" smtClean="0"/>
              <a:t>for blogger link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2490577" y="1627355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Click profile link</a:t>
            </a:r>
            <a:endParaRPr 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4474436" y="1820085"/>
            <a:ext cx="1253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Request </a:t>
            </a:r>
          </a:p>
          <a:p>
            <a:pPr algn="ctr"/>
            <a:r>
              <a:rPr lang="en-US" sz="1400" dirty="0" smtClean="0"/>
              <a:t>blogger profile</a:t>
            </a:r>
            <a:endParaRPr lang="en-US" sz="1400" dirty="0"/>
          </a:p>
        </p:txBody>
      </p:sp>
      <p:sp>
        <p:nvSpPr>
          <p:cNvPr id="32" name="Rectangle 31"/>
          <p:cNvSpPr/>
          <p:nvPr/>
        </p:nvSpPr>
        <p:spPr>
          <a:xfrm>
            <a:off x="2275582" y="1657846"/>
            <a:ext cx="139402" cy="29816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5" name="Rectangle 34"/>
          <p:cNvSpPr/>
          <p:nvPr/>
        </p:nvSpPr>
        <p:spPr>
          <a:xfrm>
            <a:off x="4144030" y="1846082"/>
            <a:ext cx="148880" cy="417745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2" name="Rectangle 41"/>
          <p:cNvSpPr/>
          <p:nvPr/>
        </p:nvSpPr>
        <p:spPr>
          <a:xfrm>
            <a:off x="5974558" y="2034016"/>
            <a:ext cx="139402" cy="30633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6" name="Rectangle 45"/>
          <p:cNvSpPr/>
          <p:nvPr/>
        </p:nvSpPr>
        <p:spPr>
          <a:xfrm>
            <a:off x="7757938" y="2217679"/>
            <a:ext cx="139402" cy="7076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7848514" y="2740189"/>
            <a:ext cx="3987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8247214" y="2378699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7848514" y="2378699"/>
            <a:ext cx="3987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958708" y="208178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59" name="Straight Arrow Connector 58"/>
          <p:cNvCxnSpPr/>
          <p:nvPr/>
        </p:nvCxnSpPr>
        <p:spPr>
          <a:xfrm flipH="1" flipV="1">
            <a:off x="4292910" y="2847114"/>
            <a:ext cx="3446666" cy="158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>
            <a:off x="794267" y="3122817"/>
            <a:ext cx="334976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94267" y="2811705"/>
            <a:ext cx="28344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7</a:t>
            </a:r>
            <a:r>
              <a:rPr lang="en-US" sz="1400" dirty="0" smtClean="0"/>
              <a:t>: Display result</a:t>
            </a:r>
            <a:br>
              <a:rPr lang="en-US" sz="1400" dirty="0" smtClean="0"/>
            </a:br>
            <a:r>
              <a:rPr lang="en-US" sz="1400" dirty="0" smtClean="0"/>
              <a:t>(profile picture, username, </a:t>
            </a:r>
          </a:p>
          <a:p>
            <a:pPr algn="ctr"/>
            <a:r>
              <a:rPr lang="en-US" sz="1400" dirty="0" smtClean="0"/>
              <a:t>follower number, following number,</a:t>
            </a:r>
          </a:p>
          <a:p>
            <a:pPr algn="ctr"/>
            <a:r>
              <a:rPr lang="en-US" sz="1400" dirty="0" smtClean="0"/>
              <a:t> email, list of created tutorials)</a:t>
            </a:r>
            <a:endParaRPr lang="en-US" sz="1400" dirty="0"/>
          </a:p>
        </p:txBody>
      </p:sp>
      <p:sp>
        <p:nvSpPr>
          <p:cNvPr id="63" name="TextBox 62"/>
          <p:cNvSpPr txBox="1"/>
          <p:nvPr/>
        </p:nvSpPr>
        <p:spPr>
          <a:xfrm>
            <a:off x="4295310" y="2562933"/>
            <a:ext cx="37802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Return result</a:t>
            </a:r>
          </a:p>
          <a:p>
            <a:pPr algn="ctr"/>
            <a:r>
              <a:rPr lang="en-US" sz="1400" dirty="0"/>
              <a:t>(profile picture, username, </a:t>
            </a:r>
            <a:endParaRPr lang="en-US" sz="1400" dirty="0" smtClean="0"/>
          </a:p>
          <a:p>
            <a:pPr algn="ctr"/>
            <a:r>
              <a:rPr lang="en-US" sz="1400" dirty="0" smtClean="0"/>
              <a:t>follower </a:t>
            </a:r>
            <a:r>
              <a:rPr lang="en-US" sz="1400" dirty="0"/>
              <a:t>number, </a:t>
            </a:r>
            <a:r>
              <a:rPr lang="en-US" sz="1400" dirty="0" smtClean="0"/>
              <a:t>following </a:t>
            </a:r>
            <a:r>
              <a:rPr lang="en-US" sz="1400" dirty="0"/>
              <a:t>number, </a:t>
            </a:r>
            <a:r>
              <a:rPr lang="en-US" sz="1400" dirty="0" smtClean="0"/>
              <a:t>email</a:t>
            </a:r>
            <a:r>
              <a:rPr lang="en-US" sz="1400" dirty="0"/>
              <a:t>, </a:t>
            </a:r>
            <a:endParaRPr lang="en-US" sz="1400" dirty="0" smtClean="0"/>
          </a:p>
          <a:p>
            <a:pPr algn="ctr"/>
            <a:r>
              <a:rPr lang="en-US" sz="1400" dirty="0" smtClean="0"/>
              <a:t>list </a:t>
            </a:r>
            <a:r>
              <a:rPr lang="en-US" sz="1400" dirty="0"/>
              <a:t>of created tutorials)</a:t>
            </a:r>
          </a:p>
          <a:p>
            <a:pPr algn="ctr"/>
            <a:endParaRPr lang="en-US" sz="1400" dirty="0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743855" y="4027922"/>
            <a:ext cx="34001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144252" y="3756233"/>
            <a:ext cx="233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Click follow link</a:t>
            </a:r>
            <a:endParaRPr lang="en-US" sz="1400" dirty="0"/>
          </a:p>
        </p:txBody>
      </p:sp>
      <p:sp>
        <p:nvSpPr>
          <p:cNvPr id="68" name="TextBox 67"/>
          <p:cNvSpPr txBox="1"/>
          <p:nvPr/>
        </p:nvSpPr>
        <p:spPr>
          <a:xfrm>
            <a:off x="4967952" y="3933774"/>
            <a:ext cx="2733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check</a:t>
            </a:r>
            <a:r>
              <a:rPr lang="en-US" sz="1400" dirty="0"/>
              <a:t> </a:t>
            </a:r>
            <a:r>
              <a:rPr lang="en-US" sz="1400" dirty="0" smtClean="0"/>
              <a:t>user’s username</a:t>
            </a:r>
            <a:endParaRPr lang="en-US" sz="1400" dirty="0"/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4213731" y="4233821"/>
            <a:ext cx="3516659" cy="120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H="1">
            <a:off x="4295310" y="4681343"/>
            <a:ext cx="34573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442630" y="4391623"/>
            <a:ext cx="137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10: return result</a:t>
            </a:r>
            <a:endParaRPr lang="en-US" sz="1400" dirty="0"/>
          </a:p>
        </p:txBody>
      </p:sp>
      <p:sp>
        <p:nvSpPr>
          <p:cNvPr id="73" name="Rectangle 72"/>
          <p:cNvSpPr/>
          <p:nvPr/>
        </p:nvSpPr>
        <p:spPr>
          <a:xfrm>
            <a:off x="7757938" y="4156411"/>
            <a:ext cx="139402" cy="6116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0" name="Rectangle 79"/>
          <p:cNvSpPr/>
          <p:nvPr/>
        </p:nvSpPr>
        <p:spPr>
          <a:xfrm>
            <a:off x="9636401" y="5023167"/>
            <a:ext cx="139402" cy="7076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81" name="Straight Arrow Connector 80"/>
          <p:cNvCxnSpPr/>
          <p:nvPr/>
        </p:nvCxnSpPr>
        <p:spPr>
          <a:xfrm flipH="1">
            <a:off x="9726977" y="5545677"/>
            <a:ext cx="3987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V="1">
            <a:off x="10125677" y="5184187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H="1">
            <a:off x="9726977" y="5184187"/>
            <a:ext cx="3987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9977849" y="4871584"/>
            <a:ext cx="736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12: add </a:t>
            </a:r>
          </a:p>
          <a:p>
            <a:pPr algn="ctr"/>
            <a:r>
              <a:rPr lang="en-US" sz="1400" dirty="0" smtClean="0"/>
              <a:t>user</a:t>
            </a:r>
            <a:endParaRPr lang="en-US" sz="1400" dirty="0"/>
          </a:p>
        </p:txBody>
      </p:sp>
      <p:sp>
        <p:nvSpPr>
          <p:cNvPr id="85" name="TextBox 84"/>
          <p:cNvSpPr txBox="1"/>
          <p:nvPr/>
        </p:nvSpPr>
        <p:spPr>
          <a:xfrm>
            <a:off x="5009423" y="4836495"/>
            <a:ext cx="2106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11: add user as a follower </a:t>
            </a:r>
            <a:endParaRPr lang="en-US" sz="1400" dirty="0"/>
          </a:p>
        </p:txBody>
      </p:sp>
      <p:cxnSp>
        <p:nvCxnSpPr>
          <p:cNvPr id="86" name="Straight Arrow Connector 85"/>
          <p:cNvCxnSpPr/>
          <p:nvPr/>
        </p:nvCxnSpPr>
        <p:spPr>
          <a:xfrm>
            <a:off x="4280661" y="5124413"/>
            <a:ext cx="535574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 flipH="1">
            <a:off x="4295310" y="5634128"/>
            <a:ext cx="53135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H="1">
            <a:off x="794267" y="5927057"/>
            <a:ext cx="334976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6313007" y="5306451"/>
            <a:ext cx="137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13: return result</a:t>
            </a:r>
            <a:endParaRPr lang="en-US" sz="1400" dirty="0"/>
          </a:p>
        </p:txBody>
      </p:sp>
      <p:sp>
        <p:nvSpPr>
          <p:cNvPr id="108" name="TextBox 107"/>
          <p:cNvSpPr txBox="1"/>
          <p:nvPr/>
        </p:nvSpPr>
        <p:spPr>
          <a:xfrm>
            <a:off x="1451211" y="5600346"/>
            <a:ext cx="2030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14: Display  followed sign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32863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56" y="790384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Blogger</a:t>
            </a:r>
            <a:endParaRPr lang="en-US" sz="1600" dirty="0"/>
          </a:p>
        </p:txBody>
      </p:sp>
      <p:cxnSp>
        <p:nvCxnSpPr>
          <p:cNvPr id="3" name="Straight Connector 2"/>
          <p:cNvCxnSpPr>
            <a:stCxn id="2" idx="2"/>
          </p:cNvCxnSpPr>
          <p:nvPr/>
        </p:nvCxnSpPr>
        <p:spPr>
          <a:xfrm flipH="1">
            <a:off x="664675" y="1301540"/>
            <a:ext cx="9478" cy="491077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04451" y="1638892"/>
            <a:ext cx="139404" cy="438464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5" name="Picture 4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81" y="66930"/>
            <a:ext cx="860743" cy="8607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19479" y="796147"/>
            <a:ext cx="145160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</a:t>
            </a:r>
            <a:endParaRPr lang="en-US" sz="1600" dirty="0"/>
          </a:p>
        </p:txBody>
      </p:sp>
      <p:cxnSp>
        <p:nvCxnSpPr>
          <p:cNvPr id="7" name="Straight Connector 6"/>
          <p:cNvCxnSpPr>
            <a:stCxn id="6" idx="2"/>
          </p:cNvCxnSpPr>
          <p:nvPr/>
        </p:nvCxnSpPr>
        <p:spPr>
          <a:xfrm>
            <a:off x="2345283" y="1307303"/>
            <a:ext cx="0" cy="49050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1" idx="2"/>
          </p:cNvCxnSpPr>
          <p:nvPr/>
        </p:nvCxnSpPr>
        <p:spPr>
          <a:xfrm>
            <a:off x="4208660" y="1294644"/>
            <a:ext cx="5071" cy="491767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316105" y="783488"/>
            <a:ext cx="178510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ViewProfileDetail</a:t>
            </a:r>
            <a:endParaRPr lang="en-US" sz="1600" dirty="0"/>
          </a:p>
        </p:txBody>
      </p:sp>
      <p:cxnSp>
        <p:nvCxnSpPr>
          <p:cNvPr id="13" name="Straight Connector 12"/>
          <p:cNvCxnSpPr>
            <a:stCxn id="14" idx="2"/>
          </p:cNvCxnSpPr>
          <p:nvPr/>
        </p:nvCxnSpPr>
        <p:spPr>
          <a:xfrm>
            <a:off x="6037839" y="1290142"/>
            <a:ext cx="0" cy="492217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55005" y="778986"/>
            <a:ext cx="136566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ShowProfile</a:t>
            </a:r>
            <a:endParaRPr lang="en-US" sz="1600" dirty="0"/>
          </a:p>
        </p:txBody>
      </p:sp>
      <p:sp>
        <p:nvSpPr>
          <p:cNvPr id="17" name="Rectangle 16"/>
          <p:cNvSpPr/>
          <p:nvPr/>
        </p:nvSpPr>
        <p:spPr>
          <a:xfrm>
            <a:off x="7015419" y="778986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Registered User Database</a:t>
            </a:r>
          </a:p>
        </p:txBody>
      </p:sp>
      <p:cxnSp>
        <p:nvCxnSpPr>
          <p:cNvPr id="18" name="Straight Connector 17"/>
          <p:cNvCxnSpPr>
            <a:stCxn id="17" idx="2"/>
          </p:cNvCxnSpPr>
          <p:nvPr/>
        </p:nvCxnSpPr>
        <p:spPr>
          <a:xfrm>
            <a:off x="7823343" y="1290142"/>
            <a:ext cx="0" cy="492217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904137" y="761825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Follow </a:t>
            </a:r>
            <a:r>
              <a:rPr lang="en-US" sz="1600" dirty="0"/>
              <a:t>Database</a:t>
            </a:r>
          </a:p>
        </p:txBody>
      </p:sp>
      <p:cxnSp>
        <p:nvCxnSpPr>
          <p:cNvPr id="20" name="Straight Connector 19"/>
          <p:cNvCxnSpPr>
            <a:stCxn id="19" idx="2"/>
          </p:cNvCxnSpPr>
          <p:nvPr/>
        </p:nvCxnSpPr>
        <p:spPr>
          <a:xfrm>
            <a:off x="9712061" y="1272981"/>
            <a:ext cx="0" cy="493933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713540" y="1711848"/>
            <a:ext cx="156204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345283" y="1902088"/>
            <a:ext cx="1798747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4292910" y="2100648"/>
            <a:ext cx="1659044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24092" y="2015062"/>
            <a:ext cx="1223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Get blogger </a:t>
            </a:r>
          </a:p>
          <a:p>
            <a:pPr algn="ctr"/>
            <a:r>
              <a:rPr lang="en-US" sz="1400" dirty="0" smtClean="0"/>
              <a:t>information</a:t>
            </a:r>
            <a:endParaRPr lang="en-US" sz="1400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113960" y="2290883"/>
            <a:ext cx="163874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4675" y="1438125"/>
            <a:ext cx="1557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1</a:t>
            </a:r>
            <a:r>
              <a:rPr lang="en-US" sz="1400" dirty="0" smtClean="0"/>
              <a:t>: Click home page </a:t>
            </a:r>
          </a:p>
          <a:p>
            <a:pPr algn="ctr"/>
            <a:r>
              <a:rPr lang="en-US" sz="1400" dirty="0" smtClean="0"/>
              <a:t>for blogger link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2490577" y="1627355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Click profile link</a:t>
            </a:r>
            <a:endParaRPr 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4474436" y="1820085"/>
            <a:ext cx="1253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Request </a:t>
            </a:r>
          </a:p>
          <a:p>
            <a:pPr algn="ctr"/>
            <a:r>
              <a:rPr lang="en-US" sz="1400" dirty="0" smtClean="0"/>
              <a:t>blogger profile</a:t>
            </a:r>
            <a:endParaRPr lang="en-US" sz="1400" dirty="0"/>
          </a:p>
        </p:txBody>
      </p:sp>
      <p:sp>
        <p:nvSpPr>
          <p:cNvPr id="32" name="Rectangle 31"/>
          <p:cNvSpPr/>
          <p:nvPr/>
        </p:nvSpPr>
        <p:spPr>
          <a:xfrm>
            <a:off x="2275582" y="1657846"/>
            <a:ext cx="139402" cy="29816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5" name="Rectangle 34"/>
          <p:cNvSpPr/>
          <p:nvPr/>
        </p:nvSpPr>
        <p:spPr>
          <a:xfrm>
            <a:off x="4144030" y="1846082"/>
            <a:ext cx="148880" cy="417745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2" name="Rectangle 41"/>
          <p:cNvSpPr/>
          <p:nvPr/>
        </p:nvSpPr>
        <p:spPr>
          <a:xfrm>
            <a:off x="5974558" y="2034016"/>
            <a:ext cx="139402" cy="30633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6" name="Rectangle 45"/>
          <p:cNvSpPr/>
          <p:nvPr/>
        </p:nvSpPr>
        <p:spPr>
          <a:xfrm>
            <a:off x="7757938" y="2217679"/>
            <a:ext cx="139402" cy="7076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7848514" y="2740189"/>
            <a:ext cx="3987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8247214" y="2378699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7848514" y="2378699"/>
            <a:ext cx="3987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958708" y="208178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59" name="Straight Arrow Connector 58"/>
          <p:cNvCxnSpPr/>
          <p:nvPr/>
        </p:nvCxnSpPr>
        <p:spPr>
          <a:xfrm flipH="1" flipV="1">
            <a:off x="4292910" y="2847114"/>
            <a:ext cx="3446666" cy="158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>
            <a:off x="794267" y="3122817"/>
            <a:ext cx="334976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94267" y="2811705"/>
            <a:ext cx="28344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7</a:t>
            </a:r>
            <a:r>
              <a:rPr lang="en-US" sz="1400" dirty="0" smtClean="0"/>
              <a:t>: Display result</a:t>
            </a:r>
            <a:br>
              <a:rPr lang="en-US" sz="1400" dirty="0" smtClean="0"/>
            </a:br>
            <a:r>
              <a:rPr lang="en-US" sz="1400" dirty="0" smtClean="0"/>
              <a:t>(profile picture, username, </a:t>
            </a:r>
          </a:p>
          <a:p>
            <a:pPr algn="ctr"/>
            <a:r>
              <a:rPr lang="en-US" sz="1400" dirty="0" smtClean="0"/>
              <a:t>follower number, following number,</a:t>
            </a:r>
          </a:p>
          <a:p>
            <a:pPr algn="ctr"/>
            <a:r>
              <a:rPr lang="en-US" sz="1400" dirty="0" smtClean="0"/>
              <a:t> email, list of created tutorials)</a:t>
            </a:r>
            <a:endParaRPr lang="en-US" sz="1400" dirty="0"/>
          </a:p>
        </p:txBody>
      </p:sp>
      <p:sp>
        <p:nvSpPr>
          <p:cNvPr id="63" name="TextBox 62"/>
          <p:cNvSpPr txBox="1"/>
          <p:nvPr/>
        </p:nvSpPr>
        <p:spPr>
          <a:xfrm>
            <a:off x="4295310" y="2562933"/>
            <a:ext cx="37802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Return result</a:t>
            </a:r>
          </a:p>
          <a:p>
            <a:pPr algn="ctr"/>
            <a:r>
              <a:rPr lang="en-US" sz="1400" dirty="0"/>
              <a:t>(profile picture, username, </a:t>
            </a:r>
            <a:endParaRPr lang="en-US" sz="1400" dirty="0" smtClean="0"/>
          </a:p>
          <a:p>
            <a:pPr algn="ctr"/>
            <a:r>
              <a:rPr lang="en-US" sz="1400" dirty="0" smtClean="0"/>
              <a:t>follower </a:t>
            </a:r>
            <a:r>
              <a:rPr lang="en-US" sz="1400" dirty="0"/>
              <a:t>number, </a:t>
            </a:r>
            <a:r>
              <a:rPr lang="en-US" sz="1400" dirty="0" smtClean="0"/>
              <a:t>following </a:t>
            </a:r>
            <a:r>
              <a:rPr lang="en-US" sz="1400" dirty="0"/>
              <a:t>number, </a:t>
            </a:r>
            <a:r>
              <a:rPr lang="en-US" sz="1400" dirty="0" smtClean="0"/>
              <a:t>email</a:t>
            </a:r>
            <a:r>
              <a:rPr lang="en-US" sz="1400" dirty="0"/>
              <a:t>, </a:t>
            </a:r>
            <a:endParaRPr lang="en-US" sz="1400" dirty="0" smtClean="0"/>
          </a:p>
          <a:p>
            <a:pPr algn="ctr"/>
            <a:r>
              <a:rPr lang="en-US" sz="1400" dirty="0" smtClean="0"/>
              <a:t>list </a:t>
            </a:r>
            <a:r>
              <a:rPr lang="en-US" sz="1400" dirty="0"/>
              <a:t>of created tutorials)</a:t>
            </a:r>
          </a:p>
          <a:p>
            <a:pPr algn="ctr"/>
            <a:endParaRPr lang="en-US" sz="1400" dirty="0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743855" y="4027922"/>
            <a:ext cx="34001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144252" y="3756233"/>
            <a:ext cx="2331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Click followed link</a:t>
            </a:r>
            <a:endParaRPr lang="en-US" sz="1400" dirty="0"/>
          </a:p>
        </p:txBody>
      </p:sp>
      <p:sp>
        <p:nvSpPr>
          <p:cNvPr id="68" name="TextBox 67"/>
          <p:cNvSpPr txBox="1"/>
          <p:nvPr/>
        </p:nvSpPr>
        <p:spPr>
          <a:xfrm>
            <a:off x="4967952" y="3933774"/>
            <a:ext cx="2733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check</a:t>
            </a:r>
            <a:r>
              <a:rPr lang="en-US" sz="1400" dirty="0"/>
              <a:t> </a:t>
            </a:r>
            <a:r>
              <a:rPr lang="en-US" sz="1400" dirty="0" smtClean="0"/>
              <a:t>user’s username</a:t>
            </a:r>
            <a:endParaRPr lang="en-US" sz="1400" dirty="0"/>
          </a:p>
        </p:txBody>
      </p:sp>
      <p:cxnSp>
        <p:nvCxnSpPr>
          <p:cNvPr id="69" name="Straight Arrow Connector 68"/>
          <p:cNvCxnSpPr/>
          <p:nvPr/>
        </p:nvCxnSpPr>
        <p:spPr>
          <a:xfrm>
            <a:off x="4213731" y="4233821"/>
            <a:ext cx="3516659" cy="120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H="1">
            <a:off x="4295310" y="4681343"/>
            <a:ext cx="345739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442630" y="4391623"/>
            <a:ext cx="137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10: return result</a:t>
            </a:r>
            <a:endParaRPr lang="en-US" sz="1400" dirty="0"/>
          </a:p>
        </p:txBody>
      </p:sp>
      <p:sp>
        <p:nvSpPr>
          <p:cNvPr id="73" name="Rectangle 72"/>
          <p:cNvSpPr/>
          <p:nvPr/>
        </p:nvSpPr>
        <p:spPr>
          <a:xfrm>
            <a:off x="7757938" y="4156411"/>
            <a:ext cx="139402" cy="61163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0" name="Rectangle 79"/>
          <p:cNvSpPr/>
          <p:nvPr/>
        </p:nvSpPr>
        <p:spPr>
          <a:xfrm>
            <a:off x="9636401" y="5023167"/>
            <a:ext cx="139402" cy="7076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81" name="Straight Arrow Connector 80"/>
          <p:cNvCxnSpPr/>
          <p:nvPr/>
        </p:nvCxnSpPr>
        <p:spPr>
          <a:xfrm flipH="1">
            <a:off x="9726977" y="5545677"/>
            <a:ext cx="3987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V="1">
            <a:off x="10125677" y="5184187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H="1">
            <a:off x="9726977" y="5184187"/>
            <a:ext cx="3987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9836786" y="4871584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12: remove </a:t>
            </a:r>
          </a:p>
          <a:p>
            <a:pPr algn="ctr"/>
            <a:r>
              <a:rPr lang="en-US" sz="1400" dirty="0" smtClean="0"/>
              <a:t>user</a:t>
            </a:r>
            <a:endParaRPr lang="en-US" sz="1400" dirty="0"/>
          </a:p>
        </p:txBody>
      </p:sp>
      <p:sp>
        <p:nvSpPr>
          <p:cNvPr id="85" name="TextBox 84"/>
          <p:cNvSpPr txBox="1"/>
          <p:nvPr/>
        </p:nvSpPr>
        <p:spPr>
          <a:xfrm>
            <a:off x="4803467" y="4836495"/>
            <a:ext cx="3537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11: remove user from being a follower </a:t>
            </a:r>
            <a:endParaRPr lang="en-US" sz="1400" dirty="0"/>
          </a:p>
        </p:txBody>
      </p:sp>
      <p:cxnSp>
        <p:nvCxnSpPr>
          <p:cNvPr id="86" name="Straight Arrow Connector 85"/>
          <p:cNvCxnSpPr/>
          <p:nvPr/>
        </p:nvCxnSpPr>
        <p:spPr>
          <a:xfrm>
            <a:off x="4280661" y="5124413"/>
            <a:ext cx="535574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 flipH="1">
            <a:off x="4295310" y="5634128"/>
            <a:ext cx="53135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H="1">
            <a:off x="794267" y="5927057"/>
            <a:ext cx="334976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6313007" y="5306451"/>
            <a:ext cx="137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13: return result</a:t>
            </a:r>
            <a:endParaRPr lang="en-US" sz="1400" dirty="0"/>
          </a:p>
        </p:txBody>
      </p:sp>
      <p:sp>
        <p:nvSpPr>
          <p:cNvPr id="108" name="TextBox 107"/>
          <p:cNvSpPr txBox="1"/>
          <p:nvPr/>
        </p:nvSpPr>
        <p:spPr>
          <a:xfrm>
            <a:off x="1451211" y="5600346"/>
            <a:ext cx="1846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14: Display  follow sign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50617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356" y="1317349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Blogger</a:t>
            </a:r>
            <a:endParaRPr lang="en-US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4153" y="1828505"/>
            <a:ext cx="0" cy="43603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918247" y="1317349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>
            <a:stCxn id="33" idx="2"/>
          </p:cNvCxnSpPr>
          <p:nvPr/>
        </p:nvCxnSpPr>
        <p:spPr>
          <a:xfrm>
            <a:off x="6288202" y="1828505"/>
            <a:ext cx="0" cy="43820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726171" y="1828505"/>
            <a:ext cx="0" cy="43820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4451" y="2094305"/>
            <a:ext cx="139403" cy="377307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24955" y="2115382"/>
            <a:ext cx="139402" cy="44869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217881" y="2513586"/>
            <a:ext cx="139402" cy="39919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43854" y="2217620"/>
            <a:ext cx="148110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364357" y="2494395"/>
            <a:ext cx="189458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492633" y="1317349"/>
            <a:ext cx="159113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ShowProfile</a:t>
            </a:r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9680311" y="2761279"/>
            <a:ext cx="139403" cy="61832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743855" y="3639269"/>
            <a:ext cx="360113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36605" y="3102932"/>
            <a:ext cx="3478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Display result</a:t>
            </a:r>
            <a:br>
              <a:rPr lang="en-US" sz="1600" dirty="0" smtClean="0"/>
            </a:br>
            <a:r>
              <a:rPr lang="en-US" sz="1600" dirty="0" smtClean="0"/>
              <a:t>(profile picture, username,</a:t>
            </a:r>
          </a:p>
          <a:p>
            <a:pPr algn="ctr"/>
            <a:r>
              <a:rPr lang="en-US" sz="1600" dirty="0" smtClean="0"/>
              <a:t> follower number, following number, email, list of created tutorials)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4377947" y="2576139"/>
            <a:ext cx="1839934" cy="43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356540" y="2923797"/>
            <a:ext cx="37802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Return result</a:t>
            </a:r>
          </a:p>
          <a:p>
            <a:pPr algn="ctr"/>
            <a:r>
              <a:rPr lang="en-US" sz="1600" dirty="0"/>
              <a:t>(profile picture, username, </a:t>
            </a:r>
            <a:endParaRPr lang="en-US" sz="1600" dirty="0" smtClean="0"/>
          </a:p>
          <a:p>
            <a:pPr algn="ctr"/>
            <a:r>
              <a:rPr lang="en-US" sz="1600" dirty="0" smtClean="0"/>
              <a:t>follower </a:t>
            </a:r>
            <a:r>
              <a:rPr lang="en-US" sz="1600" dirty="0"/>
              <a:t>number, </a:t>
            </a:r>
            <a:r>
              <a:rPr lang="en-US" sz="1600" dirty="0" smtClean="0"/>
              <a:t>following </a:t>
            </a:r>
            <a:r>
              <a:rPr lang="en-US" sz="1600" dirty="0"/>
              <a:t>number, </a:t>
            </a:r>
            <a:r>
              <a:rPr lang="en-US" sz="1600" dirty="0" smtClean="0"/>
              <a:t>email</a:t>
            </a:r>
            <a:r>
              <a:rPr lang="en-US" sz="1600" dirty="0"/>
              <a:t>, list of created tutorials)</a:t>
            </a:r>
          </a:p>
          <a:p>
            <a:pPr algn="ctr"/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 flipV="1">
            <a:off x="4398348" y="3285338"/>
            <a:ext cx="5242045" cy="15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7" y="288428"/>
            <a:ext cx="1199252" cy="119925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406054" y="1320829"/>
            <a:ext cx="177720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29" name="Straight Connector 28"/>
          <p:cNvCxnSpPr>
            <a:stCxn id="25" idx="2"/>
          </p:cNvCxnSpPr>
          <p:nvPr/>
        </p:nvCxnSpPr>
        <p:spPr>
          <a:xfrm>
            <a:off x="2294656" y="1831985"/>
            <a:ext cx="0" cy="43568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89437" y="2533191"/>
            <a:ext cx="2967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Get blogger information</a:t>
            </a:r>
            <a:endParaRPr lang="en-US" sz="1600" dirty="0"/>
          </a:p>
        </p:txBody>
      </p:sp>
      <p:cxnSp>
        <p:nvCxnSpPr>
          <p:cNvPr id="24" name="Straight Connector 23"/>
          <p:cNvCxnSpPr>
            <a:stCxn id="31" idx="2"/>
          </p:cNvCxnSpPr>
          <p:nvPr/>
        </p:nvCxnSpPr>
        <p:spPr>
          <a:xfrm>
            <a:off x="4344985" y="1831985"/>
            <a:ext cx="0" cy="436248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278484" y="1320829"/>
            <a:ext cx="2133001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ViewProfileDetail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4258946" y="2418724"/>
            <a:ext cx="139402" cy="248171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6349395" y="2850202"/>
            <a:ext cx="3362710" cy="223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44623" y="1921465"/>
            <a:ext cx="12229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</a:t>
            </a:r>
            <a:r>
              <a:rPr lang="en-US" sz="1400" dirty="0" smtClean="0"/>
              <a:t>: Click home page </a:t>
            </a:r>
          </a:p>
          <a:p>
            <a:pPr algn="ctr"/>
            <a:r>
              <a:rPr lang="en-US" sz="1400" dirty="0" smtClean="0"/>
              <a:t>for blogger link</a:t>
            </a:r>
            <a:endParaRPr lang="en-US" sz="1400" dirty="0"/>
          </a:p>
        </p:txBody>
      </p:sp>
      <p:sp>
        <p:nvSpPr>
          <p:cNvPr id="35" name="TextBox 34"/>
          <p:cNvSpPr txBox="1"/>
          <p:nvPr/>
        </p:nvSpPr>
        <p:spPr>
          <a:xfrm>
            <a:off x="2396511" y="2167000"/>
            <a:ext cx="1706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Click profile link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4601941" y="2237707"/>
            <a:ext cx="140625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Request </a:t>
            </a:r>
          </a:p>
          <a:p>
            <a:pPr algn="ctr"/>
            <a:r>
              <a:rPr lang="en-US" sz="1600" dirty="0" smtClean="0"/>
              <a:t>blogger profile</a:t>
            </a:r>
            <a:endParaRPr lang="en-US" sz="1600" dirty="0"/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9791226" y="3234080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10533185" y="2872590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9791226" y="287259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712105" y="2328006"/>
            <a:ext cx="1087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743855" y="4465584"/>
            <a:ext cx="3515091" cy="209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546728" y="4148000"/>
            <a:ext cx="2712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Click following link</a:t>
            </a:r>
            <a:endParaRPr lang="en-US" sz="1600" dirty="0"/>
          </a:p>
        </p:txBody>
      </p:sp>
      <p:sp>
        <p:nvSpPr>
          <p:cNvPr id="44" name="TextBox 43"/>
          <p:cNvSpPr txBox="1"/>
          <p:nvPr/>
        </p:nvSpPr>
        <p:spPr>
          <a:xfrm>
            <a:off x="4453148" y="4426780"/>
            <a:ext cx="3454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Request  following bloggers</a:t>
            </a:r>
            <a:endParaRPr lang="en-US" sz="1600" dirty="0"/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4344985" y="4733184"/>
            <a:ext cx="354699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9806911" y="5331764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10548870" y="4970274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>
            <a:off x="9806911" y="4970274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8022562" y="5511414"/>
            <a:ext cx="1623091" cy="2105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029671" y="5214266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12: return result</a:t>
            </a:r>
            <a:endParaRPr lang="en-US" sz="1600" dirty="0"/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744623" y="5655103"/>
            <a:ext cx="7147355" cy="2044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891978" y="4661441"/>
            <a:ext cx="130584" cy="109447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/>
          <p:cNvCxnSpPr>
            <a:stCxn id="57" idx="2"/>
          </p:cNvCxnSpPr>
          <p:nvPr/>
        </p:nvCxnSpPr>
        <p:spPr>
          <a:xfrm>
            <a:off x="7971687" y="1838992"/>
            <a:ext cx="0" cy="43820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7176118" y="1327836"/>
            <a:ext cx="159113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FollowList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7971687" y="4900441"/>
            <a:ext cx="16687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9656471" y="4804769"/>
            <a:ext cx="134756" cy="81818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2254838" y="5300474"/>
            <a:ext cx="4471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13: Display list of bloggers that the user is following</a:t>
            </a:r>
            <a:endParaRPr lang="en-US" sz="1600" dirty="0"/>
          </a:p>
        </p:txBody>
      </p:sp>
      <p:sp>
        <p:nvSpPr>
          <p:cNvPr id="85" name="TextBox 84"/>
          <p:cNvSpPr txBox="1"/>
          <p:nvPr/>
        </p:nvSpPr>
        <p:spPr>
          <a:xfrm>
            <a:off x="7338117" y="4576681"/>
            <a:ext cx="296733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Get following </a:t>
            </a:r>
          </a:p>
          <a:p>
            <a:pPr algn="ctr"/>
            <a:r>
              <a:rPr lang="en-US" sz="1600" dirty="0" smtClean="0"/>
              <a:t>bloggers</a:t>
            </a:r>
            <a:endParaRPr lang="en-US" sz="1600" dirty="0"/>
          </a:p>
        </p:txBody>
      </p:sp>
      <p:sp>
        <p:nvSpPr>
          <p:cNvPr id="86" name="TextBox 85"/>
          <p:cNvSpPr txBox="1"/>
          <p:nvPr/>
        </p:nvSpPr>
        <p:spPr>
          <a:xfrm>
            <a:off x="9700683" y="4417648"/>
            <a:ext cx="119165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11: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262508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356" y="1317349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Blogger</a:t>
            </a:r>
            <a:endParaRPr lang="en-US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4153" y="1828505"/>
            <a:ext cx="0" cy="436037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918247" y="1317349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Registered User Database</a:t>
            </a:r>
          </a:p>
        </p:txBody>
      </p:sp>
      <p:cxnSp>
        <p:nvCxnSpPr>
          <p:cNvPr id="8" name="Straight Connector 7"/>
          <p:cNvCxnSpPr>
            <a:stCxn id="33" idx="2"/>
          </p:cNvCxnSpPr>
          <p:nvPr/>
        </p:nvCxnSpPr>
        <p:spPr>
          <a:xfrm>
            <a:off x="6288202" y="1828505"/>
            <a:ext cx="0" cy="43820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726171" y="1828505"/>
            <a:ext cx="0" cy="43820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4451" y="2094305"/>
            <a:ext cx="139403" cy="377307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24955" y="2115382"/>
            <a:ext cx="139402" cy="44869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217881" y="2513586"/>
            <a:ext cx="139402" cy="39919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43854" y="2217620"/>
            <a:ext cx="148110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364357" y="2494395"/>
            <a:ext cx="189458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492633" y="1317349"/>
            <a:ext cx="159113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ShowProfile</a:t>
            </a:r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9680311" y="2761279"/>
            <a:ext cx="139403" cy="61832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743855" y="3639269"/>
            <a:ext cx="360113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36605" y="3102932"/>
            <a:ext cx="3478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Display result</a:t>
            </a:r>
            <a:br>
              <a:rPr lang="en-US" sz="1600" dirty="0" smtClean="0"/>
            </a:br>
            <a:r>
              <a:rPr lang="en-US" sz="1600" dirty="0" smtClean="0"/>
              <a:t>(profile picture, username,</a:t>
            </a:r>
          </a:p>
          <a:p>
            <a:pPr algn="ctr"/>
            <a:r>
              <a:rPr lang="en-US" sz="1600" dirty="0" smtClean="0"/>
              <a:t> follower number, following number, email, list of created tutorials)</a:t>
            </a:r>
            <a:endParaRPr lang="en-US" sz="1600" dirty="0"/>
          </a:p>
        </p:txBody>
      </p:sp>
      <p:cxnSp>
        <p:nvCxnSpPr>
          <p:cNvPr id="64" name="Straight Arrow Connector 63"/>
          <p:cNvCxnSpPr/>
          <p:nvPr/>
        </p:nvCxnSpPr>
        <p:spPr>
          <a:xfrm>
            <a:off x="4377947" y="2576139"/>
            <a:ext cx="1839934" cy="43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356540" y="2923797"/>
            <a:ext cx="37802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Return result</a:t>
            </a:r>
          </a:p>
          <a:p>
            <a:pPr algn="ctr"/>
            <a:r>
              <a:rPr lang="en-US" sz="1600" dirty="0"/>
              <a:t>(profile picture, username, </a:t>
            </a:r>
            <a:endParaRPr lang="en-US" sz="1600" dirty="0" smtClean="0"/>
          </a:p>
          <a:p>
            <a:pPr algn="ctr"/>
            <a:r>
              <a:rPr lang="en-US" sz="1600" dirty="0" smtClean="0"/>
              <a:t>follower </a:t>
            </a:r>
            <a:r>
              <a:rPr lang="en-US" sz="1600" dirty="0"/>
              <a:t>number, </a:t>
            </a:r>
            <a:r>
              <a:rPr lang="en-US" sz="1600" dirty="0" smtClean="0"/>
              <a:t>following </a:t>
            </a:r>
            <a:r>
              <a:rPr lang="en-US" sz="1600" dirty="0"/>
              <a:t>number, </a:t>
            </a:r>
            <a:r>
              <a:rPr lang="en-US" sz="1600" dirty="0" smtClean="0"/>
              <a:t>email</a:t>
            </a:r>
            <a:r>
              <a:rPr lang="en-US" sz="1600" dirty="0"/>
              <a:t>, list of created tutorials)</a:t>
            </a:r>
          </a:p>
          <a:p>
            <a:pPr algn="ctr"/>
            <a:endParaRPr lang="en-US" sz="1600" dirty="0"/>
          </a:p>
        </p:txBody>
      </p:sp>
      <p:cxnSp>
        <p:nvCxnSpPr>
          <p:cNvPr id="70" name="Straight Arrow Connector 69"/>
          <p:cNvCxnSpPr/>
          <p:nvPr/>
        </p:nvCxnSpPr>
        <p:spPr>
          <a:xfrm flipH="1" flipV="1">
            <a:off x="4398348" y="3285338"/>
            <a:ext cx="5242045" cy="158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7" y="288428"/>
            <a:ext cx="1199252" cy="119925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406054" y="1320829"/>
            <a:ext cx="177720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29" name="Straight Connector 28"/>
          <p:cNvCxnSpPr>
            <a:stCxn id="25" idx="2"/>
          </p:cNvCxnSpPr>
          <p:nvPr/>
        </p:nvCxnSpPr>
        <p:spPr>
          <a:xfrm>
            <a:off x="2294656" y="1831985"/>
            <a:ext cx="0" cy="43568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89437" y="2533191"/>
            <a:ext cx="2967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Get blogger information</a:t>
            </a:r>
            <a:endParaRPr lang="en-US" sz="1600" dirty="0"/>
          </a:p>
        </p:txBody>
      </p:sp>
      <p:cxnSp>
        <p:nvCxnSpPr>
          <p:cNvPr id="24" name="Straight Connector 23"/>
          <p:cNvCxnSpPr>
            <a:stCxn id="31" idx="2"/>
          </p:cNvCxnSpPr>
          <p:nvPr/>
        </p:nvCxnSpPr>
        <p:spPr>
          <a:xfrm>
            <a:off x="4344985" y="1831985"/>
            <a:ext cx="0" cy="436248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278484" y="1320829"/>
            <a:ext cx="2133001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ViewProfileDetail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4258946" y="2418724"/>
            <a:ext cx="139402" cy="248171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6349395" y="2850202"/>
            <a:ext cx="3362710" cy="223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44623" y="1921465"/>
            <a:ext cx="12229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</a:t>
            </a:r>
            <a:r>
              <a:rPr lang="en-US" sz="1400" dirty="0" smtClean="0"/>
              <a:t>: Click home page </a:t>
            </a:r>
          </a:p>
          <a:p>
            <a:pPr algn="ctr"/>
            <a:r>
              <a:rPr lang="en-US" sz="1400" dirty="0" smtClean="0"/>
              <a:t>for blogger link</a:t>
            </a:r>
            <a:endParaRPr lang="en-US" sz="1400" dirty="0"/>
          </a:p>
        </p:txBody>
      </p:sp>
      <p:sp>
        <p:nvSpPr>
          <p:cNvPr id="35" name="TextBox 34"/>
          <p:cNvSpPr txBox="1"/>
          <p:nvPr/>
        </p:nvSpPr>
        <p:spPr>
          <a:xfrm>
            <a:off x="2396511" y="2167000"/>
            <a:ext cx="1706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dirty="0" smtClean="0"/>
              <a:t>: Click profile link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4601941" y="2237707"/>
            <a:ext cx="140625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Request </a:t>
            </a:r>
          </a:p>
          <a:p>
            <a:pPr algn="ctr"/>
            <a:r>
              <a:rPr lang="en-US" sz="1600" dirty="0" smtClean="0"/>
              <a:t>blogger profile</a:t>
            </a:r>
            <a:endParaRPr lang="en-US" sz="1600" dirty="0"/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9791226" y="3234080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10533185" y="2872590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9791226" y="2872590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712105" y="2328006"/>
            <a:ext cx="108765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743855" y="4465584"/>
            <a:ext cx="3515091" cy="209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546728" y="4148000"/>
            <a:ext cx="2712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Click follower link</a:t>
            </a:r>
            <a:endParaRPr lang="en-US" sz="1600" dirty="0"/>
          </a:p>
        </p:txBody>
      </p:sp>
      <p:sp>
        <p:nvSpPr>
          <p:cNvPr id="44" name="TextBox 43"/>
          <p:cNvSpPr txBox="1"/>
          <p:nvPr/>
        </p:nvSpPr>
        <p:spPr>
          <a:xfrm>
            <a:off x="4453148" y="4426780"/>
            <a:ext cx="3454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Request  follower bloggers</a:t>
            </a:r>
            <a:endParaRPr lang="en-US" sz="1600" dirty="0"/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4344985" y="4733184"/>
            <a:ext cx="354699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9806911" y="5331764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10548870" y="4970274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>
            <a:off x="9806911" y="4970274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8022562" y="5511414"/>
            <a:ext cx="1623091" cy="2105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029671" y="5214266"/>
            <a:ext cx="1547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12: return result</a:t>
            </a:r>
            <a:endParaRPr lang="en-US" sz="1600" dirty="0"/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744623" y="5655103"/>
            <a:ext cx="7147355" cy="2044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891978" y="4661441"/>
            <a:ext cx="130584" cy="109447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/>
          <p:cNvCxnSpPr>
            <a:stCxn id="57" idx="2"/>
          </p:cNvCxnSpPr>
          <p:nvPr/>
        </p:nvCxnSpPr>
        <p:spPr>
          <a:xfrm>
            <a:off x="7971687" y="1838992"/>
            <a:ext cx="0" cy="438203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7176118" y="1327836"/>
            <a:ext cx="159113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FollowList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7971687" y="4900441"/>
            <a:ext cx="16687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9656471" y="4804769"/>
            <a:ext cx="134756" cy="81818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7338117" y="4576681"/>
            <a:ext cx="296733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Get follower </a:t>
            </a:r>
          </a:p>
          <a:p>
            <a:pPr algn="ctr"/>
            <a:r>
              <a:rPr lang="en-US" sz="1600" dirty="0" smtClean="0"/>
              <a:t>bloggers</a:t>
            </a:r>
            <a:endParaRPr lang="en-US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9700683" y="4417648"/>
            <a:ext cx="119165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/>
              <a:t>11: Retrieve </a:t>
            </a:r>
            <a:br>
              <a:rPr lang="en-US" sz="1600" dirty="0" smtClean="0"/>
            </a:br>
            <a:r>
              <a:rPr lang="en-US" sz="1600" dirty="0" smtClean="0"/>
              <a:t>Data</a:t>
            </a:r>
            <a:endParaRPr 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2693226" y="5316549"/>
            <a:ext cx="36561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13: Display list of bloggers follow the user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933980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56" y="1042830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Blogger</a:t>
            </a:r>
            <a:endParaRPr lang="en-US" dirty="0"/>
          </a:p>
        </p:txBody>
      </p:sp>
      <p:cxnSp>
        <p:nvCxnSpPr>
          <p:cNvPr id="3" name="Straight Connector 2"/>
          <p:cNvCxnSpPr>
            <a:stCxn id="2" idx="2"/>
          </p:cNvCxnSpPr>
          <p:nvPr/>
        </p:nvCxnSpPr>
        <p:spPr>
          <a:xfrm>
            <a:off x="674153" y="1553986"/>
            <a:ext cx="0" cy="512167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04451" y="1676682"/>
            <a:ext cx="139403" cy="486169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7" y="13909"/>
            <a:ext cx="1199252" cy="11992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06053" y="1046310"/>
            <a:ext cx="1271361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Home</a:t>
            </a:r>
          </a:p>
          <a:p>
            <a:pPr algn="ctr"/>
            <a:r>
              <a:rPr lang="en-US" sz="1600" dirty="0" smtClean="0"/>
              <a:t>Blogger</a:t>
            </a:r>
            <a:endParaRPr lang="en-US" sz="1600" dirty="0"/>
          </a:p>
        </p:txBody>
      </p:sp>
      <p:cxnSp>
        <p:nvCxnSpPr>
          <p:cNvPr id="7" name="Straight Connector 6"/>
          <p:cNvCxnSpPr>
            <a:stCxn id="6" idx="2"/>
          </p:cNvCxnSpPr>
          <p:nvPr/>
        </p:nvCxnSpPr>
        <p:spPr>
          <a:xfrm>
            <a:off x="2041734" y="1557466"/>
            <a:ext cx="0" cy="511819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3" idx="2"/>
          </p:cNvCxnSpPr>
          <p:nvPr/>
        </p:nvCxnSpPr>
        <p:spPr>
          <a:xfrm>
            <a:off x="3638538" y="1553986"/>
            <a:ext cx="0" cy="512167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771995" y="1042830"/>
            <a:ext cx="173308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ViewProfileDetail</a:t>
            </a:r>
            <a:endParaRPr lang="en-US" sz="1600" dirty="0"/>
          </a:p>
        </p:txBody>
      </p:sp>
      <p:cxnSp>
        <p:nvCxnSpPr>
          <p:cNvPr id="16" name="Straight Connector 15"/>
          <p:cNvCxnSpPr>
            <a:stCxn id="17" idx="2"/>
          </p:cNvCxnSpPr>
          <p:nvPr/>
        </p:nvCxnSpPr>
        <p:spPr>
          <a:xfrm>
            <a:off x="5355079" y="1553986"/>
            <a:ext cx="0" cy="512167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668813" y="1042830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ShowProfile</a:t>
            </a:r>
            <a:endParaRPr lang="en-US" sz="1600" dirty="0"/>
          </a:p>
        </p:txBody>
      </p:sp>
      <p:cxnSp>
        <p:nvCxnSpPr>
          <p:cNvPr id="20" name="Straight Connector 19"/>
          <p:cNvCxnSpPr>
            <a:stCxn id="21" idx="2"/>
          </p:cNvCxnSpPr>
          <p:nvPr/>
        </p:nvCxnSpPr>
        <p:spPr>
          <a:xfrm>
            <a:off x="6880011" y="1553986"/>
            <a:ext cx="0" cy="512167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193745" y="1042830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Message</a:t>
            </a:r>
            <a:endParaRPr lang="en-US" sz="1600" dirty="0"/>
          </a:p>
        </p:txBody>
      </p:sp>
      <p:cxnSp>
        <p:nvCxnSpPr>
          <p:cNvPr id="24" name="Straight Connector 23"/>
          <p:cNvCxnSpPr>
            <a:stCxn id="25" idx="2"/>
          </p:cNvCxnSpPr>
          <p:nvPr/>
        </p:nvCxnSpPr>
        <p:spPr>
          <a:xfrm>
            <a:off x="8404943" y="1544205"/>
            <a:ext cx="0" cy="51314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718677" y="1033049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Message Database</a:t>
            </a:r>
            <a:endParaRPr lang="en-US" sz="1600" dirty="0"/>
          </a:p>
        </p:txBody>
      </p:sp>
      <p:sp>
        <p:nvSpPr>
          <p:cNvPr id="26" name="Rectangle 25"/>
          <p:cNvSpPr/>
          <p:nvPr/>
        </p:nvSpPr>
        <p:spPr>
          <a:xfrm>
            <a:off x="9194188" y="1042830"/>
            <a:ext cx="160557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Registered User Database</a:t>
            </a:r>
          </a:p>
        </p:txBody>
      </p:sp>
      <p:cxnSp>
        <p:nvCxnSpPr>
          <p:cNvPr id="27" name="Straight Connector 26"/>
          <p:cNvCxnSpPr>
            <a:stCxn id="26" idx="2"/>
          </p:cNvCxnSpPr>
          <p:nvPr/>
        </p:nvCxnSpPr>
        <p:spPr>
          <a:xfrm>
            <a:off x="9996976" y="1553986"/>
            <a:ext cx="5135" cy="512167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743854" y="1799997"/>
            <a:ext cx="122817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2309" y="1509402"/>
            <a:ext cx="12229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</a:t>
            </a:r>
            <a:r>
              <a:rPr lang="en-US" sz="1400" dirty="0" smtClean="0"/>
              <a:t>: Click home page </a:t>
            </a:r>
          </a:p>
          <a:p>
            <a:pPr algn="ctr"/>
            <a:r>
              <a:rPr lang="en-US" sz="1400" dirty="0" smtClean="0"/>
              <a:t>for blogger link</a:t>
            </a:r>
            <a:endParaRPr lang="en-US" sz="1400" dirty="0"/>
          </a:p>
        </p:txBody>
      </p:sp>
      <p:sp>
        <p:nvSpPr>
          <p:cNvPr id="38" name="TextBox 37"/>
          <p:cNvSpPr txBox="1"/>
          <p:nvPr/>
        </p:nvSpPr>
        <p:spPr>
          <a:xfrm>
            <a:off x="2087164" y="1762326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Click profile link</a:t>
            </a:r>
            <a:endParaRPr lang="en-US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3681809" y="2133442"/>
            <a:ext cx="15624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Request </a:t>
            </a:r>
          </a:p>
          <a:p>
            <a:pPr algn="ctr"/>
            <a:r>
              <a:rPr lang="en-US" sz="1400" dirty="0" smtClean="0"/>
              <a:t>shopkeeper profile</a:t>
            </a:r>
            <a:endParaRPr lang="en-US" sz="1400" dirty="0"/>
          </a:p>
        </p:txBody>
      </p:sp>
      <p:sp>
        <p:nvSpPr>
          <p:cNvPr id="40" name="Rectangle 39"/>
          <p:cNvSpPr/>
          <p:nvPr/>
        </p:nvSpPr>
        <p:spPr>
          <a:xfrm>
            <a:off x="1972033" y="1684746"/>
            <a:ext cx="139402" cy="44869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078524" y="2064717"/>
            <a:ext cx="149031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568837" y="2044005"/>
            <a:ext cx="139402" cy="238248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5285378" y="2303097"/>
            <a:ext cx="139402" cy="44144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3681809" y="2405006"/>
            <a:ext cx="160356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9922761" y="2595824"/>
            <a:ext cx="139402" cy="55901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5391960" y="2656662"/>
            <a:ext cx="453080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130786" y="2800035"/>
            <a:ext cx="27645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Return result</a:t>
            </a:r>
          </a:p>
          <a:p>
            <a:pPr algn="ctr"/>
            <a:r>
              <a:rPr lang="en-US" sz="1400" dirty="0"/>
              <a:t>(profile picture, username, </a:t>
            </a:r>
            <a:r>
              <a:rPr lang="en-US" sz="1400" dirty="0" smtClean="0"/>
              <a:t>email</a:t>
            </a:r>
            <a:r>
              <a:rPr lang="en-US" sz="1400" dirty="0"/>
              <a:t>, list of created </a:t>
            </a:r>
            <a:r>
              <a:rPr lang="en-US" sz="1400" dirty="0" smtClean="0"/>
              <a:t>shops)</a:t>
            </a:r>
            <a:endParaRPr lang="en-US" sz="1400" dirty="0"/>
          </a:p>
        </p:txBody>
      </p:sp>
      <p:cxnSp>
        <p:nvCxnSpPr>
          <p:cNvPr id="53" name="Straight Arrow Connector 52"/>
          <p:cNvCxnSpPr/>
          <p:nvPr/>
        </p:nvCxnSpPr>
        <p:spPr>
          <a:xfrm flipH="1" flipV="1">
            <a:off x="3708239" y="3101768"/>
            <a:ext cx="6202620" cy="159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371549" y="2351403"/>
            <a:ext cx="2967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Get shopkeeper information</a:t>
            </a:r>
            <a:endParaRPr 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9950184" y="218489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57" name="Straight Arrow Connector 56"/>
          <p:cNvCxnSpPr/>
          <p:nvPr/>
        </p:nvCxnSpPr>
        <p:spPr>
          <a:xfrm flipH="1">
            <a:off x="10043828" y="2978644"/>
            <a:ext cx="4330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10476853" y="2702959"/>
            <a:ext cx="0" cy="27568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H="1">
            <a:off x="10043828" y="2720120"/>
            <a:ext cx="4330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 flipV="1">
            <a:off x="743854" y="3313427"/>
            <a:ext cx="2808546" cy="159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38238" y="3033035"/>
            <a:ext cx="27645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7</a:t>
            </a:r>
            <a:r>
              <a:rPr lang="en-US" sz="1400" dirty="0" smtClean="0"/>
              <a:t>: Display result</a:t>
            </a:r>
          </a:p>
          <a:p>
            <a:pPr algn="ctr"/>
            <a:r>
              <a:rPr lang="en-US" sz="1400" dirty="0"/>
              <a:t>(profile picture, username, </a:t>
            </a:r>
            <a:r>
              <a:rPr lang="en-US" sz="1400" dirty="0" smtClean="0"/>
              <a:t>email</a:t>
            </a:r>
            <a:r>
              <a:rPr lang="en-US" sz="1400" dirty="0"/>
              <a:t>, list of created </a:t>
            </a:r>
            <a:r>
              <a:rPr lang="en-US" sz="1400" dirty="0" smtClean="0"/>
              <a:t>shops)</a:t>
            </a:r>
            <a:endParaRPr lang="en-US" sz="1400" dirty="0"/>
          </a:p>
        </p:txBody>
      </p:sp>
      <p:sp>
        <p:nvSpPr>
          <p:cNvPr id="65" name="TextBox 64"/>
          <p:cNvSpPr txBox="1"/>
          <p:nvPr/>
        </p:nvSpPr>
        <p:spPr>
          <a:xfrm>
            <a:off x="1406053" y="3723442"/>
            <a:ext cx="1672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8</a:t>
            </a:r>
            <a:r>
              <a:rPr lang="en-US" sz="1400" dirty="0" smtClean="0"/>
              <a:t>: Click message link</a:t>
            </a:r>
            <a:endParaRPr lang="en-US" sz="1400" dirty="0"/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735214" y="4025833"/>
            <a:ext cx="2817186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6810310" y="4260035"/>
            <a:ext cx="139402" cy="227833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3638538" y="4375006"/>
            <a:ext cx="317177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901618" y="4057859"/>
            <a:ext cx="2685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9</a:t>
            </a:r>
            <a:r>
              <a:rPr lang="en-US" sz="1400" dirty="0" smtClean="0"/>
              <a:t>: Request message user interface</a:t>
            </a:r>
            <a:endParaRPr lang="en-US" sz="1400" dirty="0"/>
          </a:p>
        </p:txBody>
      </p:sp>
      <p:cxnSp>
        <p:nvCxnSpPr>
          <p:cNvPr id="73" name="Straight Arrow Connector 72"/>
          <p:cNvCxnSpPr/>
          <p:nvPr/>
        </p:nvCxnSpPr>
        <p:spPr>
          <a:xfrm flipH="1">
            <a:off x="735214" y="4727708"/>
            <a:ext cx="607185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339133" y="4419931"/>
            <a:ext cx="2678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10: Return message user interface</a:t>
            </a:r>
            <a:endParaRPr lang="en-US" sz="1400" dirty="0"/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702842" y="5117165"/>
            <a:ext cx="6107468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879389" y="4802189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11: Input message</a:t>
            </a:r>
            <a:endParaRPr lang="en-US" sz="1400" dirty="0"/>
          </a:p>
        </p:txBody>
      </p:sp>
      <p:sp>
        <p:nvSpPr>
          <p:cNvPr id="81" name="Rectangle 80"/>
          <p:cNvSpPr/>
          <p:nvPr/>
        </p:nvSpPr>
        <p:spPr>
          <a:xfrm>
            <a:off x="8335242" y="5235182"/>
            <a:ext cx="122239" cy="6720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Arrow Connector 81"/>
          <p:cNvCxnSpPr/>
          <p:nvPr/>
        </p:nvCxnSpPr>
        <p:spPr>
          <a:xfrm>
            <a:off x="6871075" y="5343217"/>
            <a:ext cx="146416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881060" y="5035440"/>
            <a:ext cx="151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12: Store message</a:t>
            </a:r>
            <a:endParaRPr lang="en-US" sz="1400" dirty="0"/>
          </a:p>
        </p:txBody>
      </p:sp>
      <p:sp>
        <p:nvSpPr>
          <p:cNvPr id="85" name="TextBox 84"/>
          <p:cNvSpPr txBox="1"/>
          <p:nvPr/>
        </p:nvSpPr>
        <p:spPr>
          <a:xfrm>
            <a:off x="8667910" y="5081607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13:Validate </a:t>
            </a:r>
          </a:p>
          <a:p>
            <a:pPr algn="ctr"/>
            <a:r>
              <a:rPr lang="en-US" sz="1400" dirty="0" smtClean="0"/>
              <a:t>inputs</a:t>
            </a:r>
            <a:endParaRPr lang="en-US" sz="1400" dirty="0"/>
          </a:p>
        </p:txBody>
      </p:sp>
      <p:cxnSp>
        <p:nvCxnSpPr>
          <p:cNvPr id="86" name="Straight Arrow Connector 85"/>
          <p:cNvCxnSpPr/>
          <p:nvPr/>
        </p:nvCxnSpPr>
        <p:spPr>
          <a:xfrm flipH="1">
            <a:off x="8457481" y="5695843"/>
            <a:ext cx="43302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V="1">
            <a:off x="8890506" y="5402997"/>
            <a:ext cx="0" cy="29284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flipH="1">
            <a:off x="8457481" y="5420158"/>
            <a:ext cx="4330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>
            <a:off x="6949712" y="5825406"/>
            <a:ext cx="143069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775984" y="5499396"/>
            <a:ext cx="1726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14: Return result</a:t>
            </a:r>
          </a:p>
        </p:txBody>
      </p:sp>
      <p:cxnSp>
        <p:nvCxnSpPr>
          <p:cNvPr id="92" name="Straight Arrow Connector 91"/>
          <p:cNvCxnSpPr/>
          <p:nvPr/>
        </p:nvCxnSpPr>
        <p:spPr>
          <a:xfrm flipH="1">
            <a:off x="715984" y="5986098"/>
            <a:ext cx="607185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H="1">
            <a:off x="715984" y="6401174"/>
            <a:ext cx="607185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2807763" y="5707793"/>
            <a:ext cx="17375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15: Result = Success</a:t>
            </a:r>
          </a:p>
          <a:p>
            <a:r>
              <a:rPr lang="en-US" sz="1400" dirty="0" smtClean="0"/>
              <a:t>Display sent message</a:t>
            </a:r>
            <a:endParaRPr lang="en-US" sz="1400" dirty="0"/>
          </a:p>
        </p:txBody>
      </p:sp>
      <p:sp>
        <p:nvSpPr>
          <p:cNvPr id="97" name="TextBox 96"/>
          <p:cNvSpPr txBox="1"/>
          <p:nvPr/>
        </p:nvSpPr>
        <p:spPr>
          <a:xfrm>
            <a:off x="2791319" y="6116795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16: Result = Fail</a:t>
            </a:r>
          </a:p>
          <a:p>
            <a:r>
              <a:rPr lang="en-US" sz="1400" dirty="0" smtClean="0"/>
              <a:t>Display error message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98221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9812" y="1042830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Blogger</a:t>
            </a:r>
            <a:endParaRPr lang="en-US" dirty="0"/>
          </a:p>
        </p:txBody>
      </p:sp>
      <p:cxnSp>
        <p:nvCxnSpPr>
          <p:cNvPr id="3" name="Straight Connector 2"/>
          <p:cNvCxnSpPr>
            <a:stCxn id="2" idx="2"/>
          </p:cNvCxnSpPr>
          <p:nvPr/>
        </p:nvCxnSpPr>
        <p:spPr>
          <a:xfrm>
            <a:off x="1072609" y="1553986"/>
            <a:ext cx="0" cy="512167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02907" y="1848292"/>
            <a:ext cx="139403" cy="439834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485620" y="1046310"/>
            <a:ext cx="1271361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Home</a:t>
            </a:r>
          </a:p>
          <a:p>
            <a:pPr algn="ctr"/>
            <a:r>
              <a:rPr lang="en-US" sz="1600" dirty="0" smtClean="0"/>
              <a:t>Blogger</a:t>
            </a:r>
            <a:endParaRPr lang="en-US" sz="1600" dirty="0"/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>
            <a:off x="3121301" y="1557466"/>
            <a:ext cx="0" cy="511819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42310" y="1971607"/>
            <a:ext cx="190929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45823" y="1681012"/>
            <a:ext cx="12229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</a:t>
            </a:r>
            <a:r>
              <a:rPr lang="en-US" sz="1400" dirty="0" smtClean="0"/>
              <a:t>: Click home page </a:t>
            </a:r>
          </a:p>
          <a:p>
            <a:pPr algn="ctr"/>
            <a:r>
              <a:rPr lang="en-US" sz="1400" dirty="0" smtClean="0"/>
              <a:t>for blogger link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312426" y="2187669"/>
            <a:ext cx="1672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Click message link</a:t>
            </a:r>
            <a:endParaRPr lang="en-US" sz="1400" dirty="0"/>
          </a:p>
        </p:txBody>
      </p:sp>
      <p:sp>
        <p:nvSpPr>
          <p:cNvPr id="10" name="Rectangle 9"/>
          <p:cNvSpPr/>
          <p:nvPr/>
        </p:nvSpPr>
        <p:spPr>
          <a:xfrm>
            <a:off x="3051600" y="1856355"/>
            <a:ext cx="139402" cy="71096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166731" y="2471788"/>
            <a:ext cx="1948160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3" y="13909"/>
            <a:ext cx="1199252" cy="1199252"/>
          </a:xfrm>
          <a:prstGeom prst="rect">
            <a:avLst/>
          </a:prstGeom>
        </p:spPr>
      </p:pic>
      <p:cxnSp>
        <p:nvCxnSpPr>
          <p:cNvPr id="14" name="Straight Connector 13"/>
          <p:cNvCxnSpPr>
            <a:stCxn id="15" idx="2"/>
          </p:cNvCxnSpPr>
          <p:nvPr/>
        </p:nvCxnSpPr>
        <p:spPr>
          <a:xfrm>
            <a:off x="5184592" y="1544205"/>
            <a:ext cx="0" cy="512167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498326" y="1033049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Message</a:t>
            </a:r>
            <a:endParaRPr lang="en-US" sz="1600" dirty="0"/>
          </a:p>
        </p:txBody>
      </p:sp>
      <p:cxnSp>
        <p:nvCxnSpPr>
          <p:cNvPr id="16" name="Straight Connector 15"/>
          <p:cNvCxnSpPr>
            <a:stCxn id="17" idx="2"/>
          </p:cNvCxnSpPr>
          <p:nvPr/>
        </p:nvCxnSpPr>
        <p:spPr>
          <a:xfrm>
            <a:off x="7172922" y="1534424"/>
            <a:ext cx="0" cy="51314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86656" y="1023268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Conversation </a:t>
            </a:r>
            <a:r>
              <a:rPr lang="en-US" sz="1600" dirty="0" smtClean="0"/>
              <a:t>Database</a:t>
            </a:r>
            <a:endParaRPr lang="en-US" sz="1600" dirty="0"/>
          </a:p>
        </p:txBody>
      </p:sp>
      <p:sp>
        <p:nvSpPr>
          <p:cNvPr id="19" name="Rectangle 18"/>
          <p:cNvSpPr/>
          <p:nvPr/>
        </p:nvSpPr>
        <p:spPr>
          <a:xfrm>
            <a:off x="5114890" y="2364238"/>
            <a:ext cx="166121" cy="388239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103220" y="2585729"/>
            <a:ext cx="148824" cy="256822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544057" y="2413435"/>
            <a:ext cx="1402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3</a:t>
            </a:r>
            <a:r>
              <a:rPr lang="en-US" sz="1400" dirty="0" smtClean="0"/>
              <a:t>: Request list of </a:t>
            </a:r>
          </a:p>
          <a:p>
            <a:r>
              <a:rPr lang="en-US" sz="1400" dirty="0" smtClean="0"/>
              <a:t>conversations</a:t>
            </a:r>
            <a:endParaRPr lang="en-US" sz="1400" dirty="0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5224762" y="2697554"/>
            <a:ext cx="1948160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7252044" y="3184551"/>
            <a:ext cx="60714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7859188" y="2823061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7252044" y="2823061"/>
            <a:ext cx="60714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83212" y="2522854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5254293" y="3440015"/>
            <a:ext cx="182080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544057" y="3133127"/>
            <a:ext cx="1305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</a:t>
            </a:r>
            <a:r>
              <a:rPr lang="en-US" sz="1400" dirty="0" smtClean="0"/>
              <a:t>: Return list of </a:t>
            </a:r>
          </a:p>
          <a:p>
            <a:r>
              <a:rPr lang="en-US" sz="1400" dirty="0" smtClean="0"/>
              <a:t>conversations</a:t>
            </a:r>
            <a:endParaRPr lang="en-US" sz="1400" dirty="0"/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1142310" y="3712543"/>
            <a:ext cx="397258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1103440" y="4326829"/>
            <a:ext cx="4011451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006535" y="3387605"/>
            <a:ext cx="266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  <a:r>
              <a:rPr lang="en-US" sz="1400" dirty="0" smtClean="0"/>
              <a:t>: Display list of conversations</a:t>
            </a:r>
            <a:endParaRPr lang="en-US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2270169" y="3999221"/>
            <a:ext cx="2081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  <a:r>
              <a:rPr lang="en-US" sz="1400" dirty="0" smtClean="0"/>
              <a:t>: Select a conversations</a:t>
            </a:r>
            <a:endParaRPr lang="en-US"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7523393" y="4788402"/>
            <a:ext cx="1270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9</a:t>
            </a:r>
            <a:r>
              <a:rPr lang="en-US" sz="1400" dirty="0" smtClean="0"/>
              <a:t>: </a:t>
            </a:r>
            <a:r>
              <a:rPr lang="en-US" sz="1400" dirty="0" smtClean="0"/>
              <a:t>Request </a:t>
            </a:r>
          </a:p>
          <a:p>
            <a:r>
              <a:rPr lang="en-US" sz="1400" dirty="0" smtClean="0"/>
              <a:t>message detail</a:t>
            </a:r>
            <a:endParaRPr lang="en-US" sz="1400" dirty="0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5217155" y="4677532"/>
            <a:ext cx="1948160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9193720" y="5497036"/>
            <a:ext cx="60714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9800864" y="5135546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9193720" y="5135546"/>
            <a:ext cx="60714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480004" y="4835339"/>
            <a:ext cx="1069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10</a:t>
            </a:r>
            <a:r>
              <a:rPr lang="en-US" sz="1400" dirty="0" smtClean="0"/>
              <a:t>: </a:t>
            </a:r>
            <a:r>
              <a:rPr lang="en-US" sz="1400" dirty="0" smtClean="0"/>
              <a:t>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47" name="Straight Arrow Connector 46"/>
          <p:cNvCxnSpPr/>
          <p:nvPr/>
        </p:nvCxnSpPr>
        <p:spPr>
          <a:xfrm flipH="1">
            <a:off x="5281013" y="5621604"/>
            <a:ext cx="384300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306740" y="5342632"/>
            <a:ext cx="2546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11: </a:t>
            </a:r>
            <a:r>
              <a:rPr lang="en-US" sz="1400" dirty="0" smtClean="0"/>
              <a:t>Return </a:t>
            </a:r>
            <a:r>
              <a:rPr lang="en-US" sz="1400" dirty="0" smtClean="0"/>
              <a:t>message </a:t>
            </a:r>
            <a:r>
              <a:rPr lang="en-US" sz="1400" dirty="0" smtClean="0"/>
              <a:t>detail</a:t>
            </a:r>
            <a:endParaRPr lang="en-US" sz="1400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1142310" y="6013143"/>
            <a:ext cx="410318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858259" y="5674742"/>
            <a:ext cx="266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12: </a:t>
            </a:r>
            <a:r>
              <a:rPr lang="en-US" sz="1400" dirty="0" smtClean="0"/>
              <a:t>Display message detail</a:t>
            </a:r>
            <a:endParaRPr lang="en-US" sz="1400" dirty="0"/>
          </a:p>
        </p:txBody>
      </p:sp>
      <p:cxnSp>
        <p:nvCxnSpPr>
          <p:cNvPr id="50" name="Straight Connector 49"/>
          <p:cNvCxnSpPr>
            <a:stCxn id="51" idx="2"/>
          </p:cNvCxnSpPr>
          <p:nvPr/>
        </p:nvCxnSpPr>
        <p:spPr>
          <a:xfrm>
            <a:off x="9193720" y="1540490"/>
            <a:ext cx="0" cy="51314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507454" y="1029334"/>
            <a:ext cx="1372532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Message Database</a:t>
            </a:r>
            <a:endParaRPr lang="en-US" sz="1600" dirty="0"/>
          </a:p>
        </p:txBody>
      </p:sp>
      <p:sp>
        <p:nvSpPr>
          <p:cNvPr id="53" name="TextBox 52"/>
          <p:cNvSpPr txBox="1"/>
          <p:nvPr/>
        </p:nvSpPr>
        <p:spPr>
          <a:xfrm>
            <a:off x="5570776" y="4384498"/>
            <a:ext cx="13039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8</a:t>
            </a:r>
            <a:r>
              <a:rPr lang="en-US" sz="1400" dirty="0" smtClean="0"/>
              <a:t>: Request </a:t>
            </a:r>
          </a:p>
          <a:p>
            <a:r>
              <a:rPr lang="en-US" sz="1400" dirty="0"/>
              <a:t>c</a:t>
            </a:r>
            <a:r>
              <a:rPr lang="en-US" sz="1400" dirty="0" smtClean="0"/>
              <a:t>onversation id</a:t>
            </a:r>
            <a:endParaRPr lang="en-US" sz="1400" dirty="0"/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7220890" y="5077033"/>
            <a:ext cx="1948160" cy="53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9124019" y="4976392"/>
            <a:ext cx="139402" cy="71096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41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4278" y="118495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717075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75720" y="1184951"/>
            <a:ext cx="189331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ShopRandom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262450" y="1184951"/>
            <a:ext cx="213699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ShopManagement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9038150" y="11849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ShopDatabase</a:t>
            </a:r>
            <a:endParaRPr lang="en-US" dirty="0"/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4222379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6330948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46074" y="1696107"/>
            <a:ext cx="1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7374" y="2106582"/>
            <a:ext cx="139404" cy="33302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39176" y="212207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152677" y="2517957"/>
            <a:ext cx="175078" cy="148471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17075" y="2199517"/>
            <a:ext cx="152210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39176" y="2586755"/>
            <a:ext cx="191350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292080" y="2969282"/>
            <a:ext cx="384302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17075" y="4419837"/>
            <a:ext cx="5547508" cy="23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86778" y="5330177"/>
            <a:ext cx="55624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4292080" y="3824703"/>
            <a:ext cx="3843023" cy="369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403985" y="5185502"/>
            <a:ext cx="336856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776373" y="2908016"/>
            <a:ext cx="139402" cy="237393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6264583" y="4340981"/>
            <a:ext cx="139402" cy="109585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53" y="161492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88958" y="1184951"/>
            <a:ext cx="163983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308877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403985" y="4598971"/>
            <a:ext cx="337238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786778" y="3869244"/>
            <a:ext cx="33659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779397" y="3530456"/>
            <a:ext cx="149632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Display list of </a:t>
            </a:r>
          </a:p>
          <a:p>
            <a:pPr algn="ctr"/>
            <a:r>
              <a:rPr lang="en-US" sz="1600" dirty="0"/>
              <a:t>shops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56312" y="3486149"/>
            <a:ext cx="19967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Return list of shops</a:t>
            </a:r>
            <a:endParaRPr lang="en-US" sz="1600" dirty="0"/>
          </a:p>
        </p:txBody>
      </p:sp>
      <p:sp>
        <p:nvSpPr>
          <p:cNvPr id="51" name="TextBox 50"/>
          <p:cNvSpPr txBox="1"/>
          <p:nvPr/>
        </p:nvSpPr>
        <p:spPr>
          <a:xfrm>
            <a:off x="4836039" y="2622900"/>
            <a:ext cx="3273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Request random shops</a:t>
            </a:r>
            <a:endParaRPr lang="en-US"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2559874" y="4099667"/>
            <a:ext cx="14861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</a:t>
            </a:r>
            <a:r>
              <a:rPr lang="en-US" sz="1600" dirty="0"/>
              <a:t>S</a:t>
            </a:r>
            <a:r>
              <a:rPr lang="en-US" sz="1600" dirty="0" smtClean="0"/>
              <a:t>elect a shop</a:t>
            </a:r>
            <a:endParaRPr lang="en-US" sz="1600" dirty="0"/>
          </a:p>
        </p:txBody>
      </p:sp>
      <p:sp>
        <p:nvSpPr>
          <p:cNvPr id="53" name="TextBox 52"/>
          <p:cNvSpPr txBox="1"/>
          <p:nvPr/>
        </p:nvSpPr>
        <p:spPr>
          <a:xfrm>
            <a:off x="6256251" y="4268944"/>
            <a:ext cx="32648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10: Request shop information</a:t>
            </a:r>
            <a:endParaRPr 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666770" y="1656971"/>
            <a:ext cx="1635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</a:t>
            </a:r>
          </a:p>
          <a:p>
            <a:pPr algn="ctr"/>
            <a:r>
              <a:rPr lang="en-US" sz="1600" dirty="0"/>
              <a:t>p</a:t>
            </a:r>
            <a:r>
              <a:rPr lang="en-US" sz="1600" dirty="0" smtClean="0"/>
              <a:t>age for </a:t>
            </a:r>
          </a:p>
          <a:p>
            <a:pPr algn="ctr"/>
            <a:r>
              <a:rPr lang="en-US" sz="1600" dirty="0" smtClean="0"/>
              <a:t>blogger link</a:t>
            </a:r>
            <a:endParaRPr lang="en-US" sz="1600" dirty="0"/>
          </a:p>
        </p:txBody>
      </p:sp>
      <p:sp>
        <p:nvSpPr>
          <p:cNvPr id="39" name="TextBox 38"/>
          <p:cNvSpPr txBox="1"/>
          <p:nvPr/>
        </p:nvSpPr>
        <p:spPr>
          <a:xfrm>
            <a:off x="2124801" y="2248201"/>
            <a:ext cx="2284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</a:t>
            </a:r>
            <a:r>
              <a:rPr lang="en-US" sz="1600" dirty="0" smtClean="0"/>
              <a:t>: Click random link</a:t>
            </a:r>
            <a:endParaRPr lang="en-US" sz="1600" dirty="0"/>
          </a:p>
        </p:txBody>
      </p:sp>
      <p:sp>
        <p:nvSpPr>
          <p:cNvPr id="44" name="Rectangle 43"/>
          <p:cNvSpPr/>
          <p:nvPr/>
        </p:nvSpPr>
        <p:spPr>
          <a:xfrm>
            <a:off x="7492380" y="1184951"/>
            <a:ext cx="130541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Random</a:t>
            </a:r>
            <a:endParaRPr lang="en-US" dirty="0"/>
          </a:p>
        </p:txBody>
      </p:sp>
      <p:cxnSp>
        <p:nvCxnSpPr>
          <p:cNvPr id="45" name="Straight Connector 44"/>
          <p:cNvCxnSpPr/>
          <p:nvPr/>
        </p:nvCxnSpPr>
        <p:spPr>
          <a:xfrm>
            <a:off x="8189895" y="1542596"/>
            <a:ext cx="30986" cy="415756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135103" y="2908016"/>
            <a:ext cx="139402" cy="96048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8254794" y="3206067"/>
            <a:ext cx="15332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8274505" y="3684069"/>
            <a:ext cx="150186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306496" y="2888670"/>
            <a:ext cx="139377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Get random </a:t>
            </a:r>
          </a:p>
          <a:p>
            <a:pPr algn="ctr"/>
            <a:r>
              <a:rPr lang="en-US" sz="1600" dirty="0" smtClean="0"/>
              <a:t>shops</a:t>
            </a:r>
            <a:endParaRPr lang="en-US" sz="1600" dirty="0"/>
          </a:p>
        </p:txBody>
      </p:sp>
      <p:sp>
        <p:nvSpPr>
          <p:cNvPr id="70" name="TextBox 69"/>
          <p:cNvSpPr txBox="1"/>
          <p:nvPr/>
        </p:nvSpPr>
        <p:spPr>
          <a:xfrm>
            <a:off x="8274505" y="3373360"/>
            <a:ext cx="1483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6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9902994" y="3619557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10644953" y="3258067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9902994" y="3258067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877824" y="2759953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9909707" y="5077072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10651666" y="4715582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9909707" y="4715582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9839653" y="4217468"/>
            <a:ext cx="1069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11: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sp>
        <p:nvSpPr>
          <p:cNvPr id="66" name="TextBox 65"/>
          <p:cNvSpPr txBox="1"/>
          <p:nvPr/>
        </p:nvSpPr>
        <p:spPr>
          <a:xfrm>
            <a:off x="6330948" y="4866826"/>
            <a:ext cx="35848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12: Return selected </a:t>
            </a:r>
          </a:p>
          <a:p>
            <a:pPr algn="ctr"/>
            <a:r>
              <a:rPr lang="en-US" sz="1600" dirty="0" smtClean="0"/>
              <a:t>shop </a:t>
            </a:r>
            <a:r>
              <a:rPr lang="en-US" sz="1600" dirty="0"/>
              <a:t>information</a:t>
            </a:r>
            <a:br>
              <a:rPr lang="en-US" sz="1600" dirty="0"/>
            </a:br>
            <a:r>
              <a:rPr lang="en-US" sz="1600" dirty="0" smtClean="0"/>
              <a:t>(shop name, </a:t>
            </a:r>
            <a:r>
              <a:rPr lang="en-US" sz="1600" dirty="0"/>
              <a:t>owner username, </a:t>
            </a:r>
          </a:p>
          <a:p>
            <a:pPr algn="ctr"/>
            <a:r>
              <a:rPr lang="en-US" sz="1600" dirty="0"/>
              <a:t>b</a:t>
            </a:r>
            <a:r>
              <a:rPr lang="en-US" sz="1600" dirty="0" smtClean="0"/>
              <a:t>ranch, telephone number, </a:t>
            </a:r>
          </a:p>
          <a:p>
            <a:pPr algn="ctr"/>
            <a:r>
              <a:rPr lang="en-US" sz="1600" dirty="0" smtClean="0"/>
              <a:t>information, pictures, location)</a:t>
            </a:r>
            <a:endParaRPr lang="en-US" sz="1600" dirty="0"/>
          </a:p>
        </p:txBody>
      </p:sp>
      <p:sp>
        <p:nvSpPr>
          <p:cNvPr id="67" name="TextBox 66"/>
          <p:cNvSpPr txBox="1"/>
          <p:nvPr/>
        </p:nvSpPr>
        <p:spPr>
          <a:xfrm>
            <a:off x="1037293" y="5001191"/>
            <a:ext cx="44768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13: Display selected </a:t>
            </a:r>
          </a:p>
          <a:p>
            <a:pPr algn="ctr"/>
            <a:r>
              <a:rPr lang="en-US" sz="1600" dirty="0" smtClean="0"/>
              <a:t>shop </a:t>
            </a:r>
            <a:r>
              <a:rPr lang="en-US" sz="1600" dirty="0"/>
              <a:t>information</a:t>
            </a:r>
            <a:br>
              <a:rPr lang="en-US" sz="1600" dirty="0"/>
            </a:br>
            <a:r>
              <a:rPr lang="en-US" sz="1600" dirty="0" smtClean="0"/>
              <a:t>(shop name, </a:t>
            </a:r>
            <a:r>
              <a:rPr lang="en-US" sz="1600" dirty="0"/>
              <a:t>owner username, </a:t>
            </a:r>
            <a:r>
              <a:rPr lang="en-US" sz="1600" dirty="0" smtClean="0"/>
              <a:t>branch, </a:t>
            </a:r>
          </a:p>
          <a:p>
            <a:pPr algn="ctr"/>
            <a:r>
              <a:rPr lang="en-US" sz="1600" dirty="0" smtClean="0"/>
              <a:t>telephone number, information, pictures, location)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6700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656" y="920336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78453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974032" y="920336"/>
            <a:ext cx="173324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ShopCategory</a:t>
            </a:r>
            <a:endParaRPr lang="en-US" sz="16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6778632" y="920336"/>
            <a:ext cx="135636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Shop</a:t>
            </a:r>
            <a:br>
              <a:rPr lang="en-US" sz="1600" dirty="0" smtClean="0"/>
            </a:br>
            <a:r>
              <a:rPr lang="en-US" sz="1600" dirty="0" smtClean="0"/>
              <a:t>Management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8211606" y="920336"/>
            <a:ext cx="113862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Category </a:t>
            </a:r>
            <a:r>
              <a:rPr lang="en-US" sz="1600" dirty="0"/>
              <a:t>Database</a:t>
            </a:r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5840657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 flipH="1">
            <a:off x="7453480" y="1431492"/>
            <a:ext cx="3332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8780919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08752" y="1841967"/>
            <a:ext cx="139402" cy="426187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2" name="Rectangle 21"/>
          <p:cNvSpPr/>
          <p:nvPr/>
        </p:nvSpPr>
        <p:spPr>
          <a:xfrm>
            <a:off x="2184695" y="1841967"/>
            <a:ext cx="139402" cy="49816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Rectangle 22"/>
          <p:cNvSpPr/>
          <p:nvPr/>
        </p:nvSpPr>
        <p:spPr>
          <a:xfrm>
            <a:off x="3946209" y="2164604"/>
            <a:ext cx="139402" cy="168601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78453" y="1934902"/>
            <a:ext cx="150624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324097" y="2221445"/>
            <a:ext cx="164037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959931" y="2340130"/>
            <a:ext cx="4751287" cy="42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33915" y="3436928"/>
            <a:ext cx="321229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48154" y="4639058"/>
            <a:ext cx="502280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085611" y="2741245"/>
            <a:ext cx="462560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720026" y="4043506"/>
            <a:ext cx="1861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10: Return list of shops</a:t>
            </a:r>
            <a:endParaRPr lang="en-US" sz="1400" dirty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5906675" y="4351283"/>
            <a:ext cx="404181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948489" y="3771714"/>
            <a:ext cx="139402" cy="21380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5" name="Rectangle 54"/>
          <p:cNvSpPr/>
          <p:nvPr/>
        </p:nvSpPr>
        <p:spPr>
          <a:xfrm>
            <a:off x="8711218" y="2265907"/>
            <a:ext cx="139402" cy="57867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1" y="-103123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50336" y="920336"/>
            <a:ext cx="160015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</a:t>
            </a:r>
            <a:endParaRPr lang="en-US" sz="1600" dirty="0" smtClean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250416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721348" y="2058075"/>
            <a:ext cx="2371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Request list of categories</a:t>
            </a:r>
            <a:endParaRPr lang="en-US"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4028830" y="3463286"/>
            <a:ext cx="1765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</a:t>
            </a:r>
            <a:r>
              <a:rPr lang="en-US" sz="1400" dirty="0" smtClean="0"/>
              <a:t>: Send category type</a:t>
            </a:r>
            <a:endParaRPr lang="en-US" sz="1400" dirty="0"/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5910358" y="3900841"/>
            <a:ext cx="403813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733915" y="2908726"/>
            <a:ext cx="3230555" cy="1197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529970" y="3155509"/>
            <a:ext cx="16043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Select a category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5949067" y="3608943"/>
            <a:ext cx="3737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Request list of shops from the category</a:t>
            </a:r>
            <a:endParaRPr lang="en-US" sz="1400" dirty="0"/>
          </a:p>
        </p:txBody>
      </p:sp>
      <p:sp>
        <p:nvSpPr>
          <p:cNvPr id="51" name="Rectangle 50"/>
          <p:cNvSpPr/>
          <p:nvPr/>
        </p:nvSpPr>
        <p:spPr>
          <a:xfrm>
            <a:off x="3174242" y="920336"/>
            <a:ext cx="167117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Shop</a:t>
            </a:r>
          </a:p>
          <a:p>
            <a:pPr algn="ctr"/>
            <a:r>
              <a:rPr lang="en-US" sz="1600" dirty="0" err="1" smtClean="0"/>
              <a:t>CategoriesList</a:t>
            </a:r>
            <a:endParaRPr lang="en-US" sz="1600" dirty="0"/>
          </a:p>
        </p:txBody>
      </p:sp>
      <p:cxnSp>
        <p:nvCxnSpPr>
          <p:cNvPr id="52" name="Straight Connector 51"/>
          <p:cNvCxnSpPr>
            <a:stCxn id="51" idx="2"/>
          </p:cNvCxnSpPr>
          <p:nvPr/>
        </p:nvCxnSpPr>
        <p:spPr>
          <a:xfrm>
            <a:off x="4009829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448877" y="920336"/>
            <a:ext cx="113862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Shop</a:t>
            </a:r>
          </a:p>
          <a:p>
            <a:pPr algn="ctr"/>
            <a:r>
              <a:rPr lang="en-US" sz="1600" dirty="0" smtClean="0"/>
              <a:t>Database</a:t>
            </a:r>
            <a:endParaRPr lang="en-US" sz="1600" dirty="0"/>
          </a:p>
        </p:txBody>
      </p:sp>
      <p:cxnSp>
        <p:nvCxnSpPr>
          <p:cNvPr id="59" name="Straight Connector 58"/>
          <p:cNvCxnSpPr>
            <a:stCxn id="58" idx="2"/>
          </p:cNvCxnSpPr>
          <p:nvPr/>
        </p:nvCxnSpPr>
        <p:spPr>
          <a:xfrm>
            <a:off x="10018190" y="1431492"/>
            <a:ext cx="0" cy="481348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18120" y="2434724"/>
            <a:ext cx="38580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Display list of categories</a:t>
            </a:r>
            <a:br>
              <a:rPr lang="en-US" sz="1400" dirty="0" smtClean="0"/>
            </a:br>
            <a:r>
              <a:rPr lang="en-US" sz="1400" dirty="0" smtClean="0"/>
              <a:t>(fabric, accessory, wood,</a:t>
            </a:r>
          </a:p>
          <a:p>
            <a:pPr algn="ctr"/>
            <a:r>
              <a:rPr lang="en-US" sz="1400" dirty="0" smtClean="0"/>
              <a:t> stationary, container, other) </a:t>
            </a:r>
            <a:endParaRPr lang="en-US" sz="1400" dirty="0"/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4038792" y="3771714"/>
            <a:ext cx="173216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5770956" y="3725294"/>
            <a:ext cx="139402" cy="134128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4" name="TextBox 73"/>
          <p:cNvSpPr txBox="1"/>
          <p:nvPr/>
        </p:nvSpPr>
        <p:spPr>
          <a:xfrm>
            <a:off x="2298280" y="4346298"/>
            <a:ext cx="18877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11: Display list of shops</a:t>
            </a:r>
            <a:endParaRPr lang="en-US" sz="1400" dirty="0"/>
          </a:p>
        </p:txBody>
      </p:sp>
      <p:sp>
        <p:nvSpPr>
          <p:cNvPr id="75" name="Rectangle 74"/>
          <p:cNvSpPr/>
          <p:nvPr/>
        </p:nvSpPr>
        <p:spPr>
          <a:xfrm>
            <a:off x="7378139" y="4936004"/>
            <a:ext cx="153626" cy="116783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84" name="Straight Arrow Connector 83"/>
          <p:cNvCxnSpPr/>
          <p:nvPr/>
        </p:nvCxnSpPr>
        <p:spPr>
          <a:xfrm>
            <a:off x="5850665" y="5004181"/>
            <a:ext cx="152747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858717" y="4696404"/>
            <a:ext cx="148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12: Select a shops</a:t>
            </a:r>
            <a:endParaRPr lang="en-US" sz="1400" dirty="0"/>
          </a:p>
        </p:txBody>
      </p:sp>
      <p:cxnSp>
        <p:nvCxnSpPr>
          <p:cNvPr id="88" name="Straight Arrow Connector 87"/>
          <p:cNvCxnSpPr/>
          <p:nvPr/>
        </p:nvCxnSpPr>
        <p:spPr>
          <a:xfrm>
            <a:off x="7495290" y="5175371"/>
            <a:ext cx="2427174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699858" y="4886269"/>
            <a:ext cx="17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Request </a:t>
            </a:r>
            <a:r>
              <a:rPr lang="en-US" sz="1400" dirty="0"/>
              <a:t>shop </a:t>
            </a:r>
            <a:r>
              <a:rPr lang="en-US" sz="1400" dirty="0" smtClean="0"/>
              <a:t>information</a:t>
            </a:r>
            <a:endParaRPr lang="en-US" sz="1400" dirty="0"/>
          </a:p>
        </p:txBody>
      </p:sp>
      <p:cxnSp>
        <p:nvCxnSpPr>
          <p:cNvPr id="91" name="Straight Arrow Connector 90"/>
          <p:cNvCxnSpPr/>
          <p:nvPr/>
        </p:nvCxnSpPr>
        <p:spPr>
          <a:xfrm flipH="1">
            <a:off x="7531765" y="5779363"/>
            <a:ext cx="243644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579006" y="2430963"/>
            <a:ext cx="21003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4: Return list of categories</a:t>
            </a:r>
            <a:endParaRPr lang="en-US" sz="1400" dirty="0"/>
          </a:p>
        </p:txBody>
      </p:sp>
      <p:cxnSp>
        <p:nvCxnSpPr>
          <p:cNvPr id="97" name="Straight Arrow Connector 96"/>
          <p:cNvCxnSpPr/>
          <p:nvPr/>
        </p:nvCxnSpPr>
        <p:spPr>
          <a:xfrm flipH="1">
            <a:off x="748154" y="6008698"/>
            <a:ext cx="65987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-329186" y="1643919"/>
            <a:ext cx="3621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</a:t>
            </a:r>
            <a:r>
              <a:rPr lang="en-US" sz="1400" dirty="0" smtClean="0"/>
              <a:t>: Click home page </a:t>
            </a:r>
          </a:p>
          <a:p>
            <a:pPr algn="ctr"/>
            <a:r>
              <a:rPr lang="en-US" sz="1400" dirty="0" smtClean="0"/>
              <a:t>for blogger link</a:t>
            </a:r>
            <a:endParaRPr 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1979840" y="1935903"/>
            <a:ext cx="22847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</a:t>
            </a:r>
            <a:r>
              <a:rPr lang="en-US" sz="1400" dirty="0" smtClean="0"/>
              <a:t>: Click shop </a:t>
            </a:r>
          </a:p>
          <a:p>
            <a:pPr algn="ctr"/>
            <a:r>
              <a:rPr lang="en-US" sz="1400" dirty="0" smtClean="0"/>
              <a:t>category link</a:t>
            </a:r>
            <a:endParaRPr lang="en-US" sz="1400" dirty="0"/>
          </a:p>
        </p:txBody>
      </p:sp>
      <p:cxnSp>
        <p:nvCxnSpPr>
          <p:cNvPr id="57" name="Straight Arrow Connector 56"/>
          <p:cNvCxnSpPr/>
          <p:nvPr/>
        </p:nvCxnSpPr>
        <p:spPr>
          <a:xfrm flipH="1">
            <a:off x="10066043" y="4287853"/>
            <a:ext cx="50962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10575666" y="3926363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10066043" y="3916720"/>
            <a:ext cx="509623" cy="964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948489" y="3418633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9: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63" name="Straight Arrow Connector 62"/>
          <p:cNvCxnSpPr/>
          <p:nvPr/>
        </p:nvCxnSpPr>
        <p:spPr>
          <a:xfrm flipH="1">
            <a:off x="10088245" y="5636938"/>
            <a:ext cx="57157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10659824" y="5275448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 flipV="1">
            <a:off x="10088245" y="5275448"/>
            <a:ext cx="571579" cy="990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9988598" y="4800469"/>
            <a:ext cx="8609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14: </a:t>
            </a:r>
            <a:r>
              <a:rPr lang="en-US" sz="1400" dirty="0" err="1" smtClean="0"/>
              <a:t>Retri</a:t>
            </a:r>
            <a:r>
              <a:rPr lang="en-US" sz="1400" dirty="0" smtClean="0"/>
              <a:t>-</a:t>
            </a:r>
          </a:p>
          <a:p>
            <a:pPr algn="ctr"/>
            <a:r>
              <a:rPr lang="en-US" sz="1400" dirty="0"/>
              <a:t>-</a:t>
            </a:r>
            <a:r>
              <a:rPr lang="en-US" sz="1400" dirty="0" smtClean="0"/>
              <a:t>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sp>
        <p:nvSpPr>
          <p:cNvPr id="70" name="TextBox 69"/>
          <p:cNvSpPr txBox="1"/>
          <p:nvPr/>
        </p:nvSpPr>
        <p:spPr>
          <a:xfrm>
            <a:off x="6953130" y="5492566"/>
            <a:ext cx="35848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15: Return selected </a:t>
            </a:r>
          </a:p>
          <a:p>
            <a:pPr algn="ctr"/>
            <a:r>
              <a:rPr lang="en-US" sz="1400" dirty="0" smtClean="0"/>
              <a:t>shop </a:t>
            </a:r>
            <a:r>
              <a:rPr lang="en-US" sz="1400" dirty="0"/>
              <a:t>information</a:t>
            </a:r>
            <a:br>
              <a:rPr lang="en-US" sz="1400" dirty="0"/>
            </a:br>
            <a:r>
              <a:rPr lang="en-US" sz="1400" dirty="0" smtClean="0"/>
              <a:t>(shop name, </a:t>
            </a:r>
            <a:r>
              <a:rPr lang="en-US" sz="1400" dirty="0"/>
              <a:t>owner username, </a:t>
            </a:r>
          </a:p>
          <a:p>
            <a:pPr algn="ctr"/>
            <a:r>
              <a:rPr lang="en-US" sz="1400" dirty="0"/>
              <a:t>b</a:t>
            </a:r>
            <a:r>
              <a:rPr lang="en-US" sz="1400" dirty="0" smtClean="0"/>
              <a:t>ranch, telephone number, </a:t>
            </a:r>
          </a:p>
          <a:p>
            <a:pPr algn="ctr"/>
            <a:r>
              <a:rPr lang="en-US" sz="1400" dirty="0" smtClean="0"/>
              <a:t>information, pictures, location)</a:t>
            </a:r>
            <a:endParaRPr lang="en-US" sz="1400" dirty="0"/>
          </a:p>
        </p:txBody>
      </p:sp>
      <p:sp>
        <p:nvSpPr>
          <p:cNvPr id="71" name="TextBox 70"/>
          <p:cNvSpPr txBox="1"/>
          <p:nvPr/>
        </p:nvSpPr>
        <p:spPr>
          <a:xfrm>
            <a:off x="982011" y="5729753"/>
            <a:ext cx="44768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16: Display selected shop </a:t>
            </a:r>
            <a:r>
              <a:rPr lang="en-US" sz="1400" dirty="0"/>
              <a:t>information</a:t>
            </a:r>
            <a:br>
              <a:rPr lang="en-US" sz="1400" dirty="0"/>
            </a:br>
            <a:r>
              <a:rPr lang="en-US" sz="1400" dirty="0" smtClean="0"/>
              <a:t>(shop name, </a:t>
            </a:r>
            <a:r>
              <a:rPr lang="en-US" sz="1400" dirty="0"/>
              <a:t>owner username, </a:t>
            </a:r>
            <a:r>
              <a:rPr lang="en-US" sz="1400" dirty="0" smtClean="0"/>
              <a:t>branch, </a:t>
            </a:r>
          </a:p>
          <a:p>
            <a:pPr algn="ctr"/>
            <a:r>
              <a:rPr lang="en-US" sz="1400" dirty="0" smtClean="0"/>
              <a:t>telephone number, information, pictures, location)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949894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4278" y="118495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717075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275720" y="1184951"/>
            <a:ext cx="1893318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ShopSearch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55384" y="1184951"/>
            <a:ext cx="1925645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Shop</a:t>
            </a:r>
            <a:br>
              <a:rPr lang="en-US" dirty="0" smtClean="0"/>
            </a:br>
            <a:r>
              <a:rPr lang="en-US" dirty="0" smtClean="0"/>
              <a:t>Management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038150" y="118495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ShopDatabase</a:t>
            </a:r>
            <a:endParaRPr lang="en-US" dirty="0"/>
          </a:p>
        </p:txBody>
      </p:sp>
      <p:cxnSp>
        <p:nvCxnSpPr>
          <p:cNvPr id="8" name="Straight Connector 7"/>
          <p:cNvCxnSpPr>
            <a:stCxn id="5" idx="2"/>
          </p:cNvCxnSpPr>
          <p:nvPr/>
        </p:nvCxnSpPr>
        <p:spPr>
          <a:xfrm>
            <a:off x="4222379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6318207" y="1696107"/>
            <a:ext cx="30986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9846074" y="1696107"/>
            <a:ext cx="1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7374" y="2106582"/>
            <a:ext cx="139404" cy="33302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39176" y="212207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152677" y="2517957"/>
            <a:ext cx="139403" cy="19018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717075" y="2199517"/>
            <a:ext cx="152210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239176" y="2586755"/>
            <a:ext cx="191350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292080" y="3248102"/>
            <a:ext cx="384302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17075" y="4644887"/>
            <a:ext cx="5547508" cy="230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86778" y="5555227"/>
            <a:ext cx="55624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4292080" y="4127580"/>
            <a:ext cx="3843023" cy="369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403985" y="5410552"/>
            <a:ext cx="336856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9776373" y="3278664"/>
            <a:ext cx="139402" cy="223009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6264583" y="4566031"/>
            <a:ext cx="139402" cy="109585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53" y="161492"/>
            <a:ext cx="1199252" cy="119925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488958" y="1184951"/>
            <a:ext cx="163983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308877" y="1696107"/>
            <a:ext cx="0" cy="400404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6403985" y="4824021"/>
            <a:ext cx="337238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786778" y="4283574"/>
            <a:ext cx="33659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36412" y="3944786"/>
            <a:ext cx="2741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9</a:t>
            </a:r>
            <a:r>
              <a:rPr lang="en-US" sz="1600" dirty="0" smtClean="0"/>
              <a:t>: Display list of </a:t>
            </a:r>
            <a:r>
              <a:rPr lang="en-US" sz="1600" dirty="0"/>
              <a:t>shops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56311" y="3784026"/>
            <a:ext cx="19967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8</a:t>
            </a:r>
            <a:r>
              <a:rPr lang="en-US" sz="1600" dirty="0" smtClean="0"/>
              <a:t>: Return list of </a:t>
            </a:r>
            <a:r>
              <a:rPr lang="en-US" sz="1600" dirty="0"/>
              <a:t>shops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7755" y="2913800"/>
            <a:ext cx="32731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</a:t>
            </a:r>
            <a:r>
              <a:rPr lang="en-US" sz="1600" dirty="0" smtClean="0"/>
              <a:t>: </a:t>
            </a:r>
            <a:r>
              <a:rPr lang="en-US" sz="1600" dirty="0"/>
              <a:t>Request </a:t>
            </a:r>
            <a:r>
              <a:rPr lang="en-US" sz="1600" dirty="0" smtClean="0"/>
              <a:t>shops </a:t>
            </a:r>
            <a:r>
              <a:rPr lang="en-US" sz="1600" dirty="0"/>
              <a:t>that has the keyword</a:t>
            </a:r>
          </a:p>
          <a:p>
            <a:pPr algn="ctr"/>
            <a:endParaRPr lang="en-US"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1779397" y="4324717"/>
            <a:ext cx="15900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10: </a:t>
            </a:r>
            <a:r>
              <a:rPr lang="en-US" sz="1600" dirty="0"/>
              <a:t>S</a:t>
            </a:r>
            <a:r>
              <a:rPr lang="en-US" sz="1600" dirty="0" smtClean="0"/>
              <a:t>elect a shop</a:t>
            </a:r>
            <a:endParaRPr lang="en-US" sz="1600" dirty="0"/>
          </a:p>
        </p:txBody>
      </p:sp>
      <p:sp>
        <p:nvSpPr>
          <p:cNvPr id="53" name="TextBox 52"/>
          <p:cNvSpPr txBox="1"/>
          <p:nvPr/>
        </p:nvSpPr>
        <p:spPr>
          <a:xfrm>
            <a:off x="6403985" y="4493994"/>
            <a:ext cx="3179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11: Request shop  information</a:t>
            </a:r>
            <a:endParaRPr 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666770" y="1656971"/>
            <a:ext cx="1635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</a:t>
            </a:r>
            <a:r>
              <a:rPr lang="en-US" sz="1600" dirty="0" smtClean="0"/>
              <a:t>: Click home </a:t>
            </a:r>
          </a:p>
          <a:p>
            <a:pPr algn="ctr"/>
            <a:r>
              <a:rPr lang="en-US" sz="1600" dirty="0"/>
              <a:t>p</a:t>
            </a:r>
            <a:r>
              <a:rPr lang="en-US" sz="1600" dirty="0" smtClean="0"/>
              <a:t>age for </a:t>
            </a:r>
          </a:p>
          <a:p>
            <a:pPr algn="ctr"/>
            <a:r>
              <a:rPr lang="en-US" sz="1600" dirty="0" smtClean="0"/>
              <a:t>blogger link</a:t>
            </a:r>
            <a:endParaRPr lang="en-US" sz="1600" dirty="0"/>
          </a:p>
        </p:txBody>
      </p:sp>
      <p:sp>
        <p:nvSpPr>
          <p:cNvPr id="39" name="TextBox 38"/>
          <p:cNvSpPr txBox="1"/>
          <p:nvPr/>
        </p:nvSpPr>
        <p:spPr>
          <a:xfrm>
            <a:off x="2124801" y="2248201"/>
            <a:ext cx="2284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2</a:t>
            </a:r>
            <a:r>
              <a:rPr lang="en-US" sz="1600" dirty="0" smtClean="0"/>
              <a:t>: </a:t>
            </a:r>
            <a:r>
              <a:rPr lang="en-US" sz="1600" dirty="0"/>
              <a:t>Click on search box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2380" y="1184951"/>
            <a:ext cx="1305419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Search</a:t>
            </a:r>
            <a:endParaRPr lang="en-US" dirty="0"/>
          </a:p>
        </p:txBody>
      </p:sp>
      <p:cxnSp>
        <p:nvCxnSpPr>
          <p:cNvPr id="45" name="Straight Connector 44"/>
          <p:cNvCxnSpPr/>
          <p:nvPr/>
        </p:nvCxnSpPr>
        <p:spPr>
          <a:xfrm>
            <a:off x="8189895" y="1542596"/>
            <a:ext cx="30986" cy="415756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135103" y="3152237"/>
            <a:ext cx="139402" cy="10831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8254794" y="3373360"/>
            <a:ext cx="15332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8236958" y="3940120"/>
            <a:ext cx="150186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185093" y="2807307"/>
            <a:ext cx="1660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5</a:t>
            </a:r>
            <a:r>
              <a:rPr lang="en-US" sz="1600" dirty="0" smtClean="0"/>
              <a:t>: Get shops </a:t>
            </a:r>
            <a:r>
              <a:rPr lang="en-US" sz="1600" dirty="0"/>
              <a:t>that has the keyword</a:t>
            </a:r>
          </a:p>
          <a:p>
            <a:pPr algn="ctr"/>
            <a:endParaRPr lang="en-US" sz="1600" dirty="0"/>
          </a:p>
        </p:txBody>
      </p:sp>
      <p:sp>
        <p:nvSpPr>
          <p:cNvPr id="70" name="TextBox 69"/>
          <p:cNvSpPr txBox="1"/>
          <p:nvPr/>
        </p:nvSpPr>
        <p:spPr>
          <a:xfrm>
            <a:off x="8274505" y="3631374"/>
            <a:ext cx="14831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7</a:t>
            </a:r>
            <a:r>
              <a:rPr lang="en-US" sz="1600" dirty="0" smtClean="0"/>
              <a:t>: Return result</a:t>
            </a:r>
            <a:endParaRPr lang="en-US" sz="1600" dirty="0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647374" y="3028798"/>
            <a:ext cx="350530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651863" y="2679695"/>
            <a:ext cx="1602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3</a:t>
            </a:r>
            <a:r>
              <a:rPr lang="en-US" sz="1600" dirty="0" smtClean="0"/>
              <a:t>: Input keyword</a:t>
            </a:r>
            <a:endParaRPr lang="en-US" sz="1600" dirty="0"/>
          </a:p>
        </p:txBody>
      </p:sp>
      <p:cxnSp>
        <p:nvCxnSpPr>
          <p:cNvPr id="60" name="Straight Arrow Connector 59"/>
          <p:cNvCxnSpPr/>
          <p:nvPr/>
        </p:nvCxnSpPr>
        <p:spPr>
          <a:xfrm flipH="1">
            <a:off x="9887505" y="3820927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10629464" y="3459437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9887505" y="3459437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862335" y="2961323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6: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64" name="Straight Arrow Connector 63"/>
          <p:cNvCxnSpPr/>
          <p:nvPr/>
        </p:nvCxnSpPr>
        <p:spPr>
          <a:xfrm flipH="1">
            <a:off x="9894218" y="5278442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10636177" y="4916952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9894218" y="4916952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824164" y="4418838"/>
            <a:ext cx="10695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12: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sp>
        <p:nvSpPr>
          <p:cNvPr id="68" name="TextBox 67"/>
          <p:cNvSpPr txBox="1"/>
          <p:nvPr/>
        </p:nvSpPr>
        <p:spPr>
          <a:xfrm>
            <a:off x="6337004" y="5072758"/>
            <a:ext cx="35848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13: Return selected </a:t>
            </a:r>
          </a:p>
          <a:p>
            <a:pPr algn="ctr"/>
            <a:r>
              <a:rPr lang="en-US" sz="1600" dirty="0" smtClean="0"/>
              <a:t>shop </a:t>
            </a:r>
            <a:r>
              <a:rPr lang="en-US" sz="1600" dirty="0"/>
              <a:t>information</a:t>
            </a:r>
            <a:br>
              <a:rPr lang="en-US" sz="1600" dirty="0"/>
            </a:br>
            <a:r>
              <a:rPr lang="en-US" sz="1600" dirty="0" smtClean="0"/>
              <a:t>(shop name, </a:t>
            </a:r>
            <a:r>
              <a:rPr lang="en-US" sz="1600" dirty="0"/>
              <a:t>owner username, </a:t>
            </a:r>
          </a:p>
          <a:p>
            <a:pPr algn="ctr"/>
            <a:r>
              <a:rPr lang="en-US" sz="1600" dirty="0"/>
              <a:t>b</a:t>
            </a:r>
            <a:r>
              <a:rPr lang="en-US" sz="1600" dirty="0" smtClean="0"/>
              <a:t>ranch, telephone number, </a:t>
            </a:r>
          </a:p>
          <a:p>
            <a:pPr algn="ctr"/>
            <a:r>
              <a:rPr lang="en-US" sz="1600" dirty="0" smtClean="0"/>
              <a:t>information, pictures, location)</a:t>
            </a:r>
            <a:endParaRPr lang="en-US" sz="1600" dirty="0"/>
          </a:p>
        </p:txBody>
      </p:sp>
      <p:sp>
        <p:nvSpPr>
          <p:cNvPr id="71" name="TextBox 70"/>
          <p:cNvSpPr txBox="1"/>
          <p:nvPr/>
        </p:nvSpPr>
        <p:spPr>
          <a:xfrm>
            <a:off x="1043349" y="5207123"/>
            <a:ext cx="44768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14: Display selected </a:t>
            </a:r>
          </a:p>
          <a:p>
            <a:pPr algn="ctr"/>
            <a:r>
              <a:rPr lang="en-US" sz="1600" dirty="0" smtClean="0"/>
              <a:t>shop </a:t>
            </a:r>
            <a:r>
              <a:rPr lang="en-US" sz="1600" dirty="0"/>
              <a:t>information</a:t>
            </a:r>
            <a:br>
              <a:rPr lang="en-US" sz="1600" dirty="0"/>
            </a:br>
            <a:r>
              <a:rPr lang="en-US" sz="1600" dirty="0" smtClean="0"/>
              <a:t>(shop name, </a:t>
            </a:r>
            <a:r>
              <a:rPr lang="en-US" sz="1600" dirty="0"/>
              <a:t>owner username, </a:t>
            </a:r>
            <a:r>
              <a:rPr lang="en-US" sz="1600" dirty="0" smtClean="0"/>
              <a:t>branch, </a:t>
            </a:r>
          </a:p>
          <a:p>
            <a:pPr algn="ctr"/>
            <a:r>
              <a:rPr lang="en-US" sz="1600" dirty="0" smtClean="0"/>
              <a:t>telephone number, information, pictures, location)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74826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4657" y="906131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Visitor/Blogger</a:t>
            </a:r>
            <a:endParaRPr lang="en-US" sz="1400" dirty="0"/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887454" y="1417287"/>
            <a:ext cx="0" cy="53013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204198" y="906131"/>
            <a:ext cx="218113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TutorialManagement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6985495" y="90613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Tutorial Database</a:t>
            </a:r>
          </a:p>
        </p:txBody>
      </p:sp>
      <p:cxnSp>
        <p:nvCxnSpPr>
          <p:cNvPr id="9" name="Straight Connector 8"/>
          <p:cNvCxnSpPr>
            <a:stCxn id="6" idx="2"/>
          </p:cNvCxnSpPr>
          <p:nvPr/>
        </p:nvCxnSpPr>
        <p:spPr>
          <a:xfrm>
            <a:off x="5294767" y="1417287"/>
            <a:ext cx="0" cy="53013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7793419" y="1417287"/>
            <a:ext cx="0" cy="53013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17753" y="1672862"/>
            <a:ext cx="139402" cy="49101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715709" y="1688351"/>
            <a:ext cx="139402" cy="55762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887454" y="1765797"/>
            <a:ext cx="18282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855111" y="2153035"/>
            <a:ext cx="238669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943069" y="3193609"/>
            <a:ext cx="429079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32057" y="2905162"/>
            <a:ext cx="39304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6</a:t>
            </a:r>
            <a:r>
              <a:rPr lang="en-US" sz="1400" dirty="0" smtClean="0"/>
              <a:t>: Display tutorial information</a:t>
            </a:r>
          </a:p>
          <a:p>
            <a:pPr algn="ctr"/>
            <a:r>
              <a:rPr lang="en-US" sz="1400" dirty="0" smtClean="0"/>
              <a:t>(tutorial picture, title, category, </a:t>
            </a:r>
          </a:p>
          <a:p>
            <a:pPr algn="ctr"/>
            <a:r>
              <a:rPr lang="en-US" sz="1400" dirty="0" smtClean="0"/>
              <a:t>owner username, number of like, material description, material picture, step number, step description, step picture, </a:t>
            </a:r>
            <a:r>
              <a:rPr lang="en-US" sz="1400" dirty="0"/>
              <a:t>video, comment)  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5361697" y="3065725"/>
            <a:ext cx="243172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387956" y="2588197"/>
            <a:ext cx="235882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Return selected </a:t>
            </a:r>
          </a:p>
          <a:p>
            <a:pPr algn="ctr"/>
            <a:r>
              <a:rPr lang="en-US" sz="1400" dirty="0" smtClean="0"/>
              <a:t>tutorial </a:t>
            </a:r>
            <a:r>
              <a:rPr lang="en-US" sz="1400" dirty="0"/>
              <a:t>information</a:t>
            </a:r>
            <a:br>
              <a:rPr lang="en-US" sz="1400" dirty="0"/>
            </a:br>
            <a:r>
              <a:rPr lang="en-US" sz="1400" dirty="0"/>
              <a:t>(tutorial picture, title</a:t>
            </a:r>
            <a:r>
              <a:rPr lang="en-US" sz="1400" dirty="0" smtClean="0"/>
              <a:t>,</a:t>
            </a:r>
          </a:p>
          <a:p>
            <a:pPr algn="ctr"/>
            <a:r>
              <a:rPr lang="en-US" sz="1400" dirty="0" smtClean="0"/>
              <a:t> </a:t>
            </a:r>
            <a:r>
              <a:rPr lang="en-US" sz="1400" dirty="0"/>
              <a:t>category, owner username, </a:t>
            </a:r>
          </a:p>
          <a:p>
            <a:pPr algn="ctr"/>
            <a:r>
              <a:rPr lang="en-US" sz="1400" dirty="0"/>
              <a:t>number of like</a:t>
            </a:r>
            <a:r>
              <a:rPr lang="en-US" sz="1400" dirty="0" smtClean="0"/>
              <a:t>, material </a:t>
            </a:r>
          </a:p>
          <a:p>
            <a:pPr algn="ctr"/>
            <a:r>
              <a:rPr lang="en-US" sz="1400" dirty="0" smtClean="0"/>
              <a:t>description</a:t>
            </a:r>
            <a:r>
              <a:rPr lang="en-US" sz="1400" dirty="0"/>
              <a:t>, </a:t>
            </a:r>
            <a:r>
              <a:rPr lang="en-US" sz="1400" dirty="0" smtClean="0"/>
              <a:t>material </a:t>
            </a:r>
            <a:r>
              <a:rPr lang="en-US" sz="1400" dirty="0"/>
              <a:t>picture</a:t>
            </a:r>
            <a:r>
              <a:rPr lang="en-US" sz="1400" dirty="0" smtClean="0"/>
              <a:t>,</a:t>
            </a:r>
          </a:p>
          <a:p>
            <a:pPr algn="ctr"/>
            <a:r>
              <a:rPr lang="en-US" sz="1400" dirty="0" smtClean="0"/>
              <a:t> </a:t>
            </a:r>
            <a:r>
              <a:rPr lang="en-US" sz="1400" dirty="0"/>
              <a:t>step number, </a:t>
            </a:r>
            <a:endParaRPr lang="en-US" sz="1400" dirty="0" smtClean="0"/>
          </a:p>
          <a:p>
            <a:pPr algn="ctr"/>
            <a:r>
              <a:rPr lang="en-US" sz="1400" dirty="0" smtClean="0"/>
              <a:t>step </a:t>
            </a:r>
            <a:r>
              <a:rPr lang="en-US" sz="1400" dirty="0"/>
              <a:t>description, step picture, </a:t>
            </a:r>
            <a:endParaRPr lang="en-US" sz="1400" dirty="0" smtClean="0"/>
          </a:p>
          <a:p>
            <a:pPr algn="ctr"/>
            <a:r>
              <a:rPr lang="en-US" sz="1400" dirty="0" smtClean="0"/>
              <a:t>video</a:t>
            </a:r>
            <a:r>
              <a:rPr lang="en-US" sz="1400" dirty="0"/>
              <a:t>, comment)  </a:t>
            </a:r>
          </a:p>
          <a:p>
            <a:pPr algn="ctr"/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7723366" y="2238525"/>
            <a:ext cx="139402" cy="93959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218371" y="2042379"/>
            <a:ext cx="154096" cy="45406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77" y="-39718"/>
            <a:ext cx="1124734" cy="1124734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879961" y="906131"/>
            <a:ext cx="181089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HomeBlogger</a:t>
            </a:r>
            <a:endParaRPr lang="en-US" sz="1600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785410" y="1417287"/>
            <a:ext cx="0" cy="53013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361696" y="2333803"/>
            <a:ext cx="2361670" cy="8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7827475" y="2823847"/>
            <a:ext cx="74195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8569434" y="2462357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7827475" y="2462357"/>
            <a:ext cx="7419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802305" y="1964243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4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887454" y="4458483"/>
            <a:ext cx="434640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164966" y="4131701"/>
            <a:ext cx="18549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</a:t>
            </a:r>
            <a:r>
              <a:rPr lang="en-US" sz="1400" dirty="0" smtClean="0"/>
              <a:t>: Click facebook share</a:t>
            </a:r>
            <a:endParaRPr lang="en-US" sz="1400" dirty="0"/>
          </a:p>
        </p:txBody>
      </p:sp>
      <p:sp>
        <p:nvSpPr>
          <p:cNvPr id="62" name="Rectangle 61"/>
          <p:cNvSpPr/>
          <p:nvPr/>
        </p:nvSpPr>
        <p:spPr>
          <a:xfrm>
            <a:off x="8934628" y="906131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Facebook</a:t>
            </a:r>
            <a:endParaRPr lang="en-US" sz="1600" dirty="0"/>
          </a:p>
        </p:txBody>
      </p:sp>
      <p:cxnSp>
        <p:nvCxnSpPr>
          <p:cNvPr id="63" name="Straight Connector 62"/>
          <p:cNvCxnSpPr>
            <a:stCxn id="62" idx="2"/>
          </p:cNvCxnSpPr>
          <p:nvPr/>
        </p:nvCxnSpPr>
        <p:spPr>
          <a:xfrm>
            <a:off x="9742552" y="1417287"/>
            <a:ext cx="1" cy="53013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5349679" y="4752525"/>
            <a:ext cx="432317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9672852" y="4624248"/>
            <a:ext cx="139402" cy="181940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6939028" y="4439478"/>
            <a:ext cx="23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access facebook account</a:t>
            </a:r>
            <a:endParaRPr lang="en-US" sz="1400" dirty="0"/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5349679" y="5189266"/>
            <a:ext cx="432737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513081" y="4881489"/>
            <a:ext cx="23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return result</a:t>
            </a:r>
            <a:endParaRPr lang="en-US" sz="1400" dirty="0"/>
          </a:p>
        </p:txBody>
      </p:sp>
      <p:cxnSp>
        <p:nvCxnSpPr>
          <p:cNvPr id="69" name="Straight Arrow Connector 68"/>
          <p:cNvCxnSpPr/>
          <p:nvPr/>
        </p:nvCxnSpPr>
        <p:spPr>
          <a:xfrm flipH="1">
            <a:off x="943069" y="5372646"/>
            <a:ext cx="429079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705804" y="5062851"/>
            <a:ext cx="2983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10: Display confirmation message</a:t>
            </a:r>
            <a:endParaRPr lang="en-US" sz="1400" dirty="0"/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943069" y="5803580"/>
            <a:ext cx="427530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5396147" y="5963470"/>
            <a:ext cx="427670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>
            <a:off x="5386260" y="6351095"/>
            <a:ext cx="429079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513081" y="6043318"/>
            <a:ext cx="23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return result</a:t>
            </a:r>
            <a:endParaRPr lang="en-US" sz="1400" dirty="0"/>
          </a:p>
        </p:txBody>
      </p:sp>
      <p:cxnSp>
        <p:nvCxnSpPr>
          <p:cNvPr id="77" name="Straight Arrow Connector 76"/>
          <p:cNvCxnSpPr/>
          <p:nvPr/>
        </p:nvCxnSpPr>
        <p:spPr>
          <a:xfrm flipH="1">
            <a:off x="943069" y="6465605"/>
            <a:ext cx="429079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732570" y="6151363"/>
            <a:ext cx="2724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14: Display successful message</a:t>
            </a:r>
            <a:endParaRPr lang="en-US" sz="1400" dirty="0"/>
          </a:p>
        </p:txBody>
      </p:sp>
      <p:sp>
        <p:nvSpPr>
          <p:cNvPr id="80" name="TextBox 79"/>
          <p:cNvSpPr txBox="1"/>
          <p:nvPr/>
        </p:nvSpPr>
        <p:spPr>
          <a:xfrm>
            <a:off x="6674073" y="5649691"/>
            <a:ext cx="2839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12: Post the tutorial to Facebook</a:t>
            </a:r>
            <a:endParaRPr lang="en-US" sz="1400" dirty="0"/>
          </a:p>
        </p:txBody>
      </p:sp>
      <p:sp>
        <p:nvSpPr>
          <p:cNvPr id="81" name="TextBox 80"/>
          <p:cNvSpPr txBox="1"/>
          <p:nvPr/>
        </p:nvSpPr>
        <p:spPr>
          <a:xfrm>
            <a:off x="2083569" y="5521304"/>
            <a:ext cx="11509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11: Click post</a:t>
            </a:r>
            <a:endParaRPr 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888118" y="1471535"/>
            <a:ext cx="16353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</a:t>
            </a:r>
            <a:r>
              <a:rPr lang="en-US" sz="1400" dirty="0" smtClean="0"/>
              <a:t>: Click home </a:t>
            </a:r>
          </a:p>
          <a:p>
            <a:pPr algn="ctr"/>
            <a:r>
              <a:rPr lang="en-US" sz="1400" dirty="0"/>
              <a:t>p</a:t>
            </a:r>
            <a:r>
              <a:rPr lang="en-US" sz="1400" dirty="0" smtClean="0"/>
              <a:t>age for </a:t>
            </a:r>
          </a:p>
          <a:p>
            <a:pPr algn="ctr"/>
            <a:r>
              <a:rPr lang="en-US" sz="1400" dirty="0" smtClean="0"/>
              <a:t>blogger link</a:t>
            </a:r>
            <a:endParaRPr lang="en-US" sz="1400" dirty="0"/>
          </a:p>
        </p:txBody>
      </p:sp>
      <p:sp>
        <p:nvSpPr>
          <p:cNvPr id="73" name="TextBox 72"/>
          <p:cNvSpPr txBox="1"/>
          <p:nvPr/>
        </p:nvSpPr>
        <p:spPr>
          <a:xfrm>
            <a:off x="3252358" y="1837224"/>
            <a:ext cx="1510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</a:t>
            </a:r>
            <a:r>
              <a:rPr lang="en-US" sz="1400" dirty="0" smtClean="0"/>
              <a:t>: </a:t>
            </a:r>
            <a:r>
              <a:rPr lang="en-US" sz="1400" dirty="0"/>
              <a:t>S</a:t>
            </a:r>
            <a:r>
              <a:rPr lang="en-US" sz="1400" dirty="0" smtClean="0"/>
              <a:t>elect a tutorial</a:t>
            </a:r>
            <a:endParaRPr lang="en-US" sz="1400" dirty="0"/>
          </a:p>
        </p:txBody>
      </p:sp>
      <p:sp>
        <p:nvSpPr>
          <p:cNvPr id="74" name="TextBox 73"/>
          <p:cNvSpPr txBox="1"/>
          <p:nvPr/>
        </p:nvSpPr>
        <p:spPr>
          <a:xfrm>
            <a:off x="5294767" y="2044848"/>
            <a:ext cx="2507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Request tutorial </a:t>
            </a:r>
          </a:p>
          <a:p>
            <a:pPr algn="ctr"/>
            <a:r>
              <a:rPr lang="en-US" sz="1400" dirty="0" smtClean="0"/>
              <a:t>information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081292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21944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662" y="767923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54459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799857" y="767923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Tutorial Database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98255" y="1279079"/>
            <a:ext cx="32236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6607781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4757" y="1400204"/>
            <a:ext cx="139406" cy="519913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654459" y="2628786"/>
            <a:ext cx="3790172" cy="1838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 flipV="1">
            <a:off x="724163" y="3539126"/>
            <a:ext cx="3720468" cy="1817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393982" y="3249519"/>
            <a:ext cx="2376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Display tutorial </a:t>
            </a:r>
            <a:r>
              <a:rPr lang="en-US" sz="1400" dirty="0" smtClean="0"/>
              <a:t>information</a:t>
            </a:r>
            <a:endParaRPr lang="en-US" sz="1400" dirty="0" smtClean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4575992" y="3394451"/>
            <a:ext cx="196208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789671" y="3099210"/>
            <a:ext cx="3489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Return selected </a:t>
            </a:r>
          </a:p>
          <a:p>
            <a:pPr algn="ctr"/>
            <a:r>
              <a:rPr lang="en-US" sz="1400" dirty="0" smtClean="0"/>
              <a:t>tutorial </a:t>
            </a:r>
            <a:r>
              <a:rPr lang="en-US" sz="1400" dirty="0" smtClean="0"/>
              <a:t>information</a:t>
            </a:r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6538080" y="2749090"/>
            <a:ext cx="146127" cy="211403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444631" y="2549930"/>
            <a:ext cx="131361" cy="404940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2" y="-111634"/>
            <a:ext cx="1040549" cy="1040549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635488" y="767923"/>
            <a:ext cx="163983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455407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4444631" y="2820830"/>
            <a:ext cx="208738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618318" y="2327860"/>
            <a:ext cx="1510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</a:t>
            </a:r>
            <a:r>
              <a:rPr lang="en-US" sz="1400" dirty="0" smtClean="0"/>
              <a:t>: </a:t>
            </a:r>
            <a:r>
              <a:rPr lang="en-US" sz="1400" dirty="0"/>
              <a:t>S</a:t>
            </a:r>
            <a:r>
              <a:rPr lang="en-US" sz="1400" dirty="0" smtClean="0"/>
              <a:t>elect a tutorial</a:t>
            </a:r>
            <a:endParaRPr 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4058102" y="2514434"/>
            <a:ext cx="2927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7</a:t>
            </a:r>
            <a:r>
              <a:rPr lang="en-US" sz="1400" dirty="0" smtClean="0"/>
              <a:t>: Request tutorial </a:t>
            </a:r>
          </a:p>
          <a:p>
            <a:pPr algn="ctr"/>
            <a:r>
              <a:rPr lang="en-US" sz="1400" dirty="0" smtClean="0"/>
              <a:t>information</a:t>
            </a:r>
            <a:endParaRPr lang="en-US" sz="1400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6678749" y="2043528"/>
            <a:ext cx="36437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7043121" y="1682038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6678749" y="1682038"/>
            <a:ext cx="36437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760629" y="136989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sp>
        <p:nvSpPr>
          <p:cNvPr id="66" name="Rectangle 65"/>
          <p:cNvSpPr/>
          <p:nvPr/>
        </p:nvSpPr>
        <p:spPr>
          <a:xfrm>
            <a:off x="3442498" y="767923"/>
            <a:ext cx="213699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TutorialManagement</a:t>
            </a:r>
            <a:endParaRPr lang="en-US" sz="1600" dirty="0"/>
          </a:p>
        </p:txBody>
      </p:sp>
      <p:cxnSp>
        <p:nvCxnSpPr>
          <p:cNvPr id="67" name="Straight Arrow Connector 66"/>
          <p:cNvCxnSpPr/>
          <p:nvPr/>
        </p:nvCxnSpPr>
        <p:spPr>
          <a:xfrm>
            <a:off x="717656" y="1496368"/>
            <a:ext cx="16680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00844" y="1198388"/>
            <a:ext cx="2683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</a:t>
            </a:r>
            <a:r>
              <a:rPr lang="en-US" sz="1400" dirty="0" smtClean="0"/>
              <a:t>: Click home page </a:t>
            </a:r>
          </a:p>
          <a:p>
            <a:pPr algn="ctr"/>
            <a:r>
              <a:rPr lang="en-US" sz="1400" dirty="0" smtClean="0"/>
              <a:t>for blogger link </a:t>
            </a:r>
            <a:endParaRPr lang="en-US" sz="1400" dirty="0"/>
          </a:p>
        </p:txBody>
      </p:sp>
      <p:sp>
        <p:nvSpPr>
          <p:cNvPr id="71" name="Rectangle 70"/>
          <p:cNvSpPr/>
          <p:nvPr/>
        </p:nvSpPr>
        <p:spPr>
          <a:xfrm>
            <a:off x="2385705" y="1461253"/>
            <a:ext cx="139403" cy="82319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717656" y="2219451"/>
            <a:ext cx="166804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2455407" y="1682038"/>
            <a:ext cx="407660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6532012" y="1598665"/>
            <a:ext cx="146736" cy="54158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75" name="Straight Arrow Connector 74"/>
          <p:cNvCxnSpPr/>
          <p:nvPr/>
        </p:nvCxnSpPr>
        <p:spPr>
          <a:xfrm flipH="1">
            <a:off x="2525110" y="2091733"/>
            <a:ext cx="400690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596434" y="1361723"/>
            <a:ext cx="2927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</a:t>
            </a:r>
            <a:r>
              <a:rPr lang="en-US" sz="1400" dirty="0" smtClean="0"/>
              <a:t>: Request tutorials</a:t>
            </a:r>
            <a:endParaRPr lang="en-US" sz="1400" dirty="0"/>
          </a:p>
        </p:txBody>
      </p:sp>
      <p:sp>
        <p:nvSpPr>
          <p:cNvPr id="77" name="TextBox 76"/>
          <p:cNvSpPr txBox="1"/>
          <p:nvPr/>
        </p:nvSpPr>
        <p:spPr>
          <a:xfrm>
            <a:off x="3259091" y="1784539"/>
            <a:ext cx="2927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4: Return tutorial results</a:t>
            </a:r>
            <a:endParaRPr lang="en-US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114612" y="1929858"/>
            <a:ext cx="2927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Display list of </a:t>
            </a:r>
          </a:p>
          <a:p>
            <a:pPr algn="ctr"/>
            <a:r>
              <a:rPr lang="en-US" sz="1400" dirty="0" smtClean="0"/>
              <a:t>tutorials</a:t>
            </a:r>
            <a:endParaRPr lang="en-US" sz="1400" dirty="0"/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603125" y="4079557"/>
            <a:ext cx="388349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860263" y="3771780"/>
            <a:ext cx="2712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10: Click like link</a:t>
            </a:r>
            <a:endParaRPr lang="en-US" sz="1400" dirty="0"/>
          </a:p>
        </p:txBody>
      </p:sp>
      <p:sp>
        <p:nvSpPr>
          <p:cNvPr id="58" name="Rectangle 57"/>
          <p:cNvSpPr/>
          <p:nvPr/>
        </p:nvSpPr>
        <p:spPr>
          <a:xfrm>
            <a:off x="7585506" y="767923"/>
            <a:ext cx="1289561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Like </a:t>
            </a:r>
          </a:p>
          <a:p>
            <a:pPr algn="ctr"/>
            <a:r>
              <a:rPr lang="en-US" sz="1600" dirty="0" smtClean="0"/>
              <a:t>Database</a:t>
            </a:r>
            <a:endParaRPr lang="en-US" sz="1600" dirty="0"/>
          </a:p>
        </p:txBody>
      </p:sp>
      <p:cxnSp>
        <p:nvCxnSpPr>
          <p:cNvPr id="59" name="Straight Connector 58"/>
          <p:cNvCxnSpPr>
            <a:stCxn id="58" idx="2"/>
          </p:cNvCxnSpPr>
          <p:nvPr/>
        </p:nvCxnSpPr>
        <p:spPr>
          <a:xfrm>
            <a:off x="8230287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78112" y="3985842"/>
            <a:ext cx="2106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11: check blogger’s username</a:t>
            </a:r>
            <a:endParaRPr lang="en-US" sz="1400" dirty="0"/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4557088" y="4287264"/>
            <a:ext cx="209268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H="1">
            <a:off x="8293744" y="5549556"/>
            <a:ext cx="3715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8665283" y="5188066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H="1">
            <a:off x="8293744" y="5188066"/>
            <a:ext cx="3715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629620" y="4748360"/>
            <a:ext cx="92542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14: add </a:t>
            </a:r>
          </a:p>
          <a:p>
            <a:r>
              <a:rPr lang="en-US" sz="1400" dirty="0"/>
              <a:t>(</a:t>
            </a:r>
            <a:r>
              <a:rPr lang="en-US" sz="1400" dirty="0" err="1"/>
              <a:t>likeID</a:t>
            </a:r>
            <a:r>
              <a:rPr lang="en-US" sz="1400" dirty="0"/>
              <a:t>, </a:t>
            </a:r>
          </a:p>
          <a:p>
            <a:r>
              <a:rPr lang="en-US" sz="1400" dirty="0" err="1"/>
              <a:t>tutorialID</a:t>
            </a:r>
            <a:r>
              <a:rPr lang="en-US" sz="1400" dirty="0"/>
              <a:t>, </a:t>
            </a:r>
          </a:p>
          <a:p>
            <a:r>
              <a:rPr lang="en-US" sz="1400" dirty="0" err="1"/>
              <a:t>userID</a:t>
            </a:r>
            <a:endParaRPr lang="en-US" sz="1400" dirty="0"/>
          </a:p>
        </p:txBody>
      </p:sp>
      <p:cxnSp>
        <p:nvCxnSpPr>
          <p:cNvPr id="86" name="Straight Arrow Connector 85"/>
          <p:cNvCxnSpPr/>
          <p:nvPr/>
        </p:nvCxnSpPr>
        <p:spPr>
          <a:xfrm flipH="1">
            <a:off x="4588358" y="4798017"/>
            <a:ext cx="197735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017095" y="4499760"/>
            <a:ext cx="137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12: return result</a:t>
            </a:r>
            <a:endParaRPr lang="en-US" sz="1400" dirty="0"/>
          </a:p>
        </p:txBody>
      </p:sp>
      <p:cxnSp>
        <p:nvCxnSpPr>
          <p:cNvPr id="88" name="Straight Arrow Connector 87"/>
          <p:cNvCxnSpPr/>
          <p:nvPr/>
        </p:nvCxnSpPr>
        <p:spPr>
          <a:xfrm flipH="1" flipV="1">
            <a:off x="4557088" y="5597555"/>
            <a:ext cx="3673200" cy="534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8172561" y="5039476"/>
            <a:ext cx="136486" cy="66299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/>
          <p:cNvCxnSpPr/>
          <p:nvPr/>
        </p:nvCxnSpPr>
        <p:spPr>
          <a:xfrm flipV="1">
            <a:off x="4572481" y="5147379"/>
            <a:ext cx="3600080" cy="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148204" y="4863120"/>
            <a:ext cx="1243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add like</a:t>
            </a:r>
            <a:endParaRPr lang="en-US" sz="1400" dirty="0"/>
          </a:p>
        </p:txBody>
      </p:sp>
      <p:sp>
        <p:nvSpPr>
          <p:cNvPr id="94" name="TextBox 93"/>
          <p:cNvSpPr txBox="1"/>
          <p:nvPr/>
        </p:nvSpPr>
        <p:spPr>
          <a:xfrm>
            <a:off x="5786153" y="5289778"/>
            <a:ext cx="137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15: return result</a:t>
            </a:r>
            <a:endParaRPr lang="en-US" sz="1400" dirty="0"/>
          </a:p>
        </p:txBody>
      </p:sp>
      <p:cxnSp>
        <p:nvCxnSpPr>
          <p:cNvPr id="95" name="Straight Arrow Connector 94"/>
          <p:cNvCxnSpPr/>
          <p:nvPr/>
        </p:nvCxnSpPr>
        <p:spPr>
          <a:xfrm flipH="1">
            <a:off x="717698" y="6555133"/>
            <a:ext cx="3726974" cy="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42398" y="6247356"/>
            <a:ext cx="35830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19: </a:t>
            </a:r>
            <a:r>
              <a:rPr lang="en-US" sz="1400" dirty="0" smtClean="0"/>
              <a:t>Display liked sign and updated like number</a:t>
            </a:r>
            <a:endParaRPr lang="en-US" sz="1400" dirty="0"/>
          </a:p>
        </p:txBody>
      </p:sp>
      <p:sp>
        <p:nvSpPr>
          <p:cNvPr id="79" name="Rectangle 78"/>
          <p:cNvSpPr/>
          <p:nvPr/>
        </p:nvSpPr>
        <p:spPr>
          <a:xfrm>
            <a:off x="9055238" y="767923"/>
            <a:ext cx="126761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Popular</a:t>
            </a:r>
            <a:r>
              <a:rPr lang="en-US" sz="1600" dirty="0" smtClean="0"/>
              <a:t> </a:t>
            </a:r>
            <a:r>
              <a:rPr lang="en-US" sz="1600" dirty="0"/>
              <a:t>Database</a:t>
            </a:r>
          </a:p>
        </p:txBody>
      </p:sp>
      <p:cxnSp>
        <p:nvCxnSpPr>
          <p:cNvPr id="80" name="Straight Connector 79"/>
          <p:cNvCxnSpPr>
            <a:stCxn id="79" idx="2"/>
          </p:cNvCxnSpPr>
          <p:nvPr/>
        </p:nvCxnSpPr>
        <p:spPr>
          <a:xfrm>
            <a:off x="9689043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>
            <a:off x="9751454" y="6350752"/>
            <a:ext cx="3715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10122993" y="5989262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flipH="1">
            <a:off x="9751454" y="5989262"/>
            <a:ext cx="3715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9630271" y="5840672"/>
            <a:ext cx="136486" cy="66299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Arrow Connector 98"/>
          <p:cNvCxnSpPr/>
          <p:nvPr/>
        </p:nvCxnSpPr>
        <p:spPr>
          <a:xfrm flipH="1">
            <a:off x="4563307" y="6369157"/>
            <a:ext cx="5180954" cy="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4578700" y="5918983"/>
            <a:ext cx="5051571" cy="52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5567887" y="5616421"/>
            <a:ext cx="2106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16: </a:t>
            </a:r>
            <a:r>
              <a:rPr lang="en-US" sz="1400" dirty="0" smtClean="0"/>
              <a:t>check </a:t>
            </a:r>
            <a:r>
              <a:rPr lang="en-US" sz="1400" dirty="0" smtClean="0"/>
              <a:t>tutorial id</a:t>
            </a:r>
            <a:endParaRPr lang="en-US" sz="1400" dirty="0"/>
          </a:p>
        </p:txBody>
      </p:sp>
      <p:sp>
        <p:nvSpPr>
          <p:cNvPr id="103" name="TextBox 102"/>
          <p:cNvSpPr txBox="1"/>
          <p:nvPr/>
        </p:nvSpPr>
        <p:spPr>
          <a:xfrm>
            <a:off x="6678748" y="6045543"/>
            <a:ext cx="137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18: </a:t>
            </a:r>
            <a:r>
              <a:rPr lang="en-US" sz="1400" dirty="0" smtClean="0"/>
              <a:t>return result</a:t>
            </a:r>
            <a:endParaRPr lang="en-US" sz="1400" dirty="0"/>
          </a:p>
        </p:txBody>
      </p:sp>
      <p:sp>
        <p:nvSpPr>
          <p:cNvPr id="104" name="TextBox 103"/>
          <p:cNvSpPr txBox="1"/>
          <p:nvPr/>
        </p:nvSpPr>
        <p:spPr>
          <a:xfrm>
            <a:off x="9803009" y="5235439"/>
            <a:ext cx="81742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17: add</a:t>
            </a:r>
            <a:endParaRPr lang="en-US" sz="1400" dirty="0" smtClean="0"/>
          </a:p>
          <a:p>
            <a:r>
              <a:rPr lang="en-US" sz="1400" dirty="0"/>
              <a:t>(</a:t>
            </a:r>
            <a:r>
              <a:rPr lang="en-US" sz="1400" dirty="0" smtClean="0"/>
              <a:t>like </a:t>
            </a:r>
          </a:p>
          <a:p>
            <a:r>
              <a:rPr lang="en-US" sz="1400" dirty="0"/>
              <a:t>n</a:t>
            </a:r>
            <a:r>
              <a:rPr lang="en-US" sz="1400" dirty="0" smtClean="0"/>
              <a:t>umber)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94437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662" y="767923"/>
            <a:ext cx="1285594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Blogger</a:t>
            </a:r>
          </a:p>
        </p:txBody>
      </p:sp>
      <p:cxnSp>
        <p:nvCxnSpPr>
          <p:cNvPr id="4" name="Straight Connector 3"/>
          <p:cNvCxnSpPr>
            <a:stCxn id="3" idx="2"/>
          </p:cNvCxnSpPr>
          <p:nvPr/>
        </p:nvCxnSpPr>
        <p:spPr>
          <a:xfrm>
            <a:off x="654459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799857" y="767923"/>
            <a:ext cx="161584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Tutorial Database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98255" y="1279079"/>
            <a:ext cx="32236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2"/>
          </p:cNvCxnSpPr>
          <p:nvPr/>
        </p:nvCxnSpPr>
        <p:spPr>
          <a:xfrm>
            <a:off x="6607781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84757" y="1400204"/>
            <a:ext cx="139406" cy="519913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654459" y="2628786"/>
            <a:ext cx="3790172" cy="1838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 flipV="1">
            <a:off x="724163" y="3539126"/>
            <a:ext cx="3720468" cy="1817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393982" y="3249519"/>
            <a:ext cx="2376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9</a:t>
            </a:r>
            <a:r>
              <a:rPr lang="en-US" sz="1400" dirty="0" smtClean="0"/>
              <a:t>: Display tutorial </a:t>
            </a:r>
            <a:r>
              <a:rPr lang="en-US" sz="1400" dirty="0" smtClean="0"/>
              <a:t>information</a:t>
            </a:r>
            <a:endParaRPr lang="en-US" sz="1400" dirty="0" smtClean="0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4575992" y="3394451"/>
            <a:ext cx="196208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789671" y="3099210"/>
            <a:ext cx="3489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8</a:t>
            </a:r>
            <a:r>
              <a:rPr lang="en-US" sz="1400" dirty="0" smtClean="0"/>
              <a:t>: Return selected </a:t>
            </a:r>
          </a:p>
          <a:p>
            <a:pPr algn="ctr"/>
            <a:r>
              <a:rPr lang="en-US" sz="1400" dirty="0" smtClean="0"/>
              <a:t>tutorial </a:t>
            </a:r>
            <a:r>
              <a:rPr lang="en-US" sz="1400" dirty="0" smtClean="0"/>
              <a:t>information</a:t>
            </a:r>
            <a:endParaRPr lang="en-US" sz="1400" dirty="0"/>
          </a:p>
        </p:txBody>
      </p:sp>
      <p:sp>
        <p:nvSpPr>
          <p:cNvPr id="54" name="Rectangle 53"/>
          <p:cNvSpPr/>
          <p:nvPr/>
        </p:nvSpPr>
        <p:spPr>
          <a:xfrm>
            <a:off x="6538080" y="2749090"/>
            <a:ext cx="146127" cy="211403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4444631" y="2549930"/>
            <a:ext cx="131361" cy="404940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use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2" y="-111634"/>
            <a:ext cx="1040549" cy="1040549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635488" y="767923"/>
            <a:ext cx="1639837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HomeBlogger</a:t>
            </a:r>
            <a:endParaRPr lang="en-US" dirty="0"/>
          </a:p>
        </p:txBody>
      </p:sp>
      <p:cxnSp>
        <p:nvCxnSpPr>
          <p:cNvPr id="34" name="Straight Connector 33"/>
          <p:cNvCxnSpPr>
            <a:stCxn id="33" idx="2"/>
          </p:cNvCxnSpPr>
          <p:nvPr/>
        </p:nvCxnSpPr>
        <p:spPr>
          <a:xfrm>
            <a:off x="2455407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4444631" y="2820830"/>
            <a:ext cx="208738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618318" y="2327860"/>
            <a:ext cx="1510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</a:t>
            </a:r>
            <a:r>
              <a:rPr lang="en-US" sz="1400" dirty="0" smtClean="0"/>
              <a:t>: </a:t>
            </a:r>
            <a:r>
              <a:rPr lang="en-US" sz="1400" dirty="0"/>
              <a:t>S</a:t>
            </a:r>
            <a:r>
              <a:rPr lang="en-US" sz="1400" dirty="0" smtClean="0"/>
              <a:t>elect a tutorial</a:t>
            </a:r>
            <a:endParaRPr lang="en-US" sz="1400" dirty="0"/>
          </a:p>
        </p:txBody>
      </p:sp>
      <p:sp>
        <p:nvSpPr>
          <p:cNvPr id="53" name="TextBox 52"/>
          <p:cNvSpPr txBox="1"/>
          <p:nvPr/>
        </p:nvSpPr>
        <p:spPr>
          <a:xfrm>
            <a:off x="4058102" y="2514434"/>
            <a:ext cx="2927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7</a:t>
            </a:r>
            <a:r>
              <a:rPr lang="en-US" sz="1400" dirty="0" smtClean="0"/>
              <a:t>: Request tutorial </a:t>
            </a:r>
          </a:p>
          <a:p>
            <a:pPr algn="ctr"/>
            <a:r>
              <a:rPr lang="en-US" sz="1400" dirty="0" smtClean="0"/>
              <a:t>information</a:t>
            </a:r>
            <a:endParaRPr lang="en-US" sz="1400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6678749" y="2043528"/>
            <a:ext cx="36437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7043121" y="1682038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6678749" y="1682038"/>
            <a:ext cx="36437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760629" y="1369897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3</a:t>
            </a:r>
            <a:r>
              <a:rPr lang="en-US" sz="1400" dirty="0" smtClean="0"/>
              <a:t>: Retrieve </a:t>
            </a:r>
            <a:br>
              <a:rPr lang="en-US" sz="1400" dirty="0" smtClean="0"/>
            </a:br>
            <a:r>
              <a:rPr lang="en-US" sz="1400" dirty="0" smtClean="0"/>
              <a:t>Data</a:t>
            </a:r>
            <a:endParaRPr lang="en-US" sz="1400" dirty="0"/>
          </a:p>
        </p:txBody>
      </p:sp>
      <p:sp>
        <p:nvSpPr>
          <p:cNvPr id="66" name="Rectangle 65"/>
          <p:cNvSpPr/>
          <p:nvPr/>
        </p:nvSpPr>
        <p:spPr>
          <a:xfrm>
            <a:off x="3442498" y="767923"/>
            <a:ext cx="2136996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TutorialManagement</a:t>
            </a:r>
            <a:endParaRPr lang="en-US" sz="1600" dirty="0"/>
          </a:p>
        </p:txBody>
      </p:sp>
      <p:cxnSp>
        <p:nvCxnSpPr>
          <p:cNvPr id="67" name="Straight Arrow Connector 66"/>
          <p:cNvCxnSpPr/>
          <p:nvPr/>
        </p:nvCxnSpPr>
        <p:spPr>
          <a:xfrm>
            <a:off x="717656" y="1496368"/>
            <a:ext cx="16680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00844" y="1198388"/>
            <a:ext cx="2683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1</a:t>
            </a:r>
            <a:r>
              <a:rPr lang="en-US" sz="1400" dirty="0" smtClean="0"/>
              <a:t>: Click home page </a:t>
            </a:r>
          </a:p>
          <a:p>
            <a:pPr algn="ctr"/>
            <a:r>
              <a:rPr lang="en-US" sz="1400" dirty="0" smtClean="0"/>
              <a:t>for blogger link </a:t>
            </a:r>
            <a:endParaRPr lang="en-US" sz="1400" dirty="0"/>
          </a:p>
        </p:txBody>
      </p:sp>
      <p:sp>
        <p:nvSpPr>
          <p:cNvPr id="71" name="Rectangle 70"/>
          <p:cNvSpPr/>
          <p:nvPr/>
        </p:nvSpPr>
        <p:spPr>
          <a:xfrm>
            <a:off x="2385705" y="1461253"/>
            <a:ext cx="139403" cy="82319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717656" y="2219451"/>
            <a:ext cx="166804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2455407" y="1682038"/>
            <a:ext cx="407660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6532012" y="1598665"/>
            <a:ext cx="146736" cy="541589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75" name="Straight Arrow Connector 74"/>
          <p:cNvCxnSpPr/>
          <p:nvPr/>
        </p:nvCxnSpPr>
        <p:spPr>
          <a:xfrm flipH="1">
            <a:off x="2525110" y="2091733"/>
            <a:ext cx="400690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596434" y="1361723"/>
            <a:ext cx="2927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2</a:t>
            </a:r>
            <a:r>
              <a:rPr lang="en-US" sz="1400" dirty="0" smtClean="0"/>
              <a:t>: Request tutorials</a:t>
            </a:r>
            <a:endParaRPr lang="en-US" sz="1400" dirty="0"/>
          </a:p>
        </p:txBody>
      </p:sp>
      <p:sp>
        <p:nvSpPr>
          <p:cNvPr id="77" name="TextBox 76"/>
          <p:cNvSpPr txBox="1"/>
          <p:nvPr/>
        </p:nvSpPr>
        <p:spPr>
          <a:xfrm>
            <a:off x="3259091" y="1784539"/>
            <a:ext cx="2927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4: Return tutorial results</a:t>
            </a:r>
            <a:endParaRPr lang="en-US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114612" y="1929858"/>
            <a:ext cx="2927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5</a:t>
            </a:r>
            <a:r>
              <a:rPr lang="en-US" sz="1400" dirty="0" smtClean="0"/>
              <a:t>: Display list of </a:t>
            </a:r>
          </a:p>
          <a:p>
            <a:pPr algn="ctr"/>
            <a:r>
              <a:rPr lang="en-US" sz="1400" dirty="0" smtClean="0"/>
              <a:t>tutorials</a:t>
            </a:r>
            <a:endParaRPr lang="en-US" sz="1400" dirty="0"/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603125" y="4079557"/>
            <a:ext cx="388349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860263" y="3771780"/>
            <a:ext cx="2712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10: Click </a:t>
            </a:r>
            <a:r>
              <a:rPr lang="en-US" sz="1400" dirty="0" smtClean="0"/>
              <a:t>liked </a:t>
            </a:r>
            <a:r>
              <a:rPr lang="en-US" sz="1400" dirty="0" smtClean="0"/>
              <a:t>link</a:t>
            </a:r>
            <a:endParaRPr lang="en-US" sz="1400" dirty="0"/>
          </a:p>
        </p:txBody>
      </p:sp>
      <p:sp>
        <p:nvSpPr>
          <p:cNvPr id="58" name="Rectangle 57"/>
          <p:cNvSpPr/>
          <p:nvPr/>
        </p:nvSpPr>
        <p:spPr>
          <a:xfrm>
            <a:off x="7585506" y="767923"/>
            <a:ext cx="1289561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Like </a:t>
            </a:r>
          </a:p>
          <a:p>
            <a:pPr algn="ctr"/>
            <a:r>
              <a:rPr lang="en-US" sz="1600" dirty="0" smtClean="0"/>
              <a:t>Database</a:t>
            </a:r>
            <a:endParaRPr lang="en-US" sz="1600" dirty="0"/>
          </a:p>
        </p:txBody>
      </p:sp>
      <p:cxnSp>
        <p:nvCxnSpPr>
          <p:cNvPr id="59" name="Straight Connector 58"/>
          <p:cNvCxnSpPr>
            <a:stCxn id="58" idx="2"/>
          </p:cNvCxnSpPr>
          <p:nvPr/>
        </p:nvCxnSpPr>
        <p:spPr>
          <a:xfrm>
            <a:off x="8230287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78112" y="3985842"/>
            <a:ext cx="2106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11: check blogger’s username</a:t>
            </a:r>
            <a:endParaRPr lang="en-US" sz="1400" dirty="0"/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4557088" y="4287264"/>
            <a:ext cx="2092683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H="1">
            <a:off x="8293744" y="5549556"/>
            <a:ext cx="3715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8665283" y="5188066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H="1">
            <a:off x="8293744" y="5188066"/>
            <a:ext cx="3715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8629620" y="4748360"/>
            <a:ext cx="92542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14: </a:t>
            </a:r>
            <a:r>
              <a:rPr lang="en-US" sz="1400" dirty="0" smtClean="0"/>
              <a:t>delete </a:t>
            </a:r>
            <a:endParaRPr lang="en-US" sz="1400" dirty="0" smtClean="0"/>
          </a:p>
          <a:p>
            <a:r>
              <a:rPr lang="en-US" sz="1400" dirty="0"/>
              <a:t>(</a:t>
            </a:r>
            <a:r>
              <a:rPr lang="en-US" sz="1400" dirty="0" err="1"/>
              <a:t>likeID</a:t>
            </a:r>
            <a:r>
              <a:rPr lang="en-US" sz="1400" dirty="0"/>
              <a:t>, </a:t>
            </a:r>
          </a:p>
          <a:p>
            <a:r>
              <a:rPr lang="en-US" sz="1400" dirty="0" err="1"/>
              <a:t>tutorialID</a:t>
            </a:r>
            <a:r>
              <a:rPr lang="en-US" sz="1400" dirty="0"/>
              <a:t>, </a:t>
            </a:r>
          </a:p>
          <a:p>
            <a:r>
              <a:rPr lang="en-US" sz="1400" dirty="0" err="1"/>
              <a:t>userID</a:t>
            </a:r>
            <a:endParaRPr lang="en-US" sz="1400" dirty="0"/>
          </a:p>
        </p:txBody>
      </p:sp>
      <p:cxnSp>
        <p:nvCxnSpPr>
          <p:cNvPr id="86" name="Straight Arrow Connector 85"/>
          <p:cNvCxnSpPr/>
          <p:nvPr/>
        </p:nvCxnSpPr>
        <p:spPr>
          <a:xfrm flipH="1">
            <a:off x="4588358" y="4798017"/>
            <a:ext cx="197735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017095" y="4499760"/>
            <a:ext cx="137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12: return result</a:t>
            </a:r>
            <a:endParaRPr lang="en-US" sz="1400" dirty="0"/>
          </a:p>
        </p:txBody>
      </p:sp>
      <p:cxnSp>
        <p:nvCxnSpPr>
          <p:cNvPr id="88" name="Straight Arrow Connector 87"/>
          <p:cNvCxnSpPr/>
          <p:nvPr/>
        </p:nvCxnSpPr>
        <p:spPr>
          <a:xfrm flipH="1" flipV="1">
            <a:off x="4557088" y="5597555"/>
            <a:ext cx="3673200" cy="534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8172561" y="5039476"/>
            <a:ext cx="136486" cy="66299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/>
          <p:cNvCxnSpPr/>
          <p:nvPr/>
        </p:nvCxnSpPr>
        <p:spPr>
          <a:xfrm flipV="1">
            <a:off x="4572481" y="5147379"/>
            <a:ext cx="3600080" cy="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148204" y="4863120"/>
            <a:ext cx="1243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13: </a:t>
            </a:r>
            <a:r>
              <a:rPr lang="en-US" sz="1400" dirty="0" smtClean="0"/>
              <a:t>minus</a:t>
            </a:r>
            <a:r>
              <a:rPr lang="en-US" sz="1400" dirty="0" smtClean="0"/>
              <a:t> </a:t>
            </a:r>
            <a:r>
              <a:rPr lang="en-US" sz="1400" dirty="0" smtClean="0"/>
              <a:t>like</a:t>
            </a:r>
            <a:endParaRPr lang="en-US" sz="1400" dirty="0"/>
          </a:p>
        </p:txBody>
      </p:sp>
      <p:sp>
        <p:nvSpPr>
          <p:cNvPr id="94" name="TextBox 93"/>
          <p:cNvSpPr txBox="1"/>
          <p:nvPr/>
        </p:nvSpPr>
        <p:spPr>
          <a:xfrm>
            <a:off x="5786153" y="5289778"/>
            <a:ext cx="137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15: return result</a:t>
            </a:r>
            <a:endParaRPr lang="en-US" sz="1400" dirty="0"/>
          </a:p>
        </p:txBody>
      </p:sp>
      <p:cxnSp>
        <p:nvCxnSpPr>
          <p:cNvPr id="95" name="Straight Arrow Connector 94"/>
          <p:cNvCxnSpPr/>
          <p:nvPr/>
        </p:nvCxnSpPr>
        <p:spPr>
          <a:xfrm flipH="1">
            <a:off x="717698" y="6555133"/>
            <a:ext cx="3726974" cy="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42398" y="6247356"/>
            <a:ext cx="35830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19: </a:t>
            </a:r>
            <a:r>
              <a:rPr lang="en-US" sz="1400" dirty="0" smtClean="0"/>
              <a:t>Display </a:t>
            </a:r>
            <a:r>
              <a:rPr lang="en-US" sz="1400" dirty="0" smtClean="0"/>
              <a:t>like </a:t>
            </a:r>
            <a:r>
              <a:rPr lang="en-US" sz="1400" dirty="0" smtClean="0"/>
              <a:t>sign and updated like number</a:t>
            </a:r>
            <a:endParaRPr lang="en-US" sz="1400" dirty="0"/>
          </a:p>
        </p:txBody>
      </p:sp>
      <p:sp>
        <p:nvSpPr>
          <p:cNvPr id="79" name="Rectangle 78"/>
          <p:cNvSpPr/>
          <p:nvPr/>
        </p:nvSpPr>
        <p:spPr>
          <a:xfrm>
            <a:off x="9055238" y="767923"/>
            <a:ext cx="1267610" cy="5111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Popular</a:t>
            </a:r>
            <a:r>
              <a:rPr lang="en-US" sz="1600" dirty="0" smtClean="0"/>
              <a:t> </a:t>
            </a:r>
            <a:r>
              <a:rPr lang="en-US" sz="1600" dirty="0"/>
              <a:t>Database</a:t>
            </a:r>
          </a:p>
        </p:txBody>
      </p:sp>
      <p:cxnSp>
        <p:nvCxnSpPr>
          <p:cNvPr id="80" name="Straight Connector 79"/>
          <p:cNvCxnSpPr>
            <a:stCxn id="79" idx="2"/>
          </p:cNvCxnSpPr>
          <p:nvPr/>
        </p:nvCxnSpPr>
        <p:spPr>
          <a:xfrm>
            <a:off x="9689043" y="1279079"/>
            <a:ext cx="0" cy="544699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>
            <a:off x="9751454" y="6350752"/>
            <a:ext cx="37153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10122993" y="5989262"/>
            <a:ext cx="0" cy="36149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flipH="1">
            <a:off x="9751454" y="5989262"/>
            <a:ext cx="37153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9803009" y="5235439"/>
            <a:ext cx="91894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17: delete</a:t>
            </a:r>
            <a:endParaRPr lang="en-US" sz="1400" dirty="0" smtClean="0"/>
          </a:p>
          <a:p>
            <a:r>
              <a:rPr lang="en-US" sz="1400" dirty="0"/>
              <a:t>(</a:t>
            </a:r>
            <a:r>
              <a:rPr lang="en-US" sz="1400" dirty="0" smtClean="0"/>
              <a:t>like </a:t>
            </a:r>
          </a:p>
          <a:p>
            <a:r>
              <a:rPr lang="en-US" sz="1400" dirty="0"/>
              <a:t>n</a:t>
            </a:r>
            <a:r>
              <a:rPr lang="en-US" sz="1400" dirty="0" smtClean="0"/>
              <a:t>umber)</a:t>
            </a:r>
            <a:endParaRPr lang="en-US" sz="1400" dirty="0"/>
          </a:p>
        </p:txBody>
      </p:sp>
      <p:sp>
        <p:nvSpPr>
          <p:cNvPr id="98" name="Rectangle 97"/>
          <p:cNvSpPr/>
          <p:nvPr/>
        </p:nvSpPr>
        <p:spPr>
          <a:xfrm>
            <a:off x="9630271" y="5840672"/>
            <a:ext cx="136486" cy="662991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Arrow Connector 98"/>
          <p:cNvCxnSpPr/>
          <p:nvPr/>
        </p:nvCxnSpPr>
        <p:spPr>
          <a:xfrm flipH="1">
            <a:off x="4563307" y="6369157"/>
            <a:ext cx="5180954" cy="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4578700" y="5918983"/>
            <a:ext cx="5051571" cy="52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5567887" y="5616421"/>
            <a:ext cx="2106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16: </a:t>
            </a:r>
            <a:r>
              <a:rPr lang="en-US" sz="1400" dirty="0" smtClean="0"/>
              <a:t>check </a:t>
            </a:r>
            <a:r>
              <a:rPr lang="en-US" sz="1400" dirty="0" smtClean="0"/>
              <a:t>tutorial id</a:t>
            </a:r>
            <a:endParaRPr lang="en-US" sz="1400" dirty="0"/>
          </a:p>
        </p:txBody>
      </p:sp>
      <p:sp>
        <p:nvSpPr>
          <p:cNvPr id="103" name="TextBox 102"/>
          <p:cNvSpPr txBox="1"/>
          <p:nvPr/>
        </p:nvSpPr>
        <p:spPr>
          <a:xfrm>
            <a:off x="6678748" y="6045543"/>
            <a:ext cx="137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18: </a:t>
            </a:r>
            <a:r>
              <a:rPr lang="en-US" sz="1400" dirty="0" smtClean="0"/>
              <a:t>return result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95792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3601</TotalTime>
  <Words>2788</Words>
  <Application>Microsoft Macintosh PowerPoint</Application>
  <PresentationFormat>Custom</PresentationFormat>
  <Paragraphs>816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372</cp:revision>
  <dcterms:created xsi:type="dcterms:W3CDTF">2014-05-25T06:04:56Z</dcterms:created>
  <dcterms:modified xsi:type="dcterms:W3CDTF">2014-10-21T20:10:30Z</dcterms:modified>
</cp:coreProperties>
</file>