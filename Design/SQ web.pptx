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01" r:id="rId4"/>
    <p:sldId id="268" r:id="rId5"/>
    <p:sldId id="266" r:id="rId6"/>
    <p:sldId id="293" r:id="rId7"/>
    <p:sldId id="269" r:id="rId8"/>
    <p:sldId id="313" r:id="rId9"/>
    <p:sldId id="318" r:id="rId10"/>
    <p:sldId id="314" r:id="rId11"/>
    <p:sldId id="319" r:id="rId12"/>
    <p:sldId id="320" r:id="rId13"/>
    <p:sldId id="300" r:id="rId14"/>
    <p:sldId id="316" r:id="rId15"/>
    <p:sldId id="317" r:id="rId16"/>
    <p:sldId id="321" r:id="rId17"/>
    <p:sldId id="322" r:id="rId18"/>
    <p:sldId id="340" r:id="rId19"/>
    <p:sldId id="341" r:id="rId20"/>
    <p:sldId id="342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43" r:id="rId29"/>
    <p:sldId id="344" r:id="rId30"/>
    <p:sldId id="345" r:id="rId31"/>
    <p:sldId id="346" r:id="rId32"/>
    <p:sldId id="347" r:id="rId33"/>
    <p:sldId id="348" r:id="rId34"/>
    <p:sldId id="351" r:id="rId35"/>
    <p:sldId id="352" r:id="rId36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4" autoAdjust="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-1552" y="-112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pPr/>
              <a:t>12/22/14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076562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587718"/>
            <a:ext cx="0" cy="48336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076562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608716" y="1078908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587718"/>
            <a:ext cx="0" cy="48336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416640" y="1590064"/>
            <a:ext cx="0" cy="483131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076562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587718"/>
            <a:ext cx="0" cy="48336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1880772"/>
            <a:ext cx="122846" cy="43112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189626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286831"/>
            <a:ext cx="139401" cy="39052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343287" y="3382888"/>
            <a:ext cx="139402" cy="25498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1973708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393096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204752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454201" y="451587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196160" y="4190766"/>
            <a:ext cx="1" cy="3251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454201" y="419076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567481" y="3874418"/>
            <a:ext cx="16048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if (input=valid)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43386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795632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453886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449173"/>
            <a:ext cx="23313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 flipV="1">
            <a:off x="6011908" y="4846586"/>
            <a:ext cx="2331380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50803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643820" y="2882623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3" name="TextBox 42"/>
          <p:cNvSpPr txBox="1"/>
          <p:nvPr/>
        </p:nvSpPr>
        <p:spPr>
          <a:xfrm>
            <a:off x="6021922" y="3111795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Store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1623398" y="1650599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3820545" y="2079886"/>
            <a:ext cx="1801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register link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 flipH="1">
            <a:off x="1587855" y="522328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613376" y="4657707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1571297" y="614406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14095" y="5563634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8451918" y="55403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193877" y="5218770"/>
            <a:ext cx="0" cy="32159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8451918" y="521877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67481" y="4917051"/>
            <a:ext cx="8459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else()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6011907" y="5801751"/>
            <a:ext cx="2331380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68701" y="5463197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Return result</a:t>
            </a:r>
            <a:endParaRPr lang="en-US" sz="1600" dirty="0"/>
          </a:p>
        </p:txBody>
      </p:sp>
      <p:sp>
        <p:nvSpPr>
          <p:cNvPr id="13" name="Rectangle 12"/>
          <p:cNvSpPr/>
          <p:nvPr/>
        </p:nvSpPr>
        <p:spPr>
          <a:xfrm>
            <a:off x="508011" y="3888362"/>
            <a:ext cx="9869922" cy="2376255"/>
          </a:xfrm>
          <a:prstGeom prst="rect">
            <a:avLst/>
          </a:prstGeom>
          <a:noFill/>
          <a:ln w="127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nip Single Corner Rectangle 14"/>
          <p:cNvSpPr/>
          <p:nvPr/>
        </p:nvSpPr>
        <p:spPr>
          <a:xfrm rot="5400000">
            <a:off x="724374" y="3663259"/>
            <a:ext cx="302404" cy="752615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586435" y="384364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96936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480517"/>
            <a:ext cx="0" cy="51172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93644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CheckLogin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92968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447604"/>
            <a:ext cx="0" cy="51501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440843"/>
            <a:ext cx="0" cy="515695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1762391"/>
            <a:ext cx="150119" cy="46589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1810956"/>
            <a:ext cx="145054" cy="4646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3390375"/>
            <a:ext cx="139402" cy="5043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00348" y="3869141"/>
            <a:ext cx="164396" cy="235980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1855327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242565"/>
            <a:ext cx="22832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156765"/>
            <a:ext cx="42479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92190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4612905"/>
            <a:ext cx="6208" cy="3090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461290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080999" y="5169532"/>
            <a:ext cx="4036988" cy="125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48148" y="2837749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6385979" y="487001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2177822"/>
            <a:ext cx="166197" cy="42082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-61304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93643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48" name="Straight Connector 47"/>
          <p:cNvCxnSpPr/>
          <p:nvPr/>
        </p:nvCxnSpPr>
        <p:spPr>
          <a:xfrm>
            <a:off x="2570645" y="1447587"/>
            <a:ext cx="0" cy="5150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5" y="2717941"/>
            <a:ext cx="41675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376195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827951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93643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Login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>
            <a:off x="5004178" y="1447587"/>
            <a:ext cx="1690" cy="5150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177804" y="3504583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check information</a:t>
            </a:r>
          </a:p>
          <a:p>
            <a:pPr algn="ctr"/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9282383" y="4329030"/>
            <a:ext cx="14273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if (input=valid)</a:t>
            </a:r>
            <a:endParaRPr lang="en-US" sz="1400" dirty="0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5019418" y="3453744"/>
            <a:ext cx="2158386" cy="10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93551" y="3135899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/>
              <a:t>V</a:t>
            </a:r>
            <a:r>
              <a:rPr lang="en-US" sz="1600" dirty="0" smtClean="0"/>
              <a:t>erify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810615" y="155141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2813608" y="1921844"/>
            <a:ext cx="1614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in link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21217" y="5407075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746738" y="4841500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704659" y="630971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729284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</a:t>
            </a:r>
            <a:r>
              <a:rPr lang="en-US" sz="1600" dirty="0"/>
              <a:t>2: </a:t>
            </a:r>
            <a:r>
              <a:rPr lang="en-US" sz="1600" dirty="0" smtClean="0"/>
              <a:t>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 flipH="1">
            <a:off x="9235109" y="583621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 flipV="1">
            <a:off x="9977068" y="5532232"/>
            <a:ext cx="6208" cy="3039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235109" y="553223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229466" y="5237822"/>
            <a:ext cx="894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else ()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5093551" y="6049445"/>
            <a:ext cx="4036988" cy="125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98531" y="5749931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Return result</a:t>
            </a:r>
            <a:endParaRPr lang="en-US" sz="1600" dirty="0"/>
          </a:p>
        </p:txBody>
      </p:sp>
      <p:sp>
        <p:nvSpPr>
          <p:cNvPr id="83" name="Rectangle 82"/>
          <p:cNvSpPr/>
          <p:nvPr/>
        </p:nvSpPr>
        <p:spPr>
          <a:xfrm>
            <a:off x="236738" y="4261334"/>
            <a:ext cx="10455311" cy="2230612"/>
          </a:xfrm>
          <a:prstGeom prst="rect">
            <a:avLst/>
          </a:prstGeom>
          <a:noFill/>
          <a:ln w="127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Snip Single Corner Rectangle 83"/>
          <p:cNvSpPr/>
          <p:nvPr/>
        </p:nvSpPr>
        <p:spPr>
          <a:xfrm rot="5400000">
            <a:off x="453102" y="4036230"/>
            <a:ext cx="302404" cy="752615"/>
          </a:xfrm>
          <a:prstGeom prst="snip1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315163" y="4216611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Request log out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19059" y="4263619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4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408102" y="3058688"/>
            <a:ext cx="1744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out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016092" y="2684186"/>
            <a:ext cx="30972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30568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58525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32540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431441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44271" y="399085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30849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5317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8263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9799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505276"/>
            <a:ext cx="139402" cy="190980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32918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27393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7465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7589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33974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33974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8528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044738" cy="4864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rot="5400000">
            <a:off x="-1596402" y="3745395"/>
            <a:ext cx="425822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978769" y="1505397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rot="5400000">
            <a:off x="7740505" y="3753894"/>
            <a:ext cx="4233476" cy="77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63007" y="1801434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015409" y="1941703"/>
            <a:ext cx="139402" cy="3069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15996" y="2255447"/>
            <a:ext cx="152400" cy="305356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02411" y="2030144"/>
            <a:ext cx="14129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154811" y="2189878"/>
            <a:ext cx="18579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015409" y="3178547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3988" y="1105129"/>
            <a:ext cx="222335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UpdateProfile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602411" y="3470935"/>
            <a:ext cx="5313585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8131126" y="4035464"/>
            <a:ext cx="16602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rot="10800000">
            <a:off x="6068396" y="4722812"/>
            <a:ext cx="372302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72331" y="44304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532711" y="5151477"/>
            <a:ext cx="5446058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33830" y="4859088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7340" y="2662336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02411" y="3000892"/>
            <a:ext cx="5313587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239423" y="1121473"/>
            <a:ext cx="1800315" cy="494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15623" y="3684957"/>
            <a:ext cx="4106244" cy="15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065563" y="1582986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366995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012787" y="2119484"/>
            <a:ext cx="139402" cy="4274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152189" y="2489108"/>
            <a:ext cx="176380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64805" y="3575460"/>
            <a:ext cx="181565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update </a:t>
            </a:r>
          </a:p>
          <a:p>
            <a:pPr algn="ctr"/>
            <a:r>
              <a:rPr lang="en-US" sz="1400" dirty="0" smtClean="0"/>
              <a:t>information</a:t>
            </a:r>
          </a:p>
          <a:p>
            <a:pPr algn="ctr"/>
            <a:r>
              <a:rPr lang="en-US" sz="1400" dirty="0" smtClean="0"/>
              <a:t>(</a:t>
            </a:r>
            <a:r>
              <a:rPr lang="en-US" sz="1400" dirty="0"/>
              <a:t>profile picture, email)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5256" y="3555225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sp>
        <p:nvSpPr>
          <p:cNvPr id="82" name="Rectangle 81"/>
          <p:cNvSpPr/>
          <p:nvPr/>
        </p:nvSpPr>
        <p:spPr>
          <a:xfrm>
            <a:off x="7189186" y="1105129"/>
            <a:ext cx="17834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EditProfile</a:t>
            </a:r>
            <a:endParaRPr lang="en-US" dirty="0"/>
          </a:p>
        </p:txBody>
      </p:sp>
      <p:cxnSp>
        <p:nvCxnSpPr>
          <p:cNvPr id="85" name="Straight Connector 84"/>
          <p:cNvCxnSpPr/>
          <p:nvPr/>
        </p:nvCxnSpPr>
        <p:spPr>
          <a:xfrm>
            <a:off x="8131126" y="1582986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6068396" y="3725058"/>
            <a:ext cx="198653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054926" y="3699023"/>
            <a:ext cx="152400" cy="3566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622494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50" name="TextBox 49"/>
          <p:cNvSpPr txBox="1"/>
          <p:nvPr/>
        </p:nvSpPr>
        <p:spPr>
          <a:xfrm>
            <a:off x="2305869" y="1851324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401139" y="216302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6053752" y="3408223"/>
            <a:ext cx="183716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information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223559" y="1616285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153857" y="2565397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1841" y="1129873"/>
            <a:ext cx="125579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Update</a:t>
            </a:r>
          </a:p>
          <a:p>
            <a:pPr algn="ctr"/>
            <a:r>
              <a:rPr lang="en-US" dirty="0" smtClean="0"/>
              <a:t>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3949969"/>
            <a:ext cx="5969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215815" y="2949374"/>
            <a:ext cx="1409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694580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974985" y="112987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Change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3549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624879" y="2883202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7" y="3494598"/>
            <a:ext cx="590011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60689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276345" y="4467051"/>
            <a:ext cx="1582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6748043" y="5594523"/>
            <a:ext cx="319767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7" y="5883153"/>
            <a:ext cx="5862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3326" y="4152498"/>
            <a:ext cx="966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247990" y="3159097"/>
            <a:ext cx="17615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70725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354100" y="2044224"/>
            <a:ext cx="107162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3868590" y="236409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>
            <a:off x="5203031" y="2613431"/>
            <a:ext cx="141927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change </a:t>
            </a:r>
          </a:p>
          <a:p>
            <a:pPr algn="ctr"/>
            <a:r>
              <a:rPr lang="en-US" sz="1600" dirty="0" smtClean="0"/>
              <a:t>password link</a:t>
            </a:r>
            <a:endParaRPr lang="en-US" sz="1600" dirty="0"/>
          </a:p>
        </p:txBody>
      </p:sp>
      <p:cxnSp>
        <p:nvCxnSpPr>
          <p:cNvPr id="49" name="Straight Connector 48"/>
          <p:cNvCxnSpPr/>
          <p:nvPr/>
        </p:nvCxnSpPr>
        <p:spPr>
          <a:xfrm>
            <a:off x="8276345" y="162553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556750" y="111438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Edit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4483" y="3891090"/>
            <a:ext cx="11744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48043" y="4202133"/>
            <a:ext cx="1458600" cy="19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8206643" y="4120359"/>
            <a:ext cx="139403" cy="4086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6188321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58565" y="177563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118619" y="2184880"/>
            <a:ext cx="139403" cy="11792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33818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295885" y="2260604"/>
            <a:ext cx="18227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79715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 flipV="1">
            <a:off x="721231" y="3731030"/>
            <a:ext cx="7345021" cy="61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205655" y="4884451"/>
            <a:ext cx="1661344" cy="94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87313" y="455537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 flipV="1">
            <a:off x="776673" y="5056225"/>
            <a:ext cx="7360782" cy="796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725632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258022" y="2533014"/>
            <a:ext cx="36089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180146" y="2779340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258022" y="3101182"/>
            <a:ext cx="36089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388763" y="974949"/>
            <a:ext cx="16790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2282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4" y="974949"/>
            <a:ext cx="178204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331815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415543"/>
            <a:ext cx="7359281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803367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096459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 flipV="1">
            <a:off x="2613133" y="5867060"/>
            <a:ext cx="5453119" cy="74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528506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208783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5874513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6915882" y="2219803"/>
            <a:ext cx="23403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Get profile information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39866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8137455" y="4062502"/>
            <a:ext cx="172954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05655" y="3731030"/>
            <a:ext cx="142529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delete account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06417" y="1576384"/>
            <a:ext cx="3621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97967" y="1912684"/>
            <a:ext cx="17533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cxnSp>
        <p:nvCxnSpPr>
          <p:cNvPr id="54" name="Straight Connector 53"/>
          <p:cNvCxnSpPr/>
          <p:nvPr/>
        </p:nvCxnSpPr>
        <p:spPr>
          <a:xfrm>
            <a:off x="8137455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228849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DeleteAccount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8066252" y="3610336"/>
            <a:ext cx="139403" cy="24150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3" y="3285337"/>
            <a:ext cx="53450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01183" y="2946783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6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6615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0096" y="4611881"/>
            <a:ext cx="34892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most liked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23478" y="4268944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popular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254794" y="2886729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most liked 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5986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626664" y="4043506"/>
            <a:ext cx="2047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tutorials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tutorials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0751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678453" y="5004181"/>
            <a:ext cx="66996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01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tutorial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tutorial 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896095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26795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83693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tutorials 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784026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tutorials 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803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tutorials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48726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98647" y="499643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tutorials from following bloggers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08362" y="2628231"/>
            <a:ext cx="1695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tutorials from following bloggers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887505" y="36040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29464" y="32425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87505" y="32425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62335" y="274446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894218" y="5061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36177" y="4700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894218" y="4700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24164" y="420197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95373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CreateTutorial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651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create tutorial form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create 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62" name="Rectangle 61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sp>
        <p:nvSpPr>
          <p:cNvPr id="66" name="TextBox 65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Store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77" name="Straight Arrow Connector 7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05701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45290" y="74357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88087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34912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00760" y="74357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666698" y="1254732"/>
            <a:ext cx="1880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08538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04876" y="1624585"/>
            <a:ext cx="150511" cy="45482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534105" y="16406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01313" y="1779467"/>
            <a:ext cx="174662" cy="43933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012691" y="4791847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88087" y="1718107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03806" y="1869458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772984" y="5631249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367056" y="5713396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588087" y="3016924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21" y="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783198" y="74357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03698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655387" y="2450508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959877" y="2145796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652395" y="6021173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593785" y="5305683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9: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698227" y="4551094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326359" y="4584071"/>
            <a:ext cx="17560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Delete tutorial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59977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39176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326359" y="4527050"/>
            <a:ext cx="168108" cy="3955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478759" y="4888298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82507" y="4245214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delete </a:t>
            </a:r>
          </a:p>
          <a:p>
            <a:pPr algn="ctr"/>
            <a:r>
              <a:rPr lang="en-US" sz="1600" dirty="0" smtClean="0"/>
              <a:t>tutorial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848" y="1407585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491267" y="1535684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2065122" y="2710521"/>
            <a:ext cx="2924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delete tutorial link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2203536" y="3223135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Display confirmation message</a:t>
            </a:r>
            <a:endParaRPr lang="en-US" sz="16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620866" y="3530912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553567" y="4051433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343759" y="3714089"/>
            <a:ext cx="1059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Confirm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6220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16843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10717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5"/>
            <a:ext cx="132899" cy="49638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29774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8141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594699" y="4911582"/>
            <a:ext cx="50785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055417" y="478296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save the input</a:t>
            </a:r>
            <a:endParaRPr lang="en-US" sz="1600" dirty="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6743698" y="5108051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27066" y="458841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Add comment</a:t>
            </a:r>
            <a:endParaRPr lang="en-US" sz="16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9307514" y="556579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10049473" y="520430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9307514" y="520430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695208" y="4799659"/>
            <a:ext cx="123623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validates </a:t>
            </a:r>
          </a:p>
          <a:p>
            <a:pPr algn="ctr"/>
            <a:r>
              <a:rPr lang="en-US" sz="1600" dirty="0" smtClean="0"/>
              <a:t>input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 flipH="1" flipV="1">
            <a:off x="6804592" y="5754001"/>
            <a:ext cx="2485929" cy="44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169221" y="544090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result</a:t>
            </a:r>
            <a:endParaRPr lang="en-US" sz="1600" dirty="0"/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1664403" y="5882601"/>
            <a:ext cx="4977593" cy="1920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446369" y="531702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94" name="Straight Arrow Connector 93"/>
          <p:cNvCxnSpPr/>
          <p:nvPr/>
        </p:nvCxnSpPr>
        <p:spPr>
          <a:xfrm flipH="1">
            <a:off x="1664403" y="6472480"/>
            <a:ext cx="496103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383584" y="589205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15: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34325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add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4" y="5508382"/>
            <a:ext cx="1243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add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211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liked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delete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3" y="5508382"/>
            <a:ext cx="165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minus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856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977849" y="4871584"/>
            <a:ext cx="7360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add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5009423" y="4836495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add user as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2030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followed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2863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followed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836786" y="4871584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remove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4803467" y="4836495"/>
            <a:ext cx="3537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remove user from being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18468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50617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following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254838" y="5300474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that the user is following</a:t>
            </a:r>
            <a:endParaRPr lang="en-US" sz="1600" dirty="0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following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86" name="TextBox 85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26250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follower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follower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follower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693226" y="5316549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follow the user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933980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674153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76682"/>
            <a:ext cx="139403" cy="4861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13909"/>
            <a:ext cx="1199252" cy="11992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06053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041734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stCxn id="13" idx="2"/>
          </p:cNvCxnSpPr>
          <p:nvPr/>
        </p:nvCxnSpPr>
        <p:spPr>
          <a:xfrm>
            <a:off x="3638538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771995" y="1042830"/>
            <a:ext cx="173308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5355079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668813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cxnSp>
        <p:nvCxnSpPr>
          <p:cNvPr id="20" name="Straight Connector 19"/>
          <p:cNvCxnSpPr>
            <a:stCxn id="21" idx="2"/>
          </p:cNvCxnSpPr>
          <p:nvPr/>
        </p:nvCxnSpPr>
        <p:spPr>
          <a:xfrm>
            <a:off x="6880011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93745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25" idx="2"/>
          </p:cNvCxnSpPr>
          <p:nvPr/>
        </p:nvCxnSpPr>
        <p:spPr>
          <a:xfrm>
            <a:off x="8404943" y="1544205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718677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26" name="Rectangle 25"/>
          <p:cNvSpPr/>
          <p:nvPr/>
        </p:nvSpPr>
        <p:spPr>
          <a:xfrm>
            <a:off x="9194188" y="1042830"/>
            <a:ext cx="160557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27" name="Straight Connector 26"/>
          <p:cNvCxnSpPr>
            <a:stCxn id="26" idx="2"/>
          </p:cNvCxnSpPr>
          <p:nvPr/>
        </p:nvCxnSpPr>
        <p:spPr>
          <a:xfrm>
            <a:off x="9996976" y="1553986"/>
            <a:ext cx="5135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743854" y="1799997"/>
            <a:ext cx="12281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2309" y="150940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8" name="TextBox 37"/>
          <p:cNvSpPr txBox="1"/>
          <p:nvPr/>
        </p:nvSpPr>
        <p:spPr>
          <a:xfrm>
            <a:off x="2087164" y="1762326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681809" y="2133442"/>
            <a:ext cx="15624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shopkeeper profile</a:t>
            </a:r>
            <a:endParaRPr lang="en-US" sz="1400" dirty="0"/>
          </a:p>
        </p:txBody>
      </p:sp>
      <p:sp>
        <p:nvSpPr>
          <p:cNvPr id="40" name="Rectangle 39"/>
          <p:cNvSpPr/>
          <p:nvPr/>
        </p:nvSpPr>
        <p:spPr>
          <a:xfrm>
            <a:off x="1972033" y="1684746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078524" y="2064717"/>
            <a:ext cx="149031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568837" y="2044005"/>
            <a:ext cx="139402" cy="23824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5285378" y="2303097"/>
            <a:ext cx="139402" cy="44144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/>
          <p:cNvCxnSpPr/>
          <p:nvPr/>
        </p:nvCxnSpPr>
        <p:spPr>
          <a:xfrm>
            <a:off x="3681809" y="2405006"/>
            <a:ext cx="160356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922761" y="2595824"/>
            <a:ext cx="139402" cy="559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91960" y="2656662"/>
            <a:ext cx="45308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30786" y="2800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 flipV="1">
            <a:off x="3708239" y="3101768"/>
            <a:ext cx="6202620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371549" y="2351403"/>
            <a:ext cx="29673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shopkeeper information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9950184" y="2184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43828" y="2978644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476853" y="2702959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H="1">
            <a:off x="10043828" y="2720120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 flipV="1">
            <a:off x="743854" y="3313427"/>
            <a:ext cx="2808546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38238" y="3033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1406053" y="3723442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735214" y="4025833"/>
            <a:ext cx="2817186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810310" y="4260035"/>
            <a:ext cx="139402" cy="22783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3638538" y="4375006"/>
            <a:ext cx="31717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901618" y="4057859"/>
            <a:ext cx="2685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message user interface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 flipH="1">
            <a:off x="735214" y="472770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339133" y="4419931"/>
            <a:ext cx="2678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Return message user interface</a:t>
            </a:r>
            <a:endParaRPr lang="en-US" sz="1400" dirty="0"/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702842" y="5117165"/>
            <a:ext cx="6107468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79389" y="4802189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Input message</a:t>
            </a:r>
            <a:endParaRPr lang="en-US" sz="1400" dirty="0"/>
          </a:p>
        </p:txBody>
      </p:sp>
      <p:sp>
        <p:nvSpPr>
          <p:cNvPr id="81" name="Rectangle 80"/>
          <p:cNvSpPr/>
          <p:nvPr/>
        </p:nvSpPr>
        <p:spPr>
          <a:xfrm>
            <a:off x="8335242" y="5235182"/>
            <a:ext cx="122239" cy="6720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6871075" y="5343217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81060" y="5035440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Store message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8667910" y="5081607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8457481" y="5695843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8890506" y="5402997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8457481" y="5420158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6949712" y="5825406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775984" y="5499396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Return result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15984" y="598609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715984" y="6401174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807763" y="5707793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97" name="TextBox 96"/>
          <p:cNvSpPr txBox="1"/>
          <p:nvPr/>
        </p:nvSpPr>
        <p:spPr>
          <a:xfrm>
            <a:off x="2791319" y="6116795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16: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98221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9812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1072609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2907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485620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" name="Straight Connector 5"/>
          <p:cNvCxnSpPr>
            <a:stCxn id="5" idx="2"/>
          </p:cNvCxnSpPr>
          <p:nvPr/>
        </p:nvCxnSpPr>
        <p:spPr>
          <a:xfrm>
            <a:off x="3121301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1142310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45823" y="168101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3312426" y="2187669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sp>
        <p:nvSpPr>
          <p:cNvPr id="10" name="Rectangle 9"/>
          <p:cNvSpPr/>
          <p:nvPr/>
        </p:nvSpPr>
        <p:spPr>
          <a:xfrm>
            <a:off x="3051600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166731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3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5184592" y="1544205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98326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7172922" y="1534424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486656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Conversation 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5114890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103220" y="2585729"/>
            <a:ext cx="148824" cy="25682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544057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224762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252044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7859188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52044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83212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5254293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44057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142310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1103440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06535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2270169" y="3999221"/>
            <a:ext cx="2081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Select a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7523393" y="4788402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217155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9193720" y="5497036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9800864" y="513554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9193720" y="5135546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480004" y="4835339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5281013" y="5621604"/>
            <a:ext cx="384300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06740" y="5342632"/>
            <a:ext cx="25463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Return message 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142310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58259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12: Display message detail</a:t>
            </a:r>
            <a:endParaRPr lang="en-US" sz="1400" dirty="0"/>
          </a:p>
        </p:txBody>
      </p:sp>
      <p:cxnSp>
        <p:nvCxnSpPr>
          <p:cNvPr id="50" name="Straight Connector 49"/>
          <p:cNvCxnSpPr>
            <a:stCxn id="51" idx="2"/>
          </p:cNvCxnSpPr>
          <p:nvPr/>
        </p:nvCxnSpPr>
        <p:spPr>
          <a:xfrm>
            <a:off x="9193720" y="1540490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507454" y="1029334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570776" y="4384498"/>
            <a:ext cx="13039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/>
              <a:t>c</a:t>
            </a:r>
            <a:r>
              <a:rPr lang="en-US" sz="1400" dirty="0" smtClean="0"/>
              <a:t>onversation id</a:t>
            </a:r>
            <a:endParaRPr lang="en-US" sz="1400" dirty="0"/>
          </a:p>
        </p:txBody>
      </p:sp>
      <p:cxnSp>
        <p:nvCxnSpPr>
          <p:cNvPr id="54" name="Straight Arrow Connector 53"/>
          <p:cNvCxnSpPr/>
          <p:nvPr/>
        </p:nvCxnSpPr>
        <p:spPr>
          <a:xfrm>
            <a:off x="7220890" y="5077033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9124019" y="4976392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641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2" y="3486149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shops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836039" y="262290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shops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559874" y="4099667"/>
            <a:ext cx="1486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shop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6330948" y="4866826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67" name="TextBox 66"/>
          <p:cNvSpPr txBox="1"/>
          <p:nvPr/>
        </p:nvSpPr>
        <p:spPr>
          <a:xfrm>
            <a:off x="1037293" y="5001191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700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20026" y="4043506"/>
            <a:ext cx="1861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shops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shops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</a:t>
            </a:r>
          </a:p>
          <a:p>
            <a:pPr algn="ctr"/>
            <a:r>
              <a:rPr lang="en-US" sz="1400" dirty="0" smtClean="0"/>
              <a:t> stationary, container,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0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48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shops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</a:t>
            </a:r>
            <a:r>
              <a:rPr lang="en-US" sz="1400" dirty="0"/>
              <a:t>shop </a:t>
            </a:r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shop </a:t>
            </a:r>
          </a:p>
          <a:p>
            <a:pPr algn="ctr"/>
            <a:r>
              <a:rPr lang="en-US" sz="1400" dirty="0" smtClean="0"/>
              <a:t>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0" name="TextBox 69"/>
          <p:cNvSpPr txBox="1"/>
          <p:nvPr/>
        </p:nvSpPr>
        <p:spPr>
          <a:xfrm>
            <a:off x="6953130" y="5492566"/>
            <a:ext cx="35848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</a:p>
          <a:p>
            <a:pPr algn="ctr"/>
            <a:r>
              <a:rPr lang="en-US" sz="1400" dirty="0"/>
              <a:t>b</a:t>
            </a:r>
            <a:r>
              <a:rPr lang="en-US" sz="1400" dirty="0" smtClean="0"/>
              <a:t>ranch, telephone number, </a:t>
            </a:r>
          </a:p>
          <a:p>
            <a:pPr algn="ctr"/>
            <a:r>
              <a:rPr lang="en-US" sz="1400" dirty="0" smtClean="0"/>
              <a:t>information, pictures, location)</a:t>
            </a:r>
            <a:endParaRPr lang="en-US" sz="1400" dirty="0"/>
          </a:p>
        </p:txBody>
      </p:sp>
      <p:sp>
        <p:nvSpPr>
          <p:cNvPr id="71" name="TextBox 70"/>
          <p:cNvSpPr txBox="1"/>
          <p:nvPr/>
        </p:nvSpPr>
        <p:spPr>
          <a:xfrm>
            <a:off x="982011" y="5729753"/>
            <a:ext cx="44768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Display selected 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  <a:r>
              <a:rPr lang="en-US" sz="1400" dirty="0" smtClean="0"/>
              <a:t>branch, </a:t>
            </a:r>
          </a:p>
          <a:p>
            <a:pPr algn="ctr"/>
            <a:r>
              <a:rPr lang="en-US" sz="1400" dirty="0" smtClean="0"/>
              <a:t>telephone number, information, pictures, location)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949894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Shop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</a:t>
            </a:r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1" y="3784026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</a:t>
            </a:r>
            <a:r>
              <a:rPr lang="en-US" sz="1600" dirty="0"/>
              <a:t>shops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</a:t>
            </a:r>
            <a:r>
              <a:rPr lang="en-US" sz="1600" dirty="0" smtClean="0"/>
              <a:t>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5900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shop 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6337004" y="5072758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71" name="TextBox 70"/>
          <p:cNvSpPr txBox="1"/>
          <p:nvPr/>
        </p:nvSpPr>
        <p:spPr>
          <a:xfrm>
            <a:off x="1043349" y="5207123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14: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4826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0613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4198" y="906131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77" y="-39718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961" y="906131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164966" y="4131701"/>
            <a:ext cx="1854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Click facebook share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5109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4331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674073" y="5649691"/>
            <a:ext cx="2839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Post the tutorial to Facebook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2083569" y="5521304"/>
            <a:ext cx="11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Click post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888118" y="1471535"/>
            <a:ext cx="16353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</a:t>
            </a:r>
          </a:p>
          <a:p>
            <a:pPr algn="ctr"/>
            <a:r>
              <a:rPr lang="en-US" sz="1400" dirty="0"/>
              <a:t>p</a:t>
            </a:r>
            <a:r>
              <a:rPr lang="en-US" sz="1400" dirty="0" smtClean="0"/>
              <a:t>age for </a:t>
            </a:r>
          </a:p>
          <a:p>
            <a:pPr algn="ctr"/>
            <a:r>
              <a:rPr lang="en-US" sz="1400" dirty="0" smtClean="0"/>
              <a:t>blogger link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3252358" y="1837224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74" name="TextBox 73"/>
          <p:cNvSpPr txBox="1"/>
          <p:nvPr/>
        </p:nvSpPr>
        <p:spPr>
          <a:xfrm>
            <a:off x="5294767" y="2044848"/>
            <a:ext cx="25070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08129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21944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799857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49825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607781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379017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 flipV="1">
            <a:off x="724163" y="3539126"/>
            <a:ext cx="3720468" cy="1817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393982" y="3249519"/>
            <a:ext cx="2376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575992" y="3394451"/>
            <a:ext cx="19620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789671" y="3099210"/>
            <a:ext cx="3489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538080" y="2749090"/>
            <a:ext cx="146127" cy="21140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44463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35488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45540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444631" y="2820830"/>
            <a:ext cx="20873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618318" y="2327860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4058102" y="2514434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6678749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7043121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6678749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760629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344249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00844" y="1198388"/>
            <a:ext cx="26835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 </a:t>
            </a:r>
            <a:endParaRPr lang="en-US" sz="1400" dirty="0"/>
          </a:p>
        </p:txBody>
      </p:sp>
      <p:sp>
        <p:nvSpPr>
          <p:cNvPr id="71" name="Rectangle 70"/>
          <p:cNvSpPr/>
          <p:nvPr/>
        </p:nvSpPr>
        <p:spPr>
          <a:xfrm>
            <a:off x="2385705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2455407" y="1682038"/>
            <a:ext cx="40766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532012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2525110" y="2091733"/>
            <a:ext cx="400690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596434" y="1361723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Request tutorials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3259091" y="1784539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4: Return tutorial results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114612" y="1929858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</a:t>
            </a:r>
          </a:p>
          <a:p>
            <a:pPr algn="ctr"/>
            <a:r>
              <a:rPr lang="en-US" sz="1400" dirty="0" smtClean="0"/>
              <a:t>tutorials</a:t>
            </a:r>
            <a:endParaRPr lang="en-US" sz="14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603125" y="4079557"/>
            <a:ext cx="38834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860263" y="3771780"/>
            <a:ext cx="2712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Click like link</a:t>
            </a:r>
            <a:endParaRPr lang="en-US" sz="1400" dirty="0"/>
          </a:p>
        </p:txBody>
      </p:sp>
      <p:sp>
        <p:nvSpPr>
          <p:cNvPr id="58" name="Rectangle 57"/>
          <p:cNvSpPr/>
          <p:nvPr/>
        </p:nvSpPr>
        <p:spPr>
          <a:xfrm>
            <a:off x="7585506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Like 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823028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8112" y="3985842"/>
            <a:ext cx="2106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check blogger’s username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4557088" y="4287264"/>
            <a:ext cx="20926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8293744" y="5549556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8665283" y="518806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8293744" y="5188066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629620" y="4748360"/>
            <a:ext cx="9254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add </a:t>
            </a:r>
          </a:p>
          <a:p>
            <a:r>
              <a:rPr lang="en-US" sz="1400" dirty="0"/>
              <a:t>(</a:t>
            </a:r>
            <a:r>
              <a:rPr lang="en-US" sz="1400" dirty="0" err="1"/>
              <a:t>likeID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tutorialID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userID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4588358" y="4798017"/>
            <a:ext cx="197735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017095" y="4499760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return result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4557088" y="5597555"/>
            <a:ext cx="3673200" cy="534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8172561" y="5039476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 flipV="1">
            <a:off x="4572481" y="5147379"/>
            <a:ext cx="3600080" cy="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148204" y="4863120"/>
            <a:ext cx="124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add like</a:t>
            </a:r>
            <a:endParaRPr lang="en-US" sz="1400" dirty="0"/>
          </a:p>
        </p:txBody>
      </p:sp>
      <p:sp>
        <p:nvSpPr>
          <p:cNvPr id="94" name="TextBox 93"/>
          <p:cNvSpPr txBox="1"/>
          <p:nvPr/>
        </p:nvSpPr>
        <p:spPr>
          <a:xfrm>
            <a:off x="5786153" y="5289778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result</a:t>
            </a:r>
            <a:endParaRPr lang="en-US" sz="14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98" y="6555133"/>
            <a:ext cx="372697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42398" y="6247356"/>
            <a:ext cx="3583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19: Display liked sign and updated like number</a:t>
            </a:r>
            <a:endParaRPr lang="en-US" sz="1400" dirty="0"/>
          </a:p>
        </p:txBody>
      </p:sp>
      <p:sp>
        <p:nvSpPr>
          <p:cNvPr id="79" name="Rectangle 78"/>
          <p:cNvSpPr/>
          <p:nvPr/>
        </p:nvSpPr>
        <p:spPr>
          <a:xfrm>
            <a:off x="9055238" y="767923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Popular </a:t>
            </a:r>
            <a:r>
              <a:rPr lang="en-US" sz="1600" dirty="0"/>
              <a:t>Database</a:t>
            </a:r>
          </a:p>
        </p:txBody>
      </p:sp>
      <p:cxnSp>
        <p:nvCxnSpPr>
          <p:cNvPr id="80" name="Straight Connector 79"/>
          <p:cNvCxnSpPr>
            <a:stCxn id="79" idx="2"/>
          </p:cNvCxnSpPr>
          <p:nvPr/>
        </p:nvCxnSpPr>
        <p:spPr>
          <a:xfrm>
            <a:off x="968904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9751454" y="63507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10122993" y="598926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9751454" y="598926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9630271" y="584067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Arrow Connector 98"/>
          <p:cNvCxnSpPr/>
          <p:nvPr/>
        </p:nvCxnSpPr>
        <p:spPr>
          <a:xfrm flipH="1">
            <a:off x="4563307" y="6369157"/>
            <a:ext cx="518095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4578700" y="5918983"/>
            <a:ext cx="5051571" cy="52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567887" y="5616421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check tutorial id</a:t>
            </a:r>
            <a:endParaRPr lang="en-US" sz="1400" dirty="0"/>
          </a:p>
        </p:txBody>
      </p:sp>
      <p:sp>
        <p:nvSpPr>
          <p:cNvPr id="103" name="TextBox 102"/>
          <p:cNvSpPr txBox="1"/>
          <p:nvPr/>
        </p:nvSpPr>
        <p:spPr>
          <a:xfrm>
            <a:off x="6678748" y="604554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 return result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9803009" y="5235439"/>
            <a:ext cx="81742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17: add</a:t>
            </a:r>
          </a:p>
          <a:p>
            <a:r>
              <a:rPr lang="en-US" sz="1400" dirty="0"/>
              <a:t>(</a:t>
            </a:r>
            <a:r>
              <a:rPr lang="en-US" sz="1400" dirty="0" smtClean="0"/>
              <a:t>like </a:t>
            </a:r>
          </a:p>
          <a:p>
            <a:r>
              <a:rPr lang="en-US" sz="1400" dirty="0"/>
              <a:t>n</a:t>
            </a:r>
            <a:r>
              <a:rPr lang="en-US" sz="1400" dirty="0" smtClean="0"/>
              <a:t>umber)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94437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799857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49825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607781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379017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 flipV="1">
            <a:off x="724163" y="3539126"/>
            <a:ext cx="3720468" cy="1817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393982" y="3249519"/>
            <a:ext cx="2376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575992" y="3394451"/>
            <a:ext cx="19620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789671" y="3099210"/>
            <a:ext cx="3489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538080" y="2749090"/>
            <a:ext cx="146127" cy="21140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44463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35488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45540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444631" y="2820830"/>
            <a:ext cx="20873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618318" y="2327860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4058102" y="2514434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6678749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7043121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6678749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760629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344249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00844" y="1198388"/>
            <a:ext cx="26835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 </a:t>
            </a:r>
            <a:endParaRPr lang="en-US" sz="1400" dirty="0"/>
          </a:p>
        </p:txBody>
      </p:sp>
      <p:sp>
        <p:nvSpPr>
          <p:cNvPr id="71" name="Rectangle 70"/>
          <p:cNvSpPr/>
          <p:nvPr/>
        </p:nvSpPr>
        <p:spPr>
          <a:xfrm>
            <a:off x="2385705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2455407" y="1682038"/>
            <a:ext cx="40766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532012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2525110" y="2091733"/>
            <a:ext cx="400690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596434" y="1361723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Request tutorials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3259091" y="1784539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4: Return tutorial results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114612" y="1929858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</a:t>
            </a:r>
          </a:p>
          <a:p>
            <a:pPr algn="ctr"/>
            <a:r>
              <a:rPr lang="en-US" sz="1400" dirty="0" smtClean="0"/>
              <a:t>tutorials</a:t>
            </a:r>
            <a:endParaRPr lang="en-US" sz="14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603125" y="4079557"/>
            <a:ext cx="38834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860263" y="3771780"/>
            <a:ext cx="2712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Click liked link</a:t>
            </a:r>
            <a:endParaRPr lang="en-US" sz="1400" dirty="0"/>
          </a:p>
        </p:txBody>
      </p:sp>
      <p:sp>
        <p:nvSpPr>
          <p:cNvPr id="58" name="Rectangle 57"/>
          <p:cNvSpPr/>
          <p:nvPr/>
        </p:nvSpPr>
        <p:spPr>
          <a:xfrm>
            <a:off x="7585506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Like 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823028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8112" y="3985842"/>
            <a:ext cx="2106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check blogger’s username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4557088" y="4287264"/>
            <a:ext cx="20926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8293744" y="5549556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8665283" y="518806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8293744" y="5188066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629620" y="4748360"/>
            <a:ext cx="9254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delete </a:t>
            </a:r>
          </a:p>
          <a:p>
            <a:r>
              <a:rPr lang="en-US" sz="1400" dirty="0"/>
              <a:t>(</a:t>
            </a:r>
            <a:r>
              <a:rPr lang="en-US" sz="1400" dirty="0" err="1"/>
              <a:t>likeID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tutorialID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userID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4588358" y="4798017"/>
            <a:ext cx="197735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017095" y="4499760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return result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4557088" y="5597555"/>
            <a:ext cx="3673200" cy="534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8172561" y="5039476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 flipV="1">
            <a:off x="4572481" y="5147379"/>
            <a:ext cx="3600080" cy="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148204" y="4863120"/>
            <a:ext cx="124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minus like</a:t>
            </a:r>
            <a:endParaRPr lang="en-US" sz="1400" dirty="0"/>
          </a:p>
        </p:txBody>
      </p:sp>
      <p:sp>
        <p:nvSpPr>
          <p:cNvPr id="94" name="TextBox 93"/>
          <p:cNvSpPr txBox="1"/>
          <p:nvPr/>
        </p:nvSpPr>
        <p:spPr>
          <a:xfrm>
            <a:off x="5786153" y="5289778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result</a:t>
            </a:r>
            <a:endParaRPr lang="en-US" sz="14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98" y="6555133"/>
            <a:ext cx="372697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42398" y="6247356"/>
            <a:ext cx="3583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19: Display like sign and updated like number</a:t>
            </a:r>
            <a:endParaRPr lang="en-US" sz="1400" dirty="0"/>
          </a:p>
        </p:txBody>
      </p:sp>
      <p:sp>
        <p:nvSpPr>
          <p:cNvPr id="79" name="Rectangle 78"/>
          <p:cNvSpPr/>
          <p:nvPr/>
        </p:nvSpPr>
        <p:spPr>
          <a:xfrm>
            <a:off x="9055238" y="767923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Popular </a:t>
            </a:r>
            <a:r>
              <a:rPr lang="en-US" sz="1600" dirty="0"/>
              <a:t>Database</a:t>
            </a:r>
          </a:p>
        </p:txBody>
      </p:sp>
      <p:cxnSp>
        <p:nvCxnSpPr>
          <p:cNvPr id="80" name="Straight Connector 79"/>
          <p:cNvCxnSpPr>
            <a:stCxn id="79" idx="2"/>
          </p:cNvCxnSpPr>
          <p:nvPr/>
        </p:nvCxnSpPr>
        <p:spPr>
          <a:xfrm>
            <a:off x="968904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9751454" y="63507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10122993" y="598926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9751454" y="598926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9803009" y="5235439"/>
            <a:ext cx="9189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17: delete</a:t>
            </a:r>
          </a:p>
          <a:p>
            <a:r>
              <a:rPr lang="en-US" sz="1400" dirty="0"/>
              <a:t>(</a:t>
            </a:r>
            <a:r>
              <a:rPr lang="en-US" sz="1400" dirty="0" smtClean="0"/>
              <a:t>like </a:t>
            </a:r>
          </a:p>
          <a:p>
            <a:r>
              <a:rPr lang="en-US" sz="1400" dirty="0"/>
              <a:t>n</a:t>
            </a:r>
            <a:r>
              <a:rPr lang="en-US" sz="1400" dirty="0" smtClean="0"/>
              <a:t>umber)</a:t>
            </a:r>
            <a:endParaRPr lang="en-US" sz="1400" dirty="0"/>
          </a:p>
        </p:txBody>
      </p:sp>
      <p:sp>
        <p:nvSpPr>
          <p:cNvPr id="98" name="Rectangle 97"/>
          <p:cNvSpPr/>
          <p:nvPr/>
        </p:nvSpPr>
        <p:spPr>
          <a:xfrm>
            <a:off x="9630271" y="584067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Arrow Connector 98"/>
          <p:cNvCxnSpPr/>
          <p:nvPr/>
        </p:nvCxnSpPr>
        <p:spPr>
          <a:xfrm flipH="1">
            <a:off x="4563307" y="6369157"/>
            <a:ext cx="518095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4578700" y="5918983"/>
            <a:ext cx="5051571" cy="52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567887" y="5616421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check tutorial id</a:t>
            </a:r>
            <a:endParaRPr lang="en-US" sz="1400" dirty="0"/>
          </a:p>
        </p:txBody>
      </p:sp>
      <p:sp>
        <p:nvSpPr>
          <p:cNvPr id="103" name="TextBox 102"/>
          <p:cNvSpPr txBox="1"/>
          <p:nvPr/>
        </p:nvSpPr>
        <p:spPr>
          <a:xfrm>
            <a:off x="6678748" y="604554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 return result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95792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6812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291" y="192981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088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3832" y="1929810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129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401" y="2440966"/>
            <a:ext cx="1077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053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28157" y="3050006"/>
            <a:ext cx="139402" cy="20464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6113" y="30654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97858" y="3142940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5515" y="3530178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3473" y="4944232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5372101" y="4570752"/>
            <a:ext cx="431115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11968" y="4307122"/>
            <a:ext cx="1391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87456" y="3846328"/>
            <a:ext cx="139402" cy="8146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28775" y="3419523"/>
            <a:ext cx="154096" cy="167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11" y="983961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595" y="1929810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044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72100" y="3710946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791565" y="4406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533524" y="4045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791565" y="4045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766395" y="3546978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262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186" y="2440966"/>
            <a:ext cx="1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60324" y="2846180"/>
            <a:ext cx="16353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</a:t>
            </a:r>
          </a:p>
          <a:p>
            <a:pPr algn="ctr"/>
            <a:r>
              <a:rPr lang="en-US" sz="1400" dirty="0"/>
              <a:t>p</a:t>
            </a:r>
            <a:r>
              <a:rPr lang="en-US" sz="1400" dirty="0" smtClean="0"/>
              <a:t>age for </a:t>
            </a:r>
          </a:p>
          <a:p>
            <a:pPr algn="ctr"/>
            <a:r>
              <a:rPr lang="en-US" sz="1400" dirty="0" smtClean="0"/>
              <a:t>blogger link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2990617" y="3214367"/>
            <a:ext cx="2140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notification menu</a:t>
            </a:r>
            <a:endParaRPr lang="en-US" sz="1400" dirty="0"/>
          </a:p>
        </p:txBody>
      </p:sp>
      <p:sp>
        <p:nvSpPr>
          <p:cNvPr id="74" name="TextBox 73"/>
          <p:cNvSpPr txBox="1"/>
          <p:nvPr/>
        </p:nvSpPr>
        <p:spPr>
          <a:xfrm>
            <a:off x="5305171" y="3421991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notifications</a:t>
            </a:r>
            <a:endParaRPr lang="en-US" sz="14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803823" y="3911197"/>
            <a:ext cx="18794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844119" y="3623118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Request </a:t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82" name="TextBox 81"/>
          <p:cNvSpPr txBox="1"/>
          <p:nvPr/>
        </p:nvSpPr>
        <p:spPr>
          <a:xfrm>
            <a:off x="1413654" y="4658208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Return 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</a:p>
        </p:txBody>
      </p:sp>
    </p:spTree>
    <p:extLst>
      <p:ext uri="{BB962C8B-B14F-4D97-AF65-F5344CB8AC3E}">
        <p14:creationId xmlns:p14="http://schemas.microsoft.com/office/powerpoint/2010/main" val="1694363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606108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606108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1928744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699043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1985586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104271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702081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776111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066334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196239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408060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8821700" y="2649110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28762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277977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194317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046845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6853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685355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210378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106032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202242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341261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433822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274344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415444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345025" y="1691828"/>
            <a:ext cx="1481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</a:p>
          <a:p>
            <a:pPr algn="ctr"/>
            <a:r>
              <a:rPr lang="en-US" sz="1400" dirty="0" smtClean="0"/>
              <a:t>notification menu</a:t>
            </a:r>
            <a:endParaRPr lang="en-US" sz="1400" dirty="0"/>
          </a:p>
        </p:txBody>
      </p:sp>
      <p:sp>
        <p:nvSpPr>
          <p:cNvPr id="86" name="TextBox 85"/>
          <p:cNvSpPr txBox="1"/>
          <p:nvPr/>
        </p:nvSpPr>
        <p:spPr>
          <a:xfrm>
            <a:off x="4656841" y="1792999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1907509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Request </a:t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475200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0359" y="2651485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Return 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46395" y="3407213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an activity </a:t>
            </a:r>
            <a:br>
              <a:rPr lang="en-US" sz="1400" dirty="0" smtClean="0"/>
            </a:br>
            <a:r>
              <a:rPr lang="en-US" sz="1400" dirty="0" smtClean="0"/>
              <a:t>(like or comment)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493661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818080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3952117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663014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052158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Request tutorial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143228" y="4213981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Request tutorial information 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786974" y="5106452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918873" y="4712913"/>
            <a:ext cx="4058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50855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606108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606108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1928744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699043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1985586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104271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702081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776111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066334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Registered User 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196239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408060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8821700" y="2649110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28762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277977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194317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046845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6853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685355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210378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106032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202242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341261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433822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274344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415444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345025" y="1691828"/>
            <a:ext cx="1481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</a:p>
          <a:p>
            <a:pPr algn="ctr"/>
            <a:r>
              <a:rPr lang="en-US" sz="1400" dirty="0" smtClean="0"/>
              <a:t>notification menu</a:t>
            </a:r>
            <a:endParaRPr lang="en-US" sz="1400" dirty="0"/>
          </a:p>
        </p:txBody>
      </p:sp>
      <p:sp>
        <p:nvSpPr>
          <p:cNvPr id="86" name="TextBox 85"/>
          <p:cNvSpPr txBox="1"/>
          <p:nvPr/>
        </p:nvSpPr>
        <p:spPr>
          <a:xfrm>
            <a:off x="4656841" y="1792999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1907509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Request </a:t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475200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0359" y="2651485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Return 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27718" y="3425887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an activity</a:t>
            </a:r>
            <a:br>
              <a:rPr lang="en-US" sz="1400" dirty="0" smtClean="0"/>
            </a:br>
            <a:r>
              <a:rPr lang="en-US" sz="1400" dirty="0" smtClean="0"/>
              <a:t>(follow)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493661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818080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3952117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663014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052158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Request </a:t>
            </a:r>
            <a:br>
              <a:rPr lang="en-US" sz="1400" dirty="0" smtClean="0"/>
            </a:br>
            <a:r>
              <a:rPr lang="en-US" sz="1400" dirty="0" smtClean="0"/>
              <a:t>user’s profile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143228" y="4213981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Request user’s information </a:t>
            </a:r>
            <a:endParaRPr lang="en-US" sz="1400" dirty="0"/>
          </a:p>
        </p:txBody>
      </p:sp>
      <p:sp>
        <p:nvSpPr>
          <p:cNvPr id="64" name="TextBox 63"/>
          <p:cNvSpPr txBox="1"/>
          <p:nvPr/>
        </p:nvSpPr>
        <p:spPr>
          <a:xfrm>
            <a:off x="6216901" y="4896416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1274783" y="5127360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user’s profile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658549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3799</TotalTime>
  <Words>3084</Words>
  <Application>Microsoft Macintosh PowerPoint</Application>
  <PresentationFormat>Custom</PresentationFormat>
  <Paragraphs>896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390</cp:revision>
  <dcterms:created xsi:type="dcterms:W3CDTF">2014-05-25T06:04:56Z</dcterms:created>
  <dcterms:modified xsi:type="dcterms:W3CDTF">2014-12-22T14:01:04Z</dcterms:modified>
</cp:coreProperties>
</file>