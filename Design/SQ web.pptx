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png" ContentType="image/pn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301" r:id="rId4"/>
    <p:sldId id="268" r:id="rId5"/>
    <p:sldId id="266" r:id="rId6"/>
    <p:sldId id="293" r:id="rId7"/>
    <p:sldId id="269" r:id="rId8"/>
    <p:sldId id="313" r:id="rId9"/>
    <p:sldId id="318" r:id="rId10"/>
    <p:sldId id="314" r:id="rId11"/>
    <p:sldId id="319" r:id="rId12"/>
    <p:sldId id="320" r:id="rId13"/>
    <p:sldId id="300" r:id="rId14"/>
    <p:sldId id="316" r:id="rId15"/>
    <p:sldId id="317" r:id="rId16"/>
    <p:sldId id="321" r:id="rId17"/>
    <p:sldId id="322" r:id="rId18"/>
    <p:sldId id="323" r:id="rId19"/>
    <p:sldId id="324" r:id="rId20"/>
    <p:sldId id="325" r:id="rId21"/>
    <p:sldId id="326" r:id="rId22"/>
    <p:sldId id="327" r:id="rId23"/>
  </p:sldIdLst>
  <p:sldSz cx="10799763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clrMru>
    <a:srgbClr val="CCFF39"/>
    <a:srgbClr val="FF4D7D"/>
    <a:srgbClr val="719E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94" autoAdjust="0"/>
    <p:restoredTop sz="94660"/>
  </p:normalViewPr>
  <p:slideViewPr>
    <p:cSldViewPr snapToGrid="0" snapToObjects="1">
      <p:cViewPr varScale="1">
        <p:scale>
          <a:sx n="79" d="100"/>
          <a:sy n="79" d="100"/>
        </p:scale>
        <p:origin x="-1480" y="-96"/>
      </p:cViewPr>
      <p:guideLst>
        <p:guide orient="horz" pos="2160"/>
        <p:guide pos="340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printerSettings" Target="printerSettings/printerSettings1.bin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9982" y="2130426"/>
            <a:ext cx="9179799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19965" y="3886200"/>
            <a:ext cx="755983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10/13/14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0000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10/13/14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0454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107" y="4406901"/>
            <a:ext cx="9179799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07" y="2906713"/>
            <a:ext cx="9179799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10/13/14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5900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9988" y="1600201"/>
            <a:ext cx="476989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89880" y="1600201"/>
            <a:ext cx="476989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10/13/14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914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9988" y="1535113"/>
            <a:ext cx="477177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9988" y="2174875"/>
            <a:ext cx="477177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86130" y="1535113"/>
            <a:ext cx="477364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86130" y="2174875"/>
            <a:ext cx="477364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10/13/14 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76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10/13/14 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4285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10/13/14 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35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9989" y="273050"/>
            <a:ext cx="3553048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2407" y="273051"/>
            <a:ext cx="6037368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9989" y="1435101"/>
            <a:ext cx="3553048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10/13/14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350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16829" y="4800600"/>
            <a:ext cx="6479858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116829" y="612775"/>
            <a:ext cx="6479858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16829" y="5367338"/>
            <a:ext cx="6479858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10/13/14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6096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10/13/14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921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29828" y="274639"/>
            <a:ext cx="2429947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9988" y="274639"/>
            <a:ext cx="7109844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10/13/14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711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9988" y="274638"/>
            <a:ext cx="9719787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9988" y="1600201"/>
            <a:ext cx="9719787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9988" y="6356351"/>
            <a:ext cx="25199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7F63ED-244D-4346-A15C-DC13E53AAAF7}" type="datetimeFigureOut">
              <a:rPr lang="en-US" smtClean="0"/>
              <a:pPr/>
              <a:t>10/13/14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9919" y="6356351"/>
            <a:ext cx="34199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39830" y="6356351"/>
            <a:ext cx="25199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987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875355" y="127061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Visitor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518152" y="1781769"/>
            <a:ext cx="0" cy="45224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949660" y="1270613"/>
            <a:ext cx="19850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Register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7608716" y="1272959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Registered User Database</a:t>
            </a:r>
            <a:endParaRPr lang="en-US" dirty="0"/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942207" y="1781769"/>
            <a:ext cx="0" cy="45224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416640" y="1784115"/>
            <a:ext cx="0" cy="452013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2469148" y="1270613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</a:t>
            </a:r>
            <a:endParaRPr lang="en-US" dirty="0"/>
          </a:p>
        </p:txBody>
      </p:sp>
      <p:cxnSp>
        <p:nvCxnSpPr>
          <p:cNvPr id="12" name="Straight Connector 11"/>
          <p:cNvCxnSpPr>
            <a:stCxn id="11" idx="2"/>
          </p:cNvCxnSpPr>
          <p:nvPr/>
        </p:nvCxnSpPr>
        <p:spPr>
          <a:xfrm>
            <a:off x="3595221" y="1781769"/>
            <a:ext cx="0" cy="45224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448451" y="2074823"/>
            <a:ext cx="122846" cy="385767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3513806" y="2090313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872506" y="2480882"/>
            <a:ext cx="139402" cy="345161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8343287" y="3735709"/>
            <a:ext cx="139402" cy="95993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518152" y="2167759"/>
            <a:ext cx="199565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653208" y="2587147"/>
            <a:ext cx="221929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1448451" y="3592854"/>
            <a:ext cx="44240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 flipH="1">
            <a:off x="8454201" y="4421650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9196160" y="3954646"/>
            <a:ext cx="0" cy="46700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8454201" y="397305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549095" y="3635045"/>
            <a:ext cx="16415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6: Validate inputs</a:t>
            </a:r>
            <a:endParaRPr lang="en-US" sz="1600" dirty="0"/>
          </a:p>
        </p:txBody>
      </p:sp>
      <p:pic>
        <p:nvPicPr>
          <p:cNvPr id="33" name="Picture 32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526" y="237437"/>
            <a:ext cx="1199252" cy="1199252"/>
          </a:xfrm>
          <a:prstGeom prst="rect">
            <a:avLst/>
          </a:prstGeom>
        </p:spPr>
      </p:pic>
      <p:cxnSp>
        <p:nvCxnSpPr>
          <p:cNvPr id="38" name="Straight Arrow Connector 37"/>
          <p:cNvCxnSpPr/>
          <p:nvPr/>
        </p:nvCxnSpPr>
        <p:spPr>
          <a:xfrm flipH="1">
            <a:off x="1571297" y="2989683"/>
            <a:ext cx="430120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300504" y="2647937"/>
            <a:ext cx="24247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Return registration form</a:t>
            </a:r>
            <a:endParaRPr lang="en-US" sz="1600" dirty="0"/>
          </a:p>
        </p:txBody>
      </p:sp>
      <p:cxnSp>
        <p:nvCxnSpPr>
          <p:cNvPr id="41" name="Straight Arrow Connector 40"/>
          <p:cNvCxnSpPr/>
          <p:nvPr/>
        </p:nvCxnSpPr>
        <p:spPr>
          <a:xfrm>
            <a:off x="6011908" y="3837275"/>
            <a:ext cx="233137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H="1" flipV="1">
            <a:off x="6011908" y="4646511"/>
            <a:ext cx="2331380" cy="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468702" y="4307957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7: Return result</a:t>
            </a:r>
            <a:endParaRPr lang="en-US" sz="1600" dirty="0"/>
          </a:p>
        </p:txBody>
      </p:sp>
      <p:sp>
        <p:nvSpPr>
          <p:cNvPr id="37" name="TextBox 36"/>
          <p:cNvSpPr txBox="1"/>
          <p:nvPr/>
        </p:nvSpPr>
        <p:spPr>
          <a:xfrm>
            <a:off x="3643820" y="3270725"/>
            <a:ext cx="203022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input information</a:t>
            </a:r>
            <a:br>
              <a:rPr lang="en-US" sz="1600" dirty="0" smtClean="0"/>
            </a:br>
            <a:r>
              <a:rPr lang="en-US" sz="1600" dirty="0" smtClean="0"/>
              <a:t>(username, password,</a:t>
            </a:r>
          </a:p>
          <a:p>
            <a:pPr algn="ctr"/>
            <a:r>
              <a:rPr lang="en-US" sz="1600" dirty="0" smtClean="0"/>
              <a:t> re-password, email)</a:t>
            </a:r>
            <a:endParaRPr lang="en-US" sz="1600" dirty="0"/>
          </a:p>
        </p:txBody>
      </p:sp>
      <p:sp>
        <p:nvSpPr>
          <p:cNvPr id="43" name="TextBox 42"/>
          <p:cNvSpPr txBox="1"/>
          <p:nvPr/>
        </p:nvSpPr>
        <p:spPr>
          <a:xfrm>
            <a:off x="6021922" y="3499897"/>
            <a:ext cx="203022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5: Store information</a:t>
            </a:r>
            <a:br>
              <a:rPr lang="en-US" sz="1600" dirty="0" smtClean="0"/>
            </a:br>
            <a:r>
              <a:rPr lang="en-US" sz="1600" dirty="0" smtClean="0"/>
              <a:t>(username, password,</a:t>
            </a:r>
          </a:p>
          <a:p>
            <a:pPr algn="ctr"/>
            <a:r>
              <a:rPr lang="en-US" sz="1600" dirty="0" smtClean="0"/>
              <a:t> re-password, email)</a:t>
            </a:r>
            <a:endParaRPr lang="en-US" sz="1600" dirty="0"/>
          </a:p>
        </p:txBody>
      </p:sp>
      <p:sp>
        <p:nvSpPr>
          <p:cNvPr id="31" name="TextBox 30"/>
          <p:cNvSpPr txBox="1"/>
          <p:nvPr/>
        </p:nvSpPr>
        <p:spPr>
          <a:xfrm>
            <a:off x="1623398" y="1844650"/>
            <a:ext cx="175310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</a:t>
            </a:r>
          </a:p>
          <a:p>
            <a:pPr algn="ctr"/>
            <a:r>
              <a:rPr lang="en-US" sz="1600" dirty="0" smtClean="0"/>
              <a:t>for visitor link</a:t>
            </a:r>
            <a:endParaRPr lang="en-US" sz="1600" dirty="0"/>
          </a:p>
        </p:txBody>
      </p:sp>
      <p:sp>
        <p:nvSpPr>
          <p:cNvPr id="44" name="TextBox 43"/>
          <p:cNvSpPr txBox="1"/>
          <p:nvPr/>
        </p:nvSpPr>
        <p:spPr>
          <a:xfrm>
            <a:off x="3820545" y="2273937"/>
            <a:ext cx="18014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Click register link</a:t>
            </a:r>
            <a:endParaRPr lang="en-US" sz="1600" dirty="0"/>
          </a:p>
        </p:txBody>
      </p:sp>
      <p:cxnSp>
        <p:nvCxnSpPr>
          <p:cNvPr id="45" name="Straight Arrow Connector 44"/>
          <p:cNvCxnSpPr/>
          <p:nvPr/>
        </p:nvCxnSpPr>
        <p:spPr>
          <a:xfrm flipH="1">
            <a:off x="1587855" y="5023207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2613376" y="4457632"/>
            <a:ext cx="2442195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8: Result = Success</a:t>
            </a:r>
          </a:p>
          <a:p>
            <a:r>
              <a:rPr lang="en-US" sz="1600" dirty="0" smtClean="0"/>
              <a:t>Display successful message</a:t>
            </a:r>
            <a:endParaRPr lang="en-US" sz="1600" dirty="0"/>
          </a:p>
        </p:txBody>
      </p:sp>
      <p:cxnSp>
        <p:nvCxnSpPr>
          <p:cNvPr id="48" name="Straight Arrow Connector 47"/>
          <p:cNvCxnSpPr/>
          <p:nvPr/>
        </p:nvCxnSpPr>
        <p:spPr>
          <a:xfrm flipH="1">
            <a:off x="1571297" y="5755961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2614095" y="5175532"/>
            <a:ext cx="202541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Result = Fail</a:t>
            </a:r>
          </a:p>
          <a:p>
            <a:r>
              <a:rPr lang="en-US" sz="1600" dirty="0" smtClean="0"/>
              <a:t>Display error message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30381986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6630" y="1092848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9427" y="1604004"/>
            <a:ext cx="0" cy="491709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6263645" y="1059935"/>
            <a:ext cx="19850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CheckLogin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8361221" y="1053174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7256192" y="1571091"/>
            <a:ext cx="0" cy="495001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169145" y="1564330"/>
            <a:ext cx="0" cy="495677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9725" y="1885878"/>
            <a:ext cx="150119" cy="432543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504702" y="1934443"/>
            <a:ext cx="145054" cy="46468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7186491" y="3513862"/>
            <a:ext cx="139402" cy="50431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9117987" y="3851501"/>
            <a:ext cx="139402" cy="116643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59844" y="1978814"/>
            <a:ext cx="174485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644104" y="2366052"/>
            <a:ext cx="228325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679427" y="3280252"/>
            <a:ext cx="424792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 flipH="1">
            <a:off x="9228901" y="4613976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H="1" flipV="1">
            <a:off x="9970860" y="4128567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9228901" y="4128566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5080999" y="4932167"/>
            <a:ext cx="4036988" cy="1257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2548148" y="2961236"/>
            <a:ext cx="204124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Input information</a:t>
            </a:r>
            <a:br>
              <a:rPr lang="en-US" sz="1600" dirty="0" smtClean="0"/>
            </a:br>
            <a:r>
              <a:rPr lang="en-US" sz="1600" dirty="0" smtClean="0"/>
              <a:t>(username, password)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6385979" y="4632653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7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sp>
        <p:nvSpPr>
          <p:cNvPr id="43" name="Rectangle 42"/>
          <p:cNvSpPr/>
          <p:nvPr/>
        </p:nvSpPr>
        <p:spPr>
          <a:xfrm>
            <a:off x="4927354" y="2336591"/>
            <a:ext cx="153645" cy="387471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3" name="Picture 32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59" y="62183"/>
            <a:ext cx="1199252" cy="1199252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1462211" y="105991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</a:t>
            </a:r>
            <a:endParaRPr lang="en-US" dirty="0"/>
          </a:p>
        </p:txBody>
      </p:sp>
      <p:cxnSp>
        <p:nvCxnSpPr>
          <p:cNvPr id="48" name="Straight Connector 47"/>
          <p:cNvCxnSpPr>
            <a:stCxn id="37" idx="2"/>
          </p:cNvCxnSpPr>
          <p:nvPr/>
        </p:nvCxnSpPr>
        <p:spPr>
          <a:xfrm flipH="1">
            <a:off x="2563719" y="1571074"/>
            <a:ext cx="24565" cy="49500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 flipH="1">
            <a:off x="759845" y="2841428"/>
            <a:ext cx="416750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2649756" y="2499682"/>
            <a:ext cx="19115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Return log in form</a:t>
            </a:r>
            <a:endParaRPr lang="en-US" sz="1600" dirty="0"/>
          </a:p>
        </p:txBody>
      </p:sp>
      <p:cxnSp>
        <p:nvCxnSpPr>
          <p:cNvPr id="52" name="Straight Arrow Connector 51"/>
          <p:cNvCxnSpPr/>
          <p:nvPr/>
        </p:nvCxnSpPr>
        <p:spPr>
          <a:xfrm>
            <a:off x="7325893" y="3951438"/>
            <a:ext cx="179209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3878105" y="105991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Login</a:t>
            </a:r>
            <a:endParaRPr lang="en-US" dirty="0"/>
          </a:p>
        </p:txBody>
      </p:sp>
      <p:cxnSp>
        <p:nvCxnSpPr>
          <p:cNvPr id="54" name="Straight Connector 53"/>
          <p:cNvCxnSpPr>
            <a:stCxn id="53" idx="2"/>
          </p:cNvCxnSpPr>
          <p:nvPr/>
        </p:nvCxnSpPr>
        <p:spPr>
          <a:xfrm flipH="1">
            <a:off x="4989310" y="1571074"/>
            <a:ext cx="14868" cy="49500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7177804" y="3628070"/>
            <a:ext cx="204124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check information</a:t>
            </a:r>
          </a:p>
          <a:p>
            <a:pPr algn="ctr"/>
            <a:r>
              <a:rPr lang="en-US" sz="1600" dirty="0" smtClean="0"/>
              <a:t>(username, password)</a:t>
            </a:r>
            <a:endParaRPr lang="en-US" sz="1600" dirty="0"/>
          </a:p>
        </p:txBody>
      </p:sp>
      <p:sp>
        <p:nvSpPr>
          <p:cNvPr id="47" name="TextBox 46"/>
          <p:cNvSpPr txBox="1"/>
          <p:nvPr/>
        </p:nvSpPr>
        <p:spPr>
          <a:xfrm>
            <a:off x="9257389" y="3572966"/>
            <a:ext cx="1075735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6: Validate </a:t>
            </a:r>
          </a:p>
          <a:p>
            <a:pPr algn="ctr"/>
            <a:r>
              <a:rPr lang="en-US" sz="1600" dirty="0" smtClean="0"/>
              <a:t>inputs</a:t>
            </a:r>
            <a:endParaRPr lang="en-US" sz="1600" dirty="0"/>
          </a:p>
        </p:txBody>
      </p:sp>
      <p:cxnSp>
        <p:nvCxnSpPr>
          <p:cNvPr id="39" name="Straight Arrow Connector 38"/>
          <p:cNvCxnSpPr/>
          <p:nvPr/>
        </p:nvCxnSpPr>
        <p:spPr>
          <a:xfrm flipV="1">
            <a:off x="5019418" y="3577231"/>
            <a:ext cx="2158386" cy="109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093551" y="3259386"/>
            <a:ext cx="204124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</a:t>
            </a:r>
            <a:r>
              <a:rPr lang="en-US" sz="1600" dirty="0"/>
              <a:t>V</a:t>
            </a:r>
            <a:r>
              <a:rPr lang="en-US" sz="1600" dirty="0" smtClean="0"/>
              <a:t>erify information</a:t>
            </a:r>
            <a:br>
              <a:rPr lang="en-US" sz="1600" dirty="0" smtClean="0"/>
            </a:br>
            <a:r>
              <a:rPr lang="en-US" sz="1600" dirty="0" smtClean="0"/>
              <a:t>(username, password)</a:t>
            </a:r>
            <a:endParaRPr lang="en-US" sz="1600" dirty="0"/>
          </a:p>
        </p:txBody>
      </p:sp>
      <p:sp>
        <p:nvSpPr>
          <p:cNvPr id="55" name="TextBox 54"/>
          <p:cNvSpPr txBox="1"/>
          <p:nvPr/>
        </p:nvSpPr>
        <p:spPr>
          <a:xfrm>
            <a:off x="810615" y="1674902"/>
            <a:ext cx="175310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</a:t>
            </a:r>
          </a:p>
          <a:p>
            <a:pPr algn="ctr"/>
            <a:r>
              <a:rPr lang="en-US" sz="1600" dirty="0" smtClean="0"/>
              <a:t>for visitor link</a:t>
            </a:r>
            <a:endParaRPr lang="en-US" sz="1600" dirty="0"/>
          </a:p>
        </p:txBody>
      </p:sp>
      <p:sp>
        <p:nvSpPr>
          <p:cNvPr id="56" name="TextBox 55"/>
          <p:cNvSpPr txBox="1"/>
          <p:nvPr/>
        </p:nvSpPr>
        <p:spPr>
          <a:xfrm>
            <a:off x="2813608" y="2045331"/>
            <a:ext cx="16147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Click log in link</a:t>
            </a:r>
            <a:endParaRPr lang="en-US" sz="1600" dirty="0"/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721217" y="5332997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1746738" y="4767422"/>
            <a:ext cx="240983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8: Result = Success</a:t>
            </a:r>
          </a:p>
          <a:p>
            <a:r>
              <a:rPr lang="en-US" sz="1600" dirty="0" smtClean="0"/>
              <a:t>Return blogger home page</a:t>
            </a:r>
            <a:endParaRPr lang="en-US" sz="1600" dirty="0"/>
          </a:p>
        </p:txBody>
      </p:sp>
      <p:cxnSp>
        <p:nvCxnSpPr>
          <p:cNvPr id="57" name="Straight Arrow Connector 56"/>
          <p:cNvCxnSpPr/>
          <p:nvPr/>
        </p:nvCxnSpPr>
        <p:spPr>
          <a:xfrm flipH="1">
            <a:off x="704659" y="6065751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1747457" y="5485322"/>
            <a:ext cx="202541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Result = Fail</a:t>
            </a:r>
          </a:p>
          <a:p>
            <a:r>
              <a:rPr lang="en-US" sz="1600" dirty="0" smtClean="0"/>
              <a:t>Display error message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59909245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160217" y="1995438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803014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7493188" y="1995438"/>
            <a:ext cx="19850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LogOut</a:t>
            </a:r>
            <a:endParaRPr lang="en-US" dirty="0"/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8485735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733313" y="2917069"/>
            <a:ext cx="139402" cy="219951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6057334" y="293255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8416034" y="3286320"/>
            <a:ext cx="139402" cy="148446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872715" y="3010004"/>
            <a:ext cx="418461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6196736" y="3397242"/>
            <a:ext cx="221929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 flipH="1">
            <a:off x="3784493" y="4625209"/>
            <a:ext cx="463154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037980" y="4717870"/>
            <a:ext cx="1521270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5: Return visitor </a:t>
            </a:r>
          </a:p>
          <a:p>
            <a:pPr algn="ctr"/>
            <a:r>
              <a:rPr lang="en-US" sz="1600" dirty="0" smtClean="0"/>
              <a:t>home page</a:t>
            </a:r>
            <a:endParaRPr lang="en-US" sz="1600" dirty="0"/>
          </a:p>
        </p:txBody>
      </p:sp>
      <p:cxnSp>
        <p:nvCxnSpPr>
          <p:cNvPr id="33" name="Straight Arrow Connector 32"/>
          <p:cNvCxnSpPr/>
          <p:nvPr/>
        </p:nvCxnSpPr>
        <p:spPr>
          <a:xfrm flipH="1">
            <a:off x="8555436" y="4397575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9297395" y="3636090"/>
            <a:ext cx="0" cy="7614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H="1">
            <a:off x="8555436" y="363609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17" y="964818"/>
            <a:ext cx="1199252" cy="1199252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5009416" y="199543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28" name="Straight Connector 27"/>
          <p:cNvCxnSpPr>
            <a:stCxn id="24" idx="2"/>
          </p:cNvCxnSpPr>
          <p:nvPr/>
        </p:nvCxnSpPr>
        <p:spPr>
          <a:xfrm>
            <a:off x="6135489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555436" y="3305415"/>
            <a:ext cx="16995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Request log out</a:t>
            </a:r>
            <a:endParaRPr lang="en-US" sz="1600" dirty="0"/>
          </a:p>
        </p:txBody>
      </p:sp>
      <p:sp>
        <p:nvSpPr>
          <p:cNvPr id="30" name="Rectangle 29"/>
          <p:cNvSpPr/>
          <p:nvPr/>
        </p:nvSpPr>
        <p:spPr>
          <a:xfrm>
            <a:off x="2588719" y="199543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</a:t>
            </a:r>
            <a:endParaRPr lang="en-US" dirty="0"/>
          </a:p>
        </p:txBody>
      </p:sp>
      <p:cxnSp>
        <p:nvCxnSpPr>
          <p:cNvPr id="31" name="Straight Connector 30"/>
          <p:cNvCxnSpPr>
            <a:stCxn id="30" idx="2"/>
          </p:cNvCxnSpPr>
          <p:nvPr/>
        </p:nvCxnSpPr>
        <p:spPr>
          <a:xfrm>
            <a:off x="3714792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3645091" y="455895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Arrow Connector 34"/>
          <p:cNvCxnSpPr/>
          <p:nvPr/>
        </p:nvCxnSpPr>
        <p:spPr>
          <a:xfrm flipH="1">
            <a:off x="1872715" y="5040934"/>
            <a:ext cx="191177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319059" y="4263619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4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sp>
        <p:nvSpPr>
          <p:cNvPr id="39" name="TextBox 38"/>
          <p:cNvSpPr txBox="1"/>
          <p:nvPr/>
        </p:nvSpPr>
        <p:spPr>
          <a:xfrm>
            <a:off x="6408102" y="3058688"/>
            <a:ext cx="1744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Click log out link</a:t>
            </a:r>
            <a:endParaRPr lang="en-US" sz="1600" dirty="0"/>
          </a:p>
        </p:txBody>
      </p:sp>
      <p:sp>
        <p:nvSpPr>
          <p:cNvPr id="40" name="TextBox 39"/>
          <p:cNvSpPr txBox="1"/>
          <p:nvPr/>
        </p:nvSpPr>
        <p:spPr>
          <a:xfrm>
            <a:off x="2016092" y="2684186"/>
            <a:ext cx="30972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for blogger link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12839987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1356" y="1317349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4153" y="1828505"/>
            <a:ext cx="0" cy="30620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007390" y="1295686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 flipH="1">
            <a:off x="7604476" y="1806842"/>
            <a:ext cx="1" cy="30620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15314" y="1806842"/>
            <a:ext cx="0" cy="30620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4451" y="2094305"/>
            <a:ext cx="139403" cy="246810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23021" y="2109794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7534776" y="3056815"/>
            <a:ext cx="139402" cy="28161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43854" y="2217620"/>
            <a:ext cx="19791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62423" y="2585257"/>
            <a:ext cx="2367556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477783" y="1295686"/>
            <a:ext cx="224554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ShowProfile</a:t>
            </a:r>
            <a:endParaRPr lang="en-US" dirty="0"/>
          </a:p>
        </p:txBody>
      </p:sp>
      <p:sp>
        <p:nvSpPr>
          <p:cNvPr id="53" name="Rectangle 52"/>
          <p:cNvSpPr/>
          <p:nvPr/>
        </p:nvSpPr>
        <p:spPr>
          <a:xfrm>
            <a:off x="9745612" y="3254016"/>
            <a:ext cx="139403" cy="61832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/>
          <p:cNvCxnSpPr/>
          <p:nvPr/>
        </p:nvCxnSpPr>
        <p:spPr>
          <a:xfrm rot="10800000">
            <a:off x="743855" y="4314419"/>
            <a:ext cx="4512982" cy="158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144271" y="3990855"/>
            <a:ext cx="42673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Display result</a:t>
            </a:r>
            <a:br>
              <a:rPr lang="en-US" sz="1600" dirty="0" smtClean="0"/>
            </a:br>
            <a:r>
              <a:rPr lang="en-US" sz="1600" dirty="0" smtClean="0"/>
              <a:t>(profile picture, username, follower number, </a:t>
            </a:r>
          </a:p>
          <a:p>
            <a:pPr algn="ctr"/>
            <a:r>
              <a:rPr lang="en-US" sz="1600" dirty="0" smtClean="0"/>
              <a:t>following number, email, list of created tutorials)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5327177" y="3084951"/>
            <a:ext cx="2207599" cy="438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574299" y="3531778"/>
            <a:ext cx="378027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Return result</a:t>
            </a:r>
          </a:p>
          <a:p>
            <a:pPr algn="ctr"/>
            <a:r>
              <a:rPr lang="en-US" sz="1600" dirty="0"/>
              <a:t>(profile picture, username, </a:t>
            </a:r>
            <a:endParaRPr lang="en-US" sz="1600" dirty="0" smtClean="0"/>
          </a:p>
          <a:p>
            <a:pPr algn="ctr"/>
            <a:r>
              <a:rPr lang="en-US" sz="1600" dirty="0" smtClean="0"/>
              <a:t>follower </a:t>
            </a:r>
            <a:r>
              <a:rPr lang="en-US" sz="1600" dirty="0"/>
              <a:t>number, </a:t>
            </a:r>
            <a:r>
              <a:rPr lang="en-US" sz="1600" dirty="0" smtClean="0"/>
              <a:t>following </a:t>
            </a:r>
            <a:r>
              <a:rPr lang="en-US" sz="1600" dirty="0"/>
              <a:t>number, </a:t>
            </a:r>
            <a:r>
              <a:rPr lang="en-US" sz="1600" dirty="0" smtClean="0"/>
              <a:t>email</a:t>
            </a:r>
            <a:r>
              <a:rPr lang="en-US" sz="1600" dirty="0"/>
              <a:t>, list of created tutorials)</a:t>
            </a:r>
          </a:p>
          <a:p>
            <a:pPr algn="ctr"/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rot="10800000">
            <a:off x="5327177" y="3826301"/>
            <a:ext cx="4418436" cy="158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27" y="288428"/>
            <a:ext cx="1199252" cy="119925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1672043" y="131524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29" name="Straight Connector 28"/>
          <p:cNvCxnSpPr>
            <a:stCxn id="25" idx="2"/>
          </p:cNvCxnSpPr>
          <p:nvPr/>
        </p:nvCxnSpPr>
        <p:spPr>
          <a:xfrm>
            <a:off x="2798116" y="1826397"/>
            <a:ext cx="0" cy="30642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068921" y="2979974"/>
            <a:ext cx="1366480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Get blogger </a:t>
            </a:r>
          </a:p>
          <a:p>
            <a:pPr algn="ctr"/>
            <a:r>
              <a:rPr lang="en-US" sz="1600" dirty="0" smtClean="0"/>
              <a:t>information</a:t>
            </a:r>
            <a:endParaRPr lang="en-US" sz="1600" dirty="0"/>
          </a:p>
        </p:txBody>
      </p:sp>
      <p:cxnSp>
        <p:nvCxnSpPr>
          <p:cNvPr id="24" name="Straight Connector 23"/>
          <p:cNvCxnSpPr/>
          <p:nvPr/>
        </p:nvCxnSpPr>
        <p:spPr>
          <a:xfrm flipH="1">
            <a:off x="5256836" y="1806842"/>
            <a:ext cx="1" cy="30620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4015955" y="1295686"/>
            <a:ext cx="224554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ViewProfileDetail</a:t>
            </a:r>
            <a:endParaRPr lang="en-US" dirty="0"/>
          </a:p>
        </p:txBody>
      </p:sp>
      <p:sp>
        <p:nvSpPr>
          <p:cNvPr id="34" name="Rectangle 33"/>
          <p:cNvSpPr/>
          <p:nvPr/>
        </p:nvSpPr>
        <p:spPr>
          <a:xfrm>
            <a:off x="5187775" y="2505276"/>
            <a:ext cx="139402" cy="190980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Arrow Connector 40"/>
          <p:cNvCxnSpPr/>
          <p:nvPr/>
        </p:nvCxnSpPr>
        <p:spPr>
          <a:xfrm>
            <a:off x="7534776" y="3291840"/>
            <a:ext cx="2207599" cy="438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52088" y="1892875"/>
            <a:ext cx="175310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</a:t>
            </a:r>
          </a:p>
          <a:p>
            <a:pPr algn="ctr"/>
            <a:r>
              <a:rPr lang="en-US" sz="1600" dirty="0" smtClean="0"/>
              <a:t>for blogger link</a:t>
            </a:r>
            <a:endParaRPr lang="en-US" sz="1600" dirty="0"/>
          </a:p>
        </p:txBody>
      </p:sp>
      <p:sp>
        <p:nvSpPr>
          <p:cNvPr id="35" name="TextBox 34"/>
          <p:cNvSpPr txBox="1"/>
          <p:nvPr/>
        </p:nvSpPr>
        <p:spPr>
          <a:xfrm>
            <a:off x="3070729" y="2273937"/>
            <a:ext cx="1706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Click profile link</a:t>
            </a:r>
            <a:endParaRPr lang="en-US" sz="1600" dirty="0"/>
          </a:p>
        </p:txBody>
      </p:sp>
      <p:sp>
        <p:nvSpPr>
          <p:cNvPr id="36" name="TextBox 35"/>
          <p:cNvSpPr txBox="1"/>
          <p:nvPr/>
        </p:nvSpPr>
        <p:spPr>
          <a:xfrm>
            <a:off x="5760857" y="2746519"/>
            <a:ext cx="140625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Request </a:t>
            </a:r>
          </a:p>
          <a:p>
            <a:pPr algn="ctr"/>
            <a:r>
              <a:rPr lang="en-US" sz="1600" dirty="0" smtClean="0"/>
              <a:t>blogger profile</a:t>
            </a:r>
            <a:endParaRPr lang="en-US" sz="1600" dirty="0"/>
          </a:p>
        </p:txBody>
      </p:sp>
      <p:cxnSp>
        <p:nvCxnSpPr>
          <p:cNvPr id="37" name="Straight Arrow Connector 36"/>
          <p:cNvCxnSpPr/>
          <p:nvPr/>
        </p:nvCxnSpPr>
        <p:spPr>
          <a:xfrm flipH="1">
            <a:off x="9856527" y="3758967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10598486" y="339747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H="1">
            <a:off x="9856527" y="3397477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777406" y="2852893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2286147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0339" y="1129873"/>
            <a:ext cx="1044738" cy="4864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 rot="5400000">
            <a:off x="-1596402" y="3745395"/>
            <a:ext cx="4258220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053192" y="1129873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5978769" y="1505397"/>
            <a:ext cx="0" cy="42334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rot="5400000">
            <a:off x="7740505" y="3753894"/>
            <a:ext cx="4233476" cy="77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463007" y="1801434"/>
            <a:ext cx="139404" cy="35075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015409" y="1941703"/>
            <a:ext cx="139402" cy="30695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915996" y="2255447"/>
            <a:ext cx="152400" cy="305356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02411" y="2030144"/>
            <a:ext cx="141299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154811" y="2189878"/>
            <a:ext cx="185797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2015409" y="3178547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Input information</a:t>
            </a:r>
          </a:p>
          <a:p>
            <a:pPr algn="ctr"/>
            <a:r>
              <a:rPr lang="en-US" sz="1600" dirty="0" smtClean="0"/>
              <a:t>(</a:t>
            </a:r>
            <a:r>
              <a:rPr lang="en-US" sz="1600" dirty="0"/>
              <a:t>profile picture, email) 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93988" y="1105129"/>
            <a:ext cx="222335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UpdateProfile</a:t>
            </a:r>
            <a:endParaRPr lang="en-US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602411" y="3470935"/>
            <a:ext cx="5313585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/>
          <p:nvPr/>
        </p:nvCxnSpPr>
        <p:spPr>
          <a:xfrm>
            <a:off x="8131126" y="4035464"/>
            <a:ext cx="1660288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9791415" y="3986901"/>
            <a:ext cx="129458" cy="82252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0" name="Straight Arrow Connector 59"/>
          <p:cNvCxnSpPr/>
          <p:nvPr/>
        </p:nvCxnSpPr>
        <p:spPr>
          <a:xfrm rot="10800000">
            <a:off x="6068396" y="4722812"/>
            <a:ext cx="3723022" cy="158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6972331" y="4430424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Return </a:t>
            </a:r>
            <a:r>
              <a:rPr lang="en-US" sz="1600" dirty="0"/>
              <a:t>result</a:t>
            </a:r>
            <a:br>
              <a:rPr lang="en-US" sz="1600" dirty="0"/>
            </a:br>
            <a:r>
              <a:rPr lang="en-US" sz="1600" dirty="0"/>
              <a:t>(profile picture, email) </a:t>
            </a:r>
          </a:p>
        </p:txBody>
      </p:sp>
      <p:cxnSp>
        <p:nvCxnSpPr>
          <p:cNvPr id="62" name="Straight Arrow Connector 61"/>
          <p:cNvCxnSpPr/>
          <p:nvPr/>
        </p:nvCxnSpPr>
        <p:spPr>
          <a:xfrm rot="10800000">
            <a:off x="532711" y="5151477"/>
            <a:ext cx="5446058" cy="158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033830" y="4859088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10: Display result</a:t>
            </a:r>
            <a:r>
              <a:rPr lang="en-US" sz="1600" dirty="0"/>
              <a:t/>
            </a:r>
            <a:br>
              <a:rPr lang="en-US" sz="1600" dirty="0"/>
            </a:br>
            <a:r>
              <a:rPr lang="en-US" sz="1600" dirty="0"/>
              <a:t>(profile picture, email) 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27340" y="2662336"/>
            <a:ext cx="23757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4: Return edit profile form</a:t>
            </a:r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602411" y="3000892"/>
            <a:ext cx="5313587" cy="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71" y="103937"/>
            <a:ext cx="1199252" cy="1199252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239423" y="1121473"/>
            <a:ext cx="1800315" cy="4948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/>
          <p:nvPr/>
        </p:nvCxnSpPr>
        <p:spPr>
          <a:xfrm rot="5400000">
            <a:off x="15623" y="3684957"/>
            <a:ext cx="4106244" cy="158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4065563" y="1582986"/>
            <a:ext cx="16925" cy="425822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3366995" y="1121473"/>
            <a:ext cx="132517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</a:t>
            </a:r>
            <a:endParaRPr lang="en-US" dirty="0" smtClean="0"/>
          </a:p>
          <a:p>
            <a:pPr algn="ctr"/>
            <a:r>
              <a:rPr lang="en-US" dirty="0" smtClean="0"/>
              <a:t>Detail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4012787" y="2119484"/>
            <a:ext cx="139402" cy="42743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/>
          <p:cNvCxnSpPr/>
          <p:nvPr/>
        </p:nvCxnSpPr>
        <p:spPr>
          <a:xfrm>
            <a:off x="4152189" y="2489108"/>
            <a:ext cx="1763807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 flipH="1">
            <a:off x="9920872" y="463869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H="1" flipV="1">
            <a:off x="10662831" y="4153283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9920872" y="415328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064805" y="3575460"/>
            <a:ext cx="1815659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 update </a:t>
            </a:r>
          </a:p>
          <a:p>
            <a:pPr algn="ctr"/>
            <a:r>
              <a:rPr lang="en-US" sz="1400" dirty="0" smtClean="0"/>
              <a:t>information</a:t>
            </a:r>
          </a:p>
          <a:p>
            <a:pPr algn="ctr"/>
            <a:r>
              <a:rPr lang="en-US" sz="1400" dirty="0" smtClean="0"/>
              <a:t>(</a:t>
            </a:r>
            <a:r>
              <a:rPr lang="en-US" sz="1400" dirty="0"/>
              <a:t>profile picture, email)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95256" y="3555225"/>
            <a:ext cx="1075735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Validate </a:t>
            </a:r>
          </a:p>
          <a:p>
            <a:pPr algn="ctr"/>
            <a:r>
              <a:rPr lang="en-US" sz="1600" dirty="0" smtClean="0"/>
              <a:t>inputs</a:t>
            </a:r>
            <a:endParaRPr lang="en-US" sz="1600" dirty="0"/>
          </a:p>
        </p:txBody>
      </p:sp>
      <p:sp>
        <p:nvSpPr>
          <p:cNvPr id="82" name="Rectangle 81"/>
          <p:cNvSpPr/>
          <p:nvPr/>
        </p:nvSpPr>
        <p:spPr>
          <a:xfrm>
            <a:off x="7189186" y="1105129"/>
            <a:ext cx="178344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EditProfile</a:t>
            </a:r>
            <a:endParaRPr lang="en-US" dirty="0"/>
          </a:p>
        </p:txBody>
      </p:sp>
      <p:cxnSp>
        <p:nvCxnSpPr>
          <p:cNvPr id="85" name="Straight Connector 84"/>
          <p:cNvCxnSpPr/>
          <p:nvPr/>
        </p:nvCxnSpPr>
        <p:spPr>
          <a:xfrm>
            <a:off x="8131126" y="1582986"/>
            <a:ext cx="0" cy="42334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/>
          <p:cNvCxnSpPr/>
          <p:nvPr/>
        </p:nvCxnSpPr>
        <p:spPr>
          <a:xfrm>
            <a:off x="6068396" y="3725058"/>
            <a:ext cx="1986530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8054926" y="3699023"/>
            <a:ext cx="152400" cy="35664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/>
          <p:cNvSpPr txBox="1"/>
          <p:nvPr/>
        </p:nvSpPr>
        <p:spPr>
          <a:xfrm>
            <a:off x="622494" y="1704984"/>
            <a:ext cx="14449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</a:t>
            </a:r>
          </a:p>
          <a:p>
            <a:pPr algn="ctr"/>
            <a:r>
              <a:rPr lang="en-US" sz="1600" dirty="0" smtClean="0"/>
              <a:t>home page </a:t>
            </a:r>
          </a:p>
          <a:p>
            <a:pPr algn="ctr"/>
            <a:r>
              <a:rPr lang="en-US" sz="1600" dirty="0" smtClean="0"/>
              <a:t>for blogger link</a:t>
            </a:r>
            <a:endParaRPr lang="en-US" sz="1600" dirty="0"/>
          </a:p>
        </p:txBody>
      </p:sp>
      <p:sp>
        <p:nvSpPr>
          <p:cNvPr id="50" name="TextBox 49"/>
          <p:cNvSpPr txBox="1"/>
          <p:nvPr/>
        </p:nvSpPr>
        <p:spPr>
          <a:xfrm>
            <a:off x="2305869" y="1851324"/>
            <a:ext cx="1706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Click profile link</a:t>
            </a:r>
            <a:endParaRPr lang="en-US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4401139" y="2163025"/>
            <a:ext cx="114646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Click edit </a:t>
            </a:r>
          </a:p>
          <a:p>
            <a:pPr algn="ctr"/>
            <a:r>
              <a:rPr lang="en-US" sz="1600" dirty="0" smtClean="0"/>
              <a:t>profile link</a:t>
            </a:r>
            <a:endParaRPr lang="en-US" sz="1600" dirty="0"/>
          </a:p>
        </p:txBody>
      </p:sp>
      <p:sp>
        <p:nvSpPr>
          <p:cNvPr id="55" name="TextBox 54"/>
          <p:cNvSpPr txBox="1"/>
          <p:nvPr/>
        </p:nvSpPr>
        <p:spPr>
          <a:xfrm>
            <a:off x="6053752" y="3408223"/>
            <a:ext cx="1837162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Request  </a:t>
            </a:r>
          </a:p>
          <a:p>
            <a:pPr algn="ctr"/>
            <a:r>
              <a:rPr lang="en-US" sz="1600" dirty="0" smtClean="0"/>
              <a:t>Update information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0623144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2268" y="112987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5065" y="1641029"/>
            <a:ext cx="0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128750" y="1121473"/>
            <a:ext cx="1615847" cy="5195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5223559" y="1616285"/>
            <a:ext cx="0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928928" y="1641029"/>
            <a:ext cx="7746" cy="47391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5363" y="1906828"/>
            <a:ext cx="139403" cy="416172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150566" y="190121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153857" y="2565397"/>
            <a:ext cx="139403" cy="4600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24766" y="2030144"/>
            <a:ext cx="14258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24605" y="2364095"/>
            <a:ext cx="150458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571841" y="1129873"/>
            <a:ext cx="125579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Update</a:t>
            </a:r>
          </a:p>
          <a:p>
            <a:pPr algn="ctr"/>
            <a:r>
              <a:rPr lang="en-US" dirty="0" smtClean="0"/>
              <a:t>Profile</a:t>
            </a:r>
            <a:endParaRPr lang="en-US" dirty="0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655065" y="3949969"/>
            <a:ext cx="596981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9859226" y="4345371"/>
            <a:ext cx="139403" cy="133508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5215815" y="2949374"/>
            <a:ext cx="14090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61" y="103937"/>
            <a:ext cx="1199252" cy="1199252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356989" y="1129873"/>
            <a:ext cx="17352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 smtClean="0"/>
          </a:p>
        </p:txBody>
      </p:sp>
      <p:cxnSp>
        <p:nvCxnSpPr>
          <p:cNvPr id="34" name="Straight Connector 33"/>
          <p:cNvCxnSpPr>
            <a:stCxn id="31" idx="2"/>
          </p:cNvCxnSpPr>
          <p:nvPr/>
        </p:nvCxnSpPr>
        <p:spPr>
          <a:xfrm flipH="1">
            <a:off x="2220267" y="1641029"/>
            <a:ext cx="4338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>
            <a:off x="6694580" y="1641029"/>
            <a:ext cx="0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5974985" y="1129873"/>
            <a:ext cx="143918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Change</a:t>
            </a:r>
          </a:p>
          <a:p>
            <a:pPr algn="ctr"/>
            <a:r>
              <a:rPr lang="en-US" dirty="0" smtClean="0"/>
              <a:t>Password </a:t>
            </a:r>
          </a:p>
        </p:txBody>
      </p:sp>
      <p:cxnSp>
        <p:nvCxnSpPr>
          <p:cNvPr id="46" name="Straight Connector 45"/>
          <p:cNvCxnSpPr/>
          <p:nvPr/>
        </p:nvCxnSpPr>
        <p:spPr>
          <a:xfrm flipH="1">
            <a:off x="3798889" y="1616285"/>
            <a:ext cx="1" cy="477229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3132347" y="1121473"/>
            <a:ext cx="132517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</a:t>
            </a:r>
            <a:endParaRPr lang="en-US" dirty="0" smtClean="0"/>
          </a:p>
          <a:p>
            <a:pPr algn="ctr"/>
            <a:r>
              <a:rPr lang="en-US" dirty="0" smtClean="0"/>
              <a:t>Detail</a:t>
            </a:r>
            <a:endParaRPr lang="en-US" dirty="0"/>
          </a:p>
        </p:txBody>
      </p:sp>
      <p:sp>
        <p:nvSpPr>
          <p:cNvPr id="54" name="Rectangle 53"/>
          <p:cNvSpPr/>
          <p:nvPr/>
        </p:nvSpPr>
        <p:spPr>
          <a:xfrm>
            <a:off x="3729188" y="2282909"/>
            <a:ext cx="139402" cy="47894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Arrow Connector 55"/>
          <p:cNvCxnSpPr/>
          <p:nvPr/>
        </p:nvCxnSpPr>
        <p:spPr>
          <a:xfrm>
            <a:off x="3798890" y="2691665"/>
            <a:ext cx="13549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6624879" y="2883202"/>
            <a:ext cx="139402" cy="31655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7" name="Straight Arrow Connector 66"/>
          <p:cNvCxnSpPr/>
          <p:nvPr/>
        </p:nvCxnSpPr>
        <p:spPr>
          <a:xfrm flipH="1">
            <a:off x="724767" y="3494598"/>
            <a:ext cx="590011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410659" y="3156044"/>
            <a:ext cx="2904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Return change password form</a:t>
            </a:r>
            <a:endParaRPr lang="en-US" sz="1600" dirty="0"/>
          </a:p>
        </p:txBody>
      </p:sp>
      <p:sp>
        <p:nvSpPr>
          <p:cNvPr id="72" name="TextBox 71"/>
          <p:cNvSpPr txBox="1"/>
          <p:nvPr/>
        </p:nvSpPr>
        <p:spPr>
          <a:xfrm>
            <a:off x="1703862" y="3606897"/>
            <a:ext cx="4611659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Input information</a:t>
            </a:r>
            <a:r>
              <a:rPr lang="en-US" sz="1600" dirty="0"/>
              <a:t/>
            </a:r>
            <a:br>
              <a:rPr lang="en-US" sz="1600" dirty="0"/>
            </a:br>
            <a:r>
              <a:rPr lang="en-US" sz="1600" dirty="0" smtClean="0"/>
              <a:t>(current password, new password, re-new password) </a:t>
            </a:r>
            <a:endParaRPr lang="en-US" sz="1600" dirty="0"/>
          </a:p>
        </p:txBody>
      </p:sp>
      <p:cxnSp>
        <p:nvCxnSpPr>
          <p:cNvPr id="75" name="Straight Arrow Connector 74"/>
          <p:cNvCxnSpPr/>
          <p:nvPr/>
        </p:nvCxnSpPr>
        <p:spPr>
          <a:xfrm>
            <a:off x="8276345" y="4467051"/>
            <a:ext cx="15828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 flipH="1">
            <a:off x="9998629" y="5129269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/>
          <p:cNvCxnSpPr/>
          <p:nvPr/>
        </p:nvCxnSpPr>
        <p:spPr>
          <a:xfrm flipH="1" flipV="1">
            <a:off x="10740588" y="4643860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/>
          <p:cNvCxnSpPr/>
          <p:nvPr/>
        </p:nvCxnSpPr>
        <p:spPr>
          <a:xfrm flipH="1">
            <a:off x="9998629" y="4643859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/>
          <p:cNvCxnSpPr/>
          <p:nvPr/>
        </p:nvCxnSpPr>
        <p:spPr>
          <a:xfrm flipH="1">
            <a:off x="6748043" y="5594523"/>
            <a:ext cx="319767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8136944" y="5258242"/>
            <a:ext cx="176152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9: Return </a:t>
            </a:r>
            <a:r>
              <a:rPr lang="en-US" sz="1600" dirty="0"/>
              <a:t>result</a:t>
            </a:r>
            <a:br>
              <a:rPr lang="en-US" sz="1600" dirty="0"/>
            </a:br>
            <a:r>
              <a:rPr lang="en-US" sz="1600" dirty="0"/>
              <a:t>(current password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new password, </a:t>
            </a:r>
            <a:endParaRPr lang="en-US" sz="1600" dirty="0" smtClean="0"/>
          </a:p>
          <a:p>
            <a:pPr algn="ctr"/>
            <a:r>
              <a:rPr lang="en-US" sz="1600" dirty="0" smtClean="0"/>
              <a:t>re</a:t>
            </a:r>
            <a:r>
              <a:rPr lang="en-US" sz="1600" dirty="0"/>
              <a:t>-new password) </a:t>
            </a:r>
          </a:p>
        </p:txBody>
      </p:sp>
      <p:cxnSp>
        <p:nvCxnSpPr>
          <p:cNvPr id="82" name="Straight Arrow Connector 81"/>
          <p:cNvCxnSpPr/>
          <p:nvPr/>
        </p:nvCxnSpPr>
        <p:spPr>
          <a:xfrm flipH="1">
            <a:off x="759617" y="5883153"/>
            <a:ext cx="586269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1760064" y="5549751"/>
            <a:ext cx="4934516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Display result</a:t>
            </a:r>
          </a:p>
          <a:p>
            <a:pPr algn="ctr"/>
            <a:r>
              <a:rPr lang="en-US" sz="1600" dirty="0" smtClean="0"/>
              <a:t>(</a:t>
            </a:r>
            <a:r>
              <a:rPr lang="en-US" sz="1600" dirty="0"/>
              <a:t>current password, new password, re-new password)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23326" y="4152498"/>
            <a:ext cx="9669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8: Validate </a:t>
            </a:r>
          </a:p>
          <a:p>
            <a:pPr algn="ctr"/>
            <a:r>
              <a:rPr lang="en-US" sz="1400" dirty="0" smtClean="0"/>
              <a:t>inputs</a:t>
            </a:r>
            <a:endParaRPr lang="en-US" sz="1400" dirty="0"/>
          </a:p>
        </p:txBody>
      </p:sp>
      <p:sp>
        <p:nvSpPr>
          <p:cNvPr id="51" name="TextBox 50"/>
          <p:cNvSpPr txBox="1"/>
          <p:nvPr/>
        </p:nvSpPr>
        <p:spPr>
          <a:xfrm>
            <a:off x="8247990" y="3159097"/>
            <a:ext cx="176152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Update </a:t>
            </a:r>
          </a:p>
          <a:p>
            <a:pPr algn="ctr"/>
            <a:r>
              <a:rPr lang="en-US" sz="1600" dirty="0" smtClean="0"/>
              <a:t>information</a:t>
            </a:r>
            <a:r>
              <a:rPr lang="en-US" sz="1600" dirty="0"/>
              <a:t/>
            </a:r>
            <a:br>
              <a:rPr lang="en-US" sz="1600" dirty="0"/>
            </a:br>
            <a:r>
              <a:rPr lang="en-US" sz="1600" dirty="0" smtClean="0"/>
              <a:t>(current password, </a:t>
            </a:r>
          </a:p>
          <a:p>
            <a:pPr algn="ctr"/>
            <a:r>
              <a:rPr lang="en-US" sz="1600" dirty="0" smtClean="0"/>
              <a:t>new password, </a:t>
            </a:r>
          </a:p>
          <a:p>
            <a:pPr algn="ctr"/>
            <a:r>
              <a:rPr lang="en-US" sz="1600" dirty="0" smtClean="0"/>
              <a:t>re-new password) </a:t>
            </a:r>
            <a:endParaRPr lang="en-US" sz="1600" dirty="0"/>
          </a:p>
        </p:txBody>
      </p:sp>
      <p:sp>
        <p:nvSpPr>
          <p:cNvPr id="39" name="TextBox 38"/>
          <p:cNvSpPr txBox="1"/>
          <p:nvPr/>
        </p:nvSpPr>
        <p:spPr>
          <a:xfrm>
            <a:off x="670725" y="1704984"/>
            <a:ext cx="14449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</a:t>
            </a:r>
          </a:p>
          <a:p>
            <a:pPr algn="ctr"/>
            <a:r>
              <a:rPr lang="en-US" sz="1600" dirty="0" smtClean="0"/>
              <a:t>home page </a:t>
            </a:r>
          </a:p>
          <a:p>
            <a:pPr algn="ctr"/>
            <a:r>
              <a:rPr lang="en-US" sz="1600" dirty="0" smtClean="0"/>
              <a:t>for blogger link</a:t>
            </a:r>
            <a:endParaRPr lang="en-US" sz="1600" dirty="0"/>
          </a:p>
        </p:txBody>
      </p:sp>
      <p:sp>
        <p:nvSpPr>
          <p:cNvPr id="40" name="TextBox 39"/>
          <p:cNvSpPr txBox="1"/>
          <p:nvPr/>
        </p:nvSpPr>
        <p:spPr>
          <a:xfrm>
            <a:off x="2354100" y="2044224"/>
            <a:ext cx="107162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Click </a:t>
            </a:r>
          </a:p>
          <a:p>
            <a:pPr algn="ctr"/>
            <a:r>
              <a:rPr lang="en-US" sz="1600" dirty="0" smtClean="0"/>
              <a:t>profile link</a:t>
            </a:r>
            <a:endParaRPr lang="en-US" sz="1600" dirty="0"/>
          </a:p>
        </p:txBody>
      </p:sp>
      <p:sp>
        <p:nvSpPr>
          <p:cNvPr id="41" name="TextBox 40"/>
          <p:cNvSpPr txBox="1"/>
          <p:nvPr/>
        </p:nvSpPr>
        <p:spPr>
          <a:xfrm>
            <a:off x="3868590" y="2364095"/>
            <a:ext cx="114646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Click edit </a:t>
            </a:r>
          </a:p>
          <a:p>
            <a:pPr algn="ctr"/>
            <a:r>
              <a:rPr lang="en-US" sz="1600" dirty="0" smtClean="0"/>
              <a:t>profile link</a:t>
            </a:r>
            <a:endParaRPr lang="en-US" sz="1600" dirty="0"/>
          </a:p>
        </p:txBody>
      </p:sp>
      <p:sp>
        <p:nvSpPr>
          <p:cNvPr id="42" name="TextBox 41"/>
          <p:cNvSpPr txBox="1"/>
          <p:nvPr/>
        </p:nvSpPr>
        <p:spPr>
          <a:xfrm>
            <a:off x="5203031" y="2613431"/>
            <a:ext cx="1419279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Click change </a:t>
            </a:r>
          </a:p>
          <a:p>
            <a:pPr algn="ctr"/>
            <a:r>
              <a:rPr lang="en-US" sz="1600" dirty="0" smtClean="0"/>
              <a:t>password link</a:t>
            </a:r>
            <a:endParaRPr lang="en-US" sz="1600" dirty="0"/>
          </a:p>
        </p:txBody>
      </p:sp>
      <p:cxnSp>
        <p:nvCxnSpPr>
          <p:cNvPr id="49" name="Straight Connector 48"/>
          <p:cNvCxnSpPr/>
          <p:nvPr/>
        </p:nvCxnSpPr>
        <p:spPr>
          <a:xfrm>
            <a:off x="8276345" y="1625539"/>
            <a:ext cx="0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7556750" y="1114383"/>
            <a:ext cx="143918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Edit</a:t>
            </a:r>
          </a:p>
          <a:p>
            <a:pPr algn="ctr"/>
            <a:r>
              <a:rPr lang="en-US" dirty="0" smtClean="0"/>
              <a:t>Password 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14483" y="3891090"/>
            <a:ext cx="11744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Request  </a:t>
            </a:r>
          </a:p>
          <a:p>
            <a:pPr algn="ctr"/>
            <a:r>
              <a:rPr lang="en-US" sz="1600" dirty="0" smtClean="0"/>
              <a:t>Update </a:t>
            </a:r>
          </a:p>
          <a:p>
            <a:pPr algn="ctr"/>
            <a:r>
              <a:rPr lang="en-US" sz="1600" dirty="0" smtClean="0"/>
              <a:t>information</a:t>
            </a:r>
            <a:endParaRPr lang="en-US" sz="1600" dirty="0"/>
          </a:p>
        </p:txBody>
      </p:sp>
      <p:cxnSp>
        <p:nvCxnSpPr>
          <p:cNvPr id="57" name="Straight Arrow Connector 56"/>
          <p:cNvCxnSpPr/>
          <p:nvPr/>
        </p:nvCxnSpPr>
        <p:spPr>
          <a:xfrm>
            <a:off x="6748043" y="4202133"/>
            <a:ext cx="1458600" cy="1931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8206643" y="4120359"/>
            <a:ext cx="139403" cy="40864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90372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4174" y="967695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706971" y="1478851"/>
            <a:ext cx="0" cy="510549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128774" y="973307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6188321" y="1478851"/>
            <a:ext cx="0" cy="50998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928952" y="1484463"/>
            <a:ext cx="7746" cy="50998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37269" y="1775631"/>
            <a:ext cx="139403" cy="467538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4158565" y="177563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6118619" y="2184880"/>
            <a:ext cx="139403" cy="117923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76672" y="1867340"/>
            <a:ext cx="338189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4295885" y="2260604"/>
            <a:ext cx="182273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5279715" y="967695"/>
            <a:ext cx="171763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ShowProfile</a:t>
            </a:r>
            <a:endParaRPr lang="en-US" dirty="0"/>
          </a:p>
        </p:txBody>
      </p:sp>
      <p:cxnSp>
        <p:nvCxnSpPr>
          <p:cNvPr id="48" name="Straight Arrow Connector 47"/>
          <p:cNvCxnSpPr/>
          <p:nvPr/>
        </p:nvCxnSpPr>
        <p:spPr>
          <a:xfrm flipV="1">
            <a:off x="721231" y="3731030"/>
            <a:ext cx="7345021" cy="619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9866996" y="2421579"/>
            <a:ext cx="139403" cy="255883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0" name="Straight Arrow Connector 59"/>
          <p:cNvCxnSpPr/>
          <p:nvPr/>
        </p:nvCxnSpPr>
        <p:spPr>
          <a:xfrm flipH="1">
            <a:off x="8205655" y="4884451"/>
            <a:ext cx="1661344" cy="947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287313" y="4555372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 flipV="1">
            <a:off x="776673" y="5056225"/>
            <a:ext cx="7360782" cy="7961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596260" y="4725632"/>
            <a:ext cx="29852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10: Display confirmation message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6258022" y="2533014"/>
            <a:ext cx="360897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6180146" y="2779340"/>
            <a:ext cx="371569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4: Return result (</a:t>
            </a:r>
            <a:r>
              <a:rPr lang="en-US" sz="1600" dirty="0"/>
              <a:t>profile picture, </a:t>
            </a:r>
            <a:r>
              <a:rPr lang="en-US" sz="1600" dirty="0" smtClean="0"/>
              <a:t>email</a:t>
            </a:r>
            <a:r>
              <a:rPr lang="en-US" sz="1600" dirty="0"/>
              <a:t>) </a:t>
            </a:r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6258022" y="3101182"/>
            <a:ext cx="360897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63" y="-55764"/>
            <a:ext cx="1199252" cy="1199252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3388763" y="974949"/>
            <a:ext cx="167900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0" name="Straight Connector 29"/>
          <p:cNvCxnSpPr>
            <a:stCxn id="29" idx="2"/>
          </p:cNvCxnSpPr>
          <p:nvPr/>
        </p:nvCxnSpPr>
        <p:spPr>
          <a:xfrm>
            <a:off x="4228266" y="1486105"/>
            <a:ext cx="0" cy="50982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1440794" y="974949"/>
            <a:ext cx="178204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</a:t>
            </a:r>
            <a:endParaRPr lang="en-US" dirty="0"/>
          </a:p>
        </p:txBody>
      </p:sp>
      <p:cxnSp>
        <p:nvCxnSpPr>
          <p:cNvPr id="34" name="Straight Connector 33"/>
          <p:cNvCxnSpPr>
            <a:stCxn id="32" idx="2"/>
          </p:cNvCxnSpPr>
          <p:nvPr/>
        </p:nvCxnSpPr>
        <p:spPr>
          <a:xfrm>
            <a:off x="2331815" y="1486105"/>
            <a:ext cx="0" cy="50982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/>
          <p:cNvCxnSpPr/>
          <p:nvPr/>
        </p:nvCxnSpPr>
        <p:spPr>
          <a:xfrm>
            <a:off x="706971" y="5415543"/>
            <a:ext cx="7359281" cy="194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2490442" y="5803367"/>
            <a:ext cx="139402" cy="47561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2905030" y="5096459"/>
            <a:ext cx="11633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11: Confirm</a:t>
            </a:r>
            <a:endParaRPr lang="en-US" sz="1600" dirty="0"/>
          </a:p>
        </p:txBody>
      </p:sp>
      <p:cxnSp>
        <p:nvCxnSpPr>
          <p:cNvPr id="65" name="Straight Arrow Connector 64"/>
          <p:cNvCxnSpPr/>
          <p:nvPr/>
        </p:nvCxnSpPr>
        <p:spPr>
          <a:xfrm flipH="1" flipV="1">
            <a:off x="2613133" y="5867060"/>
            <a:ext cx="5453119" cy="745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3222835" y="5528506"/>
            <a:ext cx="15871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12: Return result</a:t>
            </a:r>
            <a:endParaRPr lang="en-US" sz="1600" dirty="0"/>
          </a:p>
        </p:txBody>
      </p:sp>
      <p:cxnSp>
        <p:nvCxnSpPr>
          <p:cNvPr id="74" name="Straight Arrow Connector 73"/>
          <p:cNvCxnSpPr/>
          <p:nvPr/>
        </p:nvCxnSpPr>
        <p:spPr>
          <a:xfrm flipH="1">
            <a:off x="776672" y="6208783"/>
            <a:ext cx="179019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857216" y="5874513"/>
            <a:ext cx="1655521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</a:t>
            </a:r>
            <a:r>
              <a:rPr lang="en-US" sz="1600" dirty="0"/>
              <a:t>3</a:t>
            </a:r>
            <a:r>
              <a:rPr lang="en-US" sz="1600" dirty="0" smtClean="0"/>
              <a:t>: Display visitor </a:t>
            </a:r>
          </a:p>
          <a:p>
            <a:pPr algn="ctr"/>
            <a:r>
              <a:rPr lang="en-US" sz="1600" dirty="0" smtClean="0"/>
              <a:t>home page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6915882" y="2219803"/>
            <a:ext cx="23403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Get profile information</a:t>
            </a:r>
            <a:endParaRPr lang="en-US" sz="1600" dirty="0"/>
          </a:p>
        </p:txBody>
      </p:sp>
      <p:cxnSp>
        <p:nvCxnSpPr>
          <p:cNvPr id="40" name="Straight Arrow Connector 39"/>
          <p:cNvCxnSpPr/>
          <p:nvPr/>
        </p:nvCxnSpPr>
        <p:spPr>
          <a:xfrm flipH="1">
            <a:off x="9992421" y="468732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 flipH="1" flipV="1">
            <a:off x="10734380" y="4201913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H="1">
            <a:off x="9992421" y="420191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887676" y="4687322"/>
            <a:ext cx="105070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:Delete </a:t>
            </a:r>
          </a:p>
          <a:p>
            <a:pPr algn="ctr"/>
            <a:r>
              <a:rPr lang="en-US" sz="1400" dirty="0" smtClean="0"/>
              <a:t>blogger’s </a:t>
            </a:r>
          </a:p>
          <a:p>
            <a:pPr algn="ctr"/>
            <a:r>
              <a:rPr lang="en-US" sz="1400" dirty="0" smtClean="0"/>
              <a:t>information</a:t>
            </a:r>
            <a:endParaRPr lang="en-US" sz="1400" dirty="0"/>
          </a:p>
        </p:txBody>
      </p:sp>
      <p:sp>
        <p:nvSpPr>
          <p:cNvPr id="46" name="TextBox 45"/>
          <p:cNvSpPr txBox="1"/>
          <p:nvPr/>
        </p:nvSpPr>
        <p:spPr>
          <a:xfrm>
            <a:off x="2596260" y="3398667"/>
            <a:ext cx="23571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Request delete account</a:t>
            </a:r>
            <a:endParaRPr lang="en-US" sz="1600" dirty="0"/>
          </a:p>
        </p:txBody>
      </p:sp>
      <p:cxnSp>
        <p:nvCxnSpPr>
          <p:cNvPr id="47" name="Straight Arrow Connector 46"/>
          <p:cNvCxnSpPr/>
          <p:nvPr/>
        </p:nvCxnSpPr>
        <p:spPr>
          <a:xfrm>
            <a:off x="8137455" y="4062502"/>
            <a:ext cx="172954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205655" y="3731030"/>
            <a:ext cx="1425290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Request </a:t>
            </a:r>
          </a:p>
          <a:p>
            <a:pPr algn="ctr"/>
            <a:r>
              <a:rPr lang="en-US" sz="1600" dirty="0" smtClean="0"/>
              <a:t>delete account</a:t>
            </a:r>
            <a:endParaRPr lang="en-US" sz="1600" dirty="0"/>
          </a:p>
        </p:txBody>
      </p:sp>
      <p:sp>
        <p:nvSpPr>
          <p:cNvPr id="44" name="TextBox 43"/>
          <p:cNvSpPr txBox="1"/>
          <p:nvPr/>
        </p:nvSpPr>
        <p:spPr>
          <a:xfrm>
            <a:off x="606417" y="1576384"/>
            <a:ext cx="36218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for blogger link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4297967" y="1912684"/>
            <a:ext cx="17533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Click profile link</a:t>
            </a:r>
            <a:endParaRPr lang="en-US" sz="1600" dirty="0"/>
          </a:p>
        </p:txBody>
      </p:sp>
      <p:cxnSp>
        <p:nvCxnSpPr>
          <p:cNvPr id="54" name="Straight Connector 53"/>
          <p:cNvCxnSpPr/>
          <p:nvPr/>
        </p:nvCxnSpPr>
        <p:spPr>
          <a:xfrm>
            <a:off x="8137455" y="1478851"/>
            <a:ext cx="0" cy="50998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7228849" y="967695"/>
            <a:ext cx="171763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DeleteAccount</a:t>
            </a:r>
            <a:endParaRPr lang="en-US" dirty="0"/>
          </a:p>
        </p:txBody>
      </p:sp>
      <p:sp>
        <p:nvSpPr>
          <p:cNvPr id="57" name="Rectangle 56"/>
          <p:cNvSpPr/>
          <p:nvPr/>
        </p:nvSpPr>
        <p:spPr>
          <a:xfrm>
            <a:off x="8066252" y="3610336"/>
            <a:ext cx="139403" cy="241509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Arrow Connector 49"/>
          <p:cNvCxnSpPr/>
          <p:nvPr/>
        </p:nvCxnSpPr>
        <p:spPr>
          <a:xfrm flipH="1">
            <a:off x="776673" y="3285337"/>
            <a:ext cx="534504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901183" y="2946783"/>
            <a:ext cx="371569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Display result (</a:t>
            </a:r>
            <a:r>
              <a:rPr lang="en-US" sz="1600" dirty="0"/>
              <a:t>profile picture, </a:t>
            </a:r>
            <a:r>
              <a:rPr lang="en-US" sz="1600" dirty="0" smtClean="0"/>
              <a:t>email</a:t>
            </a:r>
            <a:r>
              <a:rPr lang="en-US" sz="1600" dirty="0"/>
              <a:t>) </a:t>
            </a:r>
          </a:p>
        </p:txBody>
      </p:sp>
    </p:spTree>
    <p:extLst>
      <p:ext uri="{BB962C8B-B14F-4D97-AF65-F5344CB8AC3E}">
        <p14:creationId xmlns:p14="http://schemas.microsoft.com/office/powerpoint/2010/main" val="195767614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4278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717075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275720" y="1184951"/>
            <a:ext cx="189331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TutorialRandom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5262450" y="1184951"/>
            <a:ext cx="213699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TutorialManagement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4222379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6330948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47374" y="2106582"/>
            <a:ext cx="139404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39176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152677" y="2517957"/>
            <a:ext cx="175078" cy="148471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17075" y="2199517"/>
            <a:ext cx="15221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39176" y="2586755"/>
            <a:ext cx="191350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4292080" y="2969282"/>
            <a:ext cx="38430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17075" y="4419837"/>
            <a:ext cx="5547508" cy="23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86778" y="5330177"/>
            <a:ext cx="556241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145116" y="5042900"/>
            <a:ext cx="534503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13: Display tutorial information</a:t>
            </a:r>
          </a:p>
          <a:p>
            <a:pPr algn="ctr"/>
            <a:r>
              <a:rPr lang="en-US" sz="1600" dirty="0" smtClean="0"/>
              <a:t>(tutorial picture, title, category, owner username, </a:t>
            </a:r>
          </a:p>
          <a:p>
            <a:pPr algn="ctr"/>
            <a:r>
              <a:rPr lang="en-US" sz="1600" dirty="0" smtClean="0"/>
              <a:t>number of like, material description, material picture,</a:t>
            </a:r>
          </a:p>
          <a:p>
            <a:pPr algn="ctr"/>
            <a:r>
              <a:rPr lang="en-US" sz="1600" dirty="0" smtClean="0"/>
              <a:t> step number, step description, step picture, </a:t>
            </a:r>
            <a:r>
              <a:rPr lang="en-US" sz="1600" dirty="0" smtClean="0"/>
              <a:t>video, comment)  </a:t>
            </a:r>
            <a:endParaRPr lang="en-US" sz="1600" dirty="0"/>
          </a:p>
        </p:txBody>
      </p:sp>
      <p:cxnSp>
        <p:nvCxnSpPr>
          <p:cNvPr id="38" name="Straight Arrow Connector 37"/>
          <p:cNvCxnSpPr/>
          <p:nvPr/>
        </p:nvCxnSpPr>
        <p:spPr>
          <a:xfrm flipH="1" flipV="1">
            <a:off x="4292080" y="3824703"/>
            <a:ext cx="3843023" cy="369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H="1">
            <a:off x="6403985" y="5185502"/>
            <a:ext cx="336856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207073" y="4611881"/>
            <a:ext cx="4134866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Return selected </a:t>
            </a:r>
          </a:p>
          <a:p>
            <a:pPr algn="ctr"/>
            <a:r>
              <a:rPr lang="en-US" sz="1600" dirty="0" smtClean="0"/>
              <a:t>tutorial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/>
              <a:t>(tutorial picture, title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category, owner username, </a:t>
            </a:r>
          </a:p>
          <a:p>
            <a:pPr algn="ctr"/>
            <a:r>
              <a:rPr lang="en-US" sz="1600" dirty="0"/>
              <a:t>number of like, material description, </a:t>
            </a:r>
            <a:endParaRPr lang="en-US" sz="1600" dirty="0" smtClean="0"/>
          </a:p>
          <a:p>
            <a:pPr algn="ctr"/>
            <a:r>
              <a:rPr lang="en-US" sz="1600" dirty="0" smtClean="0"/>
              <a:t>material </a:t>
            </a:r>
            <a:r>
              <a:rPr lang="en-US" sz="1600" dirty="0"/>
              <a:t>picture</a:t>
            </a:r>
            <a:r>
              <a:rPr lang="en-US" sz="1600" dirty="0" smtClean="0"/>
              <a:t>, </a:t>
            </a:r>
            <a:r>
              <a:rPr lang="en-US" sz="1600" dirty="0"/>
              <a:t>step number, </a:t>
            </a:r>
            <a:endParaRPr lang="en-US" sz="1600" dirty="0" smtClean="0"/>
          </a:p>
          <a:p>
            <a:pPr algn="ctr"/>
            <a:r>
              <a:rPr lang="en-US" sz="1600" dirty="0" smtClean="0"/>
              <a:t>step </a:t>
            </a:r>
            <a:r>
              <a:rPr lang="en-US" sz="1600" dirty="0"/>
              <a:t>description, step picture, </a:t>
            </a:r>
            <a:r>
              <a:rPr lang="en-US" sz="1600" dirty="0"/>
              <a:t>video, comment)  </a:t>
            </a:r>
            <a:endParaRPr lang="en-US" sz="1600" dirty="0"/>
          </a:p>
          <a:p>
            <a:pPr algn="ctr"/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2908016"/>
            <a:ext cx="139402" cy="237393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6264583" y="4340981"/>
            <a:ext cx="139402" cy="109585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53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88958" y="1184951"/>
            <a:ext cx="16398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308877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6403985" y="4598971"/>
            <a:ext cx="337238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86778" y="3869244"/>
            <a:ext cx="336590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779397" y="3530456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sp>
        <p:nvSpPr>
          <p:cNvPr id="36" name="TextBox 35"/>
          <p:cNvSpPr txBox="1"/>
          <p:nvPr/>
        </p:nvSpPr>
        <p:spPr>
          <a:xfrm>
            <a:off x="4949261" y="3486149"/>
            <a:ext cx="2210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Return list of tutorials</a:t>
            </a:r>
            <a:endParaRPr lang="en-US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4327755" y="2634980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Request random tutorials</a:t>
            </a:r>
            <a:endParaRPr lang="en-US" sz="1600" dirty="0"/>
          </a:p>
        </p:txBody>
      </p:sp>
      <p:sp>
        <p:nvSpPr>
          <p:cNvPr id="52" name="TextBox 51"/>
          <p:cNvSpPr txBox="1"/>
          <p:nvPr/>
        </p:nvSpPr>
        <p:spPr>
          <a:xfrm>
            <a:off x="2453174" y="4099667"/>
            <a:ext cx="16995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</a:t>
            </a:r>
            <a:r>
              <a:rPr lang="en-US" sz="1600" dirty="0"/>
              <a:t>S</a:t>
            </a:r>
            <a:r>
              <a:rPr lang="en-US" sz="1600" dirty="0" smtClean="0"/>
              <a:t>elect a tutorial</a:t>
            </a:r>
            <a:endParaRPr lang="en-US" sz="1600" dirty="0"/>
          </a:p>
        </p:txBody>
      </p:sp>
      <p:sp>
        <p:nvSpPr>
          <p:cNvPr id="53" name="TextBox 52"/>
          <p:cNvSpPr txBox="1"/>
          <p:nvPr/>
        </p:nvSpPr>
        <p:spPr>
          <a:xfrm>
            <a:off x="6256251" y="4268944"/>
            <a:ext cx="32648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Request tutorial information</a:t>
            </a:r>
            <a:endParaRPr lang="en-US" sz="1600" dirty="0"/>
          </a:p>
        </p:txBody>
      </p:sp>
      <p:sp>
        <p:nvSpPr>
          <p:cNvPr id="35" name="TextBox 34"/>
          <p:cNvSpPr txBox="1"/>
          <p:nvPr/>
        </p:nvSpPr>
        <p:spPr>
          <a:xfrm>
            <a:off x="666770" y="1656971"/>
            <a:ext cx="16353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</a:t>
            </a:r>
          </a:p>
          <a:p>
            <a:pPr algn="ctr"/>
            <a:r>
              <a:rPr lang="en-US" sz="1600" dirty="0"/>
              <a:t>p</a:t>
            </a:r>
            <a:r>
              <a:rPr lang="en-US" sz="1600" dirty="0" smtClean="0"/>
              <a:t>age for </a:t>
            </a:r>
          </a:p>
          <a:p>
            <a:pPr algn="ctr"/>
            <a:r>
              <a:rPr lang="en-US" sz="1600" dirty="0" smtClean="0"/>
              <a:t>blogger link</a:t>
            </a:r>
            <a:endParaRPr lang="en-US" sz="1600" dirty="0"/>
          </a:p>
        </p:txBody>
      </p:sp>
      <p:sp>
        <p:nvSpPr>
          <p:cNvPr id="39" name="TextBox 38"/>
          <p:cNvSpPr txBox="1"/>
          <p:nvPr/>
        </p:nvSpPr>
        <p:spPr>
          <a:xfrm>
            <a:off x="2124801" y="2248201"/>
            <a:ext cx="22847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Click random link</a:t>
            </a:r>
            <a:endParaRPr lang="en-US" sz="1600" dirty="0"/>
          </a:p>
        </p:txBody>
      </p:sp>
      <p:sp>
        <p:nvSpPr>
          <p:cNvPr id="44" name="Rectangle 43"/>
          <p:cNvSpPr/>
          <p:nvPr/>
        </p:nvSpPr>
        <p:spPr>
          <a:xfrm>
            <a:off x="7492380" y="1184951"/>
            <a:ext cx="130541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Random</a:t>
            </a:r>
            <a:endParaRPr lang="en-US" dirty="0"/>
          </a:p>
        </p:txBody>
      </p:sp>
      <p:cxnSp>
        <p:nvCxnSpPr>
          <p:cNvPr id="45" name="Straight Connector 44"/>
          <p:cNvCxnSpPr/>
          <p:nvPr/>
        </p:nvCxnSpPr>
        <p:spPr>
          <a:xfrm>
            <a:off x="8189895" y="1542596"/>
            <a:ext cx="30986" cy="415756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8135103" y="2908016"/>
            <a:ext cx="139402" cy="96048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/>
          <p:cNvCxnSpPr/>
          <p:nvPr/>
        </p:nvCxnSpPr>
        <p:spPr>
          <a:xfrm>
            <a:off x="8254794" y="3206067"/>
            <a:ext cx="15332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8274505" y="3684069"/>
            <a:ext cx="150186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8306496" y="2888670"/>
            <a:ext cx="1393778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Get random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sp>
        <p:nvSpPr>
          <p:cNvPr id="70" name="TextBox 69"/>
          <p:cNvSpPr txBox="1"/>
          <p:nvPr/>
        </p:nvSpPr>
        <p:spPr>
          <a:xfrm>
            <a:off x="8274505" y="3373360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48" name="Straight Arrow Connector 47"/>
          <p:cNvCxnSpPr/>
          <p:nvPr/>
        </p:nvCxnSpPr>
        <p:spPr>
          <a:xfrm flipH="1">
            <a:off x="9902994" y="3619557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V="1">
            <a:off x="10644953" y="325806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H="1">
            <a:off x="9902994" y="3258067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9877824" y="2759953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9909707" y="507707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10651666" y="471558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H="1">
            <a:off x="9909707" y="471558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9839653" y="4217468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2661543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4278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717075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275720" y="1184951"/>
            <a:ext cx="189331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TutorialPopular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4222379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>
            <a:off x="6318207" y="16961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47374" y="2106582"/>
            <a:ext cx="139404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39176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152677" y="2517957"/>
            <a:ext cx="175078" cy="148471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17075" y="2199517"/>
            <a:ext cx="15221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39176" y="2586755"/>
            <a:ext cx="191350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4292080" y="2969282"/>
            <a:ext cx="38430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17075" y="4419837"/>
            <a:ext cx="5547508" cy="23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86778" y="5330177"/>
            <a:ext cx="556241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145114" y="5042900"/>
            <a:ext cx="534503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13: Display tutorial information</a:t>
            </a:r>
          </a:p>
          <a:p>
            <a:pPr algn="ctr"/>
            <a:r>
              <a:rPr lang="en-US" sz="1600" dirty="0" smtClean="0"/>
              <a:t>(tutorial picture, title, category, owner username, </a:t>
            </a:r>
          </a:p>
          <a:p>
            <a:pPr algn="ctr"/>
            <a:r>
              <a:rPr lang="en-US" sz="1600" dirty="0" smtClean="0"/>
              <a:t>number of like, material description, material picture,</a:t>
            </a:r>
          </a:p>
          <a:p>
            <a:pPr algn="ctr"/>
            <a:r>
              <a:rPr lang="en-US" sz="1600" dirty="0" smtClean="0"/>
              <a:t> step number, step description, step picture, </a:t>
            </a:r>
            <a:r>
              <a:rPr lang="en-US" sz="1600" dirty="0"/>
              <a:t>video, comment)  </a:t>
            </a:r>
            <a:endParaRPr lang="en-US" sz="1600" dirty="0"/>
          </a:p>
        </p:txBody>
      </p:sp>
      <p:cxnSp>
        <p:nvCxnSpPr>
          <p:cNvPr id="38" name="Straight Arrow Connector 37"/>
          <p:cNvCxnSpPr/>
          <p:nvPr/>
        </p:nvCxnSpPr>
        <p:spPr>
          <a:xfrm flipH="1" flipV="1">
            <a:off x="4292080" y="3824703"/>
            <a:ext cx="3843023" cy="369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H="1">
            <a:off x="6403985" y="5185502"/>
            <a:ext cx="336856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380096" y="4611881"/>
            <a:ext cx="348921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12: Return selected </a:t>
            </a:r>
          </a:p>
          <a:p>
            <a:pPr algn="ctr"/>
            <a:r>
              <a:rPr lang="en-US" sz="1600" dirty="0" smtClean="0"/>
              <a:t>tutorial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/>
              <a:t>(tutorial picture, title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category, owner username, </a:t>
            </a:r>
          </a:p>
          <a:p>
            <a:pPr algn="ctr"/>
            <a:r>
              <a:rPr lang="en-US" sz="1600" dirty="0"/>
              <a:t>number of like, material description, </a:t>
            </a:r>
            <a:endParaRPr lang="en-US" sz="1600" dirty="0" smtClean="0"/>
          </a:p>
          <a:p>
            <a:pPr algn="ctr"/>
            <a:r>
              <a:rPr lang="en-US" sz="1600" dirty="0" smtClean="0"/>
              <a:t>material </a:t>
            </a:r>
            <a:r>
              <a:rPr lang="en-US" sz="1600" dirty="0"/>
              <a:t>picture</a:t>
            </a:r>
            <a:r>
              <a:rPr lang="en-US" sz="1600" dirty="0" smtClean="0"/>
              <a:t>, </a:t>
            </a:r>
            <a:r>
              <a:rPr lang="en-US" sz="1600" dirty="0"/>
              <a:t>step number, </a:t>
            </a:r>
            <a:endParaRPr lang="en-US" sz="1600" dirty="0" smtClean="0"/>
          </a:p>
          <a:p>
            <a:pPr algn="ctr"/>
            <a:r>
              <a:rPr lang="en-US" sz="1600" dirty="0" smtClean="0"/>
              <a:t>step </a:t>
            </a:r>
            <a:r>
              <a:rPr lang="en-US" sz="1600" dirty="0"/>
              <a:t>description, step picture, </a:t>
            </a:r>
            <a:r>
              <a:rPr lang="en-US" sz="1600" dirty="0"/>
              <a:t>video, comment)  </a:t>
            </a:r>
            <a:endParaRPr lang="en-US" sz="1600" dirty="0"/>
          </a:p>
          <a:p>
            <a:pPr algn="ctr"/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2908016"/>
            <a:ext cx="139402" cy="237393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6264583" y="4340981"/>
            <a:ext cx="139402" cy="109585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53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88958" y="1184951"/>
            <a:ext cx="16398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308877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6403985" y="4598971"/>
            <a:ext cx="337238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86778" y="3869244"/>
            <a:ext cx="336590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779397" y="3530456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sp>
        <p:nvSpPr>
          <p:cNvPr id="36" name="TextBox 35"/>
          <p:cNvSpPr txBox="1"/>
          <p:nvPr/>
        </p:nvSpPr>
        <p:spPr>
          <a:xfrm>
            <a:off x="4949261" y="3486149"/>
            <a:ext cx="2210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Return list of tutorials</a:t>
            </a:r>
            <a:endParaRPr lang="en-US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4327755" y="2634980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Request most liked tutorials</a:t>
            </a:r>
            <a:endParaRPr lang="en-US" sz="1600" dirty="0"/>
          </a:p>
        </p:txBody>
      </p:sp>
      <p:sp>
        <p:nvSpPr>
          <p:cNvPr id="52" name="TextBox 51"/>
          <p:cNvSpPr txBox="1"/>
          <p:nvPr/>
        </p:nvSpPr>
        <p:spPr>
          <a:xfrm>
            <a:off x="2453174" y="4099667"/>
            <a:ext cx="16995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</a:t>
            </a:r>
            <a:r>
              <a:rPr lang="en-US" sz="1600" dirty="0"/>
              <a:t>S</a:t>
            </a:r>
            <a:r>
              <a:rPr lang="en-US" sz="1600" dirty="0" smtClean="0"/>
              <a:t>elect a tutorial</a:t>
            </a:r>
            <a:endParaRPr lang="en-US" sz="1600" dirty="0"/>
          </a:p>
        </p:txBody>
      </p:sp>
      <p:sp>
        <p:nvSpPr>
          <p:cNvPr id="53" name="TextBox 52"/>
          <p:cNvSpPr txBox="1"/>
          <p:nvPr/>
        </p:nvSpPr>
        <p:spPr>
          <a:xfrm>
            <a:off x="6423478" y="4268944"/>
            <a:ext cx="29272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Request tutorial information</a:t>
            </a:r>
            <a:endParaRPr lang="en-US" sz="1600" dirty="0"/>
          </a:p>
        </p:txBody>
      </p:sp>
      <p:sp>
        <p:nvSpPr>
          <p:cNvPr id="35" name="TextBox 34"/>
          <p:cNvSpPr txBox="1"/>
          <p:nvPr/>
        </p:nvSpPr>
        <p:spPr>
          <a:xfrm>
            <a:off x="666770" y="1656971"/>
            <a:ext cx="16353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</a:t>
            </a:r>
          </a:p>
          <a:p>
            <a:pPr algn="ctr"/>
            <a:r>
              <a:rPr lang="en-US" sz="1600" dirty="0"/>
              <a:t>p</a:t>
            </a:r>
            <a:r>
              <a:rPr lang="en-US" sz="1600" dirty="0" smtClean="0"/>
              <a:t>age for </a:t>
            </a:r>
          </a:p>
          <a:p>
            <a:pPr algn="ctr"/>
            <a:r>
              <a:rPr lang="en-US" sz="1600" dirty="0" smtClean="0"/>
              <a:t>blogger link</a:t>
            </a:r>
            <a:endParaRPr lang="en-US" sz="1600" dirty="0"/>
          </a:p>
        </p:txBody>
      </p:sp>
      <p:sp>
        <p:nvSpPr>
          <p:cNvPr id="39" name="TextBox 38"/>
          <p:cNvSpPr txBox="1"/>
          <p:nvPr/>
        </p:nvSpPr>
        <p:spPr>
          <a:xfrm>
            <a:off x="2124801" y="2248201"/>
            <a:ext cx="22847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Click popular link</a:t>
            </a:r>
            <a:endParaRPr lang="en-US" sz="1600" dirty="0"/>
          </a:p>
        </p:txBody>
      </p:sp>
      <p:sp>
        <p:nvSpPr>
          <p:cNvPr id="44" name="Rectangle 43"/>
          <p:cNvSpPr/>
          <p:nvPr/>
        </p:nvSpPr>
        <p:spPr>
          <a:xfrm>
            <a:off x="7492380" y="1184951"/>
            <a:ext cx="130541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Popular</a:t>
            </a:r>
            <a:endParaRPr lang="en-US" dirty="0"/>
          </a:p>
        </p:txBody>
      </p:sp>
      <p:cxnSp>
        <p:nvCxnSpPr>
          <p:cNvPr id="45" name="Straight Connector 44"/>
          <p:cNvCxnSpPr/>
          <p:nvPr/>
        </p:nvCxnSpPr>
        <p:spPr>
          <a:xfrm>
            <a:off x="8189895" y="1542596"/>
            <a:ext cx="30986" cy="415756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8135103" y="2908016"/>
            <a:ext cx="139402" cy="96048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/>
          <p:cNvCxnSpPr/>
          <p:nvPr/>
        </p:nvCxnSpPr>
        <p:spPr>
          <a:xfrm>
            <a:off x="8254794" y="3206067"/>
            <a:ext cx="15332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8274505" y="3684069"/>
            <a:ext cx="150186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8254794" y="2886729"/>
            <a:ext cx="1393778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Get most liked tutorials</a:t>
            </a:r>
            <a:endParaRPr lang="en-US" sz="1600" dirty="0"/>
          </a:p>
        </p:txBody>
      </p:sp>
      <p:sp>
        <p:nvSpPr>
          <p:cNvPr id="70" name="TextBox 69"/>
          <p:cNvSpPr txBox="1"/>
          <p:nvPr/>
        </p:nvSpPr>
        <p:spPr>
          <a:xfrm>
            <a:off x="8274505" y="3373360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48" name="Straight Arrow Connector 47"/>
          <p:cNvCxnSpPr/>
          <p:nvPr/>
        </p:nvCxnSpPr>
        <p:spPr>
          <a:xfrm flipH="1">
            <a:off x="9902994" y="3619557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V="1">
            <a:off x="10644953" y="325806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H="1">
            <a:off x="9902994" y="3258067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9877824" y="2759953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9909707" y="507707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10651666" y="471558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H="1">
            <a:off x="9909707" y="471558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9839653" y="4217468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66" name="Rectangle 65"/>
          <p:cNvSpPr/>
          <p:nvPr/>
        </p:nvSpPr>
        <p:spPr>
          <a:xfrm>
            <a:off x="5262450" y="1184951"/>
            <a:ext cx="213699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TutorialManagement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859865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5656" y="9203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8453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974032" y="920336"/>
            <a:ext cx="173324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TutorialCategory</a:t>
            </a:r>
            <a:endParaRPr lang="en-US" sz="1600" dirty="0" smtClean="0"/>
          </a:p>
        </p:txBody>
      </p:sp>
      <p:sp>
        <p:nvSpPr>
          <p:cNvPr id="6" name="Rectangle 5"/>
          <p:cNvSpPr/>
          <p:nvPr/>
        </p:nvSpPr>
        <p:spPr>
          <a:xfrm>
            <a:off x="6778632" y="920336"/>
            <a:ext cx="135636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Tutorial</a:t>
            </a:r>
            <a:br>
              <a:rPr lang="en-US" sz="1600" dirty="0" smtClean="0"/>
            </a:br>
            <a:r>
              <a:rPr lang="en-US" sz="1600" dirty="0" smtClean="0"/>
              <a:t>Management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8211606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Category </a:t>
            </a:r>
            <a:r>
              <a:rPr lang="en-US" sz="1600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840657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 flipH="1">
            <a:off x="7453480" y="1431492"/>
            <a:ext cx="3332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78091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8752" y="1841967"/>
            <a:ext cx="139402" cy="426187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2" name="Rectangle 21"/>
          <p:cNvSpPr/>
          <p:nvPr/>
        </p:nvSpPr>
        <p:spPr>
          <a:xfrm>
            <a:off x="2184695" y="1841967"/>
            <a:ext cx="139402" cy="49816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3" name="Rectangle 22"/>
          <p:cNvSpPr/>
          <p:nvPr/>
        </p:nvSpPr>
        <p:spPr>
          <a:xfrm>
            <a:off x="3946209" y="2164604"/>
            <a:ext cx="139402" cy="168601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8453" y="1934902"/>
            <a:ext cx="15062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324097" y="2221445"/>
            <a:ext cx="164037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3959931" y="2340130"/>
            <a:ext cx="4751287" cy="424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33915" y="3436928"/>
            <a:ext cx="321229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48154" y="4639058"/>
            <a:ext cx="502280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669217" y="5496362"/>
            <a:ext cx="4800162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16: Display tutorial information</a:t>
            </a:r>
          </a:p>
          <a:p>
            <a:pPr algn="ctr"/>
            <a:r>
              <a:rPr lang="en-US" sz="1400" dirty="0" smtClean="0"/>
              <a:t>(tutorial picture, title, category, owner username, </a:t>
            </a:r>
          </a:p>
          <a:p>
            <a:pPr algn="ctr"/>
            <a:r>
              <a:rPr lang="en-US" sz="1400" dirty="0" smtClean="0"/>
              <a:t>number of like, material description, material picture,</a:t>
            </a:r>
          </a:p>
          <a:p>
            <a:pPr algn="ctr"/>
            <a:r>
              <a:rPr lang="en-US" sz="1400" dirty="0" smtClean="0"/>
              <a:t> step number, step description, step picture, </a:t>
            </a:r>
            <a:r>
              <a:rPr lang="en-US" sz="1400" dirty="0"/>
              <a:t>video, comment)  </a:t>
            </a:r>
            <a:endParaRPr lang="en-US" sz="1400" dirty="0"/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4085611" y="2741245"/>
            <a:ext cx="462560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626664" y="4043506"/>
            <a:ext cx="20479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Return list of tutorials</a:t>
            </a:r>
            <a:endParaRPr lang="en-US" sz="14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906675" y="4351283"/>
            <a:ext cx="404181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838489" y="5285349"/>
            <a:ext cx="3741266" cy="18466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15: 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like, material description, </a:t>
            </a:r>
            <a:endParaRPr lang="en-US" sz="1400" dirty="0" smtClean="0"/>
          </a:p>
          <a:p>
            <a:pPr algn="ctr"/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</a:t>
            </a:r>
            <a:r>
              <a:rPr lang="en-US" sz="1400" dirty="0"/>
              <a:t>video, comment)  </a:t>
            </a:r>
            <a:endParaRPr lang="en-US" sz="1400" dirty="0"/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9948489" y="3771714"/>
            <a:ext cx="139402" cy="213807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55" name="Rectangle 54"/>
          <p:cNvSpPr/>
          <p:nvPr/>
        </p:nvSpPr>
        <p:spPr>
          <a:xfrm>
            <a:off x="8711218" y="2265907"/>
            <a:ext cx="139402" cy="57867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31" y="-103123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50336" y="920336"/>
            <a:ext cx="160015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</a:t>
            </a:r>
            <a:endParaRPr lang="en-US" sz="1600" dirty="0" smtClean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250416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721348" y="2058075"/>
            <a:ext cx="23718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Request list of categories</a:t>
            </a:r>
            <a:endParaRPr lang="en-US" sz="1400" dirty="0"/>
          </a:p>
        </p:txBody>
      </p:sp>
      <p:sp>
        <p:nvSpPr>
          <p:cNvPr id="41" name="TextBox 40"/>
          <p:cNvSpPr txBox="1"/>
          <p:nvPr/>
        </p:nvSpPr>
        <p:spPr>
          <a:xfrm>
            <a:off x="4028830" y="3463286"/>
            <a:ext cx="176542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Send category type</a:t>
            </a:r>
            <a:endParaRPr lang="en-US" sz="14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5910358" y="3900841"/>
            <a:ext cx="403813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33915" y="2908726"/>
            <a:ext cx="3230555" cy="1197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529970" y="3155509"/>
            <a:ext cx="16043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Select a category</a:t>
            </a:r>
            <a:endParaRPr lang="en-US" sz="1400" dirty="0"/>
          </a:p>
        </p:txBody>
      </p:sp>
      <p:sp>
        <p:nvSpPr>
          <p:cNvPr id="48" name="TextBox 47"/>
          <p:cNvSpPr txBox="1"/>
          <p:nvPr/>
        </p:nvSpPr>
        <p:spPr>
          <a:xfrm>
            <a:off x="5949067" y="3608943"/>
            <a:ext cx="37379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Request list of tutorials from the category</a:t>
            </a:r>
            <a:endParaRPr lang="en-US" sz="1400" dirty="0"/>
          </a:p>
        </p:txBody>
      </p:sp>
      <p:sp>
        <p:nvSpPr>
          <p:cNvPr id="51" name="Rectangle 50"/>
          <p:cNvSpPr/>
          <p:nvPr/>
        </p:nvSpPr>
        <p:spPr>
          <a:xfrm>
            <a:off x="3174242" y="920336"/>
            <a:ext cx="16711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Tutorial</a:t>
            </a:r>
          </a:p>
          <a:p>
            <a:pPr algn="ctr"/>
            <a:r>
              <a:rPr lang="en-US" sz="1600" dirty="0" err="1" smtClean="0"/>
              <a:t>CategoriesList</a:t>
            </a:r>
            <a:endParaRPr lang="en-US" sz="1600" dirty="0"/>
          </a:p>
        </p:txBody>
      </p:sp>
      <p:cxnSp>
        <p:nvCxnSpPr>
          <p:cNvPr id="52" name="Straight Connector 51"/>
          <p:cNvCxnSpPr>
            <a:stCxn id="51" idx="2"/>
          </p:cNvCxnSpPr>
          <p:nvPr/>
        </p:nvCxnSpPr>
        <p:spPr>
          <a:xfrm>
            <a:off x="400982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9448877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Tutorial </a:t>
            </a:r>
            <a:r>
              <a:rPr lang="en-US" sz="1600" dirty="0"/>
              <a:t>Database</a:t>
            </a:r>
          </a:p>
        </p:txBody>
      </p:sp>
      <p:cxnSp>
        <p:nvCxnSpPr>
          <p:cNvPr id="59" name="Straight Connector 58"/>
          <p:cNvCxnSpPr>
            <a:stCxn id="58" idx="2"/>
          </p:cNvCxnSpPr>
          <p:nvPr/>
        </p:nvCxnSpPr>
        <p:spPr>
          <a:xfrm>
            <a:off x="10018190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318120" y="2434724"/>
            <a:ext cx="385801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Display list of categories</a:t>
            </a:r>
            <a:br>
              <a:rPr lang="en-US" sz="1400" dirty="0" smtClean="0"/>
            </a:br>
            <a:r>
              <a:rPr lang="en-US" sz="1400" dirty="0" smtClean="0"/>
              <a:t>(outfit, accessory, gift, kid, </a:t>
            </a:r>
          </a:p>
          <a:p>
            <a:pPr algn="ctr"/>
            <a:r>
              <a:rPr lang="en-US" sz="1400" dirty="0" smtClean="0"/>
              <a:t>garden, home décor, pet, other) 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>
            <a:off x="4038792" y="3771714"/>
            <a:ext cx="17321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5770956" y="3725294"/>
            <a:ext cx="139402" cy="13412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4" name="TextBox 73"/>
          <p:cNvSpPr txBox="1"/>
          <p:nvPr/>
        </p:nvSpPr>
        <p:spPr>
          <a:xfrm>
            <a:off x="2204918" y="4346298"/>
            <a:ext cx="20744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Display list of tutorials</a:t>
            </a:r>
            <a:endParaRPr lang="en-US" sz="1400" dirty="0"/>
          </a:p>
        </p:txBody>
      </p:sp>
      <p:sp>
        <p:nvSpPr>
          <p:cNvPr id="75" name="Rectangle 74"/>
          <p:cNvSpPr/>
          <p:nvPr/>
        </p:nvSpPr>
        <p:spPr>
          <a:xfrm>
            <a:off x="7378139" y="4936004"/>
            <a:ext cx="153626" cy="116783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84" name="Straight Arrow Connector 83"/>
          <p:cNvCxnSpPr/>
          <p:nvPr/>
        </p:nvCxnSpPr>
        <p:spPr>
          <a:xfrm>
            <a:off x="5850665" y="5004181"/>
            <a:ext cx="152747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858717" y="4696404"/>
            <a:ext cx="16011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12: Select a tutorial</a:t>
            </a:r>
            <a:endParaRPr lang="en-US" sz="1400" dirty="0"/>
          </a:p>
        </p:txBody>
      </p:sp>
      <p:cxnSp>
        <p:nvCxnSpPr>
          <p:cNvPr id="88" name="Straight Arrow Connector 87"/>
          <p:cNvCxnSpPr/>
          <p:nvPr/>
        </p:nvCxnSpPr>
        <p:spPr>
          <a:xfrm>
            <a:off x="7495290" y="5175371"/>
            <a:ext cx="242717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7699858" y="4886269"/>
            <a:ext cx="1776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Request tutorial information</a:t>
            </a:r>
            <a:endParaRPr lang="en-US" sz="1400" dirty="0"/>
          </a:p>
        </p:txBody>
      </p:sp>
      <p:cxnSp>
        <p:nvCxnSpPr>
          <p:cNvPr id="91" name="Straight Arrow Connector 90"/>
          <p:cNvCxnSpPr/>
          <p:nvPr/>
        </p:nvCxnSpPr>
        <p:spPr>
          <a:xfrm flipH="1">
            <a:off x="7531765" y="5779363"/>
            <a:ext cx="243644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5579006" y="2430963"/>
            <a:ext cx="21003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4: Return list of categories</a:t>
            </a:r>
            <a:endParaRPr lang="en-US" sz="1400" dirty="0"/>
          </a:p>
        </p:txBody>
      </p:sp>
      <p:cxnSp>
        <p:nvCxnSpPr>
          <p:cNvPr id="97" name="Straight Arrow Connector 96"/>
          <p:cNvCxnSpPr/>
          <p:nvPr/>
        </p:nvCxnSpPr>
        <p:spPr>
          <a:xfrm flipH="1">
            <a:off x="748154" y="6008698"/>
            <a:ext cx="659874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-329186" y="1643919"/>
            <a:ext cx="36218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</a:t>
            </a:r>
            <a:r>
              <a:rPr lang="en-US" sz="1400" dirty="0" smtClean="0"/>
              <a:t>: Click home page </a:t>
            </a:r>
          </a:p>
          <a:p>
            <a:pPr algn="ctr"/>
            <a:r>
              <a:rPr lang="en-US" sz="1400" dirty="0" smtClean="0"/>
              <a:t>for blogger link</a:t>
            </a:r>
            <a:endParaRPr lang="en-US" sz="1400" dirty="0"/>
          </a:p>
        </p:txBody>
      </p:sp>
      <p:sp>
        <p:nvSpPr>
          <p:cNvPr id="56" name="TextBox 55"/>
          <p:cNvSpPr txBox="1"/>
          <p:nvPr/>
        </p:nvSpPr>
        <p:spPr>
          <a:xfrm>
            <a:off x="1979840" y="1935903"/>
            <a:ext cx="22847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2</a:t>
            </a:r>
            <a:r>
              <a:rPr lang="en-US" sz="1400" dirty="0" smtClean="0"/>
              <a:t>: Click category link</a:t>
            </a:r>
            <a:endParaRPr lang="en-US" sz="1400" dirty="0"/>
          </a:p>
        </p:txBody>
      </p:sp>
      <p:cxnSp>
        <p:nvCxnSpPr>
          <p:cNvPr id="57" name="Straight Arrow Connector 56"/>
          <p:cNvCxnSpPr/>
          <p:nvPr/>
        </p:nvCxnSpPr>
        <p:spPr>
          <a:xfrm flipH="1">
            <a:off x="10066043" y="4287853"/>
            <a:ext cx="5096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V="1">
            <a:off x="10575666" y="3926363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H="1">
            <a:off x="10066043" y="3916720"/>
            <a:ext cx="509623" cy="96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9948489" y="3418633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9: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3" name="Straight Arrow Connector 62"/>
          <p:cNvCxnSpPr/>
          <p:nvPr/>
        </p:nvCxnSpPr>
        <p:spPr>
          <a:xfrm flipH="1">
            <a:off x="10088245" y="5636938"/>
            <a:ext cx="57157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10659824" y="5275448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 flipH="1" flipV="1">
            <a:off x="10088245" y="5275448"/>
            <a:ext cx="571579" cy="990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9988598" y="4800469"/>
            <a:ext cx="86099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14: </a:t>
            </a:r>
            <a:r>
              <a:rPr lang="en-US" sz="1400" dirty="0" err="1" smtClean="0"/>
              <a:t>Retri</a:t>
            </a:r>
            <a:r>
              <a:rPr lang="en-US" sz="1400" dirty="0" smtClean="0"/>
              <a:t>-</a:t>
            </a:r>
          </a:p>
          <a:p>
            <a:pPr algn="ctr"/>
            <a:r>
              <a:rPr lang="en-US" sz="1400" dirty="0"/>
              <a:t>-</a:t>
            </a:r>
            <a:r>
              <a:rPr lang="en-US" sz="1400" dirty="0" smtClean="0"/>
              <a:t>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28960956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4278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717075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275720" y="1184951"/>
            <a:ext cx="189331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TutorialSearch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5355384" y="11849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Tutorial</a:t>
            </a:r>
            <a:br>
              <a:rPr lang="en-US" dirty="0" smtClean="0"/>
            </a:br>
            <a:r>
              <a:rPr lang="en-US" dirty="0" smtClean="0"/>
              <a:t>Management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4222379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6318207" y="16961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47374" y="2106582"/>
            <a:ext cx="139404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39176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152677" y="2517957"/>
            <a:ext cx="139403" cy="190188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17075" y="2199517"/>
            <a:ext cx="15221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39176" y="2586755"/>
            <a:ext cx="191350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4292080" y="3248102"/>
            <a:ext cx="38430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17075" y="4644887"/>
            <a:ext cx="5547508" cy="23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86778" y="5555227"/>
            <a:ext cx="556241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145114" y="5267950"/>
            <a:ext cx="534503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14: Display tutorial information</a:t>
            </a:r>
          </a:p>
          <a:p>
            <a:pPr algn="ctr"/>
            <a:r>
              <a:rPr lang="en-US" sz="1600" dirty="0" smtClean="0"/>
              <a:t>(tutorial picture, title, category, owner username, </a:t>
            </a:r>
          </a:p>
          <a:p>
            <a:pPr algn="ctr"/>
            <a:r>
              <a:rPr lang="en-US" sz="1600" dirty="0" smtClean="0"/>
              <a:t>number of like, material description, material picture,</a:t>
            </a:r>
          </a:p>
          <a:p>
            <a:pPr algn="ctr"/>
            <a:r>
              <a:rPr lang="en-US" sz="1600" dirty="0" smtClean="0"/>
              <a:t> step number, step description, step picture, </a:t>
            </a:r>
            <a:r>
              <a:rPr lang="en-US" sz="1600" dirty="0"/>
              <a:t>video, comment)  </a:t>
            </a:r>
            <a:endParaRPr lang="en-US" sz="1600" dirty="0"/>
          </a:p>
        </p:txBody>
      </p:sp>
      <p:cxnSp>
        <p:nvCxnSpPr>
          <p:cNvPr id="38" name="Straight Arrow Connector 37"/>
          <p:cNvCxnSpPr/>
          <p:nvPr/>
        </p:nvCxnSpPr>
        <p:spPr>
          <a:xfrm flipH="1" flipV="1">
            <a:off x="4292080" y="4127580"/>
            <a:ext cx="3843023" cy="369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H="1">
            <a:off x="6403985" y="5410552"/>
            <a:ext cx="336856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207073" y="4836931"/>
            <a:ext cx="4134866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13: Return selected </a:t>
            </a:r>
          </a:p>
          <a:p>
            <a:pPr algn="ctr"/>
            <a:r>
              <a:rPr lang="en-US" sz="1600" dirty="0" smtClean="0"/>
              <a:t>tutorial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/>
              <a:t>(tutorial picture, title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category, owner username, </a:t>
            </a:r>
          </a:p>
          <a:p>
            <a:pPr algn="ctr"/>
            <a:r>
              <a:rPr lang="en-US" sz="1600" dirty="0"/>
              <a:t>number of like, material description, </a:t>
            </a:r>
            <a:endParaRPr lang="en-US" sz="1600" dirty="0" smtClean="0"/>
          </a:p>
          <a:p>
            <a:pPr algn="ctr"/>
            <a:r>
              <a:rPr lang="en-US" sz="1600" dirty="0" smtClean="0"/>
              <a:t>material </a:t>
            </a:r>
            <a:r>
              <a:rPr lang="en-US" sz="1600" dirty="0"/>
              <a:t>picture</a:t>
            </a:r>
            <a:r>
              <a:rPr lang="en-US" sz="1600" dirty="0" smtClean="0"/>
              <a:t>, </a:t>
            </a:r>
            <a:r>
              <a:rPr lang="en-US" sz="1600" dirty="0"/>
              <a:t>step number, </a:t>
            </a:r>
            <a:endParaRPr lang="en-US" sz="1600" dirty="0" smtClean="0"/>
          </a:p>
          <a:p>
            <a:pPr algn="ctr"/>
            <a:r>
              <a:rPr lang="en-US" sz="1600" dirty="0" smtClean="0"/>
              <a:t>step </a:t>
            </a:r>
            <a:r>
              <a:rPr lang="en-US" sz="1600" dirty="0"/>
              <a:t>description, step picture, </a:t>
            </a:r>
            <a:r>
              <a:rPr lang="en-US" sz="1600" dirty="0"/>
              <a:t>video, comment)  </a:t>
            </a:r>
            <a:endParaRPr lang="en-US" sz="1600" dirty="0"/>
          </a:p>
          <a:p>
            <a:pPr algn="ctr"/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3278664"/>
            <a:ext cx="139402" cy="223009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6264583" y="4566031"/>
            <a:ext cx="139402" cy="109585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53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88958" y="1184951"/>
            <a:ext cx="16398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308877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6403985" y="4824021"/>
            <a:ext cx="337238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86778" y="4283574"/>
            <a:ext cx="336590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36412" y="3944786"/>
            <a:ext cx="27415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Display list of tutorials </a:t>
            </a:r>
            <a:endParaRPr lang="en-US" sz="1600" dirty="0"/>
          </a:p>
        </p:txBody>
      </p:sp>
      <p:sp>
        <p:nvSpPr>
          <p:cNvPr id="36" name="TextBox 35"/>
          <p:cNvSpPr txBox="1"/>
          <p:nvPr/>
        </p:nvSpPr>
        <p:spPr>
          <a:xfrm>
            <a:off x="4949261" y="3784026"/>
            <a:ext cx="2210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Return list of tutorials</a:t>
            </a:r>
            <a:endParaRPr lang="en-US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4327755" y="2913800"/>
            <a:ext cx="32731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</a:t>
            </a:r>
            <a:r>
              <a:rPr lang="en-US" sz="1600" dirty="0"/>
              <a:t>Request tutorials that has the keyword</a:t>
            </a:r>
          </a:p>
          <a:p>
            <a:pPr algn="ctr"/>
            <a:endParaRPr lang="en-US" sz="1600" dirty="0"/>
          </a:p>
        </p:txBody>
      </p:sp>
      <p:sp>
        <p:nvSpPr>
          <p:cNvPr id="52" name="TextBox 51"/>
          <p:cNvSpPr txBox="1"/>
          <p:nvPr/>
        </p:nvSpPr>
        <p:spPr>
          <a:xfrm>
            <a:off x="1779397" y="4324717"/>
            <a:ext cx="1803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10: </a:t>
            </a:r>
            <a:r>
              <a:rPr lang="en-US" sz="1600" dirty="0"/>
              <a:t>S</a:t>
            </a:r>
            <a:r>
              <a:rPr lang="en-US" sz="1600" dirty="0" smtClean="0"/>
              <a:t>elect a tutorial</a:t>
            </a:r>
            <a:endParaRPr lang="en-US" sz="1600" dirty="0"/>
          </a:p>
        </p:txBody>
      </p:sp>
      <p:sp>
        <p:nvSpPr>
          <p:cNvPr id="53" name="TextBox 52"/>
          <p:cNvSpPr txBox="1"/>
          <p:nvPr/>
        </p:nvSpPr>
        <p:spPr>
          <a:xfrm>
            <a:off x="6403985" y="4493994"/>
            <a:ext cx="31791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11: Request tutorial information</a:t>
            </a:r>
            <a:endParaRPr lang="en-US" sz="1600" dirty="0"/>
          </a:p>
        </p:txBody>
      </p:sp>
      <p:sp>
        <p:nvSpPr>
          <p:cNvPr id="35" name="TextBox 34"/>
          <p:cNvSpPr txBox="1"/>
          <p:nvPr/>
        </p:nvSpPr>
        <p:spPr>
          <a:xfrm>
            <a:off x="666770" y="1656971"/>
            <a:ext cx="16353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</a:t>
            </a:r>
          </a:p>
          <a:p>
            <a:pPr algn="ctr"/>
            <a:r>
              <a:rPr lang="en-US" sz="1600" dirty="0"/>
              <a:t>p</a:t>
            </a:r>
            <a:r>
              <a:rPr lang="en-US" sz="1600" dirty="0" smtClean="0"/>
              <a:t>age for </a:t>
            </a:r>
          </a:p>
          <a:p>
            <a:pPr algn="ctr"/>
            <a:r>
              <a:rPr lang="en-US" sz="1600" dirty="0" smtClean="0"/>
              <a:t>blogger link</a:t>
            </a:r>
            <a:endParaRPr lang="en-US" sz="1600" dirty="0"/>
          </a:p>
        </p:txBody>
      </p:sp>
      <p:sp>
        <p:nvSpPr>
          <p:cNvPr id="39" name="TextBox 38"/>
          <p:cNvSpPr txBox="1"/>
          <p:nvPr/>
        </p:nvSpPr>
        <p:spPr>
          <a:xfrm>
            <a:off x="2124801" y="2248201"/>
            <a:ext cx="22847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/>
              <a:t>Click on search box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92380" y="1184951"/>
            <a:ext cx="130541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Search</a:t>
            </a:r>
            <a:endParaRPr lang="en-US" dirty="0"/>
          </a:p>
        </p:txBody>
      </p:sp>
      <p:cxnSp>
        <p:nvCxnSpPr>
          <p:cNvPr id="45" name="Straight Connector 44"/>
          <p:cNvCxnSpPr/>
          <p:nvPr/>
        </p:nvCxnSpPr>
        <p:spPr>
          <a:xfrm>
            <a:off x="8189895" y="1542596"/>
            <a:ext cx="30986" cy="415756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8135103" y="3152237"/>
            <a:ext cx="139402" cy="108311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/>
          <p:cNvCxnSpPr/>
          <p:nvPr/>
        </p:nvCxnSpPr>
        <p:spPr>
          <a:xfrm>
            <a:off x="8254794" y="3373360"/>
            <a:ext cx="15332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8236958" y="3940120"/>
            <a:ext cx="150186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8185093" y="2807307"/>
            <a:ext cx="166098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Get tutorials </a:t>
            </a:r>
            <a:r>
              <a:rPr lang="en-US" sz="1600" dirty="0"/>
              <a:t>that has the keyword</a:t>
            </a:r>
          </a:p>
          <a:p>
            <a:pPr algn="ctr"/>
            <a:endParaRPr lang="en-US" sz="1600" dirty="0"/>
          </a:p>
        </p:txBody>
      </p:sp>
      <p:sp>
        <p:nvSpPr>
          <p:cNvPr id="70" name="TextBox 69"/>
          <p:cNvSpPr txBox="1"/>
          <p:nvPr/>
        </p:nvSpPr>
        <p:spPr>
          <a:xfrm>
            <a:off x="8274505" y="3631374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647374" y="3028798"/>
            <a:ext cx="350530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1651863" y="2679695"/>
            <a:ext cx="16026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Input keyword</a:t>
            </a:r>
            <a:endParaRPr lang="en-US" sz="1600" dirty="0"/>
          </a:p>
        </p:txBody>
      </p:sp>
      <p:cxnSp>
        <p:nvCxnSpPr>
          <p:cNvPr id="60" name="Straight Arrow Connector 59"/>
          <p:cNvCxnSpPr/>
          <p:nvPr/>
        </p:nvCxnSpPr>
        <p:spPr>
          <a:xfrm flipH="1">
            <a:off x="9887505" y="3820927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V="1">
            <a:off x="10629464" y="345943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flipH="1">
            <a:off x="9887505" y="3459437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9862335" y="2961323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6: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4" name="Straight Arrow Connector 63"/>
          <p:cNvCxnSpPr/>
          <p:nvPr/>
        </p:nvCxnSpPr>
        <p:spPr>
          <a:xfrm flipH="1">
            <a:off x="9894218" y="527844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10636177" y="491695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H="1">
            <a:off x="9894218" y="491695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9824164" y="4418838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12: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9487260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4278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717075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275720" y="1184951"/>
            <a:ext cx="189331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TutorialFollow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5355384" y="11849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Tutorial</a:t>
            </a:r>
            <a:br>
              <a:rPr lang="en-US" dirty="0" smtClean="0"/>
            </a:br>
            <a:r>
              <a:rPr lang="en-US" dirty="0" smtClean="0"/>
              <a:t>Management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4222379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6318207" y="16961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47374" y="2106582"/>
            <a:ext cx="139404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39176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152677" y="2517957"/>
            <a:ext cx="175078" cy="148471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17075" y="2199517"/>
            <a:ext cx="15221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39176" y="2586755"/>
            <a:ext cx="191350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4292080" y="2969282"/>
            <a:ext cx="38430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17075" y="4419837"/>
            <a:ext cx="5547508" cy="23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86778" y="5330177"/>
            <a:ext cx="556241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098647" y="4996430"/>
            <a:ext cx="534503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13: Display tutorial information</a:t>
            </a:r>
          </a:p>
          <a:p>
            <a:pPr algn="ctr"/>
            <a:r>
              <a:rPr lang="en-US" sz="1600" dirty="0" smtClean="0"/>
              <a:t>(tutorial picture, title, category, owner username, </a:t>
            </a:r>
          </a:p>
          <a:p>
            <a:pPr algn="ctr"/>
            <a:r>
              <a:rPr lang="en-US" sz="1600" dirty="0" smtClean="0"/>
              <a:t>number of like, material description, material picture,</a:t>
            </a:r>
          </a:p>
          <a:p>
            <a:pPr algn="ctr"/>
            <a:r>
              <a:rPr lang="en-US" sz="1600" dirty="0" smtClean="0"/>
              <a:t> step number, step description, step picture, </a:t>
            </a:r>
            <a:r>
              <a:rPr lang="en-US" sz="1600" dirty="0"/>
              <a:t>video, comment)  </a:t>
            </a:r>
            <a:endParaRPr lang="en-US" sz="1600" dirty="0"/>
          </a:p>
        </p:txBody>
      </p:sp>
      <p:cxnSp>
        <p:nvCxnSpPr>
          <p:cNvPr id="38" name="Straight Arrow Connector 37"/>
          <p:cNvCxnSpPr/>
          <p:nvPr/>
        </p:nvCxnSpPr>
        <p:spPr>
          <a:xfrm flipH="1" flipV="1">
            <a:off x="4292080" y="3824703"/>
            <a:ext cx="3843023" cy="369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H="1">
            <a:off x="6403985" y="5185502"/>
            <a:ext cx="336856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207073" y="4611881"/>
            <a:ext cx="4134866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Return selected </a:t>
            </a:r>
          </a:p>
          <a:p>
            <a:pPr algn="ctr"/>
            <a:r>
              <a:rPr lang="en-US" sz="1600" dirty="0" smtClean="0"/>
              <a:t>tutorial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/>
              <a:t>(tutorial picture, title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category, owner username, </a:t>
            </a:r>
          </a:p>
          <a:p>
            <a:pPr algn="ctr"/>
            <a:r>
              <a:rPr lang="en-US" sz="1600" dirty="0"/>
              <a:t>number of like, material description, </a:t>
            </a:r>
            <a:endParaRPr lang="en-US" sz="1600" dirty="0" smtClean="0"/>
          </a:p>
          <a:p>
            <a:pPr algn="ctr"/>
            <a:r>
              <a:rPr lang="en-US" sz="1600" dirty="0" smtClean="0"/>
              <a:t>material </a:t>
            </a:r>
            <a:r>
              <a:rPr lang="en-US" sz="1600" dirty="0"/>
              <a:t>picture</a:t>
            </a:r>
            <a:r>
              <a:rPr lang="en-US" sz="1600" dirty="0" smtClean="0"/>
              <a:t>, </a:t>
            </a:r>
            <a:r>
              <a:rPr lang="en-US" sz="1600" dirty="0"/>
              <a:t>step number, </a:t>
            </a:r>
            <a:endParaRPr lang="en-US" sz="1600" dirty="0" smtClean="0"/>
          </a:p>
          <a:p>
            <a:pPr algn="ctr"/>
            <a:r>
              <a:rPr lang="en-US" sz="1600" dirty="0" smtClean="0"/>
              <a:t>step </a:t>
            </a:r>
            <a:r>
              <a:rPr lang="en-US" sz="1600" dirty="0"/>
              <a:t>description, step picture, </a:t>
            </a:r>
            <a:r>
              <a:rPr lang="en-US" sz="1600" dirty="0"/>
              <a:t>video, comment)  </a:t>
            </a:r>
            <a:endParaRPr lang="en-US" sz="1600" dirty="0"/>
          </a:p>
          <a:p>
            <a:pPr algn="ctr"/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2908016"/>
            <a:ext cx="139402" cy="237393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6264583" y="4340981"/>
            <a:ext cx="139402" cy="109585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53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88958" y="1184951"/>
            <a:ext cx="16398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308877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6403985" y="4598971"/>
            <a:ext cx="337238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86778" y="3869244"/>
            <a:ext cx="336590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779397" y="3530456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sp>
        <p:nvSpPr>
          <p:cNvPr id="36" name="TextBox 35"/>
          <p:cNvSpPr txBox="1"/>
          <p:nvPr/>
        </p:nvSpPr>
        <p:spPr>
          <a:xfrm>
            <a:off x="4949261" y="3486149"/>
            <a:ext cx="2210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Return list of tutorials</a:t>
            </a:r>
            <a:endParaRPr lang="en-US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4327755" y="2634980"/>
            <a:ext cx="3273195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Request tutorials from following bloggers</a:t>
            </a:r>
            <a:endParaRPr lang="en-US" sz="1600" dirty="0"/>
          </a:p>
        </p:txBody>
      </p:sp>
      <p:sp>
        <p:nvSpPr>
          <p:cNvPr id="52" name="TextBox 51"/>
          <p:cNvSpPr txBox="1"/>
          <p:nvPr/>
        </p:nvSpPr>
        <p:spPr>
          <a:xfrm>
            <a:off x="2453174" y="4099667"/>
            <a:ext cx="16995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</a:t>
            </a:r>
            <a:r>
              <a:rPr lang="en-US" sz="1600" dirty="0"/>
              <a:t>S</a:t>
            </a:r>
            <a:r>
              <a:rPr lang="en-US" sz="1600" dirty="0" smtClean="0"/>
              <a:t>elect a tutorial</a:t>
            </a:r>
            <a:endParaRPr lang="en-US" sz="1600" dirty="0"/>
          </a:p>
        </p:txBody>
      </p:sp>
      <p:sp>
        <p:nvSpPr>
          <p:cNvPr id="53" name="TextBox 52"/>
          <p:cNvSpPr txBox="1"/>
          <p:nvPr/>
        </p:nvSpPr>
        <p:spPr>
          <a:xfrm>
            <a:off x="6256251" y="4268944"/>
            <a:ext cx="32648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Request tutorial information</a:t>
            </a:r>
            <a:endParaRPr lang="en-US" sz="1600" dirty="0"/>
          </a:p>
        </p:txBody>
      </p:sp>
      <p:sp>
        <p:nvSpPr>
          <p:cNvPr id="35" name="TextBox 34"/>
          <p:cNvSpPr txBox="1"/>
          <p:nvPr/>
        </p:nvSpPr>
        <p:spPr>
          <a:xfrm>
            <a:off x="666770" y="1656971"/>
            <a:ext cx="16353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</a:t>
            </a:r>
          </a:p>
          <a:p>
            <a:pPr algn="ctr"/>
            <a:r>
              <a:rPr lang="en-US" sz="1600" dirty="0"/>
              <a:t>p</a:t>
            </a:r>
            <a:r>
              <a:rPr lang="en-US" sz="1600" dirty="0" smtClean="0"/>
              <a:t>age for </a:t>
            </a:r>
          </a:p>
          <a:p>
            <a:pPr algn="ctr"/>
            <a:r>
              <a:rPr lang="en-US" sz="1600" dirty="0" smtClean="0"/>
              <a:t>blogger link</a:t>
            </a:r>
            <a:endParaRPr lang="en-US" sz="1600" dirty="0"/>
          </a:p>
        </p:txBody>
      </p:sp>
      <p:sp>
        <p:nvSpPr>
          <p:cNvPr id="39" name="TextBox 38"/>
          <p:cNvSpPr txBox="1"/>
          <p:nvPr/>
        </p:nvSpPr>
        <p:spPr>
          <a:xfrm>
            <a:off x="2124801" y="2248201"/>
            <a:ext cx="22847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Click following link</a:t>
            </a:r>
            <a:endParaRPr lang="en-US" sz="1600" dirty="0"/>
          </a:p>
        </p:txBody>
      </p:sp>
      <p:sp>
        <p:nvSpPr>
          <p:cNvPr id="44" name="Rectangle 43"/>
          <p:cNvSpPr/>
          <p:nvPr/>
        </p:nvSpPr>
        <p:spPr>
          <a:xfrm>
            <a:off x="7492380" y="1184951"/>
            <a:ext cx="130541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Follow</a:t>
            </a:r>
            <a:endParaRPr lang="en-US" dirty="0"/>
          </a:p>
        </p:txBody>
      </p:sp>
      <p:cxnSp>
        <p:nvCxnSpPr>
          <p:cNvPr id="45" name="Straight Connector 44"/>
          <p:cNvCxnSpPr/>
          <p:nvPr/>
        </p:nvCxnSpPr>
        <p:spPr>
          <a:xfrm>
            <a:off x="8189895" y="1542596"/>
            <a:ext cx="30986" cy="415756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8135103" y="2908016"/>
            <a:ext cx="139402" cy="96048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/>
          <p:cNvCxnSpPr/>
          <p:nvPr/>
        </p:nvCxnSpPr>
        <p:spPr>
          <a:xfrm>
            <a:off x="8254794" y="3206067"/>
            <a:ext cx="15332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8274505" y="3684069"/>
            <a:ext cx="150186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8108362" y="2628231"/>
            <a:ext cx="16951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Get tutorials from following bloggers</a:t>
            </a:r>
            <a:endParaRPr lang="en-US" sz="1600" dirty="0"/>
          </a:p>
        </p:txBody>
      </p:sp>
      <p:sp>
        <p:nvSpPr>
          <p:cNvPr id="70" name="TextBox 69"/>
          <p:cNvSpPr txBox="1"/>
          <p:nvPr/>
        </p:nvSpPr>
        <p:spPr>
          <a:xfrm>
            <a:off x="8274505" y="3373360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48" name="Straight Arrow Connector 47"/>
          <p:cNvCxnSpPr/>
          <p:nvPr/>
        </p:nvCxnSpPr>
        <p:spPr>
          <a:xfrm flipH="1">
            <a:off x="9887505" y="3604067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V="1">
            <a:off x="10629464" y="324257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H="1">
            <a:off x="9887505" y="3242577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9862335" y="2744463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9894218" y="506158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10636177" y="470009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H="1">
            <a:off x="9894218" y="470009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9824164" y="4201978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6953730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039857" y="111401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682654" y="1625167"/>
            <a:ext cx="0" cy="454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479" y="1114011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CreateTutorial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8595327" y="1114011"/>
            <a:ext cx="11692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761265" y="1625167"/>
            <a:ext cx="0" cy="454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179950" y="1625167"/>
            <a:ext cx="0" cy="454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599443" y="1995021"/>
            <a:ext cx="161182" cy="353478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2" name="Rectangle 21"/>
          <p:cNvSpPr/>
          <p:nvPr/>
        </p:nvSpPr>
        <p:spPr>
          <a:xfrm>
            <a:off x="3628672" y="2011096"/>
            <a:ext cx="139402" cy="29613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3" name="Rectangle 22"/>
          <p:cNvSpPr/>
          <p:nvPr/>
        </p:nvSpPr>
        <p:spPr>
          <a:xfrm>
            <a:off x="5695880" y="2149903"/>
            <a:ext cx="174662" cy="33799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682654" y="2088542"/>
            <a:ext cx="194601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698373" y="2239893"/>
            <a:ext cx="19975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2143677" y="3103917"/>
            <a:ext cx="292413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Input tutorial information </a:t>
            </a:r>
          </a:p>
          <a:p>
            <a:pPr algn="ctr"/>
            <a:r>
              <a:rPr lang="en-US" sz="1600" dirty="0" smtClean="0"/>
              <a:t>(tutorial picture, title, category, material description, material picture, step number, step picture, step description, video )</a:t>
            </a:r>
            <a:endParaRPr lang="en-US" sz="1600" dirty="0"/>
          </a:p>
        </p:txBody>
      </p:sp>
      <p:cxnSp>
        <p:nvCxnSpPr>
          <p:cNvPr id="25" name="Straight Arrow Connector 24"/>
          <p:cNvCxnSpPr/>
          <p:nvPr/>
        </p:nvCxnSpPr>
        <p:spPr>
          <a:xfrm flipV="1">
            <a:off x="1682654" y="3387359"/>
            <a:ext cx="401322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2488" y="370435"/>
            <a:ext cx="896137" cy="896137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2877765" y="1114011"/>
            <a:ext cx="164099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</a:t>
            </a:r>
            <a:endParaRPr lang="en-US" sz="1600" dirty="0"/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>
            <a:off x="3698265" y="1625167"/>
            <a:ext cx="108" cy="454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1749954" y="2820943"/>
            <a:ext cx="401131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054444" y="2516231"/>
            <a:ext cx="2651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3: Return create tutorial form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6754544" y="1114011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Tutorial</a:t>
            </a:r>
            <a:br>
              <a:rPr lang="en-US" sz="1600" dirty="0" smtClean="0"/>
            </a:br>
            <a:r>
              <a:rPr lang="en-US" sz="1600" dirty="0" smtClean="0"/>
              <a:t>Management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7486330" y="1625167"/>
            <a:ext cx="0" cy="454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75415" y="1778020"/>
            <a:ext cx="3621849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</a:t>
            </a:r>
          </a:p>
          <a:p>
            <a:pPr algn="ctr"/>
            <a:r>
              <a:rPr lang="en-US" sz="1600" dirty="0" smtClean="0"/>
              <a:t>for blogger link 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585834" y="1906119"/>
            <a:ext cx="2284708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Click create </a:t>
            </a:r>
          </a:p>
          <a:p>
            <a:pPr algn="ctr"/>
            <a:r>
              <a:rPr lang="en-US" sz="1600" dirty="0" smtClean="0"/>
              <a:t>tutorial link</a:t>
            </a:r>
            <a:endParaRPr lang="en-US" sz="1600" dirty="0"/>
          </a:p>
        </p:txBody>
      </p:sp>
      <p:sp>
        <p:nvSpPr>
          <p:cNvPr id="62" name="Rectangle 61"/>
          <p:cNvSpPr/>
          <p:nvPr/>
        </p:nvSpPr>
        <p:spPr>
          <a:xfrm>
            <a:off x="9110249" y="4020412"/>
            <a:ext cx="168108" cy="89853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64" name="Straight Arrow Connector 63"/>
          <p:cNvCxnSpPr/>
          <p:nvPr/>
        </p:nvCxnSpPr>
        <p:spPr>
          <a:xfrm flipH="1">
            <a:off x="5870542" y="4859814"/>
            <a:ext cx="322381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2464614" y="5070561"/>
            <a:ext cx="27212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9: Return successful message</a:t>
            </a:r>
            <a:endParaRPr lang="en-US" sz="1600" dirty="0"/>
          </a:p>
        </p:txBody>
      </p:sp>
      <p:sp>
        <p:nvSpPr>
          <p:cNvPr id="66" name="TextBox 65"/>
          <p:cNvSpPr txBox="1"/>
          <p:nvPr/>
        </p:nvSpPr>
        <p:spPr>
          <a:xfrm>
            <a:off x="9322996" y="3717942"/>
            <a:ext cx="102934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:Validate </a:t>
            </a:r>
          </a:p>
          <a:p>
            <a:pPr algn="ctr"/>
            <a:r>
              <a:rPr lang="en-US" sz="1600" dirty="0"/>
              <a:t>a</a:t>
            </a:r>
            <a:r>
              <a:rPr lang="en-US" sz="1600" dirty="0" smtClean="0"/>
              <a:t>ll inputs</a:t>
            </a:r>
            <a:endParaRPr lang="en-US" sz="1600" dirty="0"/>
          </a:p>
        </p:txBody>
      </p:sp>
      <p:cxnSp>
        <p:nvCxnSpPr>
          <p:cNvPr id="67" name="Straight Arrow Connector 66"/>
          <p:cNvCxnSpPr/>
          <p:nvPr/>
        </p:nvCxnSpPr>
        <p:spPr>
          <a:xfrm flipH="1">
            <a:off x="1749953" y="5378338"/>
            <a:ext cx="4045832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691343" y="4534248"/>
            <a:ext cx="1418906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69" name="Straight Arrow Connector 68"/>
          <p:cNvCxnSpPr/>
          <p:nvPr/>
        </p:nvCxnSpPr>
        <p:spPr>
          <a:xfrm>
            <a:off x="5795785" y="3779659"/>
            <a:ext cx="162813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/>
          <p:cNvCxnSpPr/>
          <p:nvPr/>
        </p:nvCxnSpPr>
        <p:spPr>
          <a:xfrm flipH="1">
            <a:off x="9278357" y="4566691"/>
            <a:ext cx="4074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/>
          <p:nvPr/>
        </p:nvCxnSpPr>
        <p:spPr>
          <a:xfrm flipH="1" flipV="1">
            <a:off x="9673730" y="4283933"/>
            <a:ext cx="6208" cy="28275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/>
          <p:cNvCxnSpPr/>
          <p:nvPr/>
        </p:nvCxnSpPr>
        <p:spPr>
          <a:xfrm flipH="1" flipV="1">
            <a:off x="9278357" y="4283931"/>
            <a:ext cx="401199" cy="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7423917" y="3812636"/>
            <a:ext cx="175603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Store</a:t>
            </a:r>
          </a:p>
          <a:p>
            <a:pPr algn="ctr"/>
            <a:r>
              <a:rPr lang="en-US" sz="1600" dirty="0" smtClean="0"/>
              <a:t>information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423917" y="3720012"/>
            <a:ext cx="168108" cy="45191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77" name="Straight Arrow Connector 76"/>
          <p:cNvCxnSpPr/>
          <p:nvPr/>
        </p:nvCxnSpPr>
        <p:spPr>
          <a:xfrm>
            <a:off x="7576317" y="4116863"/>
            <a:ext cx="15337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5780065" y="3473779"/>
            <a:ext cx="175603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Add </a:t>
            </a:r>
          </a:p>
          <a:p>
            <a:pPr algn="ctr"/>
            <a:r>
              <a:rPr lang="en-US" sz="1600" dirty="0" smtClean="0"/>
              <a:t>information</a:t>
            </a:r>
          </a:p>
        </p:txBody>
      </p:sp>
    </p:spTree>
    <p:extLst>
      <p:ext uri="{BB962C8B-B14F-4D97-AF65-F5344CB8AC3E}">
        <p14:creationId xmlns:p14="http://schemas.microsoft.com/office/powerpoint/2010/main" val="15500658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039857" y="111401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682654" y="1625167"/>
            <a:ext cx="0" cy="454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479" y="1114011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UpdateTutorial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8595327" y="1114011"/>
            <a:ext cx="11692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761265" y="1625167"/>
            <a:ext cx="0" cy="454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179950" y="1625167"/>
            <a:ext cx="0" cy="454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599443" y="1995021"/>
            <a:ext cx="161182" cy="353478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2" name="Rectangle 21"/>
          <p:cNvSpPr/>
          <p:nvPr/>
        </p:nvSpPr>
        <p:spPr>
          <a:xfrm>
            <a:off x="3628672" y="2011096"/>
            <a:ext cx="139402" cy="29613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3" name="Rectangle 22"/>
          <p:cNvSpPr/>
          <p:nvPr/>
        </p:nvSpPr>
        <p:spPr>
          <a:xfrm>
            <a:off x="5695880" y="2149903"/>
            <a:ext cx="174662" cy="33799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4" name="Rectangle 23"/>
          <p:cNvSpPr/>
          <p:nvPr/>
        </p:nvSpPr>
        <p:spPr>
          <a:xfrm>
            <a:off x="9110249" y="4020412"/>
            <a:ext cx="168108" cy="89853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682654" y="2088542"/>
            <a:ext cx="194601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698373" y="2239893"/>
            <a:ext cx="19975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5870542" y="4859814"/>
            <a:ext cx="322381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2143677" y="3103917"/>
            <a:ext cx="292413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Input tutorial information </a:t>
            </a:r>
          </a:p>
          <a:p>
            <a:pPr algn="ctr"/>
            <a:r>
              <a:rPr lang="en-US" sz="1600" dirty="0" smtClean="0"/>
              <a:t>(tutorial picture, title, category, material description, material picture, step number, step picture, step description, video )</a:t>
            </a:r>
            <a:endParaRPr lang="en-US" sz="1600" dirty="0"/>
          </a:p>
        </p:txBody>
      </p:sp>
      <p:sp>
        <p:nvSpPr>
          <p:cNvPr id="39" name="TextBox 38"/>
          <p:cNvSpPr txBox="1"/>
          <p:nvPr/>
        </p:nvSpPr>
        <p:spPr>
          <a:xfrm>
            <a:off x="2464614" y="5070561"/>
            <a:ext cx="27212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9: Return successful message</a:t>
            </a:r>
            <a:endParaRPr lang="en-US" sz="1600" dirty="0"/>
          </a:p>
        </p:txBody>
      </p:sp>
      <p:cxnSp>
        <p:nvCxnSpPr>
          <p:cNvPr id="25" name="Straight Arrow Connector 24"/>
          <p:cNvCxnSpPr/>
          <p:nvPr/>
        </p:nvCxnSpPr>
        <p:spPr>
          <a:xfrm flipV="1">
            <a:off x="1682654" y="3387359"/>
            <a:ext cx="401322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2488" y="370435"/>
            <a:ext cx="896137" cy="896137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2877765" y="1114011"/>
            <a:ext cx="164099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</a:t>
            </a:r>
            <a:endParaRPr lang="en-US" sz="1600" dirty="0"/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>
            <a:off x="3698265" y="1625167"/>
            <a:ext cx="108" cy="454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1749954" y="2820943"/>
            <a:ext cx="401131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054444" y="2516231"/>
            <a:ext cx="24479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3: Return edit tutorial form</a:t>
            </a:r>
            <a:endParaRPr lang="en-US" sz="1600" dirty="0"/>
          </a:p>
        </p:txBody>
      </p:sp>
      <p:sp>
        <p:nvSpPr>
          <p:cNvPr id="114" name="TextBox 113"/>
          <p:cNvSpPr txBox="1"/>
          <p:nvPr/>
        </p:nvSpPr>
        <p:spPr>
          <a:xfrm>
            <a:off x="9322996" y="3717942"/>
            <a:ext cx="102934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:Validate </a:t>
            </a:r>
          </a:p>
          <a:p>
            <a:pPr algn="ctr"/>
            <a:r>
              <a:rPr lang="en-US" sz="1600" dirty="0"/>
              <a:t>a</a:t>
            </a:r>
            <a:r>
              <a:rPr lang="en-US" sz="1600" dirty="0" smtClean="0"/>
              <a:t>ll inputs</a:t>
            </a:r>
            <a:endParaRPr lang="en-US" sz="1600" dirty="0"/>
          </a:p>
        </p:txBody>
      </p:sp>
      <p:cxnSp>
        <p:nvCxnSpPr>
          <p:cNvPr id="118" name="Straight Arrow Connector 117"/>
          <p:cNvCxnSpPr/>
          <p:nvPr/>
        </p:nvCxnSpPr>
        <p:spPr>
          <a:xfrm flipH="1">
            <a:off x="1749953" y="5378338"/>
            <a:ext cx="4045832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7691343" y="4534248"/>
            <a:ext cx="1418906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72" name="Straight Arrow Connector 71"/>
          <p:cNvCxnSpPr/>
          <p:nvPr/>
        </p:nvCxnSpPr>
        <p:spPr>
          <a:xfrm>
            <a:off x="5795785" y="3779659"/>
            <a:ext cx="162813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 flipH="1">
            <a:off x="9278357" y="4566691"/>
            <a:ext cx="4074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/>
          <p:nvPr/>
        </p:nvCxnSpPr>
        <p:spPr>
          <a:xfrm flipH="1" flipV="1">
            <a:off x="9673730" y="4283933"/>
            <a:ext cx="6208" cy="28275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/>
          <p:nvPr/>
        </p:nvCxnSpPr>
        <p:spPr>
          <a:xfrm flipH="1" flipV="1">
            <a:off x="9278357" y="4283931"/>
            <a:ext cx="401199" cy="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7423917" y="3812636"/>
            <a:ext cx="175603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Update </a:t>
            </a:r>
          </a:p>
          <a:p>
            <a:pPr algn="ctr"/>
            <a:r>
              <a:rPr lang="en-US" sz="1600" dirty="0" smtClean="0"/>
              <a:t>information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54544" y="1114011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Tutorial</a:t>
            </a:r>
            <a:br>
              <a:rPr lang="en-US" sz="1600" dirty="0" smtClean="0"/>
            </a:br>
            <a:r>
              <a:rPr lang="en-US" sz="1600" dirty="0" smtClean="0"/>
              <a:t>Management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7486330" y="1625167"/>
            <a:ext cx="0" cy="454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7423917" y="3720012"/>
            <a:ext cx="168108" cy="45191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37" name="Straight Arrow Connector 36"/>
          <p:cNvCxnSpPr/>
          <p:nvPr/>
        </p:nvCxnSpPr>
        <p:spPr>
          <a:xfrm>
            <a:off x="7576317" y="4116863"/>
            <a:ext cx="15337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780065" y="3473779"/>
            <a:ext cx="175603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Add </a:t>
            </a:r>
          </a:p>
          <a:p>
            <a:pPr algn="ctr"/>
            <a:r>
              <a:rPr lang="en-US" sz="1600" dirty="0" smtClean="0"/>
              <a:t>information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5415" y="1778020"/>
            <a:ext cx="3621849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</a:t>
            </a:r>
          </a:p>
          <a:p>
            <a:pPr algn="ctr"/>
            <a:r>
              <a:rPr lang="en-US" sz="1600" dirty="0" smtClean="0"/>
              <a:t>for blogger link 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585834" y="1906119"/>
            <a:ext cx="2284708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Click edit</a:t>
            </a:r>
          </a:p>
          <a:p>
            <a:pPr algn="ctr"/>
            <a:r>
              <a:rPr lang="en-US" sz="1600" dirty="0" smtClean="0"/>
              <a:t>tutorial link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0057014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945290" y="74357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588087" y="1254732"/>
            <a:ext cx="0" cy="51913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934912" y="743576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UpdateTutorial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8500760" y="743576"/>
            <a:ext cx="11692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666698" y="1254732"/>
            <a:ext cx="18800" cy="51913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085383" y="1254732"/>
            <a:ext cx="0" cy="51913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504876" y="1624585"/>
            <a:ext cx="150511" cy="454821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2" name="Rectangle 21"/>
          <p:cNvSpPr/>
          <p:nvPr/>
        </p:nvSpPr>
        <p:spPr>
          <a:xfrm>
            <a:off x="3534105" y="1640661"/>
            <a:ext cx="139402" cy="29613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3" name="Rectangle 22"/>
          <p:cNvSpPr/>
          <p:nvPr/>
        </p:nvSpPr>
        <p:spPr>
          <a:xfrm>
            <a:off x="5601313" y="1779467"/>
            <a:ext cx="174662" cy="439333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4" name="Rectangle 23"/>
          <p:cNvSpPr/>
          <p:nvPr/>
        </p:nvSpPr>
        <p:spPr>
          <a:xfrm>
            <a:off x="9012691" y="4791847"/>
            <a:ext cx="168108" cy="89853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588087" y="1718107"/>
            <a:ext cx="194601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603806" y="1869458"/>
            <a:ext cx="19975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5772984" y="5631249"/>
            <a:ext cx="322381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2367056" y="5713396"/>
            <a:ext cx="27212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10: Return successful message</a:t>
            </a:r>
            <a:endParaRPr lang="en-US" sz="1600" dirty="0"/>
          </a:p>
        </p:txBody>
      </p:sp>
      <p:cxnSp>
        <p:nvCxnSpPr>
          <p:cNvPr id="25" name="Straight Arrow Connector 24"/>
          <p:cNvCxnSpPr/>
          <p:nvPr/>
        </p:nvCxnSpPr>
        <p:spPr>
          <a:xfrm flipV="1">
            <a:off x="1588087" y="3016924"/>
            <a:ext cx="401322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7921" y="0"/>
            <a:ext cx="896137" cy="896137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2783198" y="743576"/>
            <a:ext cx="164099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</a:t>
            </a:r>
            <a:endParaRPr lang="en-US" sz="1600" dirty="0"/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>
            <a:off x="3603698" y="1254732"/>
            <a:ext cx="0" cy="51913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1655387" y="2450508"/>
            <a:ext cx="401131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959877" y="2145796"/>
            <a:ext cx="24479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3: Return edit tutorial form</a:t>
            </a:r>
            <a:endParaRPr lang="en-US" sz="1600" dirty="0"/>
          </a:p>
        </p:txBody>
      </p:sp>
      <p:cxnSp>
        <p:nvCxnSpPr>
          <p:cNvPr id="118" name="Straight Arrow Connector 117"/>
          <p:cNvCxnSpPr/>
          <p:nvPr/>
        </p:nvCxnSpPr>
        <p:spPr>
          <a:xfrm flipH="1">
            <a:off x="1652395" y="6021173"/>
            <a:ext cx="4045832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7593785" y="5305683"/>
            <a:ext cx="1418906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9: Return result</a:t>
            </a:r>
            <a:endParaRPr lang="en-US" sz="1600" dirty="0"/>
          </a:p>
        </p:txBody>
      </p:sp>
      <p:cxnSp>
        <p:nvCxnSpPr>
          <p:cNvPr id="72" name="Straight Arrow Connector 71"/>
          <p:cNvCxnSpPr/>
          <p:nvPr/>
        </p:nvCxnSpPr>
        <p:spPr>
          <a:xfrm>
            <a:off x="5698227" y="4551094"/>
            <a:ext cx="162813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7326359" y="4584071"/>
            <a:ext cx="17560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Delete tutorial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59977" y="743576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Tutorial</a:t>
            </a:r>
            <a:br>
              <a:rPr lang="en-US" sz="1600" dirty="0" smtClean="0"/>
            </a:br>
            <a:r>
              <a:rPr lang="en-US" sz="1600" dirty="0" smtClean="0"/>
              <a:t>Management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7391763" y="1254732"/>
            <a:ext cx="0" cy="51913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7326359" y="4527050"/>
            <a:ext cx="168108" cy="39557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37" name="Straight Arrow Connector 36"/>
          <p:cNvCxnSpPr/>
          <p:nvPr/>
        </p:nvCxnSpPr>
        <p:spPr>
          <a:xfrm>
            <a:off x="7478759" y="4888298"/>
            <a:ext cx="15337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682507" y="4245214"/>
            <a:ext cx="175603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Request delete </a:t>
            </a:r>
          </a:p>
          <a:p>
            <a:pPr algn="ctr"/>
            <a:r>
              <a:rPr lang="en-US" sz="1600" dirty="0" smtClean="0"/>
              <a:t>tutorial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0848" y="1407585"/>
            <a:ext cx="3621849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</a:t>
            </a:r>
          </a:p>
          <a:p>
            <a:pPr algn="ctr"/>
            <a:r>
              <a:rPr lang="en-US" sz="1600" dirty="0" smtClean="0"/>
              <a:t>for blogger link 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491267" y="1535684"/>
            <a:ext cx="2284708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Click edit</a:t>
            </a:r>
          </a:p>
          <a:p>
            <a:pPr algn="ctr"/>
            <a:r>
              <a:rPr lang="en-US" sz="1600" dirty="0" smtClean="0"/>
              <a:t>tutorial link</a:t>
            </a:r>
            <a:endParaRPr lang="en-US" sz="1600" dirty="0"/>
          </a:p>
        </p:txBody>
      </p:sp>
      <p:sp>
        <p:nvSpPr>
          <p:cNvPr id="47" name="TextBox 46"/>
          <p:cNvSpPr txBox="1"/>
          <p:nvPr/>
        </p:nvSpPr>
        <p:spPr>
          <a:xfrm>
            <a:off x="2065122" y="2710521"/>
            <a:ext cx="29241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Click delete tutorial link</a:t>
            </a:r>
            <a:endParaRPr lang="en-US" sz="1600" dirty="0"/>
          </a:p>
        </p:txBody>
      </p:sp>
      <p:sp>
        <p:nvSpPr>
          <p:cNvPr id="48" name="TextBox 47"/>
          <p:cNvSpPr txBox="1"/>
          <p:nvPr/>
        </p:nvSpPr>
        <p:spPr>
          <a:xfrm>
            <a:off x="2203536" y="3223135"/>
            <a:ext cx="29852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5: Display confirmation message</a:t>
            </a:r>
            <a:endParaRPr lang="en-US" sz="1600" dirty="0"/>
          </a:p>
        </p:txBody>
      </p:sp>
      <p:cxnSp>
        <p:nvCxnSpPr>
          <p:cNvPr id="49" name="Straight Arrow Connector 48"/>
          <p:cNvCxnSpPr/>
          <p:nvPr/>
        </p:nvCxnSpPr>
        <p:spPr>
          <a:xfrm flipH="1">
            <a:off x="1620866" y="3530912"/>
            <a:ext cx="4045832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 flipV="1">
            <a:off x="1553567" y="4051433"/>
            <a:ext cx="401322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3343759" y="3714089"/>
            <a:ext cx="10594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6: Confirm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162200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951902" y="928915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594699" y="1440071"/>
            <a:ext cx="0" cy="541792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488873" y="928915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6726855" y="1440071"/>
            <a:ext cx="16843" cy="541792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296797" y="1440071"/>
            <a:ext cx="10717" cy="541792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524997" y="1561195"/>
            <a:ext cx="132899" cy="496385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Arrow Connector 36"/>
          <p:cNvCxnSpPr/>
          <p:nvPr/>
        </p:nvCxnSpPr>
        <p:spPr>
          <a:xfrm>
            <a:off x="1594699" y="2789778"/>
            <a:ext cx="5078532" cy="1838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1664403" y="3700118"/>
            <a:ext cx="500882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925450" y="3428916"/>
            <a:ext cx="469998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</a:t>
            </a:r>
            <a:r>
              <a:rPr lang="en-US" sz="1400" dirty="0" smtClean="0"/>
              <a:t>Display tutorial information</a:t>
            </a:r>
          </a:p>
          <a:p>
            <a:pPr algn="ctr"/>
            <a:r>
              <a:rPr lang="en-US" sz="1400" dirty="0" smtClean="0"/>
              <a:t>(tutorial picture, title, category, owner username, </a:t>
            </a:r>
          </a:p>
          <a:p>
            <a:pPr algn="ctr"/>
            <a:r>
              <a:rPr lang="en-US" sz="1400" dirty="0" smtClean="0"/>
              <a:t>number of like, material description, material picture,</a:t>
            </a:r>
          </a:p>
          <a:p>
            <a:pPr algn="ctr"/>
            <a:r>
              <a:rPr lang="en-US" sz="1400" dirty="0" smtClean="0"/>
              <a:t> step number, step description, step picture, </a:t>
            </a:r>
            <a:r>
              <a:rPr lang="en-US" sz="1400" dirty="0"/>
              <a:t>video, comment)  </a:t>
            </a:r>
            <a:endParaRPr lang="en-US" sz="14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6804592" y="3555443"/>
            <a:ext cx="241643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381872" y="3081437"/>
            <a:ext cx="348921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</a:t>
            </a:r>
            <a:r>
              <a:rPr lang="en-US" sz="1400" dirty="0" smtClean="0"/>
              <a:t>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like, material description, </a:t>
            </a:r>
            <a:endParaRPr lang="en-US" sz="1400" dirty="0" smtClean="0"/>
          </a:p>
          <a:p>
            <a:pPr algn="ctr"/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</a:t>
            </a:r>
            <a:r>
              <a:rPr lang="en-US" sz="1400" dirty="0"/>
              <a:t>video, comment)  </a:t>
            </a:r>
            <a:endParaRPr lang="en-US" sz="1400" dirty="0"/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9227096" y="2892194"/>
            <a:ext cx="140668" cy="297745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6673231" y="2710922"/>
            <a:ext cx="131361" cy="381413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777" y="-94544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3328726" y="928915"/>
            <a:ext cx="16398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4148645" y="1440071"/>
            <a:ext cx="0" cy="541792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6743698" y="2968912"/>
            <a:ext cx="2477330" cy="1291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3330798" y="2469608"/>
            <a:ext cx="16995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/>
              <a:t>S</a:t>
            </a:r>
            <a:r>
              <a:rPr lang="en-US" sz="1600" dirty="0" smtClean="0"/>
              <a:t>elect a tutorial</a:t>
            </a:r>
            <a:endParaRPr lang="en-US" sz="1600" dirty="0"/>
          </a:p>
        </p:txBody>
      </p:sp>
      <p:sp>
        <p:nvSpPr>
          <p:cNvPr id="53" name="TextBox 52"/>
          <p:cNvSpPr txBox="1"/>
          <p:nvPr/>
        </p:nvSpPr>
        <p:spPr>
          <a:xfrm>
            <a:off x="6408755" y="2638885"/>
            <a:ext cx="292729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smtClean="0"/>
              <a:t>Request tutorial </a:t>
            </a:r>
            <a:endParaRPr lang="en-US" sz="1600" dirty="0" smtClean="0"/>
          </a:p>
          <a:p>
            <a:pPr algn="ctr"/>
            <a:r>
              <a:rPr lang="en-US" sz="1600" dirty="0" smtClean="0"/>
              <a:t>information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9367764" y="2204520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10109723" y="184303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H="1">
            <a:off x="9367764" y="184303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9839920" y="1521741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</a:t>
            </a:r>
            <a:r>
              <a:rPr lang="en-US" sz="1400" dirty="0" smtClean="0"/>
              <a:t>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66" name="Rectangle 65"/>
          <p:cNvSpPr/>
          <p:nvPr/>
        </p:nvSpPr>
        <p:spPr>
          <a:xfrm>
            <a:off x="5671098" y="928915"/>
            <a:ext cx="213699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TutorialManagement</a:t>
            </a:r>
            <a:endParaRPr lang="en-US" sz="1600" dirty="0"/>
          </a:p>
        </p:txBody>
      </p:sp>
      <p:cxnSp>
        <p:nvCxnSpPr>
          <p:cNvPr id="67" name="Straight Arrow Connector 66"/>
          <p:cNvCxnSpPr/>
          <p:nvPr/>
        </p:nvCxnSpPr>
        <p:spPr>
          <a:xfrm>
            <a:off x="1657896" y="1657360"/>
            <a:ext cx="242104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1482160" y="1346325"/>
            <a:ext cx="2683555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</a:t>
            </a:r>
          </a:p>
          <a:p>
            <a:pPr algn="ctr"/>
            <a:r>
              <a:rPr lang="en-US" sz="1600" dirty="0" smtClean="0"/>
              <a:t>for blogger link </a:t>
            </a:r>
            <a:endParaRPr lang="en-US" sz="1600" dirty="0"/>
          </a:p>
        </p:txBody>
      </p:sp>
      <p:sp>
        <p:nvSpPr>
          <p:cNvPr id="71" name="Rectangle 70"/>
          <p:cNvSpPr/>
          <p:nvPr/>
        </p:nvSpPr>
        <p:spPr>
          <a:xfrm>
            <a:off x="4078943" y="1622245"/>
            <a:ext cx="139403" cy="82319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Arrow Connector 71"/>
          <p:cNvCxnSpPr/>
          <p:nvPr/>
        </p:nvCxnSpPr>
        <p:spPr>
          <a:xfrm flipH="1">
            <a:off x="1657896" y="2380443"/>
            <a:ext cx="242104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/>
          <p:nvPr/>
        </p:nvCxnSpPr>
        <p:spPr>
          <a:xfrm>
            <a:off x="4218346" y="1800307"/>
            <a:ext cx="5002682" cy="889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9221028" y="1742496"/>
            <a:ext cx="139402" cy="67079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5" name="Straight Arrow Connector 74"/>
          <p:cNvCxnSpPr/>
          <p:nvPr/>
        </p:nvCxnSpPr>
        <p:spPr>
          <a:xfrm flipH="1">
            <a:off x="4218347" y="2252725"/>
            <a:ext cx="500268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5904124" y="1470645"/>
            <a:ext cx="29272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smtClean="0"/>
              <a:t>Request </a:t>
            </a:r>
            <a:r>
              <a:rPr lang="en-US" sz="1600" dirty="0" smtClean="0"/>
              <a:t>tutorials</a:t>
            </a:r>
            <a:endParaRPr lang="en-US" sz="1600" dirty="0"/>
          </a:p>
        </p:txBody>
      </p:sp>
      <p:sp>
        <p:nvSpPr>
          <p:cNvPr id="77" name="TextBox 76"/>
          <p:cNvSpPr txBox="1"/>
          <p:nvPr/>
        </p:nvSpPr>
        <p:spPr>
          <a:xfrm>
            <a:off x="5487691" y="1945531"/>
            <a:ext cx="29272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4</a:t>
            </a:r>
            <a:r>
              <a:rPr lang="en-US" sz="1600" dirty="0" smtClean="0"/>
              <a:t>: Return tutorial results</a:t>
            </a:r>
            <a:endParaRPr lang="en-US" sz="1600" dirty="0"/>
          </a:p>
        </p:txBody>
      </p:sp>
      <p:sp>
        <p:nvSpPr>
          <p:cNvPr id="78" name="TextBox 77"/>
          <p:cNvSpPr txBox="1"/>
          <p:nvPr/>
        </p:nvSpPr>
        <p:spPr>
          <a:xfrm>
            <a:off x="1412459" y="2054109"/>
            <a:ext cx="292729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cxnSp>
        <p:nvCxnSpPr>
          <p:cNvPr id="82" name="Straight Arrow Connector 81"/>
          <p:cNvCxnSpPr/>
          <p:nvPr/>
        </p:nvCxnSpPr>
        <p:spPr>
          <a:xfrm>
            <a:off x="1594699" y="4911582"/>
            <a:ext cx="507853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7055417" y="4782963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11</a:t>
            </a:r>
            <a:r>
              <a:rPr lang="en-US" sz="1600" dirty="0" smtClean="0"/>
              <a:t>: </a:t>
            </a:r>
            <a:r>
              <a:rPr lang="en-US" sz="1600" dirty="0" smtClean="0"/>
              <a:t>save the input</a:t>
            </a:r>
            <a:endParaRPr lang="en-US" sz="1600" dirty="0"/>
          </a:p>
        </p:txBody>
      </p:sp>
      <p:cxnSp>
        <p:nvCxnSpPr>
          <p:cNvPr id="84" name="Straight Arrow Connector 83"/>
          <p:cNvCxnSpPr/>
          <p:nvPr/>
        </p:nvCxnSpPr>
        <p:spPr>
          <a:xfrm>
            <a:off x="6743698" y="5108051"/>
            <a:ext cx="247733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2727066" y="4588410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</a:t>
            </a:r>
            <a:r>
              <a:rPr lang="en-US" sz="1600" dirty="0" smtClean="0"/>
              <a:t>: </a:t>
            </a:r>
            <a:r>
              <a:rPr lang="en-US" sz="1600" dirty="0" smtClean="0"/>
              <a:t>Add comment</a:t>
            </a:r>
            <a:endParaRPr lang="en-US" sz="1600" dirty="0"/>
          </a:p>
        </p:txBody>
      </p:sp>
      <p:cxnSp>
        <p:nvCxnSpPr>
          <p:cNvPr id="86" name="Straight Arrow Connector 85"/>
          <p:cNvCxnSpPr/>
          <p:nvPr/>
        </p:nvCxnSpPr>
        <p:spPr>
          <a:xfrm flipH="1">
            <a:off x="9307514" y="5565791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/>
          <p:nvPr/>
        </p:nvCxnSpPr>
        <p:spPr>
          <a:xfrm flipV="1">
            <a:off x="10049473" y="520430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/>
          <p:nvPr/>
        </p:nvCxnSpPr>
        <p:spPr>
          <a:xfrm flipH="1">
            <a:off x="9307514" y="5204301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9695208" y="4799659"/>
            <a:ext cx="1236236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</a:t>
            </a:r>
            <a:r>
              <a:rPr lang="en-US" sz="1600" dirty="0" smtClean="0"/>
              <a:t>: </a:t>
            </a:r>
            <a:r>
              <a:rPr lang="en-US" sz="1600" dirty="0" smtClean="0"/>
              <a:t>validates </a:t>
            </a:r>
            <a:endParaRPr lang="en-US" sz="1600" dirty="0" smtClean="0"/>
          </a:p>
          <a:p>
            <a:pPr algn="ctr"/>
            <a:r>
              <a:rPr lang="en-US" sz="1600" dirty="0" smtClean="0"/>
              <a:t>input</a:t>
            </a:r>
            <a:endParaRPr lang="en-US" sz="1600" dirty="0"/>
          </a:p>
        </p:txBody>
      </p:sp>
      <p:cxnSp>
        <p:nvCxnSpPr>
          <p:cNvPr id="90" name="Straight Arrow Connector 89"/>
          <p:cNvCxnSpPr/>
          <p:nvPr/>
        </p:nvCxnSpPr>
        <p:spPr>
          <a:xfrm flipH="1" flipV="1">
            <a:off x="6804592" y="5754001"/>
            <a:ext cx="2485929" cy="440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7169221" y="5440900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13: </a:t>
            </a:r>
            <a:r>
              <a:rPr lang="en-US" sz="1600" dirty="0" smtClean="0"/>
              <a:t>return result</a:t>
            </a:r>
            <a:endParaRPr lang="en-US" sz="1600" dirty="0"/>
          </a:p>
        </p:txBody>
      </p:sp>
      <p:cxnSp>
        <p:nvCxnSpPr>
          <p:cNvPr id="92" name="Straight Arrow Connector 91"/>
          <p:cNvCxnSpPr/>
          <p:nvPr/>
        </p:nvCxnSpPr>
        <p:spPr>
          <a:xfrm flipH="1">
            <a:off x="1664403" y="5882601"/>
            <a:ext cx="4977593" cy="19201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3446369" y="5317026"/>
            <a:ext cx="1957086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14: </a:t>
            </a:r>
            <a:r>
              <a:rPr lang="en-US" sz="1600" dirty="0" smtClean="0"/>
              <a:t>Result = Success</a:t>
            </a:r>
          </a:p>
          <a:p>
            <a:r>
              <a:rPr lang="en-US" sz="1600" dirty="0" smtClean="0"/>
              <a:t>Display the comment</a:t>
            </a:r>
            <a:endParaRPr lang="en-US" sz="1600" dirty="0"/>
          </a:p>
        </p:txBody>
      </p:sp>
      <p:cxnSp>
        <p:nvCxnSpPr>
          <p:cNvPr id="94" name="Straight Arrow Connector 93"/>
          <p:cNvCxnSpPr/>
          <p:nvPr/>
        </p:nvCxnSpPr>
        <p:spPr>
          <a:xfrm flipH="1">
            <a:off x="1664403" y="6472480"/>
            <a:ext cx="496103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3383584" y="5892051"/>
            <a:ext cx="202541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15: </a:t>
            </a:r>
            <a:r>
              <a:rPr lang="en-US" sz="1600" dirty="0" smtClean="0"/>
              <a:t>Result = Fail</a:t>
            </a:r>
          </a:p>
          <a:p>
            <a:r>
              <a:rPr lang="en-US" sz="1600" dirty="0" smtClean="0"/>
              <a:t>Display error message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7343256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951902" y="928915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594699" y="1440071"/>
            <a:ext cx="0" cy="518283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488873" y="928915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6726855" y="1440071"/>
            <a:ext cx="0" cy="518283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296797" y="1440071"/>
            <a:ext cx="0" cy="518283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524997" y="1561196"/>
            <a:ext cx="132899" cy="48366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Arrow Connector 36"/>
          <p:cNvCxnSpPr/>
          <p:nvPr/>
        </p:nvCxnSpPr>
        <p:spPr>
          <a:xfrm>
            <a:off x="1594699" y="2789778"/>
            <a:ext cx="5078532" cy="1838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1664403" y="3700118"/>
            <a:ext cx="500882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925450" y="3428916"/>
            <a:ext cx="469998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</a:t>
            </a:r>
            <a:r>
              <a:rPr lang="en-US" sz="1400" dirty="0" smtClean="0"/>
              <a:t>Display tutorial information</a:t>
            </a:r>
          </a:p>
          <a:p>
            <a:pPr algn="ctr"/>
            <a:r>
              <a:rPr lang="en-US" sz="1400" dirty="0" smtClean="0"/>
              <a:t>(tutorial picture, title, category, owner username, </a:t>
            </a:r>
          </a:p>
          <a:p>
            <a:pPr algn="ctr"/>
            <a:r>
              <a:rPr lang="en-US" sz="1400" dirty="0" smtClean="0"/>
              <a:t>number of like, material description, material picture,</a:t>
            </a:r>
          </a:p>
          <a:p>
            <a:pPr algn="ctr"/>
            <a:r>
              <a:rPr lang="en-US" sz="1400" dirty="0" smtClean="0"/>
              <a:t> step number, step description, step picture, </a:t>
            </a:r>
            <a:r>
              <a:rPr lang="en-US" sz="1400" dirty="0"/>
              <a:t>video, comment)  </a:t>
            </a:r>
            <a:endParaRPr lang="en-US" sz="14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6804592" y="3555443"/>
            <a:ext cx="241643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381872" y="3081437"/>
            <a:ext cx="348921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</a:t>
            </a:r>
            <a:r>
              <a:rPr lang="en-US" sz="1400" dirty="0" smtClean="0"/>
              <a:t>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like, material description, </a:t>
            </a:r>
            <a:endParaRPr lang="en-US" sz="1400" dirty="0" smtClean="0"/>
          </a:p>
          <a:p>
            <a:pPr algn="ctr"/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</a:t>
            </a:r>
            <a:r>
              <a:rPr lang="en-US" sz="1400" dirty="0"/>
              <a:t>video, comment)  </a:t>
            </a:r>
            <a:endParaRPr lang="en-US" sz="1400" dirty="0"/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9227096" y="2892194"/>
            <a:ext cx="140668" cy="323238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6673231" y="2710922"/>
            <a:ext cx="131361" cy="368693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777" y="-94544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3328726" y="928915"/>
            <a:ext cx="16398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4148645" y="1440071"/>
            <a:ext cx="0" cy="518283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6743698" y="2968912"/>
            <a:ext cx="2477330" cy="1291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3330798" y="2469608"/>
            <a:ext cx="16995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/>
              <a:t>S</a:t>
            </a:r>
            <a:r>
              <a:rPr lang="en-US" sz="1600" dirty="0" smtClean="0"/>
              <a:t>elect a tutorial</a:t>
            </a:r>
            <a:endParaRPr lang="en-US" sz="1600" dirty="0"/>
          </a:p>
        </p:txBody>
      </p:sp>
      <p:sp>
        <p:nvSpPr>
          <p:cNvPr id="53" name="TextBox 52"/>
          <p:cNvSpPr txBox="1"/>
          <p:nvPr/>
        </p:nvSpPr>
        <p:spPr>
          <a:xfrm>
            <a:off x="6408755" y="2638885"/>
            <a:ext cx="292729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smtClean="0"/>
              <a:t>Request tutorial </a:t>
            </a:r>
            <a:endParaRPr lang="en-US" sz="1600" dirty="0" smtClean="0"/>
          </a:p>
          <a:p>
            <a:pPr algn="ctr"/>
            <a:r>
              <a:rPr lang="en-US" sz="1600" dirty="0" smtClean="0"/>
              <a:t>information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9367764" y="2204520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10109723" y="184303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H="1">
            <a:off x="9367764" y="184303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9839920" y="1521741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</a:t>
            </a:r>
            <a:r>
              <a:rPr lang="en-US" sz="1400" dirty="0" smtClean="0"/>
              <a:t>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66" name="Rectangle 65"/>
          <p:cNvSpPr/>
          <p:nvPr/>
        </p:nvSpPr>
        <p:spPr>
          <a:xfrm>
            <a:off x="5671098" y="928915"/>
            <a:ext cx="213699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TutorialManagement</a:t>
            </a:r>
            <a:endParaRPr lang="en-US" sz="1600" dirty="0"/>
          </a:p>
        </p:txBody>
      </p:sp>
      <p:cxnSp>
        <p:nvCxnSpPr>
          <p:cNvPr id="67" name="Straight Arrow Connector 66"/>
          <p:cNvCxnSpPr/>
          <p:nvPr/>
        </p:nvCxnSpPr>
        <p:spPr>
          <a:xfrm>
            <a:off x="1657896" y="1657360"/>
            <a:ext cx="242104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1482160" y="1346325"/>
            <a:ext cx="2683555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</a:t>
            </a:r>
          </a:p>
          <a:p>
            <a:pPr algn="ctr"/>
            <a:r>
              <a:rPr lang="en-US" sz="1600" dirty="0" smtClean="0"/>
              <a:t>for blogger link </a:t>
            </a:r>
            <a:endParaRPr lang="en-US" sz="1600" dirty="0"/>
          </a:p>
        </p:txBody>
      </p:sp>
      <p:sp>
        <p:nvSpPr>
          <p:cNvPr id="71" name="Rectangle 70"/>
          <p:cNvSpPr/>
          <p:nvPr/>
        </p:nvSpPr>
        <p:spPr>
          <a:xfrm>
            <a:off x="4078943" y="1622245"/>
            <a:ext cx="139403" cy="82319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Arrow Connector 71"/>
          <p:cNvCxnSpPr/>
          <p:nvPr/>
        </p:nvCxnSpPr>
        <p:spPr>
          <a:xfrm flipH="1">
            <a:off x="1657896" y="2380443"/>
            <a:ext cx="242104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/>
          <p:nvPr/>
        </p:nvCxnSpPr>
        <p:spPr>
          <a:xfrm>
            <a:off x="4218346" y="1800307"/>
            <a:ext cx="5002682" cy="889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9221028" y="1742496"/>
            <a:ext cx="139402" cy="67079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5" name="Straight Arrow Connector 74"/>
          <p:cNvCxnSpPr/>
          <p:nvPr/>
        </p:nvCxnSpPr>
        <p:spPr>
          <a:xfrm flipH="1">
            <a:off x="4218347" y="2252725"/>
            <a:ext cx="500268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5904124" y="1470645"/>
            <a:ext cx="29272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smtClean="0"/>
              <a:t>Request </a:t>
            </a:r>
            <a:r>
              <a:rPr lang="en-US" sz="1600" dirty="0" smtClean="0"/>
              <a:t>tutorials</a:t>
            </a:r>
            <a:endParaRPr lang="en-US" sz="1600" dirty="0"/>
          </a:p>
        </p:txBody>
      </p:sp>
      <p:sp>
        <p:nvSpPr>
          <p:cNvPr id="77" name="TextBox 76"/>
          <p:cNvSpPr txBox="1"/>
          <p:nvPr/>
        </p:nvSpPr>
        <p:spPr>
          <a:xfrm>
            <a:off x="5487691" y="1945531"/>
            <a:ext cx="29272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4</a:t>
            </a:r>
            <a:r>
              <a:rPr lang="en-US" sz="1600" dirty="0" smtClean="0"/>
              <a:t>: Return tutorial results</a:t>
            </a:r>
            <a:endParaRPr lang="en-US" sz="1600" dirty="0"/>
          </a:p>
        </p:txBody>
      </p:sp>
      <p:sp>
        <p:nvSpPr>
          <p:cNvPr id="78" name="TextBox 77"/>
          <p:cNvSpPr txBox="1"/>
          <p:nvPr/>
        </p:nvSpPr>
        <p:spPr>
          <a:xfrm>
            <a:off x="1412459" y="2054109"/>
            <a:ext cx="292729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cxnSp>
        <p:nvCxnSpPr>
          <p:cNvPr id="51" name="Straight Arrow Connector 50"/>
          <p:cNvCxnSpPr/>
          <p:nvPr/>
        </p:nvCxnSpPr>
        <p:spPr>
          <a:xfrm>
            <a:off x="1524997" y="5087807"/>
            <a:ext cx="514823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6949954" y="4992115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11</a:t>
            </a:r>
            <a:r>
              <a:rPr lang="en-US" sz="1600" dirty="0" smtClean="0"/>
              <a:t>: Add like</a:t>
            </a:r>
            <a:endParaRPr lang="en-US" sz="1600" dirty="0"/>
          </a:p>
        </p:txBody>
      </p:sp>
      <p:cxnSp>
        <p:nvCxnSpPr>
          <p:cNvPr id="57" name="Straight Arrow Connector 56"/>
          <p:cNvCxnSpPr/>
          <p:nvPr/>
        </p:nvCxnSpPr>
        <p:spPr>
          <a:xfrm>
            <a:off x="6781682" y="5325525"/>
            <a:ext cx="243934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/>
          <p:cNvCxnSpPr/>
          <p:nvPr/>
        </p:nvCxnSpPr>
        <p:spPr>
          <a:xfrm flipH="1">
            <a:off x="6784667" y="6010579"/>
            <a:ext cx="251213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202993" y="5672809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13: </a:t>
            </a:r>
            <a:r>
              <a:rPr lang="en-US" sz="1600" dirty="0" smtClean="0"/>
              <a:t>return result</a:t>
            </a:r>
            <a:endParaRPr lang="en-US" sz="1600" dirty="0"/>
          </a:p>
        </p:txBody>
      </p:sp>
      <p:cxnSp>
        <p:nvCxnSpPr>
          <p:cNvPr id="79" name="Straight Arrow Connector 78"/>
          <p:cNvCxnSpPr/>
          <p:nvPr/>
        </p:nvCxnSpPr>
        <p:spPr>
          <a:xfrm flipH="1">
            <a:off x="1657896" y="6265801"/>
            <a:ext cx="501533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2408012" y="5901218"/>
            <a:ext cx="28835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14: </a:t>
            </a:r>
            <a:r>
              <a:rPr lang="en-US" sz="1600" dirty="0" smtClean="0"/>
              <a:t>Display updated like number</a:t>
            </a:r>
            <a:endParaRPr lang="en-US" sz="1600" dirty="0"/>
          </a:p>
        </p:txBody>
      </p:sp>
      <p:sp>
        <p:nvSpPr>
          <p:cNvPr id="81" name="TextBox 80"/>
          <p:cNvSpPr txBox="1"/>
          <p:nvPr/>
        </p:nvSpPr>
        <p:spPr>
          <a:xfrm>
            <a:off x="1917857" y="4756152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</a:t>
            </a:r>
            <a:r>
              <a:rPr lang="en-US" sz="1600" dirty="0" smtClean="0"/>
              <a:t>: Click like link</a:t>
            </a:r>
            <a:endParaRPr lang="en-US" sz="1600" dirty="0"/>
          </a:p>
        </p:txBody>
      </p:sp>
      <p:cxnSp>
        <p:nvCxnSpPr>
          <p:cNvPr id="96" name="Straight Arrow Connector 95"/>
          <p:cNvCxnSpPr/>
          <p:nvPr/>
        </p:nvCxnSpPr>
        <p:spPr>
          <a:xfrm flipH="1">
            <a:off x="9316722" y="5793861"/>
            <a:ext cx="7930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/>
          <p:cNvCxnSpPr/>
          <p:nvPr/>
        </p:nvCxnSpPr>
        <p:spPr>
          <a:xfrm flipV="1">
            <a:off x="10104720" y="543237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/>
          <p:cNvCxnSpPr/>
          <p:nvPr/>
        </p:nvCxnSpPr>
        <p:spPr>
          <a:xfrm flipH="1">
            <a:off x="9316722" y="5432371"/>
            <a:ext cx="787998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/>
          <p:cNvSpPr txBox="1"/>
          <p:nvPr/>
        </p:nvSpPr>
        <p:spPr>
          <a:xfrm>
            <a:off x="9449645" y="4870510"/>
            <a:ext cx="118153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</a:t>
            </a:r>
            <a:r>
              <a:rPr lang="en-US" sz="1600" dirty="0" smtClean="0"/>
              <a:t>: </a:t>
            </a:r>
            <a:r>
              <a:rPr lang="en-US" sz="1600" dirty="0" smtClean="0"/>
              <a:t>in</a:t>
            </a:r>
            <a:r>
              <a:rPr lang="en-US" sz="1600" dirty="0" smtClean="0"/>
              <a:t>crease </a:t>
            </a:r>
            <a:endParaRPr lang="en-US" sz="1600" dirty="0" smtClean="0"/>
          </a:p>
          <a:p>
            <a:pPr algn="ctr"/>
            <a:r>
              <a:rPr lang="en-US" sz="1600" dirty="0" smtClean="0"/>
              <a:t>like number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502110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951902" y="928915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594699" y="1440071"/>
            <a:ext cx="0" cy="518283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488873" y="928915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6726855" y="1440071"/>
            <a:ext cx="0" cy="518283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296797" y="1440071"/>
            <a:ext cx="0" cy="518283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524997" y="1561196"/>
            <a:ext cx="132899" cy="48366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Arrow Connector 36"/>
          <p:cNvCxnSpPr/>
          <p:nvPr/>
        </p:nvCxnSpPr>
        <p:spPr>
          <a:xfrm>
            <a:off x="1594699" y="2789778"/>
            <a:ext cx="5078532" cy="1838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1664403" y="3700118"/>
            <a:ext cx="500882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925450" y="3428916"/>
            <a:ext cx="469998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</a:t>
            </a:r>
            <a:r>
              <a:rPr lang="en-US" sz="1400" dirty="0" smtClean="0"/>
              <a:t>Display tutorial information</a:t>
            </a:r>
          </a:p>
          <a:p>
            <a:pPr algn="ctr"/>
            <a:r>
              <a:rPr lang="en-US" sz="1400" dirty="0" smtClean="0"/>
              <a:t>(tutorial picture, title, category, owner username, </a:t>
            </a:r>
          </a:p>
          <a:p>
            <a:pPr algn="ctr"/>
            <a:r>
              <a:rPr lang="en-US" sz="1400" dirty="0" smtClean="0"/>
              <a:t>number of like, material description, material picture,</a:t>
            </a:r>
          </a:p>
          <a:p>
            <a:pPr algn="ctr"/>
            <a:r>
              <a:rPr lang="en-US" sz="1400" dirty="0" smtClean="0"/>
              <a:t> step number, step description, step picture, </a:t>
            </a:r>
            <a:r>
              <a:rPr lang="en-US" sz="1400" dirty="0"/>
              <a:t>video, comment)  </a:t>
            </a:r>
            <a:endParaRPr lang="en-US" sz="14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6804592" y="3555443"/>
            <a:ext cx="241643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381872" y="3081437"/>
            <a:ext cx="348921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</a:t>
            </a:r>
            <a:r>
              <a:rPr lang="en-US" sz="1400" dirty="0" smtClean="0"/>
              <a:t>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like, material description, </a:t>
            </a:r>
            <a:endParaRPr lang="en-US" sz="1400" dirty="0" smtClean="0"/>
          </a:p>
          <a:p>
            <a:pPr algn="ctr"/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</a:t>
            </a:r>
            <a:r>
              <a:rPr lang="en-US" sz="1400" dirty="0"/>
              <a:t>video, comment)  </a:t>
            </a:r>
            <a:endParaRPr lang="en-US" sz="1400" dirty="0"/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9227096" y="2892194"/>
            <a:ext cx="140668" cy="323238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6673231" y="2710922"/>
            <a:ext cx="131361" cy="368693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777" y="-94544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3328726" y="928915"/>
            <a:ext cx="16398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4148645" y="1440071"/>
            <a:ext cx="0" cy="518283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6743698" y="2968912"/>
            <a:ext cx="2477330" cy="1291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3330798" y="2469608"/>
            <a:ext cx="16995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/>
              <a:t>S</a:t>
            </a:r>
            <a:r>
              <a:rPr lang="en-US" sz="1600" dirty="0" smtClean="0"/>
              <a:t>elect a tutorial</a:t>
            </a:r>
            <a:endParaRPr lang="en-US" sz="1600" dirty="0"/>
          </a:p>
        </p:txBody>
      </p:sp>
      <p:sp>
        <p:nvSpPr>
          <p:cNvPr id="53" name="TextBox 52"/>
          <p:cNvSpPr txBox="1"/>
          <p:nvPr/>
        </p:nvSpPr>
        <p:spPr>
          <a:xfrm>
            <a:off x="6408755" y="2638885"/>
            <a:ext cx="292729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smtClean="0"/>
              <a:t>Request tutorial </a:t>
            </a:r>
            <a:endParaRPr lang="en-US" sz="1600" dirty="0" smtClean="0"/>
          </a:p>
          <a:p>
            <a:pPr algn="ctr"/>
            <a:r>
              <a:rPr lang="en-US" sz="1600" dirty="0" smtClean="0"/>
              <a:t>information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9367764" y="2204520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10109723" y="184303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H="1">
            <a:off x="9367764" y="184303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9839920" y="1521741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</a:t>
            </a:r>
            <a:r>
              <a:rPr lang="en-US" sz="1400" dirty="0" smtClean="0"/>
              <a:t>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66" name="Rectangle 65"/>
          <p:cNvSpPr/>
          <p:nvPr/>
        </p:nvSpPr>
        <p:spPr>
          <a:xfrm>
            <a:off x="5671098" y="928915"/>
            <a:ext cx="213699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TutorialManagement</a:t>
            </a:r>
            <a:endParaRPr lang="en-US" sz="1600" dirty="0"/>
          </a:p>
        </p:txBody>
      </p:sp>
      <p:cxnSp>
        <p:nvCxnSpPr>
          <p:cNvPr id="67" name="Straight Arrow Connector 66"/>
          <p:cNvCxnSpPr/>
          <p:nvPr/>
        </p:nvCxnSpPr>
        <p:spPr>
          <a:xfrm>
            <a:off x="1657896" y="1657360"/>
            <a:ext cx="242104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1482160" y="1346325"/>
            <a:ext cx="2683555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</a:t>
            </a:r>
          </a:p>
          <a:p>
            <a:pPr algn="ctr"/>
            <a:r>
              <a:rPr lang="en-US" sz="1600" dirty="0" smtClean="0"/>
              <a:t>for blogger link </a:t>
            </a:r>
            <a:endParaRPr lang="en-US" sz="1600" dirty="0"/>
          </a:p>
        </p:txBody>
      </p:sp>
      <p:sp>
        <p:nvSpPr>
          <p:cNvPr id="71" name="Rectangle 70"/>
          <p:cNvSpPr/>
          <p:nvPr/>
        </p:nvSpPr>
        <p:spPr>
          <a:xfrm>
            <a:off x="4078943" y="1622245"/>
            <a:ext cx="139403" cy="82319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Arrow Connector 71"/>
          <p:cNvCxnSpPr/>
          <p:nvPr/>
        </p:nvCxnSpPr>
        <p:spPr>
          <a:xfrm flipH="1">
            <a:off x="1657896" y="2380443"/>
            <a:ext cx="242104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/>
          <p:nvPr/>
        </p:nvCxnSpPr>
        <p:spPr>
          <a:xfrm>
            <a:off x="4218346" y="1800307"/>
            <a:ext cx="5002682" cy="889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9221028" y="1742496"/>
            <a:ext cx="139402" cy="67079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5" name="Straight Arrow Connector 74"/>
          <p:cNvCxnSpPr/>
          <p:nvPr/>
        </p:nvCxnSpPr>
        <p:spPr>
          <a:xfrm flipH="1">
            <a:off x="4218347" y="2252725"/>
            <a:ext cx="500268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5904124" y="1470645"/>
            <a:ext cx="29272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smtClean="0"/>
              <a:t>Request </a:t>
            </a:r>
            <a:r>
              <a:rPr lang="en-US" sz="1600" dirty="0" smtClean="0"/>
              <a:t>tutorials</a:t>
            </a:r>
            <a:endParaRPr lang="en-US" sz="1600" dirty="0"/>
          </a:p>
        </p:txBody>
      </p:sp>
      <p:sp>
        <p:nvSpPr>
          <p:cNvPr id="77" name="TextBox 76"/>
          <p:cNvSpPr txBox="1"/>
          <p:nvPr/>
        </p:nvSpPr>
        <p:spPr>
          <a:xfrm>
            <a:off x="5487691" y="1945531"/>
            <a:ext cx="29272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4</a:t>
            </a:r>
            <a:r>
              <a:rPr lang="en-US" sz="1600" dirty="0" smtClean="0"/>
              <a:t>: Return tutorial results</a:t>
            </a:r>
            <a:endParaRPr lang="en-US" sz="1600" dirty="0"/>
          </a:p>
        </p:txBody>
      </p:sp>
      <p:sp>
        <p:nvSpPr>
          <p:cNvPr id="78" name="TextBox 77"/>
          <p:cNvSpPr txBox="1"/>
          <p:nvPr/>
        </p:nvSpPr>
        <p:spPr>
          <a:xfrm>
            <a:off x="1412459" y="2054109"/>
            <a:ext cx="292729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cxnSp>
        <p:nvCxnSpPr>
          <p:cNvPr id="51" name="Straight Arrow Connector 50"/>
          <p:cNvCxnSpPr/>
          <p:nvPr/>
        </p:nvCxnSpPr>
        <p:spPr>
          <a:xfrm>
            <a:off x="1524997" y="5087807"/>
            <a:ext cx="514823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6949954" y="4992115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11</a:t>
            </a:r>
            <a:r>
              <a:rPr lang="en-US" sz="1600" dirty="0" smtClean="0"/>
              <a:t>: Minus like</a:t>
            </a:r>
            <a:endParaRPr lang="en-US" sz="1600" dirty="0"/>
          </a:p>
        </p:txBody>
      </p:sp>
      <p:cxnSp>
        <p:nvCxnSpPr>
          <p:cNvPr id="57" name="Straight Arrow Connector 56"/>
          <p:cNvCxnSpPr/>
          <p:nvPr/>
        </p:nvCxnSpPr>
        <p:spPr>
          <a:xfrm>
            <a:off x="6781682" y="5325525"/>
            <a:ext cx="243934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/>
          <p:nvPr/>
        </p:nvCxnSpPr>
        <p:spPr>
          <a:xfrm flipH="1">
            <a:off x="9316722" y="5793861"/>
            <a:ext cx="7930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 flipV="1">
            <a:off x="10104720" y="543237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H="1">
            <a:off x="9316722" y="5432371"/>
            <a:ext cx="787998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9417986" y="4870510"/>
            <a:ext cx="1244852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</a:t>
            </a:r>
            <a:r>
              <a:rPr lang="en-US" sz="1600" dirty="0" smtClean="0"/>
              <a:t>: decrease </a:t>
            </a:r>
            <a:endParaRPr lang="en-US" sz="1600" dirty="0" smtClean="0"/>
          </a:p>
          <a:p>
            <a:pPr algn="ctr"/>
            <a:r>
              <a:rPr lang="en-US" sz="1600" dirty="0" smtClean="0"/>
              <a:t>like number</a:t>
            </a:r>
            <a:endParaRPr lang="en-US" sz="1600" dirty="0"/>
          </a:p>
        </p:txBody>
      </p:sp>
      <p:cxnSp>
        <p:nvCxnSpPr>
          <p:cNvPr id="69" name="Straight Arrow Connector 68"/>
          <p:cNvCxnSpPr/>
          <p:nvPr/>
        </p:nvCxnSpPr>
        <p:spPr>
          <a:xfrm flipH="1">
            <a:off x="6784667" y="6010579"/>
            <a:ext cx="251213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202993" y="5672809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13: </a:t>
            </a:r>
            <a:r>
              <a:rPr lang="en-US" sz="1600" dirty="0" smtClean="0"/>
              <a:t>return result</a:t>
            </a:r>
            <a:endParaRPr lang="en-US" sz="1600" dirty="0"/>
          </a:p>
        </p:txBody>
      </p:sp>
      <p:cxnSp>
        <p:nvCxnSpPr>
          <p:cNvPr id="79" name="Straight Arrow Connector 78"/>
          <p:cNvCxnSpPr/>
          <p:nvPr/>
        </p:nvCxnSpPr>
        <p:spPr>
          <a:xfrm flipH="1">
            <a:off x="1657896" y="6265801"/>
            <a:ext cx="501533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2408012" y="5901218"/>
            <a:ext cx="28835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14: </a:t>
            </a:r>
            <a:r>
              <a:rPr lang="en-US" sz="1600" dirty="0" smtClean="0"/>
              <a:t>Display updated like number</a:t>
            </a:r>
            <a:endParaRPr lang="en-US" sz="1600" dirty="0"/>
          </a:p>
        </p:txBody>
      </p:sp>
      <p:sp>
        <p:nvSpPr>
          <p:cNvPr id="81" name="TextBox 80"/>
          <p:cNvSpPr txBox="1"/>
          <p:nvPr/>
        </p:nvSpPr>
        <p:spPr>
          <a:xfrm>
            <a:off x="1917857" y="4756152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</a:t>
            </a:r>
            <a:r>
              <a:rPr lang="en-US" sz="1600" dirty="0" smtClean="0"/>
              <a:t>: Click liked link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1027628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1356" y="1317349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4153" y="1828505"/>
            <a:ext cx="0" cy="436037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007390" y="1295686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 flipH="1">
            <a:off x="7604476" y="1806842"/>
            <a:ext cx="2" cy="43820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15314" y="1806842"/>
            <a:ext cx="0" cy="43820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4451" y="2094305"/>
            <a:ext cx="139403" cy="377307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23021" y="2109794"/>
            <a:ext cx="139402" cy="44869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7534776" y="2606715"/>
            <a:ext cx="139402" cy="28161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43854" y="2217620"/>
            <a:ext cx="19791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62423" y="2488807"/>
            <a:ext cx="2367556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477783" y="1295686"/>
            <a:ext cx="224554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ShowProfile</a:t>
            </a:r>
            <a:endParaRPr lang="en-US" dirty="0"/>
          </a:p>
        </p:txBody>
      </p:sp>
      <p:sp>
        <p:nvSpPr>
          <p:cNvPr id="53" name="Rectangle 52"/>
          <p:cNvSpPr/>
          <p:nvPr/>
        </p:nvSpPr>
        <p:spPr>
          <a:xfrm>
            <a:off x="9745612" y="2803916"/>
            <a:ext cx="139403" cy="61832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/>
          <p:cNvCxnSpPr/>
          <p:nvPr/>
        </p:nvCxnSpPr>
        <p:spPr>
          <a:xfrm rot="10800000">
            <a:off x="743855" y="3639269"/>
            <a:ext cx="4512982" cy="158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935270" y="3315705"/>
            <a:ext cx="42673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Display result</a:t>
            </a:r>
            <a:br>
              <a:rPr lang="en-US" sz="1600" dirty="0" smtClean="0"/>
            </a:br>
            <a:r>
              <a:rPr lang="en-US" sz="1600" dirty="0" smtClean="0"/>
              <a:t>(profile picture, username, follower number, </a:t>
            </a:r>
          </a:p>
          <a:p>
            <a:pPr algn="ctr"/>
            <a:r>
              <a:rPr lang="en-US" sz="1600" dirty="0" smtClean="0"/>
              <a:t>following number, email, list of created tutorials)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5327177" y="2634851"/>
            <a:ext cx="2207599" cy="438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574299" y="3081678"/>
            <a:ext cx="378027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Return result</a:t>
            </a:r>
          </a:p>
          <a:p>
            <a:pPr algn="ctr"/>
            <a:r>
              <a:rPr lang="en-US" sz="1600" dirty="0"/>
              <a:t>(profile picture, username, </a:t>
            </a:r>
            <a:endParaRPr lang="en-US" sz="1600" dirty="0" smtClean="0"/>
          </a:p>
          <a:p>
            <a:pPr algn="ctr"/>
            <a:r>
              <a:rPr lang="en-US" sz="1600" dirty="0" smtClean="0"/>
              <a:t>follower </a:t>
            </a:r>
            <a:r>
              <a:rPr lang="en-US" sz="1600" dirty="0"/>
              <a:t>number, </a:t>
            </a:r>
            <a:r>
              <a:rPr lang="en-US" sz="1600" dirty="0" smtClean="0"/>
              <a:t>following </a:t>
            </a:r>
            <a:r>
              <a:rPr lang="en-US" sz="1600" dirty="0"/>
              <a:t>number, </a:t>
            </a:r>
            <a:r>
              <a:rPr lang="en-US" sz="1600" dirty="0" smtClean="0"/>
              <a:t>email</a:t>
            </a:r>
            <a:r>
              <a:rPr lang="en-US" sz="1600" dirty="0"/>
              <a:t>, list of created tutorials)</a:t>
            </a:r>
          </a:p>
          <a:p>
            <a:pPr algn="ctr"/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rot="10800000">
            <a:off x="5327177" y="3376201"/>
            <a:ext cx="4418436" cy="158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27" y="288428"/>
            <a:ext cx="1199252" cy="119925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1672043" y="131524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29" name="Straight Connector 28"/>
          <p:cNvCxnSpPr>
            <a:stCxn id="25" idx="2"/>
          </p:cNvCxnSpPr>
          <p:nvPr/>
        </p:nvCxnSpPr>
        <p:spPr>
          <a:xfrm>
            <a:off x="2798116" y="1826397"/>
            <a:ext cx="0" cy="436248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068921" y="2529874"/>
            <a:ext cx="1366480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Get blogger </a:t>
            </a:r>
          </a:p>
          <a:p>
            <a:pPr algn="ctr"/>
            <a:r>
              <a:rPr lang="en-US" sz="1600" dirty="0" smtClean="0"/>
              <a:t>information</a:t>
            </a:r>
            <a:endParaRPr lang="en-US" sz="1600" dirty="0"/>
          </a:p>
        </p:txBody>
      </p:sp>
      <p:cxnSp>
        <p:nvCxnSpPr>
          <p:cNvPr id="24" name="Straight Connector 23"/>
          <p:cNvCxnSpPr/>
          <p:nvPr/>
        </p:nvCxnSpPr>
        <p:spPr>
          <a:xfrm flipH="1">
            <a:off x="5256837" y="1806842"/>
            <a:ext cx="1" cy="43820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4015955" y="1295686"/>
            <a:ext cx="224554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ViewProfileDetail</a:t>
            </a:r>
            <a:endParaRPr lang="en-US" dirty="0"/>
          </a:p>
        </p:txBody>
      </p:sp>
      <p:sp>
        <p:nvSpPr>
          <p:cNvPr id="34" name="Rectangle 33"/>
          <p:cNvSpPr/>
          <p:nvPr/>
        </p:nvSpPr>
        <p:spPr>
          <a:xfrm>
            <a:off x="5187775" y="2408826"/>
            <a:ext cx="139402" cy="34585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Arrow Connector 40"/>
          <p:cNvCxnSpPr/>
          <p:nvPr/>
        </p:nvCxnSpPr>
        <p:spPr>
          <a:xfrm>
            <a:off x="7534776" y="2841740"/>
            <a:ext cx="2207599" cy="438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52088" y="1892875"/>
            <a:ext cx="175310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</a:t>
            </a:r>
          </a:p>
          <a:p>
            <a:pPr algn="ctr"/>
            <a:r>
              <a:rPr lang="en-US" sz="1600" dirty="0" smtClean="0"/>
              <a:t>for blogger link</a:t>
            </a:r>
            <a:endParaRPr lang="en-US" sz="1600" dirty="0"/>
          </a:p>
        </p:txBody>
      </p:sp>
      <p:sp>
        <p:nvSpPr>
          <p:cNvPr id="35" name="TextBox 34"/>
          <p:cNvSpPr txBox="1"/>
          <p:nvPr/>
        </p:nvSpPr>
        <p:spPr>
          <a:xfrm>
            <a:off x="3070729" y="2177487"/>
            <a:ext cx="1706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Click profile link</a:t>
            </a:r>
            <a:endParaRPr lang="en-US" sz="1600" dirty="0"/>
          </a:p>
        </p:txBody>
      </p:sp>
      <p:sp>
        <p:nvSpPr>
          <p:cNvPr id="36" name="TextBox 35"/>
          <p:cNvSpPr txBox="1"/>
          <p:nvPr/>
        </p:nvSpPr>
        <p:spPr>
          <a:xfrm>
            <a:off x="5760857" y="2296419"/>
            <a:ext cx="140625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Request </a:t>
            </a:r>
          </a:p>
          <a:p>
            <a:pPr algn="ctr"/>
            <a:r>
              <a:rPr lang="en-US" sz="1600" dirty="0" smtClean="0"/>
              <a:t>blogger profile</a:t>
            </a:r>
            <a:endParaRPr lang="en-US" sz="1600" dirty="0"/>
          </a:p>
        </p:txBody>
      </p:sp>
      <p:cxnSp>
        <p:nvCxnSpPr>
          <p:cNvPr id="37" name="Straight Arrow Connector 36"/>
          <p:cNvCxnSpPr/>
          <p:nvPr/>
        </p:nvCxnSpPr>
        <p:spPr>
          <a:xfrm flipH="1">
            <a:off x="9856527" y="3308867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10598486" y="294737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H="1">
            <a:off x="9856527" y="2947377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777406" y="2402793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>
            <a:off x="743855" y="4465584"/>
            <a:ext cx="444392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812718" y="4142412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Click follow link</a:t>
            </a:r>
            <a:endParaRPr lang="en-US" sz="1600" dirty="0"/>
          </a:p>
        </p:txBody>
      </p:sp>
      <p:sp>
        <p:nvSpPr>
          <p:cNvPr id="44" name="TextBox 43"/>
          <p:cNvSpPr txBox="1"/>
          <p:nvPr/>
        </p:nvSpPr>
        <p:spPr>
          <a:xfrm>
            <a:off x="6023523" y="4389042"/>
            <a:ext cx="34549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Request follow blogger</a:t>
            </a:r>
            <a:endParaRPr lang="en-US" sz="1600" dirty="0"/>
          </a:p>
        </p:txBody>
      </p:sp>
      <p:cxnSp>
        <p:nvCxnSpPr>
          <p:cNvPr id="45" name="Straight Arrow Connector 44"/>
          <p:cNvCxnSpPr/>
          <p:nvPr/>
        </p:nvCxnSpPr>
        <p:spPr>
          <a:xfrm>
            <a:off x="5281640" y="4698477"/>
            <a:ext cx="446073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872959" y="5183000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 flipV="1">
            <a:off x="10614918" y="482151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H="1">
            <a:off x="9872959" y="482151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808296" y="4236734"/>
            <a:ext cx="1139555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10</a:t>
            </a:r>
            <a:r>
              <a:rPr lang="en-US" sz="1600" dirty="0" smtClean="0"/>
              <a:t>: </a:t>
            </a:r>
            <a:r>
              <a:rPr lang="en-US" sz="1600" dirty="0" smtClean="0"/>
              <a:t>save </a:t>
            </a:r>
          </a:p>
          <a:p>
            <a:pPr algn="ctr"/>
            <a:r>
              <a:rPr lang="en-US" sz="1600" dirty="0" smtClean="0"/>
              <a:t>the blogger</a:t>
            </a:r>
            <a:endParaRPr lang="en-US" sz="1600" dirty="0"/>
          </a:p>
        </p:txBody>
      </p:sp>
      <p:cxnSp>
        <p:nvCxnSpPr>
          <p:cNvPr id="50" name="Straight Arrow Connector 49"/>
          <p:cNvCxnSpPr/>
          <p:nvPr/>
        </p:nvCxnSpPr>
        <p:spPr>
          <a:xfrm flipH="1">
            <a:off x="5327177" y="5429729"/>
            <a:ext cx="439274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6651880" y="5112228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</a:t>
            </a:r>
            <a:r>
              <a:rPr lang="en-US" sz="1600" dirty="0" smtClean="0"/>
              <a:t>: </a:t>
            </a:r>
            <a:r>
              <a:rPr lang="en-US" sz="1600" dirty="0" smtClean="0"/>
              <a:t>return result</a:t>
            </a:r>
            <a:endParaRPr lang="en-US" sz="1600" dirty="0"/>
          </a:p>
        </p:txBody>
      </p:sp>
      <p:cxnSp>
        <p:nvCxnSpPr>
          <p:cNvPr id="52" name="Straight Arrow Connector 51"/>
          <p:cNvCxnSpPr/>
          <p:nvPr/>
        </p:nvCxnSpPr>
        <p:spPr>
          <a:xfrm flipH="1">
            <a:off x="744623" y="5755919"/>
            <a:ext cx="4443152" cy="1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1785635" y="5391336"/>
            <a:ext cx="25162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12: </a:t>
            </a:r>
            <a:r>
              <a:rPr lang="en-US" sz="1600" dirty="0" smtClean="0"/>
              <a:t>Display followed symbol</a:t>
            </a:r>
            <a:endParaRPr lang="en-US" sz="1600" dirty="0"/>
          </a:p>
        </p:txBody>
      </p:sp>
      <p:sp>
        <p:nvSpPr>
          <p:cNvPr id="56" name="Rectangle 55"/>
          <p:cNvSpPr/>
          <p:nvPr/>
        </p:nvSpPr>
        <p:spPr>
          <a:xfrm>
            <a:off x="9742376" y="4629290"/>
            <a:ext cx="130584" cy="109447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79954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1356" y="1317349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4153" y="1828505"/>
            <a:ext cx="0" cy="436037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007390" y="1295686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 flipH="1">
            <a:off x="7604476" y="1806842"/>
            <a:ext cx="2" cy="43820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15314" y="1806842"/>
            <a:ext cx="0" cy="43820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4451" y="2094305"/>
            <a:ext cx="139403" cy="377307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23021" y="2109794"/>
            <a:ext cx="139402" cy="44869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7534776" y="2606715"/>
            <a:ext cx="139402" cy="28161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43854" y="2217620"/>
            <a:ext cx="19791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62423" y="2488807"/>
            <a:ext cx="2367556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477783" y="1295686"/>
            <a:ext cx="224554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ShowProfile</a:t>
            </a:r>
            <a:endParaRPr lang="en-US" dirty="0"/>
          </a:p>
        </p:txBody>
      </p:sp>
      <p:sp>
        <p:nvSpPr>
          <p:cNvPr id="53" name="Rectangle 52"/>
          <p:cNvSpPr/>
          <p:nvPr/>
        </p:nvSpPr>
        <p:spPr>
          <a:xfrm>
            <a:off x="9745612" y="2803916"/>
            <a:ext cx="139403" cy="61832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/>
          <p:cNvCxnSpPr/>
          <p:nvPr/>
        </p:nvCxnSpPr>
        <p:spPr>
          <a:xfrm rot="10800000">
            <a:off x="743855" y="3639269"/>
            <a:ext cx="4512982" cy="158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935270" y="3315705"/>
            <a:ext cx="42673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Display result</a:t>
            </a:r>
            <a:br>
              <a:rPr lang="en-US" sz="1600" dirty="0" smtClean="0"/>
            </a:br>
            <a:r>
              <a:rPr lang="en-US" sz="1600" dirty="0" smtClean="0"/>
              <a:t>(profile picture, username, follower number, </a:t>
            </a:r>
          </a:p>
          <a:p>
            <a:pPr algn="ctr"/>
            <a:r>
              <a:rPr lang="en-US" sz="1600" dirty="0" smtClean="0"/>
              <a:t>following number, email, list of created tutorials)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5327177" y="2634851"/>
            <a:ext cx="2207599" cy="438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574299" y="3081678"/>
            <a:ext cx="378027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Return result</a:t>
            </a:r>
          </a:p>
          <a:p>
            <a:pPr algn="ctr"/>
            <a:r>
              <a:rPr lang="en-US" sz="1600" dirty="0"/>
              <a:t>(profile picture, username, </a:t>
            </a:r>
            <a:endParaRPr lang="en-US" sz="1600" dirty="0" smtClean="0"/>
          </a:p>
          <a:p>
            <a:pPr algn="ctr"/>
            <a:r>
              <a:rPr lang="en-US" sz="1600" dirty="0" smtClean="0"/>
              <a:t>follower </a:t>
            </a:r>
            <a:r>
              <a:rPr lang="en-US" sz="1600" dirty="0"/>
              <a:t>number, </a:t>
            </a:r>
            <a:r>
              <a:rPr lang="en-US" sz="1600" dirty="0" smtClean="0"/>
              <a:t>following </a:t>
            </a:r>
            <a:r>
              <a:rPr lang="en-US" sz="1600" dirty="0"/>
              <a:t>number, </a:t>
            </a:r>
            <a:r>
              <a:rPr lang="en-US" sz="1600" dirty="0" smtClean="0"/>
              <a:t>email</a:t>
            </a:r>
            <a:r>
              <a:rPr lang="en-US" sz="1600" dirty="0"/>
              <a:t>, list of created tutorials)</a:t>
            </a:r>
          </a:p>
          <a:p>
            <a:pPr algn="ctr"/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rot="10800000">
            <a:off x="5327177" y="3376201"/>
            <a:ext cx="4418436" cy="158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27" y="288428"/>
            <a:ext cx="1199252" cy="119925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1672043" y="131524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29" name="Straight Connector 28"/>
          <p:cNvCxnSpPr>
            <a:stCxn id="25" idx="2"/>
          </p:cNvCxnSpPr>
          <p:nvPr/>
        </p:nvCxnSpPr>
        <p:spPr>
          <a:xfrm>
            <a:off x="2798116" y="1826397"/>
            <a:ext cx="0" cy="436248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068921" y="2529874"/>
            <a:ext cx="1366480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Get blogger </a:t>
            </a:r>
          </a:p>
          <a:p>
            <a:pPr algn="ctr"/>
            <a:r>
              <a:rPr lang="en-US" sz="1600" dirty="0" smtClean="0"/>
              <a:t>information</a:t>
            </a:r>
            <a:endParaRPr lang="en-US" sz="1600" dirty="0"/>
          </a:p>
        </p:txBody>
      </p:sp>
      <p:cxnSp>
        <p:nvCxnSpPr>
          <p:cNvPr id="24" name="Straight Connector 23"/>
          <p:cNvCxnSpPr/>
          <p:nvPr/>
        </p:nvCxnSpPr>
        <p:spPr>
          <a:xfrm flipH="1">
            <a:off x="5256837" y="1806842"/>
            <a:ext cx="1" cy="43820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4015955" y="1295686"/>
            <a:ext cx="224554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ViewProfileDetail</a:t>
            </a:r>
            <a:endParaRPr lang="en-US" dirty="0"/>
          </a:p>
        </p:txBody>
      </p:sp>
      <p:sp>
        <p:nvSpPr>
          <p:cNvPr id="34" name="Rectangle 33"/>
          <p:cNvSpPr/>
          <p:nvPr/>
        </p:nvSpPr>
        <p:spPr>
          <a:xfrm>
            <a:off x="5187775" y="2408826"/>
            <a:ext cx="139402" cy="34585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Arrow Connector 40"/>
          <p:cNvCxnSpPr/>
          <p:nvPr/>
        </p:nvCxnSpPr>
        <p:spPr>
          <a:xfrm>
            <a:off x="7534776" y="2841740"/>
            <a:ext cx="2207599" cy="438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52088" y="1892875"/>
            <a:ext cx="175310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</a:t>
            </a:r>
          </a:p>
          <a:p>
            <a:pPr algn="ctr"/>
            <a:r>
              <a:rPr lang="en-US" sz="1600" dirty="0" smtClean="0"/>
              <a:t>for blogger link</a:t>
            </a:r>
            <a:endParaRPr lang="en-US" sz="1600" dirty="0"/>
          </a:p>
        </p:txBody>
      </p:sp>
      <p:sp>
        <p:nvSpPr>
          <p:cNvPr id="35" name="TextBox 34"/>
          <p:cNvSpPr txBox="1"/>
          <p:nvPr/>
        </p:nvSpPr>
        <p:spPr>
          <a:xfrm>
            <a:off x="3070729" y="2177487"/>
            <a:ext cx="1706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Click profile link</a:t>
            </a:r>
            <a:endParaRPr lang="en-US" sz="1600" dirty="0"/>
          </a:p>
        </p:txBody>
      </p:sp>
      <p:sp>
        <p:nvSpPr>
          <p:cNvPr id="36" name="TextBox 35"/>
          <p:cNvSpPr txBox="1"/>
          <p:nvPr/>
        </p:nvSpPr>
        <p:spPr>
          <a:xfrm>
            <a:off x="5760857" y="2296419"/>
            <a:ext cx="140625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Request </a:t>
            </a:r>
          </a:p>
          <a:p>
            <a:pPr algn="ctr"/>
            <a:r>
              <a:rPr lang="en-US" sz="1600" dirty="0" smtClean="0"/>
              <a:t>blogger profile</a:t>
            </a:r>
            <a:endParaRPr lang="en-US" sz="1600" dirty="0"/>
          </a:p>
        </p:txBody>
      </p:sp>
      <p:cxnSp>
        <p:nvCxnSpPr>
          <p:cNvPr id="37" name="Straight Arrow Connector 36"/>
          <p:cNvCxnSpPr/>
          <p:nvPr/>
        </p:nvCxnSpPr>
        <p:spPr>
          <a:xfrm flipH="1">
            <a:off x="9856527" y="3308867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10598486" y="294737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H="1">
            <a:off x="9856527" y="2947377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777406" y="2402793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>
            <a:off x="743855" y="4465584"/>
            <a:ext cx="444392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812718" y="4142412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Click followed link</a:t>
            </a:r>
            <a:endParaRPr lang="en-US" sz="1600" dirty="0"/>
          </a:p>
        </p:txBody>
      </p:sp>
      <p:sp>
        <p:nvSpPr>
          <p:cNvPr id="44" name="TextBox 43"/>
          <p:cNvSpPr txBox="1"/>
          <p:nvPr/>
        </p:nvSpPr>
        <p:spPr>
          <a:xfrm>
            <a:off x="6148956" y="4389042"/>
            <a:ext cx="34549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Request  </a:t>
            </a:r>
            <a:r>
              <a:rPr lang="en-US" sz="1600" dirty="0" err="1" smtClean="0"/>
              <a:t>unfollow</a:t>
            </a:r>
            <a:r>
              <a:rPr lang="en-US" sz="1600" dirty="0" smtClean="0"/>
              <a:t> blogger</a:t>
            </a:r>
            <a:endParaRPr lang="en-US" sz="1600" dirty="0"/>
          </a:p>
        </p:txBody>
      </p:sp>
      <p:cxnSp>
        <p:nvCxnSpPr>
          <p:cNvPr id="45" name="Straight Arrow Connector 44"/>
          <p:cNvCxnSpPr/>
          <p:nvPr/>
        </p:nvCxnSpPr>
        <p:spPr>
          <a:xfrm>
            <a:off x="5281640" y="4698477"/>
            <a:ext cx="446073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872959" y="5183000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 flipV="1">
            <a:off x="10614918" y="482151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H="1">
            <a:off x="9872959" y="482151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808296" y="4236734"/>
            <a:ext cx="1139555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10</a:t>
            </a:r>
            <a:r>
              <a:rPr lang="en-US" sz="1600" dirty="0" smtClean="0"/>
              <a:t>: remove </a:t>
            </a:r>
            <a:endParaRPr lang="en-US" sz="1600" dirty="0" smtClean="0"/>
          </a:p>
          <a:p>
            <a:pPr algn="ctr"/>
            <a:r>
              <a:rPr lang="en-US" sz="1600" dirty="0" smtClean="0"/>
              <a:t>the blogger</a:t>
            </a:r>
            <a:endParaRPr lang="en-US" sz="1600" dirty="0"/>
          </a:p>
        </p:txBody>
      </p:sp>
      <p:cxnSp>
        <p:nvCxnSpPr>
          <p:cNvPr id="50" name="Straight Arrow Connector 49"/>
          <p:cNvCxnSpPr/>
          <p:nvPr/>
        </p:nvCxnSpPr>
        <p:spPr>
          <a:xfrm flipH="1">
            <a:off x="5327177" y="5429729"/>
            <a:ext cx="439274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6651880" y="5112228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</a:t>
            </a:r>
            <a:r>
              <a:rPr lang="en-US" sz="1600" dirty="0" smtClean="0"/>
              <a:t>: </a:t>
            </a:r>
            <a:r>
              <a:rPr lang="en-US" sz="1600" dirty="0" smtClean="0"/>
              <a:t>return result</a:t>
            </a:r>
            <a:endParaRPr lang="en-US" sz="1600" dirty="0"/>
          </a:p>
        </p:txBody>
      </p:sp>
      <p:cxnSp>
        <p:nvCxnSpPr>
          <p:cNvPr id="52" name="Straight Arrow Connector 51"/>
          <p:cNvCxnSpPr/>
          <p:nvPr/>
        </p:nvCxnSpPr>
        <p:spPr>
          <a:xfrm flipH="1">
            <a:off x="744623" y="5755919"/>
            <a:ext cx="4443152" cy="1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1785635" y="5391336"/>
            <a:ext cx="23063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12: </a:t>
            </a:r>
            <a:r>
              <a:rPr lang="en-US" sz="1600" dirty="0" smtClean="0"/>
              <a:t>Display </a:t>
            </a:r>
            <a:r>
              <a:rPr lang="en-US" sz="1600" dirty="0" smtClean="0"/>
              <a:t>follow </a:t>
            </a:r>
            <a:r>
              <a:rPr lang="en-US" sz="1600" dirty="0" smtClean="0"/>
              <a:t>symbol</a:t>
            </a:r>
            <a:endParaRPr lang="en-US" sz="1600" dirty="0"/>
          </a:p>
        </p:txBody>
      </p:sp>
      <p:sp>
        <p:nvSpPr>
          <p:cNvPr id="56" name="Rectangle 55"/>
          <p:cNvSpPr/>
          <p:nvPr/>
        </p:nvSpPr>
        <p:spPr>
          <a:xfrm>
            <a:off x="9742376" y="4629290"/>
            <a:ext cx="130584" cy="109447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14651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1356" y="1317349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4153" y="1828505"/>
            <a:ext cx="0" cy="436037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918247" y="1317349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>
            <a:stCxn id="33" idx="2"/>
          </p:cNvCxnSpPr>
          <p:nvPr/>
        </p:nvCxnSpPr>
        <p:spPr>
          <a:xfrm>
            <a:off x="6288202" y="1828505"/>
            <a:ext cx="0" cy="43820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726171" y="1828505"/>
            <a:ext cx="0" cy="43820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4451" y="2094305"/>
            <a:ext cx="139403" cy="377307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24955" y="2115382"/>
            <a:ext cx="139402" cy="44869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6217881" y="2513586"/>
            <a:ext cx="139402" cy="39919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43854" y="2217620"/>
            <a:ext cx="14811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364357" y="2494395"/>
            <a:ext cx="189458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5492633" y="1317349"/>
            <a:ext cx="159113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ShowProfile</a:t>
            </a:r>
            <a:endParaRPr lang="en-US" dirty="0"/>
          </a:p>
        </p:txBody>
      </p:sp>
      <p:sp>
        <p:nvSpPr>
          <p:cNvPr id="53" name="Rectangle 52"/>
          <p:cNvSpPr/>
          <p:nvPr/>
        </p:nvSpPr>
        <p:spPr>
          <a:xfrm>
            <a:off x="9680311" y="2761279"/>
            <a:ext cx="139403" cy="61832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743855" y="3639269"/>
            <a:ext cx="360113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36605" y="3102932"/>
            <a:ext cx="347836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Display result</a:t>
            </a:r>
            <a:br>
              <a:rPr lang="en-US" sz="1600" dirty="0" smtClean="0"/>
            </a:br>
            <a:r>
              <a:rPr lang="en-US" sz="1600" dirty="0" smtClean="0"/>
              <a:t>(profile picture, username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 smtClean="0"/>
              <a:t>follower number, </a:t>
            </a:r>
            <a:r>
              <a:rPr lang="en-US" sz="1600" dirty="0" smtClean="0"/>
              <a:t>following </a:t>
            </a:r>
            <a:r>
              <a:rPr lang="en-US" sz="1600" dirty="0" smtClean="0"/>
              <a:t>number, email, list of created tutorials)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4377947" y="2576139"/>
            <a:ext cx="1839934" cy="438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356540" y="2923797"/>
            <a:ext cx="378027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Return result</a:t>
            </a:r>
          </a:p>
          <a:p>
            <a:pPr algn="ctr"/>
            <a:r>
              <a:rPr lang="en-US" sz="1600" dirty="0"/>
              <a:t>(profile picture, username, </a:t>
            </a:r>
            <a:endParaRPr lang="en-US" sz="1600" dirty="0" smtClean="0"/>
          </a:p>
          <a:p>
            <a:pPr algn="ctr"/>
            <a:r>
              <a:rPr lang="en-US" sz="1600" dirty="0" smtClean="0"/>
              <a:t>follower </a:t>
            </a:r>
            <a:r>
              <a:rPr lang="en-US" sz="1600" dirty="0"/>
              <a:t>number, </a:t>
            </a:r>
            <a:r>
              <a:rPr lang="en-US" sz="1600" dirty="0" smtClean="0"/>
              <a:t>following </a:t>
            </a:r>
            <a:r>
              <a:rPr lang="en-US" sz="1600" dirty="0"/>
              <a:t>number, </a:t>
            </a:r>
            <a:r>
              <a:rPr lang="en-US" sz="1600" dirty="0" smtClean="0"/>
              <a:t>email</a:t>
            </a:r>
            <a:r>
              <a:rPr lang="en-US" sz="1600" dirty="0"/>
              <a:t>, list of created tutorials)</a:t>
            </a:r>
          </a:p>
          <a:p>
            <a:pPr algn="ctr"/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 flipV="1">
            <a:off x="4398348" y="3285338"/>
            <a:ext cx="5242045" cy="158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27" y="288428"/>
            <a:ext cx="1199252" cy="119925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1406054" y="1320829"/>
            <a:ext cx="177720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29" name="Straight Connector 28"/>
          <p:cNvCxnSpPr>
            <a:stCxn id="25" idx="2"/>
          </p:cNvCxnSpPr>
          <p:nvPr/>
        </p:nvCxnSpPr>
        <p:spPr>
          <a:xfrm>
            <a:off x="2294656" y="1831985"/>
            <a:ext cx="0" cy="43568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389437" y="2533191"/>
            <a:ext cx="2967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Get blogger </a:t>
            </a:r>
            <a:r>
              <a:rPr lang="en-US" sz="1600" dirty="0" smtClean="0"/>
              <a:t>information</a:t>
            </a:r>
            <a:endParaRPr lang="en-US" sz="1600" dirty="0"/>
          </a:p>
        </p:txBody>
      </p:sp>
      <p:cxnSp>
        <p:nvCxnSpPr>
          <p:cNvPr id="24" name="Straight Connector 23"/>
          <p:cNvCxnSpPr>
            <a:stCxn id="31" idx="2"/>
          </p:cNvCxnSpPr>
          <p:nvPr/>
        </p:nvCxnSpPr>
        <p:spPr>
          <a:xfrm>
            <a:off x="4344985" y="1831985"/>
            <a:ext cx="0" cy="436248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3278484" y="1320829"/>
            <a:ext cx="2133001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ViewProfileDetail</a:t>
            </a:r>
            <a:endParaRPr lang="en-US" dirty="0"/>
          </a:p>
        </p:txBody>
      </p:sp>
      <p:sp>
        <p:nvSpPr>
          <p:cNvPr id="34" name="Rectangle 33"/>
          <p:cNvSpPr/>
          <p:nvPr/>
        </p:nvSpPr>
        <p:spPr>
          <a:xfrm>
            <a:off x="4258946" y="2418724"/>
            <a:ext cx="139402" cy="248171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Arrow Connector 40"/>
          <p:cNvCxnSpPr/>
          <p:nvPr/>
        </p:nvCxnSpPr>
        <p:spPr>
          <a:xfrm>
            <a:off x="6349395" y="2850202"/>
            <a:ext cx="3362710" cy="223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44623" y="1921465"/>
            <a:ext cx="122294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</a:t>
            </a:r>
            <a:r>
              <a:rPr lang="en-US" sz="1400" dirty="0" smtClean="0"/>
              <a:t>: Click home page </a:t>
            </a:r>
          </a:p>
          <a:p>
            <a:pPr algn="ctr"/>
            <a:r>
              <a:rPr lang="en-US" sz="1400" dirty="0" smtClean="0"/>
              <a:t>for blogger link</a:t>
            </a:r>
            <a:endParaRPr lang="en-US" sz="1400" dirty="0"/>
          </a:p>
        </p:txBody>
      </p:sp>
      <p:sp>
        <p:nvSpPr>
          <p:cNvPr id="35" name="TextBox 34"/>
          <p:cNvSpPr txBox="1"/>
          <p:nvPr/>
        </p:nvSpPr>
        <p:spPr>
          <a:xfrm>
            <a:off x="2396511" y="2167000"/>
            <a:ext cx="1706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Click profile link</a:t>
            </a:r>
            <a:endParaRPr lang="en-US" sz="1600" dirty="0"/>
          </a:p>
        </p:txBody>
      </p:sp>
      <p:sp>
        <p:nvSpPr>
          <p:cNvPr id="36" name="TextBox 35"/>
          <p:cNvSpPr txBox="1"/>
          <p:nvPr/>
        </p:nvSpPr>
        <p:spPr>
          <a:xfrm>
            <a:off x="4601941" y="2237707"/>
            <a:ext cx="140625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Request </a:t>
            </a:r>
          </a:p>
          <a:p>
            <a:pPr algn="ctr"/>
            <a:r>
              <a:rPr lang="en-US" sz="1600" dirty="0" smtClean="0"/>
              <a:t>blogger profile</a:t>
            </a:r>
            <a:endParaRPr lang="en-US" sz="1600" dirty="0"/>
          </a:p>
        </p:txBody>
      </p:sp>
      <p:cxnSp>
        <p:nvCxnSpPr>
          <p:cNvPr id="37" name="Straight Arrow Connector 36"/>
          <p:cNvCxnSpPr/>
          <p:nvPr/>
        </p:nvCxnSpPr>
        <p:spPr>
          <a:xfrm flipH="1">
            <a:off x="9791226" y="3234080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10533185" y="287259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H="1">
            <a:off x="9791226" y="287259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712105" y="2328006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>
            <a:off x="743855" y="4465584"/>
            <a:ext cx="3515091" cy="209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546728" y="4148000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Click following link</a:t>
            </a:r>
            <a:endParaRPr lang="en-US" sz="1600" dirty="0"/>
          </a:p>
        </p:txBody>
      </p:sp>
      <p:sp>
        <p:nvSpPr>
          <p:cNvPr id="44" name="TextBox 43"/>
          <p:cNvSpPr txBox="1"/>
          <p:nvPr/>
        </p:nvSpPr>
        <p:spPr>
          <a:xfrm>
            <a:off x="4453148" y="4426780"/>
            <a:ext cx="34549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Request  following bloggers</a:t>
            </a:r>
            <a:endParaRPr lang="en-US" sz="1600" dirty="0"/>
          </a:p>
        </p:txBody>
      </p:sp>
      <p:cxnSp>
        <p:nvCxnSpPr>
          <p:cNvPr id="45" name="Straight Arrow Connector 44"/>
          <p:cNvCxnSpPr/>
          <p:nvPr/>
        </p:nvCxnSpPr>
        <p:spPr>
          <a:xfrm>
            <a:off x="4344985" y="4733184"/>
            <a:ext cx="354699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806911" y="5331764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 flipV="1">
            <a:off x="10548870" y="4970274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H="1">
            <a:off x="9806911" y="4970274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 flipH="1">
            <a:off x="8022562" y="5511414"/>
            <a:ext cx="1623091" cy="2105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8029671" y="5214266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</a:t>
            </a:r>
            <a:r>
              <a:rPr lang="en-US" sz="1600" dirty="0" smtClean="0"/>
              <a:t>: </a:t>
            </a:r>
            <a:r>
              <a:rPr lang="en-US" sz="1600" dirty="0" smtClean="0"/>
              <a:t>return result</a:t>
            </a:r>
            <a:endParaRPr lang="en-US" sz="1600" dirty="0"/>
          </a:p>
        </p:txBody>
      </p:sp>
      <p:cxnSp>
        <p:nvCxnSpPr>
          <p:cNvPr id="52" name="Straight Arrow Connector 51"/>
          <p:cNvCxnSpPr/>
          <p:nvPr/>
        </p:nvCxnSpPr>
        <p:spPr>
          <a:xfrm flipH="1">
            <a:off x="744623" y="5655103"/>
            <a:ext cx="7147355" cy="2044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7891978" y="4661441"/>
            <a:ext cx="130584" cy="109447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Straight Connector 54"/>
          <p:cNvCxnSpPr>
            <a:stCxn id="57" idx="2"/>
          </p:cNvCxnSpPr>
          <p:nvPr/>
        </p:nvCxnSpPr>
        <p:spPr>
          <a:xfrm>
            <a:off x="7971687" y="1838992"/>
            <a:ext cx="0" cy="43820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7176118" y="1327836"/>
            <a:ext cx="159113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FollowList</a:t>
            </a:r>
            <a:endParaRPr lang="en-US" dirty="0"/>
          </a:p>
        </p:txBody>
      </p:sp>
      <p:cxnSp>
        <p:nvCxnSpPr>
          <p:cNvPr id="76" name="Straight Arrow Connector 75"/>
          <p:cNvCxnSpPr/>
          <p:nvPr/>
        </p:nvCxnSpPr>
        <p:spPr>
          <a:xfrm>
            <a:off x="7971687" y="4900441"/>
            <a:ext cx="166870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9656471" y="4804769"/>
            <a:ext cx="134756" cy="81818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/>
          <p:cNvSpPr txBox="1"/>
          <p:nvPr/>
        </p:nvSpPr>
        <p:spPr>
          <a:xfrm>
            <a:off x="2254838" y="5300474"/>
            <a:ext cx="44712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13: </a:t>
            </a:r>
            <a:r>
              <a:rPr lang="en-US" sz="1600" dirty="0" smtClean="0"/>
              <a:t>Display </a:t>
            </a:r>
            <a:r>
              <a:rPr lang="en-US" sz="1600" dirty="0" smtClean="0"/>
              <a:t>list of bloggers that the user is following</a:t>
            </a:r>
            <a:endParaRPr lang="en-US" sz="1600" dirty="0"/>
          </a:p>
        </p:txBody>
      </p:sp>
      <p:sp>
        <p:nvSpPr>
          <p:cNvPr id="85" name="TextBox 84"/>
          <p:cNvSpPr txBox="1"/>
          <p:nvPr/>
        </p:nvSpPr>
        <p:spPr>
          <a:xfrm>
            <a:off x="7338117" y="4576681"/>
            <a:ext cx="2967336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</a:t>
            </a:r>
            <a:r>
              <a:rPr lang="en-US" sz="1600" dirty="0" smtClean="0"/>
              <a:t>: </a:t>
            </a:r>
            <a:r>
              <a:rPr lang="en-US" sz="1600" dirty="0" smtClean="0"/>
              <a:t>Get </a:t>
            </a:r>
            <a:r>
              <a:rPr lang="en-US" sz="1600" dirty="0" smtClean="0"/>
              <a:t>following </a:t>
            </a:r>
          </a:p>
          <a:p>
            <a:pPr algn="ctr"/>
            <a:r>
              <a:rPr lang="en-US" sz="1600" dirty="0" smtClean="0"/>
              <a:t>bloggers</a:t>
            </a:r>
            <a:endParaRPr lang="en-US" sz="1600" dirty="0"/>
          </a:p>
        </p:txBody>
      </p:sp>
      <p:sp>
        <p:nvSpPr>
          <p:cNvPr id="86" name="TextBox 85"/>
          <p:cNvSpPr txBox="1"/>
          <p:nvPr/>
        </p:nvSpPr>
        <p:spPr>
          <a:xfrm>
            <a:off x="9700683" y="4417648"/>
            <a:ext cx="1191652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</a:t>
            </a:r>
            <a:r>
              <a:rPr lang="en-US" sz="1600" dirty="0" smtClean="0"/>
              <a:t>: </a:t>
            </a:r>
            <a:r>
              <a:rPr lang="en-US" sz="1600" dirty="0" smtClean="0"/>
              <a:t>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52625081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1356" y="1317349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4153" y="1828505"/>
            <a:ext cx="0" cy="436037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918247" y="1317349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>
            <a:stCxn id="33" idx="2"/>
          </p:cNvCxnSpPr>
          <p:nvPr/>
        </p:nvCxnSpPr>
        <p:spPr>
          <a:xfrm>
            <a:off x="6288202" y="1828505"/>
            <a:ext cx="0" cy="43820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726171" y="1828505"/>
            <a:ext cx="0" cy="43820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4451" y="2094305"/>
            <a:ext cx="139403" cy="377307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24955" y="2115382"/>
            <a:ext cx="139402" cy="44869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6217881" y="2513586"/>
            <a:ext cx="139402" cy="39919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43854" y="2217620"/>
            <a:ext cx="14811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364357" y="2494395"/>
            <a:ext cx="189458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5492633" y="1317349"/>
            <a:ext cx="159113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ShowProfile</a:t>
            </a:r>
            <a:endParaRPr lang="en-US" dirty="0"/>
          </a:p>
        </p:txBody>
      </p:sp>
      <p:sp>
        <p:nvSpPr>
          <p:cNvPr id="53" name="Rectangle 52"/>
          <p:cNvSpPr/>
          <p:nvPr/>
        </p:nvSpPr>
        <p:spPr>
          <a:xfrm>
            <a:off x="9680311" y="2761279"/>
            <a:ext cx="139403" cy="61832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743855" y="3639269"/>
            <a:ext cx="360113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36605" y="3102932"/>
            <a:ext cx="347836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Display result</a:t>
            </a:r>
            <a:br>
              <a:rPr lang="en-US" sz="1600" dirty="0" smtClean="0"/>
            </a:br>
            <a:r>
              <a:rPr lang="en-US" sz="1600" dirty="0" smtClean="0"/>
              <a:t>(profile picture, username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 smtClean="0"/>
              <a:t>follower number, </a:t>
            </a:r>
            <a:r>
              <a:rPr lang="en-US" sz="1600" dirty="0" smtClean="0"/>
              <a:t>following </a:t>
            </a:r>
            <a:r>
              <a:rPr lang="en-US" sz="1600" dirty="0" smtClean="0"/>
              <a:t>number, email, list of created tutorials)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4377947" y="2576139"/>
            <a:ext cx="1839934" cy="438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356540" y="2923797"/>
            <a:ext cx="378027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Return result</a:t>
            </a:r>
          </a:p>
          <a:p>
            <a:pPr algn="ctr"/>
            <a:r>
              <a:rPr lang="en-US" sz="1600" dirty="0"/>
              <a:t>(profile picture, username, </a:t>
            </a:r>
            <a:endParaRPr lang="en-US" sz="1600" dirty="0" smtClean="0"/>
          </a:p>
          <a:p>
            <a:pPr algn="ctr"/>
            <a:r>
              <a:rPr lang="en-US" sz="1600" dirty="0" smtClean="0"/>
              <a:t>follower </a:t>
            </a:r>
            <a:r>
              <a:rPr lang="en-US" sz="1600" dirty="0"/>
              <a:t>number, </a:t>
            </a:r>
            <a:r>
              <a:rPr lang="en-US" sz="1600" dirty="0" smtClean="0"/>
              <a:t>following </a:t>
            </a:r>
            <a:r>
              <a:rPr lang="en-US" sz="1600" dirty="0"/>
              <a:t>number, </a:t>
            </a:r>
            <a:r>
              <a:rPr lang="en-US" sz="1600" dirty="0" smtClean="0"/>
              <a:t>email</a:t>
            </a:r>
            <a:r>
              <a:rPr lang="en-US" sz="1600" dirty="0"/>
              <a:t>, list of created tutorials)</a:t>
            </a:r>
          </a:p>
          <a:p>
            <a:pPr algn="ctr"/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 flipV="1">
            <a:off x="4398348" y="3285338"/>
            <a:ext cx="5242045" cy="158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27" y="288428"/>
            <a:ext cx="1199252" cy="119925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1406054" y="1320829"/>
            <a:ext cx="177720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29" name="Straight Connector 28"/>
          <p:cNvCxnSpPr>
            <a:stCxn id="25" idx="2"/>
          </p:cNvCxnSpPr>
          <p:nvPr/>
        </p:nvCxnSpPr>
        <p:spPr>
          <a:xfrm>
            <a:off x="2294656" y="1831985"/>
            <a:ext cx="0" cy="43568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389437" y="2533191"/>
            <a:ext cx="2967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Get blogger </a:t>
            </a:r>
            <a:r>
              <a:rPr lang="en-US" sz="1600" dirty="0" smtClean="0"/>
              <a:t>information</a:t>
            </a:r>
            <a:endParaRPr lang="en-US" sz="1600" dirty="0"/>
          </a:p>
        </p:txBody>
      </p:sp>
      <p:cxnSp>
        <p:nvCxnSpPr>
          <p:cNvPr id="24" name="Straight Connector 23"/>
          <p:cNvCxnSpPr>
            <a:stCxn id="31" idx="2"/>
          </p:cNvCxnSpPr>
          <p:nvPr/>
        </p:nvCxnSpPr>
        <p:spPr>
          <a:xfrm>
            <a:off x="4344985" y="1831985"/>
            <a:ext cx="0" cy="436248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3278484" y="1320829"/>
            <a:ext cx="2133001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ViewProfileDetail</a:t>
            </a:r>
            <a:endParaRPr lang="en-US" dirty="0"/>
          </a:p>
        </p:txBody>
      </p:sp>
      <p:sp>
        <p:nvSpPr>
          <p:cNvPr id="34" name="Rectangle 33"/>
          <p:cNvSpPr/>
          <p:nvPr/>
        </p:nvSpPr>
        <p:spPr>
          <a:xfrm>
            <a:off x="4258946" y="2418724"/>
            <a:ext cx="139402" cy="248171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Arrow Connector 40"/>
          <p:cNvCxnSpPr/>
          <p:nvPr/>
        </p:nvCxnSpPr>
        <p:spPr>
          <a:xfrm>
            <a:off x="6349395" y="2850202"/>
            <a:ext cx="3362710" cy="223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44623" y="1921465"/>
            <a:ext cx="122294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</a:t>
            </a:r>
            <a:r>
              <a:rPr lang="en-US" sz="1400" dirty="0" smtClean="0"/>
              <a:t>: Click home page </a:t>
            </a:r>
          </a:p>
          <a:p>
            <a:pPr algn="ctr"/>
            <a:r>
              <a:rPr lang="en-US" sz="1400" dirty="0" smtClean="0"/>
              <a:t>for blogger link</a:t>
            </a:r>
            <a:endParaRPr lang="en-US" sz="1400" dirty="0"/>
          </a:p>
        </p:txBody>
      </p:sp>
      <p:sp>
        <p:nvSpPr>
          <p:cNvPr id="35" name="TextBox 34"/>
          <p:cNvSpPr txBox="1"/>
          <p:nvPr/>
        </p:nvSpPr>
        <p:spPr>
          <a:xfrm>
            <a:off x="2396511" y="2167000"/>
            <a:ext cx="1706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Click profile link</a:t>
            </a:r>
            <a:endParaRPr lang="en-US" sz="1600" dirty="0"/>
          </a:p>
        </p:txBody>
      </p:sp>
      <p:sp>
        <p:nvSpPr>
          <p:cNvPr id="36" name="TextBox 35"/>
          <p:cNvSpPr txBox="1"/>
          <p:nvPr/>
        </p:nvSpPr>
        <p:spPr>
          <a:xfrm>
            <a:off x="4601941" y="2237707"/>
            <a:ext cx="140625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Request </a:t>
            </a:r>
          </a:p>
          <a:p>
            <a:pPr algn="ctr"/>
            <a:r>
              <a:rPr lang="en-US" sz="1600" dirty="0" smtClean="0"/>
              <a:t>blogger profile</a:t>
            </a:r>
            <a:endParaRPr lang="en-US" sz="1600" dirty="0"/>
          </a:p>
        </p:txBody>
      </p:sp>
      <p:cxnSp>
        <p:nvCxnSpPr>
          <p:cNvPr id="37" name="Straight Arrow Connector 36"/>
          <p:cNvCxnSpPr/>
          <p:nvPr/>
        </p:nvCxnSpPr>
        <p:spPr>
          <a:xfrm flipH="1">
            <a:off x="9791226" y="3234080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10533185" y="287259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H="1">
            <a:off x="9791226" y="287259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712105" y="2328006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>
            <a:off x="743855" y="4465584"/>
            <a:ext cx="3515091" cy="209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546728" y="4148000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Click follower link</a:t>
            </a:r>
            <a:endParaRPr lang="en-US" sz="1600" dirty="0"/>
          </a:p>
        </p:txBody>
      </p:sp>
      <p:sp>
        <p:nvSpPr>
          <p:cNvPr id="44" name="TextBox 43"/>
          <p:cNvSpPr txBox="1"/>
          <p:nvPr/>
        </p:nvSpPr>
        <p:spPr>
          <a:xfrm>
            <a:off x="4453148" y="4426780"/>
            <a:ext cx="34549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Request  follower bloggers</a:t>
            </a:r>
            <a:endParaRPr lang="en-US" sz="1600" dirty="0"/>
          </a:p>
        </p:txBody>
      </p:sp>
      <p:cxnSp>
        <p:nvCxnSpPr>
          <p:cNvPr id="45" name="Straight Arrow Connector 44"/>
          <p:cNvCxnSpPr/>
          <p:nvPr/>
        </p:nvCxnSpPr>
        <p:spPr>
          <a:xfrm>
            <a:off x="4344985" y="4733184"/>
            <a:ext cx="354699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806911" y="5331764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 flipV="1">
            <a:off x="10548870" y="4970274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H="1">
            <a:off x="9806911" y="4970274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 flipH="1">
            <a:off x="8022562" y="5511414"/>
            <a:ext cx="1623091" cy="2105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8029671" y="5214266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</a:t>
            </a:r>
            <a:r>
              <a:rPr lang="en-US" sz="1600" dirty="0" smtClean="0"/>
              <a:t>: </a:t>
            </a:r>
            <a:r>
              <a:rPr lang="en-US" sz="1600" dirty="0" smtClean="0"/>
              <a:t>return result</a:t>
            </a:r>
            <a:endParaRPr lang="en-US" sz="1600" dirty="0"/>
          </a:p>
        </p:txBody>
      </p:sp>
      <p:cxnSp>
        <p:nvCxnSpPr>
          <p:cNvPr id="52" name="Straight Arrow Connector 51"/>
          <p:cNvCxnSpPr/>
          <p:nvPr/>
        </p:nvCxnSpPr>
        <p:spPr>
          <a:xfrm flipH="1">
            <a:off x="744623" y="5655103"/>
            <a:ext cx="7147355" cy="2044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7891978" y="4661441"/>
            <a:ext cx="130584" cy="109447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Straight Connector 54"/>
          <p:cNvCxnSpPr>
            <a:stCxn id="57" idx="2"/>
          </p:cNvCxnSpPr>
          <p:nvPr/>
        </p:nvCxnSpPr>
        <p:spPr>
          <a:xfrm>
            <a:off x="7971687" y="1838992"/>
            <a:ext cx="0" cy="43820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7176118" y="1327836"/>
            <a:ext cx="159113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FollowList</a:t>
            </a:r>
            <a:endParaRPr lang="en-US" dirty="0"/>
          </a:p>
        </p:txBody>
      </p:sp>
      <p:cxnSp>
        <p:nvCxnSpPr>
          <p:cNvPr id="76" name="Straight Arrow Connector 75"/>
          <p:cNvCxnSpPr/>
          <p:nvPr/>
        </p:nvCxnSpPr>
        <p:spPr>
          <a:xfrm>
            <a:off x="7971687" y="4900441"/>
            <a:ext cx="166870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9656471" y="4804769"/>
            <a:ext cx="134756" cy="81818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/>
          <p:cNvSpPr txBox="1"/>
          <p:nvPr/>
        </p:nvSpPr>
        <p:spPr>
          <a:xfrm>
            <a:off x="7338117" y="4576681"/>
            <a:ext cx="2967336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</a:t>
            </a:r>
            <a:r>
              <a:rPr lang="en-US" sz="1600" dirty="0" smtClean="0"/>
              <a:t>: </a:t>
            </a:r>
            <a:r>
              <a:rPr lang="en-US" sz="1600" dirty="0" smtClean="0"/>
              <a:t>Get </a:t>
            </a:r>
            <a:r>
              <a:rPr lang="en-US" sz="1600" dirty="0" smtClean="0"/>
              <a:t>follower </a:t>
            </a:r>
          </a:p>
          <a:p>
            <a:pPr algn="ctr"/>
            <a:r>
              <a:rPr lang="en-US" sz="1600" dirty="0" smtClean="0"/>
              <a:t>bloggers</a:t>
            </a:r>
            <a:endParaRPr lang="en-US" sz="1600" dirty="0"/>
          </a:p>
        </p:txBody>
      </p:sp>
      <p:sp>
        <p:nvSpPr>
          <p:cNvPr id="54" name="TextBox 53"/>
          <p:cNvSpPr txBox="1"/>
          <p:nvPr/>
        </p:nvSpPr>
        <p:spPr>
          <a:xfrm>
            <a:off x="9700683" y="4417648"/>
            <a:ext cx="1191652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</a:t>
            </a:r>
            <a:r>
              <a:rPr lang="en-US" sz="1600" dirty="0" smtClean="0"/>
              <a:t>: </a:t>
            </a:r>
            <a:r>
              <a:rPr lang="en-US" sz="1600" dirty="0" smtClean="0"/>
              <a:t>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  <p:sp>
        <p:nvSpPr>
          <p:cNvPr id="58" name="TextBox 57"/>
          <p:cNvSpPr txBox="1"/>
          <p:nvPr/>
        </p:nvSpPr>
        <p:spPr>
          <a:xfrm>
            <a:off x="2693226" y="5316549"/>
            <a:ext cx="36561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13: </a:t>
            </a:r>
            <a:r>
              <a:rPr lang="en-US" sz="1600" dirty="0" smtClean="0"/>
              <a:t>Display </a:t>
            </a:r>
            <a:r>
              <a:rPr lang="en-US" sz="1600" dirty="0" smtClean="0"/>
              <a:t>list of bloggers follow the user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29339804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3422</TotalTime>
  <Words>1949</Words>
  <Application>Microsoft Macintosh PowerPoint</Application>
  <PresentationFormat>Custom</PresentationFormat>
  <Paragraphs>555</Paragraphs>
  <Slides>22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pimchanok sripraphan</dc:creator>
  <cp:lastModifiedBy>pimchanok sripraphan</cp:lastModifiedBy>
  <cp:revision>343</cp:revision>
  <dcterms:created xsi:type="dcterms:W3CDTF">2014-05-25T06:04:56Z</dcterms:created>
  <dcterms:modified xsi:type="dcterms:W3CDTF">2014-10-13T10:10:22Z</dcterms:modified>
</cp:coreProperties>
</file>