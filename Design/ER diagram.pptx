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003838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1" d="100"/>
          <a:sy n="51" d="100"/>
        </p:scale>
        <p:origin x="-1304" y="-104"/>
      </p:cViewPr>
      <p:guideLst>
        <p:guide orient="horz" pos="3402"/>
        <p:guide pos="567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interSettings" Target="printerSettings/printerSettings1.bin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0288" y="3354929"/>
            <a:ext cx="15303262" cy="231494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0577" y="6119866"/>
            <a:ext cx="12602687" cy="275993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34E5A-9D84-8641-A07E-3DA2FD963A4D}" type="datetimeFigureOut">
              <a:rPr lang="en-US" smtClean="0"/>
              <a:t>6/7/14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255F-816E-D845-973E-F9EE77E4B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199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34E5A-9D84-8641-A07E-3DA2FD963A4D}" type="datetimeFigureOut">
              <a:rPr lang="en-US" smtClean="0"/>
              <a:t>6/7/14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255F-816E-D845-973E-F9EE77E4B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4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179" y="6939850"/>
            <a:ext cx="15303262" cy="214495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2179" y="4577401"/>
            <a:ext cx="15303262" cy="236244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34E5A-9D84-8641-A07E-3DA2FD963A4D}" type="datetimeFigureOut">
              <a:rPr lang="en-US" smtClean="0"/>
              <a:t>6/7/14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255F-816E-D845-973E-F9EE77E4B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91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0193" y="2519947"/>
            <a:ext cx="7951695" cy="71273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51952" y="2519947"/>
            <a:ext cx="7951695" cy="71273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34E5A-9D84-8641-A07E-3DA2FD963A4D}" type="datetimeFigureOut">
              <a:rPr lang="en-US" smtClean="0"/>
              <a:t>6/7/14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255F-816E-D845-973E-F9EE77E4B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148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0192" y="2417448"/>
            <a:ext cx="7954822" cy="1007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0192" y="3424925"/>
            <a:ext cx="7954822" cy="62223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45701" y="2417448"/>
            <a:ext cx="7957946" cy="1007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45701" y="3424925"/>
            <a:ext cx="7957946" cy="62223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34E5A-9D84-8641-A07E-3DA2FD963A4D}" type="datetimeFigureOut">
              <a:rPr lang="en-US" smtClean="0"/>
              <a:t>6/7/14 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255F-816E-D845-973E-F9EE77E4B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598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34E5A-9D84-8641-A07E-3DA2FD963A4D}" type="datetimeFigureOut">
              <a:rPr lang="en-US" smtClean="0"/>
              <a:t>6/7/14 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255F-816E-D845-973E-F9EE77E4B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424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34E5A-9D84-8641-A07E-3DA2FD963A4D}" type="datetimeFigureOut">
              <a:rPr lang="en-US" smtClean="0"/>
              <a:t>6/7/14 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255F-816E-D845-973E-F9EE77E4B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847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94" y="429990"/>
            <a:ext cx="5923139" cy="182996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9000" y="429993"/>
            <a:ext cx="10064646" cy="92172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0194" y="2259953"/>
            <a:ext cx="5923139" cy="738733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34E5A-9D84-8641-A07E-3DA2FD963A4D}" type="datetimeFigureOut">
              <a:rPr lang="en-US" smtClean="0"/>
              <a:t>6/7/14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255F-816E-D845-973E-F9EE77E4B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520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879" y="7559834"/>
            <a:ext cx="10802303" cy="89248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28879" y="964979"/>
            <a:ext cx="10802303" cy="647985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8879" y="8452316"/>
            <a:ext cx="10802303" cy="126747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34E5A-9D84-8641-A07E-3DA2FD963A4D}" type="datetimeFigureOut">
              <a:rPr lang="en-US" smtClean="0"/>
              <a:t>6/7/14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255F-816E-D845-973E-F9EE77E4B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141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34E5A-9D84-8641-A07E-3DA2FD963A4D}" type="datetimeFigureOut">
              <a:rPr lang="en-US" smtClean="0"/>
              <a:t>6/7/14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255F-816E-D845-973E-F9EE77E4B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83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52782" y="432494"/>
            <a:ext cx="4050864" cy="92147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00193" y="432494"/>
            <a:ext cx="11852527" cy="921479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34E5A-9D84-8641-A07E-3DA2FD963A4D}" type="datetimeFigureOut">
              <a:rPr lang="en-US" smtClean="0"/>
              <a:t>6/7/14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255F-816E-D845-973E-F9EE77E4B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11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0192" y="432491"/>
            <a:ext cx="16203454" cy="17999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0192" y="2519947"/>
            <a:ext cx="16203454" cy="71273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0192" y="10009783"/>
            <a:ext cx="4200896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E34E5A-9D84-8641-A07E-3DA2FD963A4D}" type="datetimeFigureOut">
              <a:rPr lang="en-US" smtClean="0"/>
              <a:t>6/7/14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151313" y="10009783"/>
            <a:ext cx="5701215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02750" y="10009783"/>
            <a:ext cx="4200896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C5255F-816E-D845-973E-F9EE77E4B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039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45885" y="1596367"/>
            <a:ext cx="2182669" cy="7781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Registered user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95506" y="3850095"/>
            <a:ext cx="1656132" cy="6765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Blogger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78175" y="3850095"/>
            <a:ext cx="1701649" cy="6765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Shopkeeper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99992" y="1564409"/>
            <a:ext cx="1992170" cy="7781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Unregistered user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5244640" y="2808850"/>
            <a:ext cx="585160" cy="5851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</a:rPr>
              <a:t>d</a:t>
            </a:r>
          </a:p>
        </p:txBody>
      </p:sp>
      <p:cxnSp>
        <p:nvCxnSpPr>
          <p:cNvPr id="10" name="Straight Connector 9"/>
          <p:cNvCxnSpPr>
            <a:stCxn id="8" idx="3"/>
            <a:endCxn id="5" idx="0"/>
          </p:cNvCxnSpPr>
          <p:nvPr/>
        </p:nvCxnSpPr>
        <p:spPr>
          <a:xfrm flipH="1">
            <a:off x="4523572" y="3308315"/>
            <a:ext cx="806763" cy="5417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8" idx="5"/>
            <a:endCxn id="6" idx="0"/>
          </p:cNvCxnSpPr>
          <p:nvPr/>
        </p:nvCxnSpPr>
        <p:spPr>
          <a:xfrm>
            <a:off x="5744105" y="3308315"/>
            <a:ext cx="984895" cy="5417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4" idx="2"/>
            <a:endCxn id="8" idx="0"/>
          </p:cNvCxnSpPr>
          <p:nvPr/>
        </p:nvCxnSpPr>
        <p:spPr>
          <a:xfrm>
            <a:off x="5537220" y="2374486"/>
            <a:ext cx="0" cy="43436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312079" y="1873733"/>
            <a:ext cx="640716" cy="50075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id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2924079" y="905915"/>
            <a:ext cx="1766553" cy="500753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Username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4258362" y="340025"/>
            <a:ext cx="1766553" cy="500753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Password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5744105" y="840778"/>
            <a:ext cx="1136733" cy="500753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Email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7057110" y="1314676"/>
            <a:ext cx="1339928" cy="49946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Picture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7006316" y="2036228"/>
            <a:ext cx="1466904" cy="676513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Creation Time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24" name="Straight Connector 23"/>
          <p:cNvCxnSpPr>
            <a:stCxn id="23" idx="2"/>
          </p:cNvCxnSpPr>
          <p:nvPr/>
        </p:nvCxnSpPr>
        <p:spPr>
          <a:xfrm flipH="1" flipV="1">
            <a:off x="6628554" y="2231493"/>
            <a:ext cx="377762" cy="14299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22" idx="2"/>
          </p:cNvCxnSpPr>
          <p:nvPr/>
        </p:nvCxnSpPr>
        <p:spPr>
          <a:xfrm flipH="1">
            <a:off x="6628554" y="1564409"/>
            <a:ext cx="428556" cy="24973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21" idx="4"/>
          </p:cNvCxnSpPr>
          <p:nvPr/>
        </p:nvCxnSpPr>
        <p:spPr>
          <a:xfrm flipH="1">
            <a:off x="5952681" y="1341531"/>
            <a:ext cx="359791" cy="25483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endCxn id="20" idx="4"/>
          </p:cNvCxnSpPr>
          <p:nvPr/>
        </p:nvCxnSpPr>
        <p:spPr>
          <a:xfrm flipH="1" flipV="1">
            <a:off x="5141639" y="840778"/>
            <a:ext cx="103001" cy="75558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endCxn id="19" idx="5"/>
          </p:cNvCxnSpPr>
          <p:nvPr/>
        </p:nvCxnSpPr>
        <p:spPr>
          <a:xfrm flipH="1" flipV="1">
            <a:off x="4431926" y="1333334"/>
            <a:ext cx="328491" cy="26303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4" idx="1"/>
            <a:endCxn id="18" idx="6"/>
          </p:cNvCxnSpPr>
          <p:nvPr/>
        </p:nvCxnSpPr>
        <p:spPr>
          <a:xfrm flipH="1">
            <a:off x="3952795" y="1985427"/>
            <a:ext cx="493090" cy="13868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2286699" y="5800879"/>
            <a:ext cx="1446133" cy="6765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Tutorial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Oval 44"/>
          <p:cNvSpPr/>
          <p:nvPr/>
        </p:nvSpPr>
        <p:spPr>
          <a:xfrm>
            <a:off x="1823853" y="5196507"/>
            <a:ext cx="622561" cy="50075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id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>
            <a:off x="4418573" y="4526608"/>
            <a:ext cx="0" cy="161252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7" idx="2"/>
          </p:cNvCxnSpPr>
          <p:nvPr/>
        </p:nvCxnSpPr>
        <p:spPr>
          <a:xfrm>
            <a:off x="1696077" y="2342528"/>
            <a:ext cx="0" cy="379660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44" idx="3"/>
          </p:cNvCxnSpPr>
          <p:nvPr/>
        </p:nvCxnSpPr>
        <p:spPr>
          <a:xfrm>
            <a:off x="3732832" y="6139136"/>
            <a:ext cx="685741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>
            <a:endCxn id="44" idx="1"/>
          </p:cNvCxnSpPr>
          <p:nvPr/>
        </p:nvCxnSpPr>
        <p:spPr>
          <a:xfrm>
            <a:off x="1696077" y="6139136"/>
            <a:ext cx="590622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2523646" y="4946131"/>
            <a:ext cx="890913" cy="50075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Title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4" name="Oval 73"/>
          <p:cNvSpPr/>
          <p:nvPr/>
        </p:nvSpPr>
        <p:spPr>
          <a:xfrm>
            <a:off x="177486" y="6298421"/>
            <a:ext cx="1440584" cy="50075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Category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75" name="Straight Connector 74"/>
          <p:cNvCxnSpPr>
            <a:stCxn id="45" idx="4"/>
          </p:cNvCxnSpPr>
          <p:nvPr/>
        </p:nvCxnSpPr>
        <p:spPr>
          <a:xfrm>
            <a:off x="2135134" y="5697259"/>
            <a:ext cx="151565" cy="10362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73" idx="4"/>
            <a:endCxn id="44" idx="0"/>
          </p:cNvCxnSpPr>
          <p:nvPr/>
        </p:nvCxnSpPr>
        <p:spPr>
          <a:xfrm>
            <a:off x="2969103" y="5446883"/>
            <a:ext cx="40663" cy="35399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endCxn id="74" idx="6"/>
          </p:cNvCxnSpPr>
          <p:nvPr/>
        </p:nvCxnSpPr>
        <p:spPr>
          <a:xfrm flipH="1">
            <a:off x="1618070" y="6407259"/>
            <a:ext cx="668914" cy="14153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1325672" y="6758972"/>
            <a:ext cx="1408666" cy="50075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Material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85" name="Straight Connector 84"/>
          <p:cNvCxnSpPr>
            <a:stCxn id="84" idx="0"/>
          </p:cNvCxnSpPr>
          <p:nvPr/>
        </p:nvCxnSpPr>
        <p:spPr>
          <a:xfrm flipV="1">
            <a:off x="2030005" y="6477393"/>
            <a:ext cx="578433" cy="28157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174319" y="7186241"/>
            <a:ext cx="1204600" cy="50075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Picture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2" name="Oval 91"/>
          <p:cNvSpPr/>
          <p:nvPr/>
        </p:nvSpPr>
        <p:spPr>
          <a:xfrm>
            <a:off x="1046033" y="7710039"/>
            <a:ext cx="1821674" cy="50075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Description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93" name="Straight Connector 92"/>
          <p:cNvCxnSpPr>
            <a:stCxn id="91" idx="0"/>
            <a:endCxn id="84" idx="2"/>
          </p:cNvCxnSpPr>
          <p:nvPr/>
        </p:nvCxnSpPr>
        <p:spPr>
          <a:xfrm flipV="1">
            <a:off x="776619" y="7009348"/>
            <a:ext cx="549053" cy="17689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92" idx="0"/>
            <a:endCxn id="84" idx="4"/>
          </p:cNvCxnSpPr>
          <p:nvPr/>
        </p:nvCxnSpPr>
        <p:spPr>
          <a:xfrm flipV="1">
            <a:off x="1956870" y="7259724"/>
            <a:ext cx="73135" cy="45031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ectangle 112"/>
          <p:cNvSpPr/>
          <p:nvPr/>
        </p:nvSpPr>
        <p:spPr>
          <a:xfrm>
            <a:off x="2537568" y="8628218"/>
            <a:ext cx="973554" cy="6765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Step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14" name="Straight Connector 113"/>
          <p:cNvCxnSpPr>
            <a:stCxn id="113" idx="0"/>
            <a:endCxn id="44" idx="2"/>
          </p:cNvCxnSpPr>
          <p:nvPr/>
        </p:nvCxnSpPr>
        <p:spPr>
          <a:xfrm flipH="1" flipV="1">
            <a:off x="3009766" y="6477392"/>
            <a:ext cx="14579" cy="215082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Oval 116"/>
          <p:cNvSpPr/>
          <p:nvPr/>
        </p:nvSpPr>
        <p:spPr>
          <a:xfrm>
            <a:off x="1431654" y="8612644"/>
            <a:ext cx="622561" cy="50075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id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118" name="Straight Connector 117"/>
          <p:cNvCxnSpPr>
            <a:stCxn id="117" idx="6"/>
          </p:cNvCxnSpPr>
          <p:nvPr/>
        </p:nvCxnSpPr>
        <p:spPr>
          <a:xfrm>
            <a:off x="2054215" y="8863020"/>
            <a:ext cx="469431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Oval 120"/>
          <p:cNvSpPr/>
          <p:nvPr/>
        </p:nvSpPr>
        <p:spPr>
          <a:xfrm>
            <a:off x="1135479" y="9377475"/>
            <a:ext cx="1376748" cy="50075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Number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22" name="Oval 121"/>
          <p:cNvSpPr/>
          <p:nvPr/>
        </p:nvSpPr>
        <p:spPr>
          <a:xfrm>
            <a:off x="3540131" y="9337264"/>
            <a:ext cx="1811507" cy="50075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Description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125" name="Straight Connector 124"/>
          <p:cNvCxnSpPr>
            <a:stCxn id="121" idx="0"/>
            <a:endCxn id="113" idx="1"/>
          </p:cNvCxnSpPr>
          <p:nvPr/>
        </p:nvCxnSpPr>
        <p:spPr>
          <a:xfrm flipV="1">
            <a:off x="1823853" y="8966475"/>
            <a:ext cx="713715" cy="4110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/>
          <p:cNvCxnSpPr>
            <a:endCxn id="122" idx="1"/>
          </p:cNvCxnSpPr>
          <p:nvPr/>
        </p:nvCxnSpPr>
        <p:spPr>
          <a:xfrm>
            <a:off x="3511122" y="9231398"/>
            <a:ext cx="294298" cy="17919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Rectangle 150"/>
          <p:cNvSpPr/>
          <p:nvPr/>
        </p:nvSpPr>
        <p:spPr>
          <a:xfrm>
            <a:off x="9283026" y="1985427"/>
            <a:ext cx="1446133" cy="6765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Shop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52" name="Straight Connector 151"/>
          <p:cNvCxnSpPr>
            <a:stCxn id="6" idx="3"/>
          </p:cNvCxnSpPr>
          <p:nvPr/>
        </p:nvCxnSpPr>
        <p:spPr>
          <a:xfrm>
            <a:off x="7579824" y="4188352"/>
            <a:ext cx="242626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>
            <a:endCxn id="151" idx="2"/>
          </p:cNvCxnSpPr>
          <p:nvPr/>
        </p:nvCxnSpPr>
        <p:spPr>
          <a:xfrm flipV="1">
            <a:off x="10006093" y="2661940"/>
            <a:ext cx="0" cy="152641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Rectangle 158"/>
          <p:cNvSpPr/>
          <p:nvPr/>
        </p:nvSpPr>
        <p:spPr>
          <a:xfrm>
            <a:off x="11948820" y="2004271"/>
            <a:ext cx="1446133" cy="6765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Branch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0" name="Rectangle 159"/>
          <p:cNvSpPr/>
          <p:nvPr/>
        </p:nvSpPr>
        <p:spPr>
          <a:xfrm>
            <a:off x="14746898" y="2004271"/>
            <a:ext cx="1446133" cy="6765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Picture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1" name="Oval 160"/>
          <p:cNvSpPr/>
          <p:nvPr/>
        </p:nvSpPr>
        <p:spPr>
          <a:xfrm>
            <a:off x="10496592" y="2978131"/>
            <a:ext cx="640716" cy="50075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id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62" name="Oval 161"/>
          <p:cNvSpPr/>
          <p:nvPr/>
        </p:nvSpPr>
        <p:spPr>
          <a:xfrm>
            <a:off x="10006093" y="1140634"/>
            <a:ext cx="1105754" cy="53206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name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63" name="Oval 162"/>
          <p:cNvSpPr/>
          <p:nvPr/>
        </p:nvSpPr>
        <p:spPr>
          <a:xfrm>
            <a:off x="8313526" y="639881"/>
            <a:ext cx="1893528" cy="53206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information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164" name="Straight Connector 163"/>
          <p:cNvCxnSpPr>
            <a:endCxn id="163" idx="4"/>
          </p:cNvCxnSpPr>
          <p:nvPr/>
        </p:nvCxnSpPr>
        <p:spPr>
          <a:xfrm flipH="1" flipV="1">
            <a:off x="9260290" y="1171948"/>
            <a:ext cx="314666" cy="81347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/>
          <p:cNvCxnSpPr>
            <a:endCxn id="162" idx="4"/>
          </p:cNvCxnSpPr>
          <p:nvPr/>
        </p:nvCxnSpPr>
        <p:spPr>
          <a:xfrm flipV="1">
            <a:off x="10405271" y="1672701"/>
            <a:ext cx="153699" cy="31272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>
            <a:stCxn id="161" idx="1"/>
          </p:cNvCxnSpPr>
          <p:nvPr/>
        </p:nvCxnSpPr>
        <p:spPr>
          <a:xfrm flipH="1" flipV="1">
            <a:off x="10405272" y="2661941"/>
            <a:ext cx="185151" cy="38952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/>
          <p:cNvCxnSpPr>
            <a:stCxn id="151" idx="3"/>
            <a:endCxn id="159" idx="1"/>
          </p:cNvCxnSpPr>
          <p:nvPr/>
        </p:nvCxnSpPr>
        <p:spPr>
          <a:xfrm>
            <a:off x="10729159" y="2323684"/>
            <a:ext cx="1219661" cy="1884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/>
          <p:cNvCxnSpPr>
            <a:stCxn id="159" idx="3"/>
            <a:endCxn id="160" idx="1"/>
          </p:cNvCxnSpPr>
          <p:nvPr/>
        </p:nvCxnSpPr>
        <p:spPr>
          <a:xfrm>
            <a:off x="13394953" y="2342528"/>
            <a:ext cx="135194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Oval 178"/>
          <p:cNvSpPr/>
          <p:nvPr/>
        </p:nvSpPr>
        <p:spPr>
          <a:xfrm>
            <a:off x="11308104" y="1356768"/>
            <a:ext cx="640716" cy="50075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id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80" name="Oval 179"/>
          <p:cNvSpPr/>
          <p:nvPr/>
        </p:nvSpPr>
        <p:spPr>
          <a:xfrm>
            <a:off x="11583915" y="487689"/>
            <a:ext cx="1811038" cy="86338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Telephone number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81" name="Oval 180"/>
          <p:cNvSpPr/>
          <p:nvPr/>
        </p:nvSpPr>
        <p:spPr>
          <a:xfrm>
            <a:off x="13242566" y="1329736"/>
            <a:ext cx="1504331" cy="500753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location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182" name="Straight Connector 181"/>
          <p:cNvCxnSpPr>
            <a:endCxn id="179" idx="5"/>
          </p:cNvCxnSpPr>
          <p:nvPr/>
        </p:nvCxnSpPr>
        <p:spPr>
          <a:xfrm flipH="1" flipV="1">
            <a:off x="11854989" y="1784187"/>
            <a:ext cx="93831" cy="25204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/>
          <p:cNvCxnSpPr>
            <a:endCxn id="180" idx="4"/>
          </p:cNvCxnSpPr>
          <p:nvPr/>
        </p:nvCxnSpPr>
        <p:spPr>
          <a:xfrm flipV="1">
            <a:off x="12489434" y="1351078"/>
            <a:ext cx="0" cy="6343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/>
          <p:cNvCxnSpPr>
            <a:endCxn id="181" idx="3"/>
          </p:cNvCxnSpPr>
          <p:nvPr/>
        </p:nvCxnSpPr>
        <p:spPr>
          <a:xfrm flipV="1">
            <a:off x="13242566" y="1757155"/>
            <a:ext cx="220304" cy="22827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Oval 190"/>
          <p:cNvSpPr/>
          <p:nvPr/>
        </p:nvSpPr>
        <p:spPr>
          <a:xfrm>
            <a:off x="15872673" y="1178397"/>
            <a:ext cx="640716" cy="50075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id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92" name="Oval 191"/>
          <p:cNvSpPr/>
          <p:nvPr/>
        </p:nvSpPr>
        <p:spPr>
          <a:xfrm>
            <a:off x="16513389" y="1985427"/>
            <a:ext cx="1306026" cy="5417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picture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193" name="Straight Connector 192"/>
          <p:cNvCxnSpPr>
            <a:endCxn id="191" idx="4"/>
          </p:cNvCxnSpPr>
          <p:nvPr/>
        </p:nvCxnSpPr>
        <p:spPr>
          <a:xfrm flipV="1">
            <a:off x="15872673" y="1679149"/>
            <a:ext cx="320358" cy="30627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/>
          <p:cNvCxnSpPr>
            <a:stCxn id="160" idx="3"/>
            <a:endCxn id="192" idx="2"/>
          </p:cNvCxnSpPr>
          <p:nvPr/>
        </p:nvCxnSpPr>
        <p:spPr>
          <a:xfrm flipV="1">
            <a:off x="16193031" y="2256317"/>
            <a:ext cx="320358" cy="8621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Rectangle 199"/>
          <p:cNvSpPr/>
          <p:nvPr/>
        </p:nvSpPr>
        <p:spPr>
          <a:xfrm>
            <a:off x="8490545" y="8452472"/>
            <a:ext cx="1701649" cy="6765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Message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1" name="Rectangle 200"/>
          <p:cNvSpPr/>
          <p:nvPr/>
        </p:nvSpPr>
        <p:spPr>
          <a:xfrm>
            <a:off x="11085792" y="5293356"/>
            <a:ext cx="1701649" cy="6765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Notification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2" name="Diamond 201"/>
          <p:cNvSpPr/>
          <p:nvPr/>
        </p:nvSpPr>
        <p:spPr>
          <a:xfrm>
            <a:off x="5776584" y="8269433"/>
            <a:ext cx="1904831" cy="1042592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Send/Receive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03" name="Diamond 202"/>
          <p:cNvSpPr/>
          <p:nvPr/>
        </p:nvSpPr>
        <p:spPr>
          <a:xfrm>
            <a:off x="8867126" y="5196507"/>
            <a:ext cx="1339928" cy="870212"/>
          </a:xfrm>
          <a:prstGeom prst="diamond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Get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04" name="Rectangle 203"/>
          <p:cNvSpPr/>
          <p:nvPr/>
        </p:nvSpPr>
        <p:spPr>
          <a:xfrm>
            <a:off x="13896072" y="5293356"/>
            <a:ext cx="1701649" cy="6765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Activity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5" name="Straight Connector 204"/>
          <p:cNvCxnSpPr>
            <a:stCxn id="6" idx="2"/>
            <a:endCxn id="202" idx="0"/>
          </p:cNvCxnSpPr>
          <p:nvPr/>
        </p:nvCxnSpPr>
        <p:spPr>
          <a:xfrm>
            <a:off x="6729000" y="4526608"/>
            <a:ext cx="0" cy="374282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/>
          <p:cNvCxnSpPr>
            <a:endCxn id="203" idx="0"/>
          </p:cNvCxnSpPr>
          <p:nvPr/>
        </p:nvCxnSpPr>
        <p:spPr>
          <a:xfrm>
            <a:off x="9537090" y="4397345"/>
            <a:ext cx="0" cy="79916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/>
          <p:cNvCxnSpPr/>
          <p:nvPr/>
        </p:nvCxnSpPr>
        <p:spPr>
          <a:xfrm>
            <a:off x="7568195" y="4397345"/>
            <a:ext cx="196889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/>
          <p:cNvCxnSpPr>
            <a:stCxn id="203" idx="3"/>
            <a:endCxn id="201" idx="1"/>
          </p:cNvCxnSpPr>
          <p:nvPr/>
        </p:nvCxnSpPr>
        <p:spPr>
          <a:xfrm>
            <a:off x="10207054" y="5631613"/>
            <a:ext cx="878738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/>
          <p:cNvCxnSpPr>
            <a:stCxn id="201" idx="3"/>
            <a:endCxn id="204" idx="1"/>
          </p:cNvCxnSpPr>
          <p:nvPr/>
        </p:nvCxnSpPr>
        <p:spPr>
          <a:xfrm>
            <a:off x="12787441" y="5631613"/>
            <a:ext cx="1108631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/>
          <p:cNvCxnSpPr/>
          <p:nvPr/>
        </p:nvCxnSpPr>
        <p:spPr>
          <a:xfrm>
            <a:off x="4760417" y="4526608"/>
            <a:ext cx="0" cy="426412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/>
          <p:cNvCxnSpPr>
            <a:endCxn id="202" idx="1"/>
          </p:cNvCxnSpPr>
          <p:nvPr/>
        </p:nvCxnSpPr>
        <p:spPr>
          <a:xfrm>
            <a:off x="4760417" y="8790729"/>
            <a:ext cx="1016167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/>
          <p:cNvCxnSpPr>
            <a:stCxn id="202" idx="3"/>
            <a:endCxn id="200" idx="1"/>
          </p:cNvCxnSpPr>
          <p:nvPr/>
        </p:nvCxnSpPr>
        <p:spPr>
          <a:xfrm>
            <a:off x="7681415" y="8790729"/>
            <a:ext cx="80913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/>
          <p:cNvCxnSpPr/>
          <p:nvPr/>
        </p:nvCxnSpPr>
        <p:spPr>
          <a:xfrm>
            <a:off x="5107038" y="4526608"/>
            <a:ext cx="0" cy="110500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Connector 247"/>
          <p:cNvCxnSpPr>
            <a:endCxn id="254" idx="0"/>
          </p:cNvCxnSpPr>
          <p:nvPr/>
        </p:nvCxnSpPr>
        <p:spPr>
          <a:xfrm>
            <a:off x="5103155" y="5629363"/>
            <a:ext cx="1382877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4" name="Freeform 253"/>
          <p:cNvSpPr/>
          <p:nvPr/>
        </p:nvSpPr>
        <p:spPr>
          <a:xfrm rot="375682">
            <a:off x="6498111" y="5408513"/>
            <a:ext cx="436177" cy="245367"/>
          </a:xfrm>
          <a:custGeom>
            <a:avLst/>
            <a:gdLst>
              <a:gd name="connsiteX0" fmla="*/ 0 w 666283"/>
              <a:gd name="connsiteY0" fmla="*/ 374203 h 374203"/>
              <a:gd name="connsiteX1" fmla="*/ 52293 w 666283"/>
              <a:gd name="connsiteY1" fmla="*/ 224790 h 374203"/>
              <a:gd name="connsiteX2" fmla="*/ 134468 w 666283"/>
              <a:gd name="connsiteY2" fmla="*/ 82848 h 374203"/>
              <a:gd name="connsiteX3" fmla="*/ 216644 w 666283"/>
              <a:gd name="connsiteY3" fmla="*/ 23083 h 374203"/>
              <a:gd name="connsiteX4" fmla="*/ 313760 w 666283"/>
              <a:gd name="connsiteY4" fmla="*/ 671 h 374203"/>
              <a:gd name="connsiteX5" fmla="*/ 470640 w 666283"/>
              <a:gd name="connsiteY5" fmla="*/ 45495 h 374203"/>
              <a:gd name="connsiteX6" fmla="*/ 582697 w 666283"/>
              <a:gd name="connsiteY6" fmla="*/ 157554 h 374203"/>
              <a:gd name="connsiteX7" fmla="*/ 657402 w 666283"/>
              <a:gd name="connsiteY7" fmla="*/ 292026 h 374203"/>
              <a:gd name="connsiteX8" fmla="*/ 664872 w 666283"/>
              <a:gd name="connsiteY8" fmla="*/ 336850 h 37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66283" h="374203">
                <a:moveTo>
                  <a:pt x="0" y="374203"/>
                </a:moveTo>
                <a:cubicBezTo>
                  <a:pt x="14941" y="323776"/>
                  <a:pt x="29882" y="273349"/>
                  <a:pt x="52293" y="224790"/>
                </a:cubicBezTo>
                <a:cubicBezTo>
                  <a:pt x="74704" y="176231"/>
                  <a:pt x="107076" y="116466"/>
                  <a:pt x="134468" y="82848"/>
                </a:cubicBezTo>
                <a:cubicBezTo>
                  <a:pt x="161860" y="49230"/>
                  <a:pt x="186762" y="36779"/>
                  <a:pt x="216644" y="23083"/>
                </a:cubicBezTo>
                <a:cubicBezTo>
                  <a:pt x="246526" y="9387"/>
                  <a:pt x="271427" y="-3064"/>
                  <a:pt x="313760" y="671"/>
                </a:cubicBezTo>
                <a:cubicBezTo>
                  <a:pt x="356093" y="4406"/>
                  <a:pt x="425817" y="19348"/>
                  <a:pt x="470640" y="45495"/>
                </a:cubicBezTo>
                <a:cubicBezTo>
                  <a:pt x="515463" y="71642"/>
                  <a:pt x="551570" y="116466"/>
                  <a:pt x="582697" y="157554"/>
                </a:cubicBezTo>
                <a:cubicBezTo>
                  <a:pt x="613824" y="198642"/>
                  <a:pt x="643706" y="262144"/>
                  <a:pt x="657402" y="292026"/>
                </a:cubicBezTo>
                <a:cubicBezTo>
                  <a:pt x="671098" y="321908"/>
                  <a:pt x="664872" y="336850"/>
                  <a:pt x="664872" y="336850"/>
                </a:cubicBezTo>
              </a:path>
            </a:pathLst>
          </a:cu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5" name="Straight Connector 254"/>
          <p:cNvCxnSpPr>
            <a:stCxn id="254" idx="7"/>
            <a:endCxn id="203" idx="1"/>
          </p:cNvCxnSpPr>
          <p:nvPr/>
        </p:nvCxnSpPr>
        <p:spPr>
          <a:xfrm>
            <a:off x="6919704" y="5622737"/>
            <a:ext cx="1947422" cy="88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TextBox 263"/>
          <p:cNvSpPr txBox="1"/>
          <p:nvPr/>
        </p:nvSpPr>
        <p:spPr>
          <a:xfrm>
            <a:off x="1742935" y="2589955"/>
            <a:ext cx="931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Explore</a:t>
            </a:r>
            <a:endParaRPr lang="en-US" dirty="0"/>
          </a:p>
        </p:txBody>
      </p:sp>
      <p:sp>
        <p:nvSpPr>
          <p:cNvPr id="265" name="TextBox 264"/>
          <p:cNvSpPr txBox="1"/>
          <p:nvPr/>
        </p:nvSpPr>
        <p:spPr>
          <a:xfrm>
            <a:off x="3485073" y="4694387"/>
            <a:ext cx="1205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Manage</a:t>
            </a:r>
            <a:endParaRPr lang="en-US" dirty="0"/>
          </a:p>
        </p:txBody>
      </p:sp>
      <p:sp>
        <p:nvSpPr>
          <p:cNvPr id="271" name="TextBox 270"/>
          <p:cNvSpPr txBox="1"/>
          <p:nvPr/>
        </p:nvSpPr>
        <p:spPr>
          <a:xfrm>
            <a:off x="8063374" y="3805761"/>
            <a:ext cx="1205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Manage</a:t>
            </a:r>
            <a:endParaRPr lang="en-US" dirty="0"/>
          </a:p>
        </p:txBody>
      </p:sp>
      <p:sp>
        <p:nvSpPr>
          <p:cNvPr id="272" name="TextBox 271"/>
          <p:cNvSpPr txBox="1"/>
          <p:nvPr/>
        </p:nvSpPr>
        <p:spPr>
          <a:xfrm>
            <a:off x="10940929" y="1981475"/>
            <a:ext cx="602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Has</a:t>
            </a:r>
            <a:endParaRPr lang="en-US" dirty="0"/>
          </a:p>
        </p:txBody>
      </p:sp>
      <p:sp>
        <p:nvSpPr>
          <p:cNvPr id="273" name="TextBox 272"/>
          <p:cNvSpPr txBox="1"/>
          <p:nvPr/>
        </p:nvSpPr>
        <p:spPr>
          <a:xfrm>
            <a:off x="13556094" y="1989664"/>
            <a:ext cx="958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Contain</a:t>
            </a:r>
            <a:endParaRPr lang="en-US" dirty="0"/>
          </a:p>
        </p:txBody>
      </p:sp>
      <p:sp>
        <p:nvSpPr>
          <p:cNvPr id="274" name="TextBox 273"/>
          <p:cNvSpPr txBox="1"/>
          <p:nvPr/>
        </p:nvSpPr>
        <p:spPr>
          <a:xfrm>
            <a:off x="3037357" y="6666478"/>
            <a:ext cx="958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Contain</a:t>
            </a:r>
            <a:endParaRPr lang="en-US" dirty="0"/>
          </a:p>
        </p:txBody>
      </p:sp>
      <p:sp>
        <p:nvSpPr>
          <p:cNvPr id="275" name="Rectangle 274"/>
          <p:cNvSpPr/>
          <p:nvPr/>
        </p:nvSpPr>
        <p:spPr>
          <a:xfrm>
            <a:off x="12522215" y="7388681"/>
            <a:ext cx="1201007" cy="61787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Comment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6" name="Rectangle 275"/>
          <p:cNvSpPr/>
          <p:nvPr/>
        </p:nvSpPr>
        <p:spPr>
          <a:xfrm>
            <a:off x="15659753" y="7388681"/>
            <a:ext cx="1264337" cy="61787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Follow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7" name="Oval 276"/>
          <p:cNvSpPr/>
          <p:nvPr/>
        </p:nvSpPr>
        <p:spPr>
          <a:xfrm>
            <a:off x="14452847" y="6347436"/>
            <a:ext cx="585160" cy="5851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</a:rPr>
              <a:t>d</a:t>
            </a:r>
          </a:p>
        </p:txBody>
      </p:sp>
      <p:cxnSp>
        <p:nvCxnSpPr>
          <p:cNvPr id="278" name="Straight Connector 277"/>
          <p:cNvCxnSpPr>
            <a:stCxn id="277" idx="3"/>
            <a:endCxn id="275" idx="0"/>
          </p:cNvCxnSpPr>
          <p:nvPr/>
        </p:nvCxnSpPr>
        <p:spPr>
          <a:xfrm flipH="1">
            <a:off x="13122719" y="6846901"/>
            <a:ext cx="1415823" cy="5417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278"/>
          <p:cNvCxnSpPr>
            <a:stCxn id="277" idx="5"/>
            <a:endCxn id="276" idx="0"/>
          </p:cNvCxnSpPr>
          <p:nvPr/>
        </p:nvCxnSpPr>
        <p:spPr>
          <a:xfrm>
            <a:off x="14952312" y="6846901"/>
            <a:ext cx="1339610" cy="5417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/>
          <p:cNvCxnSpPr>
            <a:stCxn id="204" idx="2"/>
            <a:endCxn id="277" idx="0"/>
          </p:cNvCxnSpPr>
          <p:nvPr/>
        </p:nvCxnSpPr>
        <p:spPr>
          <a:xfrm flipH="1">
            <a:off x="14745427" y="5969869"/>
            <a:ext cx="1470" cy="37756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6" name="Rectangle 285"/>
          <p:cNvSpPr/>
          <p:nvPr/>
        </p:nvSpPr>
        <p:spPr>
          <a:xfrm>
            <a:off x="14144923" y="7388681"/>
            <a:ext cx="1201007" cy="61787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Like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90" name="Straight Connector 289"/>
          <p:cNvCxnSpPr>
            <a:stCxn id="277" idx="4"/>
            <a:endCxn id="286" idx="0"/>
          </p:cNvCxnSpPr>
          <p:nvPr/>
        </p:nvCxnSpPr>
        <p:spPr>
          <a:xfrm>
            <a:off x="14745427" y="6932596"/>
            <a:ext cx="0" cy="45608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9499734" y="7686993"/>
            <a:ext cx="622561" cy="50075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id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2" name="Oval 101"/>
          <p:cNvSpPr/>
          <p:nvPr/>
        </p:nvSpPr>
        <p:spPr>
          <a:xfrm>
            <a:off x="10438673" y="8202095"/>
            <a:ext cx="1145242" cy="588633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Detail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3" name="Oval 102"/>
          <p:cNvSpPr/>
          <p:nvPr/>
        </p:nvSpPr>
        <p:spPr>
          <a:xfrm>
            <a:off x="10496592" y="9108963"/>
            <a:ext cx="1452227" cy="588633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Sender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4" name="Oval 103"/>
          <p:cNvSpPr/>
          <p:nvPr/>
        </p:nvSpPr>
        <p:spPr>
          <a:xfrm>
            <a:off x="8739967" y="9492457"/>
            <a:ext cx="1452227" cy="588633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Receiver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105" name="Straight Connector 104"/>
          <p:cNvCxnSpPr>
            <a:endCxn id="101" idx="4"/>
          </p:cNvCxnSpPr>
          <p:nvPr/>
        </p:nvCxnSpPr>
        <p:spPr>
          <a:xfrm flipV="1">
            <a:off x="9695940" y="8187745"/>
            <a:ext cx="115075" cy="26472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>
            <a:endCxn id="102" idx="2"/>
          </p:cNvCxnSpPr>
          <p:nvPr/>
        </p:nvCxnSpPr>
        <p:spPr>
          <a:xfrm flipV="1">
            <a:off x="10192194" y="8496412"/>
            <a:ext cx="246479" cy="13180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endCxn id="103" idx="2"/>
          </p:cNvCxnSpPr>
          <p:nvPr/>
        </p:nvCxnSpPr>
        <p:spPr>
          <a:xfrm>
            <a:off x="10006093" y="9128985"/>
            <a:ext cx="490499" cy="27429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endCxn id="104" idx="0"/>
          </p:cNvCxnSpPr>
          <p:nvPr/>
        </p:nvCxnSpPr>
        <p:spPr>
          <a:xfrm flipH="1">
            <a:off x="9466081" y="9128985"/>
            <a:ext cx="71009" cy="36347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2775787" y="9545436"/>
            <a:ext cx="499465" cy="49946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</a:rPr>
              <a:t>d</a:t>
            </a:r>
          </a:p>
        </p:txBody>
      </p:sp>
      <p:cxnSp>
        <p:nvCxnSpPr>
          <p:cNvPr id="123" name="Straight Connector 122"/>
          <p:cNvCxnSpPr>
            <a:stCxn id="120" idx="3"/>
            <a:endCxn id="129" idx="0"/>
          </p:cNvCxnSpPr>
          <p:nvPr/>
        </p:nvCxnSpPr>
        <p:spPr>
          <a:xfrm flipH="1">
            <a:off x="2384451" y="9971756"/>
            <a:ext cx="464481" cy="20946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/>
          <p:cNvCxnSpPr>
            <a:stCxn id="120" idx="5"/>
            <a:endCxn id="130" idx="0"/>
          </p:cNvCxnSpPr>
          <p:nvPr/>
        </p:nvCxnSpPr>
        <p:spPr>
          <a:xfrm>
            <a:off x="3202107" y="9971756"/>
            <a:ext cx="603313" cy="20946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>
            <a:stCxn id="113" idx="2"/>
            <a:endCxn id="120" idx="0"/>
          </p:cNvCxnSpPr>
          <p:nvPr/>
        </p:nvCxnSpPr>
        <p:spPr>
          <a:xfrm>
            <a:off x="3024345" y="9304731"/>
            <a:ext cx="1175" cy="24070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Oval 128"/>
          <p:cNvSpPr/>
          <p:nvPr/>
        </p:nvSpPr>
        <p:spPr>
          <a:xfrm>
            <a:off x="1696077" y="10181220"/>
            <a:ext cx="1376748" cy="50075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Picture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30" name="Oval 129"/>
          <p:cNvSpPr/>
          <p:nvPr/>
        </p:nvSpPr>
        <p:spPr>
          <a:xfrm>
            <a:off x="3245136" y="10181220"/>
            <a:ext cx="1120568" cy="50075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Video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39" name="Oval 138"/>
          <p:cNvSpPr/>
          <p:nvPr/>
        </p:nvSpPr>
        <p:spPr>
          <a:xfrm>
            <a:off x="11543709" y="4526608"/>
            <a:ext cx="622561" cy="50075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00"/>
                </a:solidFill>
              </a:rPr>
              <a:t>id</a:t>
            </a:r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140" name="Straight Connector 139"/>
          <p:cNvCxnSpPr>
            <a:stCxn id="201" idx="0"/>
            <a:endCxn id="139" idx="4"/>
          </p:cNvCxnSpPr>
          <p:nvPr/>
        </p:nvCxnSpPr>
        <p:spPr>
          <a:xfrm flipH="1" flipV="1">
            <a:off x="11854990" y="5027360"/>
            <a:ext cx="81627" cy="26599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/>
          <p:cNvCxnSpPr/>
          <p:nvPr/>
        </p:nvCxnSpPr>
        <p:spPr>
          <a:xfrm flipV="1">
            <a:off x="8255988" y="8628218"/>
            <a:ext cx="234557" cy="16987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/>
          <p:cNvCxnSpPr/>
          <p:nvPr/>
        </p:nvCxnSpPr>
        <p:spPr>
          <a:xfrm>
            <a:off x="8288422" y="8798096"/>
            <a:ext cx="217232" cy="16837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/>
          <p:cNvCxnSpPr/>
          <p:nvPr/>
        </p:nvCxnSpPr>
        <p:spPr>
          <a:xfrm flipV="1">
            <a:off x="10854868" y="5461735"/>
            <a:ext cx="234557" cy="16987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/>
          <p:cNvCxnSpPr/>
          <p:nvPr/>
        </p:nvCxnSpPr>
        <p:spPr>
          <a:xfrm>
            <a:off x="10871908" y="5631613"/>
            <a:ext cx="217232" cy="16837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/>
          <p:cNvCxnSpPr/>
          <p:nvPr/>
        </p:nvCxnSpPr>
        <p:spPr>
          <a:xfrm flipV="1">
            <a:off x="2052427" y="5975192"/>
            <a:ext cx="234557" cy="16987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/>
          <p:nvPr/>
        </p:nvCxnSpPr>
        <p:spPr>
          <a:xfrm>
            <a:off x="2069467" y="6145070"/>
            <a:ext cx="217232" cy="16837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/>
        </p:nvCxnSpPr>
        <p:spPr>
          <a:xfrm>
            <a:off x="3732832" y="5975192"/>
            <a:ext cx="219963" cy="16394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/>
        </p:nvCxnSpPr>
        <p:spPr>
          <a:xfrm flipV="1">
            <a:off x="3732832" y="6145071"/>
            <a:ext cx="219963" cy="16837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/>
          <p:cNvCxnSpPr/>
          <p:nvPr/>
        </p:nvCxnSpPr>
        <p:spPr>
          <a:xfrm>
            <a:off x="9811015" y="2661940"/>
            <a:ext cx="195078" cy="23735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/>
          <p:cNvCxnSpPr/>
          <p:nvPr/>
        </p:nvCxnSpPr>
        <p:spPr>
          <a:xfrm flipV="1">
            <a:off x="9999666" y="2661940"/>
            <a:ext cx="192528" cy="24406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/>
          <p:cNvCxnSpPr/>
          <p:nvPr/>
        </p:nvCxnSpPr>
        <p:spPr>
          <a:xfrm flipV="1">
            <a:off x="11718958" y="2179785"/>
            <a:ext cx="234557" cy="16987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/>
          <p:cNvCxnSpPr/>
          <p:nvPr/>
        </p:nvCxnSpPr>
        <p:spPr>
          <a:xfrm>
            <a:off x="11735998" y="2349663"/>
            <a:ext cx="217232" cy="16837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/>
          <p:cNvCxnSpPr/>
          <p:nvPr/>
        </p:nvCxnSpPr>
        <p:spPr>
          <a:xfrm flipV="1">
            <a:off x="14514571" y="2179785"/>
            <a:ext cx="234557" cy="16987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/>
          <p:cNvCxnSpPr/>
          <p:nvPr/>
        </p:nvCxnSpPr>
        <p:spPr>
          <a:xfrm>
            <a:off x="14531611" y="2349663"/>
            <a:ext cx="217232" cy="16837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/>
          <p:cNvCxnSpPr/>
          <p:nvPr/>
        </p:nvCxnSpPr>
        <p:spPr>
          <a:xfrm>
            <a:off x="3009766" y="8391737"/>
            <a:ext cx="235370" cy="23648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/>
          <p:cNvCxnSpPr/>
          <p:nvPr/>
        </p:nvCxnSpPr>
        <p:spPr>
          <a:xfrm flipV="1">
            <a:off x="2842997" y="8391737"/>
            <a:ext cx="188425" cy="23648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/>
          <p:cNvCxnSpPr/>
          <p:nvPr/>
        </p:nvCxnSpPr>
        <p:spPr>
          <a:xfrm>
            <a:off x="4236638" y="4694387"/>
            <a:ext cx="33398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/>
          <p:cNvCxnSpPr/>
          <p:nvPr/>
        </p:nvCxnSpPr>
        <p:spPr>
          <a:xfrm>
            <a:off x="4593422" y="4866212"/>
            <a:ext cx="33398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/>
          <p:cNvCxnSpPr/>
          <p:nvPr/>
        </p:nvCxnSpPr>
        <p:spPr>
          <a:xfrm>
            <a:off x="4936160" y="4694387"/>
            <a:ext cx="33398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/>
          <p:cNvCxnSpPr/>
          <p:nvPr/>
        </p:nvCxnSpPr>
        <p:spPr>
          <a:xfrm>
            <a:off x="6562005" y="4700191"/>
            <a:ext cx="33398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/>
          <p:cNvCxnSpPr/>
          <p:nvPr/>
        </p:nvCxnSpPr>
        <p:spPr>
          <a:xfrm>
            <a:off x="1529082" y="2518042"/>
            <a:ext cx="33398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/>
          <p:cNvCxnSpPr/>
          <p:nvPr/>
        </p:nvCxnSpPr>
        <p:spPr>
          <a:xfrm>
            <a:off x="2846751" y="6666478"/>
            <a:ext cx="33398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/>
          <p:cNvCxnSpPr/>
          <p:nvPr/>
        </p:nvCxnSpPr>
        <p:spPr>
          <a:xfrm flipV="1">
            <a:off x="7753695" y="4261774"/>
            <a:ext cx="0" cy="27114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/>
          <p:cNvCxnSpPr/>
          <p:nvPr/>
        </p:nvCxnSpPr>
        <p:spPr>
          <a:xfrm flipV="1">
            <a:off x="7906095" y="4038243"/>
            <a:ext cx="0" cy="27114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/>
          <p:cNvCxnSpPr/>
          <p:nvPr/>
        </p:nvCxnSpPr>
        <p:spPr>
          <a:xfrm flipV="1">
            <a:off x="10871908" y="2188113"/>
            <a:ext cx="0" cy="27114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/>
          <p:cNvCxnSpPr/>
          <p:nvPr/>
        </p:nvCxnSpPr>
        <p:spPr>
          <a:xfrm flipV="1">
            <a:off x="13556094" y="2202613"/>
            <a:ext cx="0" cy="27114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/>
          <p:cNvCxnSpPr/>
          <p:nvPr/>
        </p:nvCxnSpPr>
        <p:spPr>
          <a:xfrm flipV="1">
            <a:off x="12907359" y="5487166"/>
            <a:ext cx="0" cy="27114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/>
          <p:cNvCxnSpPr/>
          <p:nvPr/>
        </p:nvCxnSpPr>
        <p:spPr>
          <a:xfrm flipV="1">
            <a:off x="13744558" y="5475643"/>
            <a:ext cx="0" cy="27114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9584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03200"/>
              </p:ext>
            </p:extLst>
          </p:nvPr>
        </p:nvGraphicFramePr>
        <p:xfrm>
          <a:off x="4219712" y="552476"/>
          <a:ext cx="2079281" cy="32004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79281"/>
              </a:tblGrid>
              <a:tr h="3763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Registered User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Username</a:t>
                      </a:r>
                      <a:endParaRPr lang="en-US" sz="2000" dirty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Password</a:t>
                      </a:r>
                      <a:endParaRPr lang="en-US" sz="2000" dirty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Email</a:t>
                      </a:r>
                      <a:endParaRPr lang="en-US" sz="2000" dirty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User_Pic</a:t>
                      </a:r>
                      <a:endParaRPr lang="en-US" sz="2000" dirty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Creation_Time</a:t>
                      </a:r>
                      <a:endParaRPr lang="en-US" sz="20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615674"/>
              </p:ext>
            </p:extLst>
          </p:nvPr>
        </p:nvGraphicFramePr>
        <p:xfrm>
          <a:off x="692905" y="552476"/>
          <a:ext cx="2079281" cy="1219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79281"/>
              </a:tblGrid>
              <a:tr h="3763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Unregistered User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Oval 3"/>
          <p:cNvSpPr/>
          <p:nvPr/>
        </p:nvSpPr>
        <p:spPr>
          <a:xfrm>
            <a:off x="4940780" y="4153374"/>
            <a:ext cx="585160" cy="5851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</a:rPr>
              <a:t>d</a:t>
            </a:r>
          </a:p>
        </p:txBody>
      </p:sp>
      <p:cxnSp>
        <p:nvCxnSpPr>
          <p:cNvPr id="5" name="Straight Connector 4"/>
          <p:cNvCxnSpPr>
            <a:stCxn id="4" idx="3"/>
          </p:cNvCxnSpPr>
          <p:nvPr/>
        </p:nvCxnSpPr>
        <p:spPr>
          <a:xfrm flipH="1">
            <a:off x="4219712" y="4652839"/>
            <a:ext cx="806763" cy="5417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stCxn id="4" idx="5"/>
          </p:cNvCxnSpPr>
          <p:nvPr/>
        </p:nvCxnSpPr>
        <p:spPr>
          <a:xfrm>
            <a:off x="5440245" y="4652839"/>
            <a:ext cx="984895" cy="5417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endCxn id="4" idx="0"/>
          </p:cNvCxnSpPr>
          <p:nvPr/>
        </p:nvCxnSpPr>
        <p:spPr>
          <a:xfrm>
            <a:off x="5233360" y="3719010"/>
            <a:ext cx="0" cy="43436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368347"/>
              </p:ext>
            </p:extLst>
          </p:nvPr>
        </p:nvGraphicFramePr>
        <p:xfrm>
          <a:off x="3154079" y="5194619"/>
          <a:ext cx="2079281" cy="8534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79281"/>
              </a:tblGrid>
              <a:tr h="3763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Blogger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95015"/>
              </p:ext>
            </p:extLst>
          </p:nvPr>
        </p:nvGraphicFramePr>
        <p:xfrm>
          <a:off x="5605779" y="5198336"/>
          <a:ext cx="2079281" cy="8534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79281"/>
              </a:tblGrid>
              <a:tr h="3763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Shopkeeper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4027361"/>
              </p:ext>
            </p:extLst>
          </p:nvPr>
        </p:nvGraphicFramePr>
        <p:xfrm>
          <a:off x="692905" y="2817179"/>
          <a:ext cx="2079281" cy="32308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79281"/>
              </a:tblGrid>
              <a:tr h="3763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Tutorial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Title</a:t>
                      </a:r>
                      <a:endParaRPr lang="en-US" sz="2000" dirty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Category</a:t>
                      </a:r>
                      <a:endParaRPr lang="en-US" sz="2000" dirty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Tutorial_Pic</a:t>
                      </a:r>
                      <a:endParaRPr lang="en-US" sz="2000" dirty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Material</a:t>
                      </a:r>
                      <a:endParaRPr lang="en-US" sz="2000" dirty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Material_pic</a:t>
                      </a:r>
                      <a:endParaRPr lang="en-US" sz="2000" dirty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Material_des</a:t>
                      </a:r>
                      <a:endParaRPr lang="en-US" sz="20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745614"/>
              </p:ext>
            </p:extLst>
          </p:nvPr>
        </p:nvGraphicFramePr>
        <p:xfrm>
          <a:off x="692905" y="6783140"/>
          <a:ext cx="2079281" cy="24384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79281"/>
              </a:tblGrid>
              <a:tr h="3763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Step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Step_Number</a:t>
                      </a:r>
                      <a:endParaRPr lang="en-US" sz="2000" dirty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Step_Des</a:t>
                      </a:r>
                      <a:endParaRPr lang="en-US" sz="2000" dirty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Step_Pic</a:t>
                      </a:r>
                      <a:endParaRPr lang="en-US" sz="2000" dirty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Step_Vdo</a:t>
                      </a:r>
                      <a:endParaRPr lang="en-US" sz="20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114813"/>
              </p:ext>
            </p:extLst>
          </p:nvPr>
        </p:nvGraphicFramePr>
        <p:xfrm>
          <a:off x="4116665" y="8050873"/>
          <a:ext cx="2079281" cy="20421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79281"/>
              </a:tblGrid>
              <a:tr h="3763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Message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</a:t>
                      </a:r>
                      <a:r>
                        <a:rPr lang="en-US" sz="2000" dirty="0" err="1" smtClean="0"/>
                        <a:t>Message_Detail</a:t>
                      </a:r>
                      <a:endParaRPr lang="en-US" sz="2000" dirty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Sender</a:t>
                      </a:r>
                      <a:endParaRPr lang="en-US" sz="2000" dirty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Receiver</a:t>
                      </a:r>
                      <a:endParaRPr lang="en-US" sz="20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477123"/>
              </p:ext>
            </p:extLst>
          </p:nvPr>
        </p:nvGraphicFramePr>
        <p:xfrm>
          <a:off x="10458619" y="6049088"/>
          <a:ext cx="2079281" cy="12496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79281"/>
              </a:tblGrid>
              <a:tr h="3763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Notification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baseline="0" dirty="0" smtClean="0"/>
                        <a:t>     Activity</a:t>
                      </a:r>
                      <a:endParaRPr lang="en-US" sz="20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519503"/>
              </p:ext>
            </p:extLst>
          </p:nvPr>
        </p:nvGraphicFramePr>
        <p:xfrm>
          <a:off x="8504106" y="8511018"/>
          <a:ext cx="1724433" cy="8534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724433"/>
              </a:tblGrid>
              <a:tr h="3763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Comment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244131"/>
              </p:ext>
            </p:extLst>
          </p:nvPr>
        </p:nvGraphicFramePr>
        <p:xfrm>
          <a:off x="10632933" y="8511018"/>
          <a:ext cx="1724433" cy="8534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724433"/>
              </a:tblGrid>
              <a:tr h="3763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Like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816248"/>
              </p:ext>
            </p:extLst>
          </p:nvPr>
        </p:nvGraphicFramePr>
        <p:xfrm>
          <a:off x="12724665" y="8511018"/>
          <a:ext cx="1724433" cy="8534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724433"/>
              </a:tblGrid>
              <a:tr h="3763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Follow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7" name="Oval 16"/>
          <p:cNvSpPr/>
          <p:nvPr/>
        </p:nvSpPr>
        <p:spPr>
          <a:xfrm>
            <a:off x="11273990" y="7602335"/>
            <a:ext cx="448538" cy="44853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rgbClr val="000000"/>
                </a:solidFill>
              </a:rPr>
              <a:t>d</a:t>
            </a:r>
            <a:endParaRPr lang="en-US" sz="2400" dirty="0">
              <a:solidFill>
                <a:srgbClr val="000000"/>
              </a:solidFill>
            </a:endParaRPr>
          </a:p>
        </p:txBody>
      </p:sp>
      <p:cxnSp>
        <p:nvCxnSpPr>
          <p:cNvPr id="18" name="Straight Connector 17"/>
          <p:cNvCxnSpPr>
            <a:stCxn id="17" idx="3"/>
            <a:endCxn id="14" idx="0"/>
          </p:cNvCxnSpPr>
          <p:nvPr/>
        </p:nvCxnSpPr>
        <p:spPr>
          <a:xfrm flipH="1">
            <a:off x="9366322" y="7985186"/>
            <a:ext cx="1973355" cy="52583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7" idx="5"/>
            <a:endCxn id="16" idx="0"/>
          </p:cNvCxnSpPr>
          <p:nvPr/>
        </p:nvCxnSpPr>
        <p:spPr>
          <a:xfrm>
            <a:off x="11656841" y="7985186"/>
            <a:ext cx="1930040" cy="52583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3" idx="2"/>
            <a:endCxn id="17" idx="0"/>
          </p:cNvCxnSpPr>
          <p:nvPr/>
        </p:nvCxnSpPr>
        <p:spPr>
          <a:xfrm>
            <a:off x="11498259" y="7298768"/>
            <a:ext cx="0" cy="30356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17" idx="4"/>
            <a:endCxn id="15" idx="0"/>
          </p:cNvCxnSpPr>
          <p:nvPr/>
        </p:nvCxnSpPr>
        <p:spPr>
          <a:xfrm flipH="1">
            <a:off x="11495149" y="8050873"/>
            <a:ext cx="3110" cy="46014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335531"/>
              </p:ext>
            </p:extLst>
          </p:nvPr>
        </p:nvGraphicFramePr>
        <p:xfrm>
          <a:off x="8379339" y="2697930"/>
          <a:ext cx="2079281" cy="20421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79281"/>
              </a:tblGrid>
              <a:tr h="3763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Shop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    ID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Shop_Name</a:t>
                      </a:r>
                      <a:endParaRPr lang="en-US" sz="2000" dirty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Shop_Info</a:t>
                      </a:r>
                      <a:endParaRPr lang="en-US" sz="2000" dirty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Shop_Pic</a:t>
                      </a:r>
                      <a:endParaRPr lang="en-US" sz="20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40" name="Table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2131035"/>
              </p:ext>
            </p:extLst>
          </p:nvPr>
        </p:nvGraphicFramePr>
        <p:xfrm>
          <a:off x="11732764" y="2896050"/>
          <a:ext cx="2079281" cy="16459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79281"/>
              </a:tblGrid>
              <a:tr h="3763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Branch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    ID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Tel</a:t>
                      </a:r>
                      <a:endParaRPr lang="en-US" sz="2000" dirty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Location</a:t>
                      </a:r>
                      <a:endParaRPr lang="en-US" sz="20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887194"/>
              </p:ext>
            </p:extLst>
          </p:nvPr>
        </p:nvGraphicFramePr>
        <p:xfrm>
          <a:off x="14917662" y="3094170"/>
          <a:ext cx="2079281" cy="12496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79281"/>
              </a:tblGrid>
              <a:tr h="3763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Picture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    ID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Picture</a:t>
                      </a:r>
                      <a:endParaRPr lang="en-US" sz="2000" dirty="0"/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42" name="Straight Connector 41"/>
          <p:cNvCxnSpPr>
            <a:stCxn id="3" idx="2"/>
            <a:endCxn id="10" idx="0"/>
          </p:cNvCxnSpPr>
          <p:nvPr/>
        </p:nvCxnSpPr>
        <p:spPr>
          <a:xfrm>
            <a:off x="1732545" y="1771676"/>
            <a:ext cx="0" cy="104550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3702759" y="4432619"/>
            <a:ext cx="0" cy="82866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endCxn id="10" idx="3"/>
          </p:cNvCxnSpPr>
          <p:nvPr/>
        </p:nvCxnSpPr>
        <p:spPr>
          <a:xfrm flipH="1">
            <a:off x="2772186" y="4432619"/>
            <a:ext cx="930573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10" idx="2"/>
            <a:endCxn id="11" idx="0"/>
          </p:cNvCxnSpPr>
          <p:nvPr/>
        </p:nvCxnSpPr>
        <p:spPr>
          <a:xfrm>
            <a:off x="1732545" y="6048059"/>
            <a:ext cx="0" cy="73508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3588611" y="6051776"/>
            <a:ext cx="0" cy="302017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endCxn id="12" idx="0"/>
          </p:cNvCxnSpPr>
          <p:nvPr/>
        </p:nvCxnSpPr>
        <p:spPr>
          <a:xfrm>
            <a:off x="5156305" y="6270852"/>
            <a:ext cx="0" cy="178002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>
            <a:stCxn id="12" idx="1"/>
          </p:cNvCxnSpPr>
          <p:nvPr/>
        </p:nvCxnSpPr>
        <p:spPr>
          <a:xfrm flipH="1">
            <a:off x="3588611" y="9071953"/>
            <a:ext cx="528054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>
            <a:off x="5156305" y="6270852"/>
            <a:ext cx="150890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6654941" y="6035614"/>
            <a:ext cx="0" cy="23523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8" idx="2"/>
          </p:cNvCxnSpPr>
          <p:nvPr/>
        </p:nvCxnSpPr>
        <p:spPr>
          <a:xfrm>
            <a:off x="4193719" y="6048059"/>
            <a:ext cx="0" cy="61155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>
            <a:stCxn id="90" idx="0"/>
          </p:cNvCxnSpPr>
          <p:nvPr/>
        </p:nvCxnSpPr>
        <p:spPr>
          <a:xfrm flipH="1" flipV="1">
            <a:off x="4186327" y="6659617"/>
            <a:ext cx="754454" cy="596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Freeform 89"/>
          <p:cNvSpPr/>
          <p:nvPr/>
        </p:nvSpPr>
        <p:spPr>
          <a:xfrm rot="375682">
            <a:off x="4952860" y="6444735"/>
            <a:ext cx="436177" cy="245367"/>
          </a:xfrm>
          <a:custGeom>
            <a:avLst/>
            <a:gdLst>
              <a:gd name="connsiteX0" fmla="*/ 0 w 666283"/>
              <a:gd name="connsiteY0" fmla="*/ 374203 h 374203"/>
              <a:gd name="connsiteX1" fmla="*/ 52293 w 666283"/>
              <a:gd name="connsiteY1" fmla="*/ 224790 h 374203"/>
              <a:gd name="connsiteX2" fmla="*/ 134468 w 666283"/>
              <a:gd name="connsiteY2" fmla="*/ 82848 h 374203"/>
              <a:gd name="connsiteX3" fmla="*/ 216644 w 666283"/>
              <a:gd name="connsiteY3" fmla="*/ 23083 h 374203"/>
              <a:gd name="connsiteX4" fmla="*/ 313760 w 666283"/>
              <a:gd name="connsiteY4" fmla="*/ 671 h 374203"/>
              <a:gd name="connsiteX5" fmla="*/ 470640 w 666283"/>
              <a:gd name="connsiteY5" fmla="*/ 45495 h 374203"/>
              <a:gd name="connsiteX6" fmla="*/ 582697 w 666283"/>
              <a:gd name="connsiteY6" fmla="*/ 157554 h 374203"/>
              <a:gd name="connsiteX7" fmla="*/ 657402 w 666283"/>
              <a:gd name="connsiteY7" fmla="*/ 292026 h 374203"/>
              <a:gd name="connsiteX8" fmla="*/ 664872 w 666283"/>
              <a:gd name="connsiteY8" fmla="*/ 336850 h 37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66283" h="374203">
                <a:moveTo>
                  <a:pt x="0" y="374203"/>
                </a:moveTo>
                <a:cubicBezTo>
                  <a:pt x="14941" y="323776"/>
                  <a:pt x="29882" y="273349"/>
                  <a:pt x="52293" y="224790"/>
                </a:cubicBezTo>
                <a:cubicBezTo>
                  <a:pt x="74704" y="176231"/>
                  <a:pt x="107076" y="116466"/>
                  <a:pt x="134468" y="82848"/>
                </a:cubicBezTo>
                <a:cubicBezTo>
                  <a:pt x="161860" y="49230"/>
                  <a:pt x="186762" y="36779"/>
                  <a:pt x="216644" y="23083"/>
                </a:cubicBezTo>
                <a:cubicBezTo>
                  <a:pt x="246526" y="9387"/>
                  <a:pt x="271427" y="-3064"/>
                  <a:pt x="313760" y="671"/>
                </a:cubicBezTo>
                <a:cubicBezTo>
                  <a:pt x="356093" y="4406"/>
                  <a:pt x="425817" y="19348"/>
                  <a:pt x="470640" y="45495"/>
                </a:cubicBezTo>
                <a:cubicBezTo>
                  <a:pt x="515463" y="71642"/>
                  <a:pt x="551570" y="116466"/>
                  <a:pt x="582697" y="157554"/>
                </a:cubicBezTo>
                <a:cubicBezTo>
                  <a:pt x="613824" y="198642"/>
                  <a:pt x="643706" y="262144"/>
                  <a:pt x="657402" y="292026"/>
                </a:cubicBezTo>
                <a:cubicBezTo>
                  <a:pt x="671098" y="321908"/>
                  <a:pt x="664872" y="336850"/>
                  <a:pt x="664872" y="336850"/>
                </a:cubicBezTo>
              </a:path>
            </a:pathLst>
          </a:cu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2" name="Straight Connector 91"/>
          <p:cNvCxnSpPr>
            <a:stCxn id="13" idx="1"/>
            <a:endCxn id="90" idx="8"/>
          </p:cNvCxnSpPr>
          <p:nvPr/>
        </p:nvCxnSpPr>
        <p:spPr>
          <a:xfrm flipH="1">
            <a:off x="5376108" y="6673928"/>
            <a:ext cx="5082511" cy="147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>
            <a:stCxn id="39" idx="2"/>
          </p:cNvCxnSpPr>
          <p:nvPr/>
        </p:nvCxnSpPr>
        <p:spPr>
          <a:xfrm>
            <a:off x="9418979" y="4740090"/>
            <a:ext cx="0" cy="66174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 flipH="1">
            <a:off x="7685060" y="5401838"/>
            <a:ext cx="173391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>
            <a:stCxn id="40" idx="1"/>
            <a:endCxn id="39" idx="3"/>
          </p:cNvCxnSpPr>
          <p:nvPr/>
        </p:nvCxnSpPr>
        <p:spPr>
          <a:xfrm flipH="1">
            <a:off x="10458620" y="3719010"/>
            <a:ext cx="1274144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>
            <a:stCxn id="41" idx="1"/>
            <a:endCxn id="40" idx="3"/>
          </p:cNvCxnSpPr>
          <p:nvPr/>
        </p:nvCxnSpPr>
        <p:spPr>
          <a:xfrm flipH="1">
            <a:off x="13812045" y="3719010"/>
            <a:ext cx="1105617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/>
          <p:cNvCxnSpPr>
            <a:endCxn id="9" idx="3"/>
          </p:cNvCxnSpPr>
          <p:nvPr/>
        </p:nvCxnSpPr>
        <p:spPr>
          <a:xfrm flipH="1" flipV="1">
            <a:off x="7685060" y="5625056"/>
            <a:ext cx="3810089" cy="781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>
            <a:endCxn id="13" idx="0"/>
          </p:cNvCxnSpPr>
          <p:nvPr/>
        </p:nvCxnSpPr>
        <p:spPr>
          <a:xfrm>
            <a:off x="11495149" y="5625056"/>
            <a:ext cx="3110" cy="42403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/>
          <p:nvPr/>
        </p:nvCxnSpPr>
        <p:spPr>
          <a:xfrm>
            <a:off x="1565550" y="1970273"/>
            <a:ext cx="33398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/>
          <p:cNvCxnSpPr/>
          <p:nvPr/>
        </p:nvCxnSpPr>
        <p:spPr>
          <a:xfrm flipV="1">
            <a:off x="3881740" y="8909374"/>
            <a:ext cx="234557" cy="16987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/>
          <p:cNvCxnSpPr/>
          <p:nvPr/>
        </p:nvCxnSpPr>
        <p:spPr>
          <a:xfrm>
            <a:off x="3898780" y="9079252"/>
            <a:ext cx="217232" cy="16837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/>
          <p:cNvCxnSpPr/>
          <p:nvPr/>
        </p:nvCxnSpPr>
        <p:spPr>
          <a:xfrm>
            <a:off x="5156305" y="7790884"/>
            <a:ext cx="219803" cy="25998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 flipV="1">
            <a:off x="4940780" y="7790884"/>
            <a:ext cx="215525" cy="25998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/>
          <p:cNvCxnSpPr/>
          <p:nvPr/>
        </p:nvCxnSpPr>
        <p:spPr>
          <a:xfrm flipV="1">
            <a:off x="10224062" y="6511359"/>
            <a:ext cx="234557" cy="16987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/>
          <p:cNvCxnSpPr/>
          <p:nvPr/>
        </p:nvCxnSpPr>
        <p:spPr>
          <a:xfrm>
            <a:off x="10241102" y="6681237"/>
            <a:ext cx="217232" cy="16837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/>
          <p:cNvCxnSpPr/>
          <p:nvPr/>
        </p:nvCxnSpPr>
        <p:spPr>
          <a:xfrm>
            <a:off x="11495149" y="5788070"/>
            <a:ext cx="219803" cy="25998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/>
          <p:nvPr/>
        </p:nvCxnSpPr>
        <p:spPr>
          <a:xfrm flipV="1">
            <a:off x="11279624" y="5788070"/>
            <a:ext cx="215525" cy="25998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/>
          <p:cNvCxnSpPr/>
          <p:nvPr/>
        </p:nvCxnSpPr>
        <p:spPr>
          <a:xfrm flipV="1">
            <a:off x="9418979" y="4740090"/>
            <a:ext cx="204347" cy="19825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/>
          <p:cNvCxnSpPr/>
          <p:nvPr/>
        </p:nvCxnSpPr>
        <p:spPr>
          <a:xfrm>
            <a:off x="9203454" y="4740090"/>
            <a:ext cx="215525" cy="19454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/>
          <p:nvPr/>
        </p:nvCxnSpPr>
        <p:spPr>
          <a:xfrm flipV="1">
            <a:off x="11495149" y="3555923"/>
            <a:ext cx="234557" cy="16987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/>
          <p:nvPr/>
        </p:nvCxnSpPr>
        <p:spPr>
          <a:xfrm>
            <a:off x="11512189" y="3725801"/>
            <a:ext cx="217232" cy="16837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/>
          <p:cNvCxnSpPr/>
          <p:nvPr/>
        </p:nvCxnSpPr>
        <p:spPr>
          <a:xfrm flipV="1">
            <a:off x="14683390" y="3555923"/>
            <a:ext cx="234557" cy="16987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/>
          <p:cNvCxnSpPr/>
          <p:nvPr/>
        </p:nvCxnSpPr>
        <p:spPr>
          <a:xfrm>
            <a:off x="14700430" y="3725801"/>
            <a:ext cx="217232" cy="16837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/>
          <p:cNvCxnSpPr/>
          <p:nvPr/>
        </p:nvCxnSpPr>
        <p:spPr>
          <a:xfrm>
            <a:off x="1732545" y="2572647"/>
            <a:ext cx="219803" cy="25998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/>
          <p:cNvCxnSpPr/>
          <p:nvPr/>
        </p:nvCxnSpPr>
        <p:spPr>
          <a:xfrm flipV="1">
            <a:off x="1517020" y="2572647"/>
            <a:ext cx="215525" cy="25998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/>
          <p:nvPr/>
        </p:nvCxnSpPr>
        <p:spPr>
          <a:xfrm>
            <a:off x="1732545" y="6529633"/>
            <a:ext cx="219803" cy="25998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/>
          <p:cNvCxnSpPr/>
          <p:nvPr/>
        </p:nvCxnSpPr>
        <p:spPr>
          <a:xfrm flipV="1">
            <a:off x="1517020" y="6529633"/>
            <a:ext cx="215525" cy="25998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/>
          <p:cNvCxnSpPr/>
          <p:nvPr/>
        </p:nvCxnSpPr>
        <p:spPr>
          <a:xfrm flipV="1">
            <a:off x="2763049" y="4432620"/>
            <a:ext cx="270330" cy="20194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/>
          <p:cNvCxnSpPr/>
          <p:nvPr/>
        </p:nvCxnSpPr>
        <p:spPr>
          <a:xfrm>
            <a:off x="2772186" y="4239501"/>
            <a:ext cx="270330" cy="21139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>
            <a:off x="1565550" y="6241997"/>
            <a:ext cx="33398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/>
          <p:nvPr/>
        </p:nvCxnSpPr>
        <p:spPr>
          <a:xfrm flipV="1">
            <a:off x="7828109" y="5495558"/>
            <a:ext cx="0" cy="27462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/>
          <p:cNvCxnSpPr/>
          <p:nvPr/>
        </p:nvCxnSpPr>
        <p:spPr>
          <a:xfrm flipV="1">
            <a:off x="8072418" y="5264524"/>
            <a:ext cx="0" cy="27462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/>
          <p:cNvCxnSpPr/>
          <p:nvPr/>
        </p:nvCxnSpPr>
        <p:spPr>
          <a:xfrm>
            <a:off x="3547751" y="5023451"/>
            <a:ext cx="33398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/>
          <p:cNvCxnSpPr/>
          <p:nvPr/>
        </p:nvCxnSpPr>
        <p:spPr>
          <a:xfrm>
            <a:off x="6486533" y="6161730"/>
            <a:ext cx="33398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/>
          <p:cNvCxnSpPr/>
          <p:nvPr/>
        </p:nvCxnSpPr>
        <p:spPr>
          <a:xfrm>
            <a:off x="4026238" y="6165893"/>
            <a:ext cx="33398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/>
          <p:cNvCxnSpPr/>
          <p:nvPr/>
        </p:nvCxnSpPr>
        <p:spPr>
          <a:xfrm>
            <a:off x="3421616" y="6170085"/>
            <a:ext cx="33398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/>
          <p:cNvCxnSpPr/>
          <p:nvPr/>
        </p:nvCxnSpPr>
        <p:spPr>
          <a:xfrm flipV="1">
            <a:off x="10572965" y="3581696"/>
            <a:ext cx="0" cy="27462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/>
          <p:cNvCxnSpPr/>
          <p:nvPr/>
        </p:nvCxnSpPr>
        <p:spPr>
          <a:xfrm flipV="1">
            <a:off x="13966469" y="3588487"/>
            <a:ext cx="0" cy="27462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3" name="Picture 192" descr="887747b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6847" y="1425099"/>
            <a:ext cx="310901" cy="310901"/>
          </a:xfrm>
          <a:prstGeom prst="rect">
            <a:avLst/>
          </a:prstGeom>
        </p:spPr>
      </p:pic>
      <p:pic>
        <p:nvPicPr>
          <p:cNvPr id="194" name="Picture 193" descr="887747b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5258" y="3228078"/>
            <a:ext cx="310901" cy="310901"/>
          </a:xfrm>
          <a:prstGeom prst="rect">
            <a:avLst/>
          </a:prstGeom>
        </p:spPr>
      </p:pic>
      <p:pic>
        <p:nvPicPr>
          <p:cNvPr id="195" name="Picture 194" descr="887747b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4661" y="3435993"/>
            <a:ext cx="310901" cy="310901"/>
          </a:xfrm>
          <a:prstGeom prst="rect">
            <a:avLst/>
          </a:prstGeom>
        </p:spPr>
      </p:pic>
      <p:pic>
        <p:nvPicPr>
          <p:cNvPr id="196" name="Picture 195" descr="887747b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6858" y="3621509"/>
            <a:ext cx="310901" cy="310901"/>
          </a:xfrm>
          <a:prstGeom prst="rect">
            <a:avLst/>
          </a:prstGeom>
        </p:spPr>
      </p:pic>
      <p:pic>
        <p:nvPicPr>
          <p:cNvPr id="197" name="Picture 196" descr="887747b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6" y="3350767"/>
            <a:ext cx="310901" cy="310901"/>
          </a:xfrm>
          <a:prstGeom prst="rect">
            <a:avLst/>
          </a:prstGeom>
        </p:spPr>
      </p:pic>
      <p:pic>
        <p:nvPicPr>
          <p:cNvPr id="198" name="Picture 197" descr="887747b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181" y="7315050"/>
            <a:ext cx="310901" cy="310901"/>
          </a:xfrm>
          <a:prstGeom prst="rect">
            <a:avLst/>
          </a:prstGeom>
        </p:spPr>
      </p:pic>
      <p:pic>
        <p:nvPicPr>
          <p:cNvPr id="199" name="Picture 198" descr="887747b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2947" y="8596513"/>
            <a:ext cx="310901" cy="310901"/>
          </a:xfrm>
          <a:prstGeom prst="rect">
            <a:avLst/>
          </a:prstGeom>
        </p:spPr>
      </p:pic>
      <p:pic>
        <p:nvPicPr>
          <p:cNvPr id="200" name="Picture 199" descr="887747b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482" y="6586245"/>
            <a:ext cx="310901" cy="31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950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8644547"/>
              </p:ext>
            </p:extLst>
          </p:nvPr>
        </p:nvGraphicFramePr>
        <p:xfrm>
          <a:off x="5574565" y="2586704"/>
          <a:ext cx="2079281" cy="35966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79281"/>
              </a:tblGrid>
              <a:tr h="3763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Registered User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sz="2000" baseline="0" dirty="0" err="1" smtClean="0">
                          <a:solidFill>
                            <a:schemeClr val="tx1"/>
                          </a:solidFill>
                        </a:rPr>
                        <a:t>user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(PK)</a:t>
                      </a:r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username</a:t>
                      </a:r>
                      <a:endParaRPr lang="en-US" sz="2000" dirty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password</a:t>
                      </a:r>
                      <a:endParaRPr lang="en-US" sz="2000" dirty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email</a:t>
                      </a:r>
                      <a:endParaRPr lang="en-US" sz="2000" dirty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user_pic</a:t>
                      </a:r>
                      <a:endParaRPr lang="en-US" sz="2000" dirty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creation_time</a:t>
                      </a:r>
                      <a:endParaRPr lang="en-US" sz="2000" dirty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role</a:t>
                      </a:r>
                      <a:endParaRPr lang="en-US" sz="20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177246"/>
              </p:ext>
            </p:extLst>
          </p:nvPr>
        </p:nvGraphicFramePr>
        <p:xfrm>
          <a:off x="1842898" y="2766110"/>
          <a:ext cx="2079281" cy="32308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79281"/>
              </a:tblGrid>
              <a:tr h="3763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Tutorial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sz="2000" baseline="0" dirty="0" err="1" smtClean="0">
                          <a:solidFill>
                            <a:schemeClr val="tx1"/>
                          </a:solidFill>
                        </a:rPr>
                        <a:t>tutorial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(PK)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title</a:t>
                      </a:r>
                      <a:endParaRPr lang="en-US" sz="2000" dirty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categoryID</a:t>
                      </a:r>
                      <a:r>
                        <a:rPr lang="en-US" sz="2000" baseline="0" dirty="0" smtClean="0"/>
                        <a:t> (FK)</a:t>
                      </a:r>
                      <a:endParaRPr lang="en-US" sz="2000" dirty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tutorial_pic</a:t>
                      </a:r>
                      <a:endParaRPr lang="en-US" sz="2000" dirty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material_pic</a:t>
                      </a:r>
                      <a:endParaRPr lang="en-US" sz="2000" dirty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material_des</a:t>
                      </a:r>
                      <a:endParaRPr lang="en-US" sz="2000" dirty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userID</a:t>
                      </a:r>
                      <a:r>
                        <a:rPr lang="en-US" sz="2000" dirty="0" smtClean="0"/>
                        <a:t> (FK)</a:t>
                      </a:r>
                      <a:endParaRPr lang="en-US" sz="20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155673"/>
              </p:ext>
            </p:extLst>
          </p:nvPr>
        </p:nvGraphicFramePr>
        <p:xfrm>
          <a:off x="1842898" y="7506407"/>
          <a:ext cx="2079281" cy="28346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79281"/>
              </a:tblGrid>
              <a:tr h="3763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Step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sz="2000" baseline="0" dirty="0" err="1" smtClean="0">
                          <a:solidFill>
                            <a:schemeClr val="tx1"/>
                          </a:solidFill>
                        </a:rPr>
                        <a:t>step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(PK)</a:t>
                      </a:r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step_number</a:t>
                      </a:r>
                      <a:endParaRPr lang="en-US" sz="2000" dirty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step_des</a:t>
                      </a:r>
                      <a:endParaRPr lang="en-US" sz="2000" dirty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step_pic</a:t>
                      </a:r>
                      <a:endParaRPr lang="en-US" sz="2000" dirty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step_vdo</a:t>
                      </a:r>
                      <a:endParaRPr lang="en-US" sz="2000" dirty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tutorialID</a:t>
                      </a:r>
                      <a:r>
                        <a:rPr lang="en-US" sz="2000" dirty="0" smtClean="0"/>
                        <a:t> (FK)</a:t>
                      </a:r>
                      <a:endParaRPr lang="en-US" sz="20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097160"/>
              </p:ext>
            </p:extLst>
          </p:nvPr>
        </p:nvGraphicFramePr>
        <p:xfrm>
          <a:off x="4534924" y="7726187"/>
          <a:ext cx="2079281" cy="24384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79281"/>
              </a:tblGrid>
              <a:tr h="3763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Message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sz="2000" baseline="0" dirty="0" err="1" smtClean="0">
                          <a:solidFill>
                            <a:schemeClr val="tx1"/>
                          </a:solidFill>
                        </a:rPr>
                        <a:t>message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(PK)</a:t>
                      </a:r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</a:t>
                      </a:r>
                      <a:r>
                        <a:rPr lang="en-US" sz="2000" dirty="0" err="1" smtClean="0"/>
                        <a:t>message_detail</a:t>
                      </a:r>
                      <a:endParaRPr lang="en-US" sz="2000" dirty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sender</a:t>
                      </a:r>
                      <a:endParaRPr lang="en-US" sz="2000" dirty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receiver</a:t>
                      </a:r>
                      <a:endParaRPr lang="en-US" sz="2000" dirty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</a:t>
                      </a:r>
                      <a:r>
                        <a:rPr lang="en-US" sz="2000" dirty="0" err="1" smtClean="0"/>
                        <a:t>userID</a:t>
                      </a:r>
                      <a:r>
                        <a:rPr lang="en-US" sz="2000" dirty="0" smtClean="0"/>
                        <a:t> (FK)</a:t>
                      </a:r>
                      <a:endParaRPr lang="en-US" sz="20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254343"/>
              </p:ext>
            </p:extLst>
          </p:nvPr>
        </p:nvGraphicFramePr>
        <p:xfrm>
          <a:off x="7077647" y="7726187"/>
          <a:ext cx="2499707" cy="16459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99707"/>
              </a:tblGrid>
              <a:tr h="3763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Notification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sz="2000" baseline="0" dirty="0" err="1" smtClean="0">
                          <a:solidFill>
                            <a:schemeClr val="tx1"/>
                          </a:solidFill>
                        </a:rPr>
                        <a:t>notification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(PK)</a:t>
                      </a:r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baseline="0" dirty="0" smtClean="0"/>
                        <a:t>     activity</a:t>
                      </a:r>
                      <a:endParaRPr lang="en-US" sz="2000" dirty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userID</a:t>
                      </a:r>
                      <a:r>
                        <a:rPr lang="en-US" sz="2000" dirty="0" smtClean="0"/>
                        <a:t> (FK)    </a:t>
                      </a:r>
                      <a:endParaRPr lang="en-US" sz="20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599879"/>
              </p:ext>
            </p:extLst>
          </p:nvPr>
        </p:nvGraphicFramePr>
        <p:xfrm>
          <a:off x="8862350" y="3150304"/>
          <a:ext cx="2079281" cy="24384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79281"/>
              </a:tblGrid>
              <a:tr h="3763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Shop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</a:rPr>
                        <a:t>shopID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(PK)</a:t>
                      </a:r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shop_name</a:t>
                      </a:r>
                      <a:endParaRPr lang="en-US" sz="2000" dirty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shop_info</a:t>
                      </a:r>
                      <a:endParaRPr lang="en-US" sz="2000" dirty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shop_pic</a:t>
                      </a:r>
                      <a:endParaRPr lang="en-US" sz="2000" dirty="0" smtClean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userID</a:t>
                      </a:r>
                      <a:r>
                        <a:rPr lang="en-US" sz="2000" dirty="0" smtClean="0"/>
                        <a:t> (FK)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174345"/>
              </p:ext>
            </p:extLst>
          </p:nvPr>
        </p:nvGraphicFramePr>
        <p:xfrm>
          <a:off x="12215775" y="3374886"/>
          <a:ext cx="2079281" cy="20421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79281"/>
              </a:tblGrid>
              <a:tr h="3763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Branch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</a:rPr>
                        <a:t>branchID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(PK)</a:t>
                      </a:r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tel</a:t>
                      </a:r>
                      <a:endParaRPr lang="en-US" sz="2000" dirty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location</a:t>
                      </a:r>
                      <a:endParaRPr lang="en-US" sz="2000" dirty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shopID</a:t>
                      </a:r>
                      <a:r>
                        <a:rPr lang="en-US" sz="2000" dirty="0" smtClean="0"/>
                        <a:t> (FK)</a:t>
                      </a:r>
                      <a:endParaRPr lang="en-US" sz="20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771123"/>
              </p:ext>
            </p:extLst>
          </p:nvPr>
        </p:nvGraphicFramePr>
        <p:xfrm>
          <a:off x="15400673" y="3573006"/>
          <a:ext cx="2079281" cy="16459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79281"/>
              </a:tblGrid>
              <a:tr h="3763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Picture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</a:rPr>
                        <a:t>picID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(PK)</a:t>
                      </a:r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picture</a:t>
                      </a:r>
                      <a:endParaRPr lang="en-US" sz="2000" dirty="0"/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     </a:t>
                      </a:r>
                      <a:r>
                        <a:rPr lang="en-US" sz="2000" dirty="0" err="1" smtClean="0"/>
                        <a:t>branchID</a:t>
                      </a:r>
                      <a:r>
                        <a:rPr lang="en-US" sz="2000" dirty="0" smtClean="0"/>
                        <a:t> (FK)</a:t>
                      </a:r>
                      <a:endParaRPr lang="en-US" sz="2000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2" name="Picture 11" descr="887747b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700" y="3483747"/>
            <a:ext cx="310901" cy="310901"/>
          </a:xfrm>
          <a:prstGeom prst="rect">
            <a:avLst/>
          </a:prstGeom>
        </p:spPr>
      </p:pic>
      <p:pic>
        <p:nvPicPr>
          <p:cNvPr id="13" name="Picture 12" descr="887747b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8269" y="3696184"/>
            <a:ext cx="310901" cy="310901"/>
          </a:xfrm>
          <a:prstGeom prst="rect">
            <a:avLst/>
          </a:prstGeom>
        </p:spPr>
      </p:pic>
      <p:pic>
        <p:nvPicPr>
          <p:cNvPr id="14" name="Picture 13" descr="887747b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7672" y="3890034"/>
            <a:ext cx="310901" cy="310901"/>
          </a:xfrm>
          <a:prstGeom prst="rect">
            <a:avLst/>
          </a:prstGeom>
        </p:spPr>
      </p:pic>
      <p:pic>
        <p:nvPicPr>
          <p:cNvPr id="15" name="Picture 14" descr="887747b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9869" y="4100345"/>
            <a:ext cx="310901" cy="310901"/>
          </a:xfrm>
          <a:prstGeom prst="rect">
            <a:avLst/>
          </a:prstGeom>
        </p:spPr>
      </p:pic>
      <p:pic>
        <p:nvPicPr>
          <p:cNvPr id="16" name="Picture 15" descr="887747b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039" y="3299698"/>
            <a:ext cx="310901" cy="310901"/>
          </a:xfrm>
          <a:prstGeom prst="rect">
            <a:avLst/>
          </a:prstGeom>
        </p:spPr>
      </p:pic>
      <p:pic>
        <p:nvPicPr>
          <p:cNvPr id="17" name="Picture 16" descr="887747b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174" y="8038317"/>
            <a:ext cx="310901" cy="310901"/>
          </a:xfrm>
          <a:prstGeom prst="rect">
            <a:avLst/>
          </a:prstGeom>
        </p:spPr>
      </p:pic>
      <p:pic>
        <p:nvPicPr>
          <p:cNvPr id="18" name="Picture 17" descr="887747b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1206" y="8271827"/>
            <a:ext cx="310901" cy="310901"/>
          </a:xfrm>
          <a:prstGeom prst="rect">
            <a:avLst/>
          </a:prstGeom>
        </p:spPr>
      </p:pic>
      <p:pic>
        <p:nvPicPr>
          <p:cNvPr id="19" name="Picture 18" descr="887747b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6510" y="8263344"/>
            <a:ext cx="310901" cy="310901"/>
          </a:xfrm>
          <a:prstGeom prst="rect">
            <a:avLst/>
          </a:prstGeom>
        </p:spPr>
      </p:pic>
      <p:cxnSp>
        <p:nvCxnSpPr>
          <p:cNvPr id="20" name="Straight Connector 19"/>
          <p:cNvCxnSpPr>
            <a:stCxn id="5" idx="2"/>
            <a:endCxn id="6" idx="0"/>
          </p:cNvCxnSpPr>
          <p:nvPr/>
        </p:nvCxnSpPr>
        <p:spPr>
          <a:xfrm>
            <a:off x="2882538" y="5996990"/>
            <a:ext cx="0" cy="150941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4" idx="1"/>
            <a:endCxn id="5" idx="3"/>
          </p:cNvCxnSpPr>
          <p:nvPr/>
        </p:nvCxnSpPr>
        <p:spPr>
          <a:xfrm flipH="1" flipV="1">
            <a:off x="3922179" y="4381550"/>
            <a:ext cx="1652386" cy="347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6250295" y="6188569"/>
            <a:ext cx="2" cy="68081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7077647" y="6188569"/>
            <a:ext cx="0" cy="68081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>
            <a:off x="5574565" y="6844483"/>
            <a:ext cx="675733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5574564" y="6844483"/>
            <a:ext cx="0" cy="88170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endCxn id="8" idx="0"/>
          </p:cNvCxnSpPr>
          <p:nvPr/>
        </p:nvCxnSpPr>
        <p:spPr>
          <a:xfrm>
            <a:off x="8327500" y="6869382"/>
            <a:ext cx="0" cy="85680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H="1">
            <a:off x="7069545" y="6869382"/>
            <a:ext cx="125795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9" idx="1"/>
            <a:endCxn id="4" idx="3"/>
          </p:cNvCxnSpPr>
          <p:nvPr/>
        </p:nvCxnSpPr>
        <p:spPr>
          <a:xfrm flipH="1">
            <a:off x="7653846" y="4369504"/>
            <a:ext cx="1208504" cy="1552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10" idx="1"/>
            <a:endCxn id="9" idx="3"/>
          </p:cNvCxnSpPr>
          <p:nvPr/>
        </p:nvCxnSpPr>
        <p:spPr>
          <a:xfrm flipH="1" flipV="1">
            <a:off x="10941631" y="4369504"/>
            <a:ext cx="1274144" cy="2646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11" idx="1"/>
            <a:endCxn id="10" idx="3"/>
          </p:cNvCxnSpPr>
          <p:nvPr/>
        </p:nvCxnSpPr>
        <p:spPr>
          <a:xfrm flipH="1">
            <a:off x="14295056" y="4395966"/>
            <a:ext cx="1105617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V="1">
            <a:off x="3922179" y="4394054"/>
            <a:ext cx="270330" cy="20194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3931316" y="4200935"/>
            <a:ext cx="270330" cy="21139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2882538" y="7239476"/>
            <a:ext cx="219803" cy="25998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V="1">
            <a:off x="2667013" y="7239476"/>
            <a:ext cx="215525" cy="25998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5574564" y="7459256"/>
            <a:ext cx="219803" cy="25998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V="1">
            <a:off x="5359039" y="7459256"/>
            <a:ext cx="215525" cy="25998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8324647" y="7474838"/>
            <a:ext cx="219803" cy="25998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 flipV="1">
            <a:off x="8109122" y="7474838"/>
            <a:ext cx="215525" cy="25998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 flipV="1">
            <a:off x="8627793" y="4221864"/>
            <a:ext cx="234557" cy="16987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8644833" y="4391742"/>
            <a:ext cx="217232" cy="16837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flipV="1">
            <a:off x="11979523" y="4215254"/>
            <a:ext cx="234557" cy="16987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11996563" y="4385132"/>
            <a:ext cx="217232" cy="16837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flipV="1">
            <a:off x="15166401" y="4224136"/>
            <a:ext cx="234557" cy="16987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15183441" y="4394014"/>
            <a:ext cx="217232" cy="16837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 flipV="1">
            <a:off x="5373986" y="4256740"/>
            <a:ext cx="0" cy="27462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 flipV="1">
            <a:off x="7810481" y="4256740"/>
            <a:ext cx="0" cy="27462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 flipV="1">
            <a:off x="11166301" y="4250298"/>
            <a:ext cx="0" cy="27462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 flipV="1">
            <a:off x="14465253" y="4256740"/>
            <a:ext cx="0" cy="27462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2715543" y="6321472"/>
            <a:ext cx="33398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6083303" y="6382480"/>
            <a:ext cx="33398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6902511" y="6382480"/>
            <a:ext cx="33398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Donut 1"/>
          <p:cNvSpPr/>
          <p:nvPr/>
        </p:nvSpPr>
        <p:spPr>
          <a:xfrm>
            <a:off x="5448347" y="7191531"/>
            <a:ext cx="252435" cy="247160"/>
          </a:xfrm>
          <a:prstGeom prst="donut">
            <a:avLst>
              <a:gd name="adj" fmla="val 5666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1" name="Donut 50"/>
          <p:cNvSpPr/>
          <p:nvPr/>
        </p:nvSpPr>
        <p:spPr>
          <a:xfrm>
            <a:off x="8198429" y="7220736"/>
            <a:ext cx="252435" cy="247160"/>
          </a:xfrm>
          <a:prstGeom prst="donut">
            <a:avLst>
              <a:gd name="adj" fmla="val 5666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52" name="Straight Connector 51"/>
          <p:cNvCxnSpPr/>
          <p:nvPr/>
        </p:nvCxnSpPr>
        <p:spPr>
          <a:xfrm>
            <a:off x="2722845" y="7191531"/>
            <a:ext cx="33398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Donut 52"/>
          <p:cNvSpPr/>
          <p:nvPr/>
        </p:nvSpPr>
        <p:spPr>
          <a:xfrm>
            <a:off x="4178832" y="4263168"/>
            <a:ext cx="252435" cy="247160"/>
          </a:xfrm>
          <a:prstGeom prst="donut">
            <a:avLst>
              <a:gd name="adj" fmla="val 5666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4" name="Donut 53"/>
          <p:cNvSpPr/>
          <p:nvPr/>
        </p:nvSpPr>
        <p:spPr>
          <a:xfrm>
            <a:off x="8375358" y="4256671"/>
            <a:ext cx="252435" cy="247160"/>
          </a:xfrm>
          <a:prstGeom prst="donut">
            <a:avLst>
              <a:gd name="adj" fmla="val 5666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56" name="Straight Connector 55"/>
          <p:cNvCxnSpPr/>
          <p:nvPr/>
        </p:nvCxnSpPr>
        <p:spPr>
          <a:xfrm flipV="1">
            <a:off x="11961249" y="4256671"/>
            <a:ext cx="0" cy="27462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Donut 56"/>
          <p:cNvSpPr/>
          <p:nvPr/>
        </p:nvSpPr>
        <p:spPr>
          <a:xfrm>
            <a:off x="14913966" y="4263168"/>
            <a:ext cx="252435" cy="247160"/>
          </a:xfrm>
          <a:prstGeom prst="donut">
            <a:avLst>
              <a:gd name="adj" fmla="val 5666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59" name="Table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9819369"/>
              </p:ext>
            </p:extLst>
          </p:nvPr>
        </p:nvGraphicFramePr>
        <p:xfrm>
          <a:off x="1829113" y="488338"/>
          <a:ext cx="2079281" cy="12496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79281"/>
              </a:tblGrid>
              <a:tr h="3763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bg1"/>
                          </a:solidFill>
                        </a:rPr>
                        <a:t>Category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</a:rPr>
                        <a:t>categoryID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(PK)</a:t>
                      </a:r>
                    </a:p>
                  </a:txBody>
                  <a:tcPr anchor="ctr"/>
                </a:tc>
              </a:tr>
              <a:tr h="376363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    description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60" name="Picture 59" descr="887747b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653" y="1018878"/>
            <a:ext cx="310901" cy="310901"/>
          </a:xfrm>
          <a:prstGeom prst="rect">
            <a:avLst/>
          </a:prstGeom>
        </p:spPr>
      </p:pic>
      <p:cxnSp>
        <p:nvCxnSpPr>
          <p:cNvPr id="81" name="Straight Connector 80"/>
          <p:cNvCxnSpPr>
            <a:stCxn id="59" idx="2"/>
            <a:endCxn id="5" idx="0"/>
          </p:cNvCxnSpPr>
          <p:nvPr/>
        </p:nvCxnSpPr>
        <p:spPr>
          <a:xfrm>
            <a:off x="2868753" y="1738018"/>
            <a:ext cx="13785" cy="102809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2715543" y="1896790"/>
            <a:ext cx="33398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2882537" y="2506121"/>
            <a:ext cx="219803" cy="25998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 flipV="1">
            <a:off x="2667012" y="2506121"/>
            <a:ext cx="215525" cy="25998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Donut 85"/>
          <p:cNvSpPr/>
          <p:nvPr/>
        </p:nvSpPr>
        <p:spPr>
          <a:xfrm>
            <a:off x="2756320" y="2238396"/>
            <a:ext cx="252435" cy="247160"/>
          </a:xfrm>
          <a:prstGeom prst="donut">
            <a:avLst>
              <a:gd name="adj" fmla="val 5666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210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115266"/>
              </p:ext>
            </p:extLst>
          </p:nvPr>
        </p:nvGraphicFramePr>
        <p:xfrm>
          <a:off x="4233267" y="2664150"/>
          <a:ext cx="5394375" cy="34501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98125"/>
                <a:gridCol w="1798125"/>
                <a:gridCol w="1798125"/>
              </a:tblGrid>
              <a:tr h="49288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solidFill>
                            <a:schemeClr val="bg1"/>
                          </a:solidFill>
                          <a:latin typeface="Times"/>
                          <a:cs typeface="Times"/>
                        </a:rPr>
                        <a:t>Field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Times"/>
                        <a:cs typeface="Times"/>
                      </a:endParaRP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solidFill>
                            <a:schemeClr val="bg1"/>
                          </a:solidFill>
                          <a:latin typeface="Times"/>
                          <a:cs typeface="Times"/>
                        </a:rPr>
                        <a:t>Type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Times"/>
                        <a:cs typeface="Times"/>
                      </a:endParaRP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solidFill>
                            <a:schemeClr val="bg1"/>
                          </a:solidFill>
                          <a:latin typeface="Times"/>
                          <a:cs typeface="Times"/>
                        </a:rPr>
                        <a:t>Extra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Times"/>
                        <a:cs typeface="Times"/>
                      </a:endParaRP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</a:tr>
              <a:tr h="49288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"/>
                          <a:cs typeface="Times"/>
                        </a:rPr>
                        <a:t>Id (PK)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>
                          <a:latin typeface="Times"/>
                          <a:cs typeface="Times"/>
                        </a:rPr>
                        <a:t>int</a:t>
                      </a:r>
                      <a:r>
                        <a:rPr lang="en-US" sz="1400" dirty="0" smtClean="0">
                          <a:latin typeface="Times"/>
                          <a:cs typeface="Times"/>
                        </a:rPr>
                        <a:t>(10)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"/>
                          <a:cs typeface="Times"/>
                        </a:rPr>
                        <a:t>Auto increment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</a:tr>
              <a:tr h="49288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"/>
                          <a:cs typeface="Times"/>
                        </a:rPr>
                        <a:t>Username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 smtClean="0">
                          <a:latin typeface="Times"/>
                          <a:cs typeface="Times"/>
                        </a:rPr>
                        <a:t>varchar</a:t>
                      </a:r>
                      <a:r>
                        <a:rPr lang="en-US" sz="1400" dirty="0" smtClean="0">
                          <a:latin typeface="Times"/>
                          <a:cs typeface="Times"/>
                        </a:rPr>
                        <a:t>(20)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</a:tr>
              <a:tr h="49288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"/>
                          <a:cs typeface="Times"/>
                        </a:rPr>
                        <a:t>Password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 smtClean="0">
                          <a:latin typeface="Times"/>
                          <a:cs typeface="Times"/>
                        </a:rPr>
                        <a:t>varchar</a:t>
                      </a:r>
                      <a:r>
                        <a:rPr lang="en-US" sz="1400" dirty="0" smtClean="0">
                          <a:latin typeface="Times"/>
                          <a:cs typeface="Times"/>
                        </a:rPr>
                        <a:t>(20)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</a:tr>
              <a:tr h="49288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"/>
                          <a:cs typeface="Times"/>
                        </a:rPr>
                        <a:t>Email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 smtClean="0">
                          <a:latin typeface="Times"/>
                          <a:cs typeface="Times"/>
                        </a:rPr>
                        <a:t>varchar</a:t>
                      </a:r>
                      <a:r>
                        <a:rPr lang="en-US" sz="1400" dirty="0" smtClean="0">
                          <a:latin typeface="Times"/>
                          <a:cs typeface="Times"/>
                        </a:rPr>
                        <a:t>(30)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</a:tr>
              <a:tr h="492882">
                <a:tc>
                  <a:txBody>
                    <a:bodyPr/>
                    <a:lstStyle/>
                    <a:p>
                      <a:r>
                        <a:rPr lang="en-US" sz="1400" dirty="0" err="1" smtClean="0">
                          <a:latin typeface="Times"/>
                          <a:cs typeface="Times"/>
                        </a:rPr>
                        <a:t>User_Pic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 smtClean="0">
                          <a:latin typeface="Times"/>
                          <a:cs typeface="Times"/>
                        </a:rPr>
                        <a:t>varchar</a:t>
                      </a:r>
                      <a:r>
                        <a:rPr lang="en-US" sz="1400" dirty="0" smtClean="0">
                          <a:latin typeface="Times"/>
                          <a:cs typeface="Times"/>
                        </a:rPr>
                        <a:t>(500)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</a:tr>
              <a:tr h="492882">
                <a:tc>
                  <a:txBody>
                    <a:bodyPr/>
                    <a:lstStyle/>
                    <a:p>
                      <a:r>
                        <a:rPr lang="en-US" sz="1400" dirty="0" err="1" smtClean="0">
                          <a:latin typeface="Times"/>
                          <a:cs typeface="Times"/>
                        </a:rPr>
                        <a:t>Creation_Time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Times"/>
                          <a:cs typeface="Times"/>
                        </a:rPr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9365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401374"/>
              </p:ext>
            </p:extLst>
          </p:nvPr>
        </p:nvGraphicFramePr>
        <p:xfrm>
          <a:off x="4233267" y="2664149"/>
          <a:ext cx="5246712" cy="29184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48904"/>
                <a:gridCol w="1748904"/>
                <a:gridCol w="1748904"/>
              </a:tblGrid>
              <a:tr h="41692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solidFill>
                            <a:schemeClr val="bg1"/>
                          </a:solidFill>
                          <a:latin typeface="Times"/>
                          <a:cs typeface="Times"/>
                        </a:rPr>
                        <a:t>Field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Times"/>
                        <a:cs typeface="Times"/>
                      </a:endParaRP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solidFill>
                            <a:schemeClr val="bg1"/>
                          </a:solidFill>
                          <a:latin typeface="Times"/>
                          <a:cs typeface="Times"/>
                        </a:rPr>
                        <a:t>Type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Times"/>
                        <a:cs typeface="Times"/>
                      </a:endParaRP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solidFill>
                            <a:schemeClr val="bg1"/>
                          </a:solidFill>
                          <a:latin typeface="Times"/>
                          <a:cs typeface="Times"/>
                        </a:rPr>
                        <a:t>Extra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Times"/>
                        <a:cs typeface="Times"/>
                      </a:endParaRP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</a:tr>
              <a:tr h="416928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"/>
                          <a:cs typeface="Times"/>
                        </a:rPr>
                        <a:t>Id (PK)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>
                          <a:latin typeface="Times"/>
                          <a:cs typeface="Times"/>
                        </a:rPr>
                        <a:t>int</a:t>
                      </a:r>
                      <a:r>
                        <a:rPr lang="en-US" sz="1400" dirty="0" smtClean="0">
                          <a:latin typeface="Times"/>
                          <a:cs typeface="Times"/>
                        </a:rPr>
                        <a:t>(10)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"/>
                          <a:cs typeface="Times"/>
                        </a:rPr>
                        <a:t>Auto increment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</a:tr>
              <a:tr h="416928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"/>
                          <a:cs typeface="Times"/>
                        </a:rPr>
                        <a:t>Title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>
                          <a:latin typeface="Times"/>
                          <a:cs typeface="Times"/>
                        </a:rPr>
                        <a:t>varchar</a:t>
                      </a:r>
                      <a:r>
                        <a:rPr lang="en-US" sz="1400" dirty="0" smtClean="0">
                          <a:latin typeface="Times"/>
                          <a:cs typeface="Times"/>
                        </a:rPr>
                        <a:t>(50)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</a:tr>
              <a:tr h="416928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"/>
                          <a:cs typeface="Times"/>
                        </a:rPr>
                        <a:t>Category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 smtClean="0">
                          <a:latin typeface="Times"/>
                          <a:cs typeface="Times"/>
                        </a:rPr>
                        <a:t>varchar</a:t>
                      </a:r>
                      <a:r>
                        <a:rPr lang="en-US" sz="1400" dirty="0" smtClean="0">
                          <a:latin typeface="Times"/>
                          <a:cs typeface="Times"/>
                        </a:rPr>
                        <a:t>(30)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</a:tr>
              <a:tr h="416928">
                <a:tc>
                  <a:txBody>
                    <a:bodyPr/>
                    <a:lstStyle/>
                    <a:p>
                      <a:r>
                        <a:rPr lang="en-US" sz="1400" dirty="0" err="1" smtClean="0">
                          <a:latin typeface="Times"/>
                          <a:cs typeface="Times"/>
                        </a:rPr>
                        <a:t>Tutorial_Pic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 smtClean="0">
                          <a:latin typeface="Times"/>
                          <a:cs typeface="Times"/>
                        </a:rPr>
                        <a:t>varchar</a:t>
                      </a:r>
                      <a:r>
                        <a:rPr lang="en-US" sz="1400" dirty="0" smtClean="0">
                          <a:latin typeface="Times"/>
                          <a:cs typeface="Times"/>
                        </a:rPr>
                        <a:t>(500)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</a:tr>
              <a:tr h="416928">
                <a:tc>
                  <a:txBody>
                    <a:bodyPr/>
                    <a:lstStyle/>
                    <a:p>
                      <a:r>
                        <a:rPr lang="en-US" sz="1400" dirty="0" err="1" smtClean="0">
                          <a:latin typeface="Times"/>
                          <a:cs typeface="Times"/>
                        </a:rPr>
                        <a:t>Material_Pic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 smtClean="0">
                          <a:latin typeface="Times"/>
                          <a:cs typeface="Times"/>
                        </a:rPr>
                        <a:t>varchar</a:t>
                      </a:r>
                      <a:r>
                        <a:rPr lang="en-US" sz="1400" dirty="0" smtClean="0">
                          <a:latin typeface="Times"/>
                          <a:cs typeface="Times"/>
                        </a:rPr>
                        <a:t>(500)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</a:tr>
              <a:tr h="416928">
                <a:tc>
                  <a:txBody>
                    <a:bodyPr/>
                    <a:lstStyle/>
                    <a:p>
                      <a:r>
                        <a:rPr lang="en-US" sz="1400" dirty="0" err="1" smtClean="0">
                          <a:latin typeface="Times"/>
                          <a:cs typeface="Times"/>
                        </a:rPr>
                        <a:t>Material_Des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 smtClean="0">
                          <a:latin typeface="Times"/>
                          <a:cs typeface="Times"/>
                        </a:rPr>
                        <a:t>varchar</a:t>
                      </a:r>
                      <a:r>
                        <a:rPr lang="en-US" sz="1400" dirty="0" smtClean="0">
                          <a:latin typeface="Times"/>
                          <a:cs typeface="Times"/>
                        </a:rPr>
                        <a:t>(255)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3207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95537"/>
              </p:ext>
            </p:extLst>
          </p:nvPr>
        </p:nvGraphicFramePr>
        <p:xfrm>
          <a:off x="512154" y="478351"/>
          <a:ext cx="4419798" cy="29184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73266"/>
                <a:gridCol w="1473266"/>
                <a:gridCol w="1473266"/>
              </a:tblGrid>
              <a:tr h="486416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solidFill>
                            <a:schemeClr val="bg1"/>
                          </a:solidFill>
                          <a:latin typeface="Times"/>
                          <a:cs typeface="Times"/>
                        </a:rPr>
                        <a:t>Field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Times"/>
                        <a:cs typeface="Times"/>
                      </a:endParaRP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solidFill>
                            <a:schemeClr val="bg1"/>
                          </a:solidFill>
                          <a:latin typeface="Times"/>
                          <a:cs typeface="Times"/>
                        </a:rPr>
                        <a:t>Type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Times"/>
                        <a:cs typeface="Times"/>
                      </a:endParaRP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solidFill>
                            <a:schemeClr val="bg1"/>
                          </a:solidFill>
                          <a:latin typeface="Times"/>
                          <a:cs typeface="Times"/>
                        </a:rPr>
                        <a:t>Extra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Times"/>
                        <a:cs typeface="Times"/>
                      </a:endParaRP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</a:tr>
              <a:tr h="486416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"/>
                          <a:cs typeface="Times"/>
                        </a:rPr>
                        <a:t>Id (PK)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>
                          <a:latin typeface="Times"/>
                          <a:cs typeface="Times"/>
                        </a:rPr>
                        <a:t>int</a:t>
                      </a:r>
                      <a:r>
                        <a:rPr lang="en-US" sz="1400" dirty="0" smtClean="0">
                          <a:latin typeface="Times"/>
                          <a:cs typeface="Times"/>
                        </a:rPr>
                        <a:t>(10)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"/>
                          <a:cs typeface="Times"/>
                        </a:rPr>
                        <a:t>Auto increment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</a:tr>
              <a:tr h="486416">
                <a:tc>
                  <a:txBody>
                    <a:bodyPr/>
                    <a:lstStyle/>
                    <a:p>
                      <a:r>
                        <a:rPr lang="en-US" sz="1400" dirty="0" err="1" smtClean="0">
                          <a:latin typeface="Times"/>
                          <a:cs typeface="Times"/>
                        </a:rPr>
                        <a:t>Step_Number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>
                          <a:latin typeface="Times"/>
                          <a:cs typeface="Times"/>
                        </a:rPr>
                        <a:t>int</a:t>
                      </a:r>
                      <a:r>
                        <a:rPr lang="en-US" sz="1400" dirty="0" smtClean="0">
                          <a:latin typeface="Times"/>
                          <a:cs typeface="Times"/>
                        </a:rPr>
                        <a:t>(3)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</a:tr>
              <a:tr h="486416">
                <a:tc>
                  <a:txBody>
                    <a:bodyPr/>
                    <a:lstStyle/>
                    <a:p>
                      <a:r>
                        <a:rPr lang="en-US" sz="1400" dirty="0" err="1" smtClean="0">
                          <a:latin typeface="Times"/>
                          <a:cs typeface="Times"/>
                        </a:rPr>
                        <a:t>Step_Des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 smtClean="0">
                          <a:latin typeface="Times"/>
                          <a:cs typeface="Times"/>
                        </a:rPr>
                        <a:t>varchar</a:t>
                      </a:r>
                      <a:r>
                        <a:rPr lang="en-US" sz="1400" dirty="0" smtClean="0">
                          <a:latin typeface="Times"/>
                          <a:cs typeface="Times"/>
                        </a:rPr>
                        <a:t>(255)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</a:tr>
              <a:tr h="486416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 smtClean="0">
                          <a:latin typeface="Times"/>
                          <a:cs typeface="Times"/>
                        </a:rPr>
                        <a:t>Step_Pic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 smtClean="0">
                          <a:latin typeface="Times"/>
                          <a:cs typeface="Times"/>
                        </a:rPr>
                        <a:t>varchar</a:t>
                      </a:r>
                      <a:r>
                        <a:rPr lang="en-US" sz="1400" dirty="0" smtClean="0">
                          <a:latin typeface="Times"/>
                          <a:cs typeface="Times"/>
                        </a:rPr>
                        <a:t>(500)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</a:tr>
              <a:tr h="486416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 smtClean="0">
                          <a:latin typeface="Times"/>
                          <a:cs typeface="Times"/>
                        </a:rPr>
                        <a:t>Step_Vdo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 smtClean="0">
                          <a:latin typeface="Times"/>
                          <a:cs typeface="Times"/>
                        </a:rPr>
                        <a:t>varchar</a:t>
                      </a:r>
                      <a:r>
                        <a:rPr lang="en-US" sz="1400" dirty="0" smtClean="0">
                          <a:latin typeface="Times"/>
                          <a:cs typeface="Times"/>
                        </a:rPr>
                        <a:t>(500)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007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377698"/>
              </p:ext>
            </p:extLst>
          </p:nvPr>
        </p:nvGraphicFramePr>
        <p:xfrm>
          <a:off x="4233267" y="2693688"/>
          <a:ext cx="5217180" cy="34501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9060"/>
                <a:gridCol w="1739060"/>
                <a:gridCol w="1739060"/>
              </a:tblGrid>
              <a:tr h="69003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>
                          <a:solidFill>
                            <a:schemeClr val="bg1"/>
                          </a:solidFill>
                          <a:latin typeface="Times"/>
                          <a:cs typeface="Times"/>
                        </a:rPr>
                        <a:t>Field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imes"/>
                        <a:cs typeface="Times"/>
                      </a:endParaRP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>
                          <a:solidFill>
                            <a:schemeClr val="bg1"/>
                          </a:solidFill>
                          <a:latin typeface="Times"/>
                          <a:cs typeface="Times"/>
                        </a:rPr>
                        <a:t>Type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imes"/>
                        <a:cs typeface="Times"/>
                      </a:endParaRP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>
                          <a:solidFill>
                            <a:schemeClr val="bg1"/>
                          </a:solidFill>
                          <a:latin typeface="Times"/>
                          <a:cs typeface="Times"/>
                        </a:rPr>
                        <a:t>Extra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imes"/>
                        <a:cs typeface="Times"/>
                      </a:endParaRP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</a:tr>
              <a:tr h="690036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Times"/>
                          <a:cs typeface="Times"/>
                        </a:rPr>
                        <a:t>Id (PK)</a:t>
                      </a:r>
                      <a:endParaRPr lang="en-US" sz="12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>
                          <a:latin typeface="Times"/>
                          <a:cs typeface="Times"/>
                        </a:rPr>
                        <a:t>int</a:t>
                      </a:r>
                      <a:r>
                        <a:rPr lang="en-US" sz="1200" dirty="0" smtClean="0">
                          <a:latin typeface="Times"/>
                          <a:cs typeface="Times"/>
                        </a:rPr>
                        <a:t>(10)</a:t>
                      </a:r>
                      <a:endParaRPr lang="en-US" sz="12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"/>
                          <a:cs typeface="Times"/>
                        </a:rPr>
                        <a:t>Auto increment</a:t>
                      </a:r>
                      <a:endParaRPr lang="en-US" sz="12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</a:tr>
              <a:tr h="690036">
                <a:tc>
                  <a:txBody>
                    <a:bodyPr/>
                    <a:lstStyle/>
                    <a:p>
                      <a:r>
                        <a:rPr lang="en-US" sz="1200" dirty="0" err="1" smtClean="0">
                          <a:latin typeface="Times"/>
                          <a:cs typeface="Times"/>
                        </a:rPr>
                        <a:t>Message_Detail</a:t>
                      </a:r>
                      <a:endParaRPr lang="en-US" sz="12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 smtClean="0">
                          <a:latin typeface="Times"/>
                          <a:cs typeface="Times"/>
                        </a:rPr>
                        <a:t>varchar</a:t>
                      </a:r>
                      <a:r>
                        <a:rPr lang="en-US" sz="1200" dirty="0" smtClean="0">
                          <a:latin typeface="Times"/>
                          <a:cs typeface="Times"/>
                        </a:rPr>
                        <a:t>(500)</a:t>
                      </a:r>
                      <a:endParaRPr lang="en-US" sz="12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</a:tr>
              <a:tr h="690036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Times"/>
                          <a:cs typeface="Times"/>
                        </a:rPr>
                        <a:t>Sender</a:t>
                      </a:r>
                      <a:endParaRPr lang="en-US" sz="12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 smtClean="0">
                          <a:latin typeface="Times"/>
                          <a:cs typeface="Times"/>
                        </a:rPr>
                        <a:t>varchar</a:t>
                      </a:r>
                      <a:r>
                        <a:rPr lang="en-US" sz="1200" dirty="0" smtClean="0">
                          <a:latin typeface="Times"/>
                          <a:cs typeface="Times"/>
                        </a:rPr>
                        <a:t>(20)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</a:tr>
              <a:tr h="690036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Times"/>
                          <a:cs typeface="Times"/>
                        </a:rPr>
                        <a:t>Receiver</a:t>
                      </a:r>
                      <a:endParaRPr lang="en-US" sz="12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 smtClean="0">
                          <a:latin typeface="Times"/>
                          <a:cs typeface="Times"/>
                        </a:rPr>
                        <a:t>varchar</a:t>
                      </a:r>
                      <a:r>
                        <a:rPr lang="en-US" sz="1200" dirty="0" smtClean="0">
                          <a:latin typeface="Times"/>
                          <a:cs typeface="Times"/>
                        </a:rPr>
                        <a:t>(20)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109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051355"/>
              </p:ext>
            </p:extLst>
          </p:nvPr>
        </p:nvGraphicFramePr>
        <p:xfrm>
          <a:off x="4233267" y="2664149"/>
          <a:ext cx="5158113" cy="23262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9371"/>
                <a:gridCol w="1719371"/>
                <a:gridCol w="1719371"/>
              </a:tblGrid>
              <a:tr h="775413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solidFill>
                            <a:schemeClr val="bg1"/>
                          </a:solidFill>
                          <a:latin typeface="Times"/>
                          <a:cs typeface="Times"/>
                        </a:rPr>
                        <a:t>Field</a:t>
                      </a:r>
                      <a:endParaRPr lang="en-US" sz="1800" b="1" dirty="0">
                        <a:solidFill>
                          <a:schemeClr val="bg1"/>
                        </a:solidFill>
                        <a:latin typeface="Times"/>
                        <a:cs typeface="Times"/>
                      </a:endParaRP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solidFill>
                            <a:schemeClr val="bg1"/>
                          </a:solidFill>
                          <a:latin typeface="Times"/>
                          <a:cs typeface="Times"/>
                        </a:rPr>
                        <a:t>Type</a:t>
                      </a:r>
                      <a:endParaRPr lang="en-US" sz="1800" b="1" dirty="0">
                        <a:solidFill>
                          <a:schemeClr val="bg1"/>
                        </a:solidFill>
                        <a:latin typeface="Times"/>
                        <a:cs typeface="Times"/>
                      </a:endParaRP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solidFill>
                            <a:schemeClr val="bg1"/>
                          </a:solidFill>
                          <a:latin typeface="Times"/>
                          <a:cs typeface="Times"/>
                        </a:rPr>
                        <a:t>Extra</a:t>
                      </a:r>
                      <a:endParaRPr lang="en-US" sz="1800" b="1" dirty="0">
                        <a:solidFill>
                          <a:schemeClr val="bg1"/>
                        </a:solidFill>
                        <a:latin typeface="Times"/>
                        <a:cs typeface="Times"/>
                      </a:endParaRP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</a:tr>
              <a:tr h="775413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"/>
                          <a:cs typeface="Times"/>
                        </a:rPr>
                        <a:t>Id (PK)</a:t>
                      </a:r>
                      <a:endParaRPr lang="en-US" sz="16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>
                          <a:latin typeface="Times"/>
                          <a:cs typeface="Times"/>
                        </a:rPr>
                        <a:t>int</a:t>
                      </a:r>
                      <a:r>
                        <a:rPr lang="en-US" sz="1600" dirty="0" smtClean="0">
                          <a:latin typeface="Times"/>
                          <a:cs typeface="Times"/>
                        </a:rPr>
                        <a:t>(10)</a:t>
                      </a:r>
                      <a:endParaRPr lang="en-US" sz="16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"/>
                          <a:cs typeface="Times"/>
                        </a:rPr>
                        <a:t>Auto increment</a:t>
                      </a:r>
                      <a:endParaRPr lang="en-US" sz="16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</a:tr>
              <a:tr h="775413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"/>
                          <a:cs typeface="Times"/>
                        </a:rPr>
                        <a:t>Activity</a:t>
                      </a:r>
                      <a:endParaRPr lang="en-US" sz="16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 smtClean="0">
                          <a:latin typeface="Times"/>
                          <a:cs typeface="Times"/>
                        </a:rPr>
                        <a:t>varchar</a:t>
                      </a:r>
                      <a:r>
                        <a:rPr lang="en-US" sz="1600" dirty="0" smtClean="0">
                          <a:latin typeface="Times"/>
                          <a:cs typeface="Times"/>
                        </a:rPr>
                        <a:t>(20)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5193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9114173"/>
              </p:ext>
            </p:extLst>
          </p:nvPr>
        </p:nvGraphicFramePr>
        <p:xfrm>
          <a:off x="4233267" y="2664150"/>
          <a:ext cx="5955495" cy="25049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85165"/>
                <a:gridCol w="1985165"/>
                <a:gridCol w="1985165"/>
              </a:tblGrid>
              <a:tr h="500994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solidFill>
                            <a:schemeClr val="bg1"/>
                          </a:solidFill>
                          <a:latin typeface="Times"/>
                          <a:cs typeface="Times"/>
                        </a:rPr>
                        <a:t>Field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Times"/>
                        <a:cs typeface="Times"/>
                      </a:endParaRP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solidFill>
                            <a:schemeClr val="bg1"/>
                          </a:solidFill>
                          <a:latin typeface="Times"/>
                          <a:cs typeface="Times"/>
                        </a:rPr>
                        <a:t>Type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Times"/>
                        <a:cs typeface="Times"/>
                      </a:endParaRP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solidFill>
                            <a:schemeClr val="bg1"/>
                          </a:solidFill>
                          <a:latin typeface="Times"/>
                          <a:cs typeface="Times"/>
                        </a:rPr>
                        <a:t>Extra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Times"/>
                        <a:cs typeface="Times"/>
                      </a:endParaRP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</a:tr>
              <a:tr h="500994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"/>
                          <a:cs typeface="Times"/>
                        </a:rPr>
                        <a:t>Id (PK)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>
                          <a:latin typeface="Times"/>
                          <a:cs typeface="Times"/>
                        </a:rPr>
                        <a:t>int</a:t>
                      </a:r>
                      <a:r>
                        <a:rPr lang="en-US" sz="1400" dirty="0" smtClean="0">
                          <a:latin typeface="Times"/>
                          <a:cs typeface="Times"/>
                        </a:rPr>
                        <a:t>(10)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"/>
                          <a:cs typeface="Times"/>
                        </a:rPr>
                        <a:t>Auto increment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</a:tr>
              <a:tr h="500994">
                <a:tc>
                  <a:txBody>
                    <a:bodyPr/>
                    <a:lstStyle/>
                    <a:p>
                      <a:r>
                        <a:rPr lang="en-US" sz="1400" dirty="0" err="1" smtClean="0">
                          <a:latin typeface="Times"/>
                          <a:cs typeface="Times"/>
                        </a:rPr>
                        <a:t>Shop_Name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 smtClean="0">
                          <a:latin typeface="Times"/>
                          <a:cs typeface="Times"/>
                        </a:rPr>
                        <a:t>varchar</a:t>
                      </a:r>
                      <a:r>
                        <a:rPr lang="en-US" sz="1400" dirty="0" smtClean="0">
                          <a:latin typeface="Times"/>
                          <a:cs typeface="Times"/>
                        </a:rPr>
                        <a:t>(20)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</a:tr>
              <a:tr h="500994">
                <a:tc>
                  <a:txBody>
                    <a:bodyPr/>
                    <a:lstStyle/>
                    <a:p>
                      <a:r>
                        <a:rPr lang="en-US" sz="1400" dirty="0" err="1" smtClean="0">
                          <a:latin typeface="Times"/>
                          <a:cs typeface="Times"/>
                        </a:rPr>
                        <a:t>Shop_Info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 smtClean="0">
                          <a:latin typeface="Times"/>
                          <a:cs typeface="Times"/>
                        </a:rPr>
                        <a:t>varchar</a:t>
                      </a:r>
                      <a:r>
                        <a:rPr lang="en-US" sz="1400" dirty="0" smtClean="0">
                          <a:latin typeface="Times"/>
                          <a:cs typeface="Times"/>
                        </a:rPr>
                        <a:t>(255)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</a:tr>
              <a:tr h="50099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 smtClean="0">
                          <a:latin typeface="Times"/>
                          <a:cs typeface="Times"/>
                        </a:rPr>
                        <a:t>Shop_Pic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 smtClean="0">
                          <a:latin typeface="Times"/>
                          <a:cs typeface="Times"/>
                        </a:rPr>
                        <a:t>varchar</a:t>
                      </a:r>
                      <a:r>
                        <a:rPr lang="en-US" sz="1400" dirty="0" smtClean="0">
                          <a:latin typeface="Times"/>
                          <a:cs typeface="Times"/>
                        </a:rPr>
                        <a:t>(500)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6842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532430"/>
              </p:ext>
            </p:extLst>
          </p:nvPr>
        </p:nvGraphicFramePr>
        <p:xfrm>
          <a:off x="4233268" y="2664149"/>
          <a:ext cx="4892319" cy="19437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0773"/>
                <a:gridCol w="1630773"/>
                <a:gridCol w="1630773"/>
              </a:tblGrid>
              <a:tr h="485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solidFill>
                            <a:schemeClr val="bg1"/>
                          </a:solidFill>
                          <a:latin typeface="Times"/>
                          <a:cs typeface="Times"/>
                        </a:rPr>
                        <a:t>Field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Times"/>
                        <a:cs typeface="Times"/>
                      </a:endParaRP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solidFill>
                            <a:schemeClr val="bg1"/>
                          </a:solidFill>
                          <a:latin typeface="Times"/>
                          <a:cs typeface="Times"/>
                        </a:rPr>
                        <a:t>Type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Times"/>
                        <a:cs typeface="Times"/>
                      </a:endParaRP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solidFill>
                            <a:schemeClr val="bg1"/>
                          </a:solidFill>
                          <a:latin typeface="Times"/>
                          <a:cs typeface="Times"/>
                        </a:rPr>
                        <a:t>Extra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Times"/>
                        <a:cs typeface="Times"/>
                      </a:endParaRP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</a:tr>
              <a:tr h="485938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"/>
                          <a:cs typeface="Times"/>
                        </a:rPr>
                        <a:t>Id (PK)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>
                          <a:latin typeface="Times"/>
                          <a:cs typeface="Times"/>
                        </a:rPr>
                        <a:t>int</a:t>
                      </a:r>
                      <a:r>
                        <a:rPr lang="en-US" sz="1400" dirty="0" smtClean="0">
                          <a:latin typeface="Times"/>
                          <a:cs typeface="Times"/>
                        </a:rPr>
                        <a:t>(10)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"/>
                          <a:cs typeface="Times"/>
                        </a:rPr>
                        <a:t>Auto increment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</a:tr>
              <a:tr h="485938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"/>
                          <a:cs typeface="Times"/>
                        </a:rPr>
                        <a:t>Tel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>
                          <a:latin typeface="Times"/>
                          <a:cs typeface="Times"/>
                        </a:rPr>
                        <a:t>int</a:t>
                      </a:r>
                      <a:r>
                        <a:rPr lang="en-US" sz="1400" dirty="0" smtClean="0">
                          <a:latin typeface="Times"/>
                          <a:cs typeface="Times"/>
                        </a:rPr>
                        <a:t>(10)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</a:tr>
              <a:tr h="485938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"/>
                          <a:cs typeface="Times"/>
                        </a:rPr>
                        <a:t>Location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 smtClean="0">
                          <a:latin typeface="Times"/>
                          <a:cs typeface="Times"/>
                        </a:rPr>
                        <a:t>varchar</a:t>
                      </a:r>
                      <a:r>
                        <a:rPr lang="en-US" sz="1400" dirty="0" smtClean="0">
                          <a:latin typeface="Times"/>
                          <a:cs typeface="Times"/>
                        </a:rPr>
                        <a:t>(500)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1976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404435"/>
              </p:ext>
            </p:extLst>
          </p:nvPr>
        </p:nvGraphicFramePr>
        <p:xfrm>
          <a:off x="4233267" y="2664149"/>
          <a:ext cx="4390266" cy="17369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3422"/>
                <a:gridCol w="1463422"/>
                <a:gridCol w="1463422"/>
              </a:tblGrid>
              <a:tr h="578995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solidFill>
                            <a:schemeClr val="bg1"/>
                          </a:solidFill>
                          <a:latin typeface="Times"/>
                          <a:cs typeface="Times"/>
                        </a:rPr>
                        <a:t>Field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Times"/>
                        <a:cs typeface="Times"/>
                      </a:endParaRP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solidFill>
                            <a:schemeClr val="bg1"/>
                          </a:solidFill>
                          <a:latin typeface="Times"/>
                          <a:cs typeface="Times"/>
                        </a:rPr>
                        <a:t>Type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Times"/>
                        <a:cs typeface="Times"/>
                      </a:endParaRP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solidFill>
                            <a:schemeClr val="bg1"/>
                          </a:solidFill>
                          <a:latin typeface="Times"/>
                          <a:cs typeface="Times"/>
                        </a:rPr>
                        <a:t>Extra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Times"/>
                        <a:cs typeface="Times"/>
                      </a:endParaRP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</a:tr>
              <a:tr h="578995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"/>
                          <a:cs typeface="Times"/>
                        </a:rPr>
                        <a:t>Id (PK)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>
                          <a:latin typeface="Times"/>
                          <a:cs typeface="Times"/>
                        </a:rPr>
                        <a:t>int</a:t>
                      </a:r>
                      <a:r>
                        <a:rPr lang="en-US" sz="1400" dirty="0" smtClean="0">
                          <a:latin typeface="Times"/>
                          <a:cs typeface="Times"/>
                        </a:rPr>
                        <a:t>(10)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Times"/>
                          <a:cs typeface="Times"/>
                        </a:rPr>
                        <a:t>Auto increment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</a:tr>
              <a:tr h="578995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Times"/>
                          <a:cs typeface="Times"/>
                        </a:rPr>
                        <a:t>Picture</a:t>
                      </a:r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 smtClean="0">
                          <a:latin typeface="Times"/>
                          <a:cs typeface="Times"/>
                        </a:rPr>
                        <a:t>varchar</a:t>
                      </a:r>
                      <a:r>
                        <a:rPr lang="en-US" sz="1400" dirty="0" smtClean="0">
                          <a:latin typeface="Times"/>
                          <a:cs typeface="Times"/>
                        </a:rPr>
                        <a:t>(500)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7271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2424</TotalTime>
  <Words>512</Words>
  <Application>Microsoft Macintosh PowerPoint</Application>
  <PresentationFormat>Custom</PresentationFormat>
  <Paragraphs>252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pimchanok sripraphan</dc:creator>
  <cp:lastModifiedBy>pimchanok sripraphan</cp:lastModifiedBy>
  <cp:revision>118</cp:revision>
  <dcterms:created xsi:type="dcterms:W3CDTF">2014-05-19T16:26:10Z</dcterms:created>
  <dcterms:modified xsi:type="dcterms:W3CDTF">2014-06-07T14:57:42Z</dcterms:modified>
</cp:coreProperties>
</file>