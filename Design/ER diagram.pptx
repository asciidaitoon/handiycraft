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8003838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45" d="100"/>
          <a:sy n="45" d="100"/>
        </p:scale>
        <p:origin x="-1472" y="-104"/>
      </p:cViewPr>
      <p:guideLst>
        <p:guide orient="horz" pos="3402"/>
        <p:guide pos="567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interSettings" Target="printerSettings/printerSettings1.bin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288" y="3354929"/>
            <a:ext cx="15303262" cy="231494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577" y="6119866"/>
            <a:ext cx="12602687" cy="275993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199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848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22179" y="6939850"/>
            <a:ext cx="15303262" cy="2144953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2179" y="4577401"/>
            <a:ext cx="15303262" cy="236244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915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0193" y="2519947"/>
            <a:ext cx="7951695" cy="712734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51952" y="2519947"/>
            <a:ext cx="7951695" cy="712734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1482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92" y="2417448"/>
            <a:ext cx="7954822" cy="100747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00192" y="3424925"/>
            <a:ext cx="7954822" cy="622236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45701" y="2417448"/>
            <a:ext cx="7957946" cy="100747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45701" y="3424925"/>
            <a:ext cx="7957946" cy="622236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598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4248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84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00194" y="429990"/>
            <a:ext cx="5923139" cy="182996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039000" y="429993"/>
            <a:ext cx="10064646" cy="921729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0194" y="2259953"/>
            <a:ext cx="5923139" cy="738733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204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8879" y="7559834"/>
            <a:ext cx="10802303" cy="89248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528879" y="964979"/>
            <a:ext cx="10802303" cy="647985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8879" y="8452316"/>
            <a:ext cx="10802303" cy="126747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141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83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052782" y="432494"/>
            <a:ext cx="4050864" cy="921479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00193" y="432494"/>
            <a:ext cx="11852527" cy="921479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E34E5A-9D84-8641-A07E-3DA2FD963A4D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11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0192" y="432491"/>
            <a:ext cx="16203454" cy="17999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0192" y="2519947"/>
            <a:ext cx="16203454" cy="71273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00192" y="10009783"/>
            <a:ext cx="420089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E34E5A-9D84-8641-A07E-3DA2FD963A4D}" type="datetimeFigureOut">
              <a:rPr lang="en-US" smtClean="0"/>
              <a:t>10/20/14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151313" y="10009783"/>
            <a:ext cx="5701215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902750" y="10009783"/>
            <a:ext cx="420089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C5255F-816E-D845-973E-F9EE77E4B9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0039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621738"/>
              </p:ext>
            </p:extLst>
          </p:nvPr>
        </p:nvGraphicFramePr>
        <p:xfrm>
          <a:off x="6281910" y="2586704"/>
          <a:ext cx="2079281" cy="35966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Registered User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user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username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password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email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creation_time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role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7248287"/>
              </p:ext>
            </p:extLst>
          </p:nvPr>
        </p:nvGraphicFramePr>
        <p:xfrm>
          <a:off x="3156602" y="2766110"/>
          <a:ext cx="2079281" cy="32308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Tutorial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tutorial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title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categoryID</a:t>
                      </a:r>
                      <a:r>
                        <a:rPr lang="en-US" sz="2000" baseline="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tutorial_pic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material_pic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material_des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9410350"/>
              </p:ext>
            </p:extLst>
          </p:nvPr>
        </p:nvGraphicFramePr>
        <p:xfrm>
          <a:off x="9450824" y="2700450"/>
          <a:ext cx="2079281" cy="243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Shop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shopID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shop_name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shop_info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shop_pic</a:t>
                      </a:r>
                      <a:endParaRPr lang="en-US" sz="2000" dirty="0" smtClean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0165144"/>
              </p:ext>
            </p:extLst>
          </p:nvPr>
        </p:nvGraphicFramePr>
        <p:xfrm>
          <a:off x="12586173" y="2898570"/>
          <a:ext cx="2079281" cy="20421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Branch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branchID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tel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locationID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2604435"/>
              </p:ext>
            </p:extLst>
          </p:nvPr>
        </p:nvGraphicFramePr>
        <p:xfrm>
          <a:off x="15771071" y="3096690"/>
          <a:ext cx="2079281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Picture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picID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picture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branchID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7" name="Picture 6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045" y="3483747"/>
            <a:ext cx="310901" cy="310901"/>
          </a:xfrm>
          <a:prstGeom prst="rect">
            <a:avLst/>
          </a:prstGeom>
        </p:spPr>
      </p:pic>
      <p:pic>
        <p:nvPicPr>
          <p:cNvPr id="8" name="Picture 7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6743" y="3246330"/>
            <a:ext cx="310901" cy="310901"/>
          </a:xfrm>
          <a:prstGeom prst="rect">
            <a:avLst/>
          </a:prstGeom>
        </p:spPr>
      </p:pic>
      <p:pic>
        <p:nvPicPr>
          <p:cNvPr id="9" name="Picture 8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8070" y="3413718"/>
            <a:ext cx="310901" cy="310901"/>
          </a:xfrm>
          <a:prstGeom prst="rect">
            <a:avLst/>
          </a:prstGeom>
        </p:spPr>
      </p:pic>
      <p:pic>
        <p:nvPicPr>
          <p:cNvPr id="10" name="Picture 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00267" y="3624029"/>
            <a:ext cx="310901" cy="310901"/>
          </a:xfrm>
          <a:prstGeom prst="rect">
            <a:avLst/>
          </a:prstGeom>
        </p:spPr>
      </p:pic>
      <p:pic>
        <p:nvPicPr>
          <p:cNvPr id="11" name="Picture 10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4743" y="3299698"/>
            <a:ext cx="310901" cy="310901"/>
          </a:xfrm>
          <a:prstGeom prst="rect">
            <a:avLst/>
          </a:prstGeom>
        </p:spPr>
      </p:pic>
      <p:cxnSp>
        <p:nvCxnSpPr>
          <p:cNvPr id="12" name="Straight Connector 11"/>
          <p:cNvCxnSpPr>
            <a:stCxn id="2" idx="1"/>
            <a:endCxn id="3" idx="3"/>
          </p:cNvCxnSpPr>
          <p:nvPr/>
        </p:nvCxnSpPr>
        <p:spPr>
          <a:xfrm flipH="1" flipV="1">
            <a:off x="5235883" y="4381550"/>
            <a:ext cx="1046027" cy="347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>
            <a:stCxn id="4" idx="1"/>
          </p:cNvCxnSpPr>
          <p:nvPr/>
        </p:nvCxnSpPr>
        <p:spPr>
          <a:xfrm flipH="1" flipV="1">
            <a:off x="8361191" y="3919311"/>
            <a:ext cx="1089633" cy="33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>
            <a:stCxn id="5" idx="1"/>
            <a:endCxn id="4" idx="3"/>
          </p:cNvCxnSpPr>
          <p:nvPr/>
        </p:nvCxnSpPr>
        <p:spPr>
          <a:xfrm flipH="1">
            <a:off x="11530105" y="3919650"/>
            <a:ext cx="105606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>
            <a:stCxn id="6" idx="1"/>
            <a:endCxn id="5" idx="3"/>
          </p:cNvCxnSpPr>
          <p:nvPr/>
        </p:nvCxnSpPr>
        <p:spPr>
          <a:xfrm flipH="1">
            <a:off x="14665454" y="3919650"/>
            <a:ext cx="110561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V="1">
            <a:off x="5235883" y="4383559"/>
            <a:ext cx="270330" cy="2019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>
            <a:off x="5245020" y="4190440"/>
            <a:ext cx="270330" cy="2113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V="1">
            <a:off x="9216267" y="3761515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>
            <a:off x="9233307" y="3931393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V="1">
            <a:off x="12349921" y="3749433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>
            <a:off x="12366961" y="3919311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V="1">
            <a:off x="15536799" y="3758315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15553839" y="3928193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V="1">
            <a:off x="6133811" y="4256740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V="1">
            <a:off x="8517826" y="378042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V="1">
            <a:off x="11754775" y="380044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V="1">
            <a:off x="14835651" y="378042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onut 27"/>
          <p:cNvSpPr/>
          <p:nvPr/>
        </p:nvSpPr>
        <p:spPr>
          <a:xfrm>
            <a:off x="5492536" y="4252673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Donut 28"/>
          <p:cNvSpPr/>
          <p:nvPr/>
        </p:nvSpPr>
        <p:spPr>
          <a:xfrm>
            <a:off x="8963832" y="3796322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30" name="Straight Connector 29"/>
          <p:cNvCxnSpPr/>
          <p:nvPr/>
        </p:nvCxnSpPr>
        <p:spPr>
          <a:xfrm flipV="1">
            <a:off x="12331647" y="3780355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Donut 30"/>
          <p:cNvSpPr/>
          <p:nvPr/>
        </p:nvSpPr>
        <p:spPr>
          <a:xfrm>
            <a:off x="15284364" y="3797347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32" name="Table 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5139397"/>
              </p:ext>
            </p:extLst>
          </p:nvPr>
        </p:nvGraphicFramePr>
        <p:xfrm>
          <a:off x="3142817" y="488338"/>
          <a:ext cx="2079281" cy="1249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Category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categoryID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description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33" name="Picture 32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1357" y="1018878"/>
            <a:ext cx="310901" cy="310901"/>
          </a:xfrm>
          <a:prstGeom prst="rect">
            <a:avLst/>
          </a:prstGeom>
        </p:spPr>
      </p:pic>
      <p:cxnSp>
        <p:nvCxnSpPr>
          <p:cNvPr id="34" name="Straight Connector 33"/>
          <p:cNvCxnSpPr>
            <a:stCxn id="32" idx="2"/>
            <a:endCxn id="3" idx="0"/>
          </p:cNvCxnSpPr>
          <p:nvPr/>
        </p:nvCxnSpPr>
        <p:spPr>
          <a:xfrm>
            <a:off x="4182457" y="1738018"/>
            <a:ext cx="13785" cy="10280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/>
          <p:nvPr/>
        </p:nvCxnSpPr>
        <p:spPr>
          <a:xfrm>
            <a:off x="4029247" y="1896790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/>
          <p:nvPr/>
        </p:nvCxnSpPr>
        <p:spPr>
          <a:xfrm>
            <a:off x="4196241" y="2506121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 flipV="1">
            <a:off x="3980716" y="2506121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onut 37"/>
          <p:cNvSpPr/>
          <p:nvPr/>
        </p:nvSpPr>
        <p:spPr>
          <a:xfrm>
            <a:off x="4070024" y="2238396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39" name="Table 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2777224"/>
              </p:ext>
            </p:extLst>
          </p:nvPr>
        </p:nvGraphicFramePr>
        <p:xfrm>
          <a:off x="12366961" y="438742"/>
          <a:ext cx="2499707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Map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location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branchID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40" name="Picture 3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19704" y="972395"/>
            <a:ext cx="310901" cy="310901"/>
          </a:xfrm>
          <a:prstGeom prst="rect">
            <a:avLst/>
          </a:prstGeom>
        </p:spPr>
      </p:pic>
      <p:cxnSp>
        <p:nvCxnSpPr>
          <p:cNvPr id="41" name="Straight Connector 40"/>
          <p:cNvCxnSpPr>
            <a:stCxn id="39" idx="2"/>
            <a:endCxn id="5" idx="0"/>
          </p:cNvCxnSpPr>
          <p:nvPr/>
        </p:nvCxnSpPr>
        <p:spPr>
          <a:xfrm>
            <a:off x="13616814" y="2084662"/>
            <a:ext cx="8999" cy="8139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13461258" y="2265222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/>
          <p:nvPr/>
        </p:nvCxnSpPr>
        <p:spPr>
          <a:xfrm>
            <a:off x="13458144" y="2754608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4" name="Table 4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0126339"/>
              </p:ext>
            </p:extLst>
          </p:nvPr>
        </p:nvGraphicFramePr>
        <p:xfrm>
          <a:off x="291027" y="2974017"/>
          <a:ext cx="2079281" cy="28346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Step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step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step_number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step_des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step_vdo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tutorialID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45" name="Picture 44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303" y="3505927"/>
            <a:ext cx="310901" cy="310901"/>
          </a:xfrm>
          <a:prstGeom prst="rect">
            <a:avLst/>
          </a:prstGeom>
        </p:spPr>
      </p:pic>
      <p:cxnSp>
        <p:nvCxnSpPr>
          <p:cNvPr id="50" name="Straight Connector 49"/>
          <p:cNvCxnSpPr>
            <a:stCxn id="3" idx="1"/>
            <a:endCxn id="44" idx="3"/>
          </p:cNvCxnSpPr>
          <p:nvPr/>
        </p:nvCxnSpPr>
        <p:spPr>
          <a:xfrm flipH="1">
            <a:off x="2370308" y="4381550"/>
            <a:ext cx="786294" cy="97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/>
          <p:nvPr/>
        </p:nvCxnSpPr>
        <p:spPr>
          <a:xfrm flipV="1">
            <a:off x="2370308" y="4390522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>
            <a:off x="2370308" y="4219783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/>
          <p:nvPr/>
        </p:nvCxnSpPr>
        <p:spPr>
          <a:xfrm flipV="1">
            <a:off x="2604851" y="426451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/>
          <p:cNvCxnSpPr/>
          <p:nvPr/>
        </p:nvCxnSpPr>
        <p:spPr>
          <a:xfrm flipV="1">
            <a:off x="3028709" y="425517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1" name="Table 6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6295602"/>
              </p:ext>
            </p:extLst>
          </p:nvPr>
        </p:nvGraphicFramePr>
        <p:xfrm>
          <a:off x="6018057" y="7397381"/>
          <a:ext cx="2499707" cy="20421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Notification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notification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err="1" smtClean="0"/>
                        <a:t>activityID</a:t>
                      </a:r>
                      <a:r>
                        <a:rPr lang="en-US" sz="2000" baseline="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    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status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62" name="Picture 61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6920" y="7934538"/>
            <a:ext cx="310901" cy="310901"/>
          </a:xfrm>
          <a:prstGeom prst="rect">
            <a:avLst/>
          </a:prstGeom>
        </p:spPr>
      </p:pic>
      <p:graphicFrame>
        <p:nvGraphicFramePr>
          <p:cNvPr id="63" name="Table 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6626986"/>
              </p:ext>
            </p:extLst>
          </p:nvPr>
        </p:nvGraphicFramePr>
        <p:xfrm>
          <a:off x="9254793" y="7476767"/>
          <a:ext cx="2499707" cy="1249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Activity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activity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/>
                        <a:t>     activity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64" name="Picture 63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3656" y="8013924"/>
            <a:ext cx="310901" cy="310901"/>
          </a:xfrm>
          <a:prstGeom prst="rect">
            <a:avLst/>
          </a:prstGeom>
        </p:spPr>
      </p:pic>
      <p:cxnSp>
        <p:nvCxnSpPr>
          <p:cNvPr id="65" name="Straight Connector 64"/>
          <p:cNvCxnSpPr/>
          <p:nvPr/>
        </p:nvCxnSpPr>
        <p:spPr>
          <a:xfrm flipH="1">
            <a:off x="8517765" y="8342687"/>
            <a:ext cx="73702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8636493" y="8205373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 flipV="1">
            <a:off x="9114256" y="819599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7260590" y="6183344"/>
            <a:ext cx="8786" cy="121403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>
            <a:off x="7269375" y="7137392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V="1">
            <a:off x="7053850" y="7137392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>
            <a:off x="7107878" y="6338655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Donut 73"/>
          <p:cNvSpPr/>
          <p:nvPr/>
        </p:nvSpPr>
        <p:spPr>
          <a:xfrm>
            <a:off x="7143158" y="6869667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85" name="Table 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785688"/>
              </p:ext>
            </p:extLst>
          </p:nvPr>
        </p:nvGraphicFramePr>
        <p:xfrm>
          <a:off x="12493415" y="7345977"/>
          <a:ext cx="2499707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Follow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follow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following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follower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86" name="Picture 85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46158" y="7879630"/>
            <a:ext cx="310901" cy="310901"/>
          </a:xfrm>
          <a:prstGeom prst="rect">
            <a:avLst/>
          </a:prstGeom>
        </p:spPr>
      </p:pic>
      <p:graphicFrame>
        <p:nvGraphicFramePr>
          <p:cNvPr id="87" name="Table 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889849"/>
              </p:ext>
            </p:extLst>
          </p:nvPr>
        </p:nvGraphicFramePr>
        <p:xfrm>
          <a:off x="15553839" y="7069439"/>
          <a:ext cx="2079281" cy="243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Message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message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</a:t>
                      </a:r>
                      <a:r>
                        <a:rPr lang="en-US" sz="2000" dirty="0" err="1" smtClean="0"/>
                        <a:t>message_detail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sender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receiver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88" name="Picture 87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70121" y="7615079"/>
            <a:ext cx="310901" cy="310901"/>
          </a:xfrm>
          <a:prstGeom prst="rect">
            <a:avLst/>
          </a:prstGeom>
        </p:spPr>
      </p:pic>
      <p:graphicFrame>
        <p:nvGraphicFramePr>
          <p:cNvPr id="89" name="Table 8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9394114"/>
              </p:ext>
            </p:extLst>
          </p:nvPr>
        </p:nvGraphicFramePr>
        <p:xfrm>
          <a:off x="3168609" y="7411460"/>
          <a:ext cx="2499707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Like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like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tutorial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user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90" name="Picture 8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68609" y="7923519"/>
            <a:ext cx="310901" cy="310901"/>
          </a:xfrm>
          <a:prstGeom prst="rect">
            <a:avLst/>
          </a:prstGeom>
        </p:spPr>
      </p:pic>
      <p:cxnSp>
        <p:nvCxnSpPr>
          <p:cNvPr id="91" name="Straight Connector 90"/>
          <p:cNvCxnSpPr/>
          <p:nvPr/>
        </p:nvCxnSpPr>
        <p:spPr>
          <a:xfrm flipH="1">
            <a:off x="8361191" y="5966865"/>
            <a:ext cx="8266276" cy="3012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/>
          <p:cNvCxnSpPr/>
          <p:nvPr/>
        </p:nvCxnSpPr>
        <p:spPr>
          <a:xfrm flipV="1">
            <a:off x="8551390" y="5856888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/>
          <p:cNvCxnSpPr/>
          <p:nvPr/>
        </p:nvCxnSpPr>
        <p:spPr>
          <a:xfrm>
            <a:off x="7877647" y="6173416"/>
            <a:ext cx="1" cy="3944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 flipV="1">
            <a:off x="7877647" y="6567881"/>
            <a:ext cx="5874330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endCxn id="85" idx="0"/>
          </p:cNvCxnSpPr>
          <p:nvPr/>
        </p:nvCxnSpPr>
        <p:spPr>
          <a:xfrm>
            <a:off x="13743268" y="6567881"/>
            <a:ext cx="0" cy="77809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>
            <a:off x="13751976" y="7075204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/>
          <p:cNvCxnSpPr/>
          <p:nvPr/>
        </p:nvCxnSpPr>
        <p:spPr>
          <a:xfrm flipV="1">
            <a:off x="13536451" y="7075204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>
            <a:off x="7710653" y="6338655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Donut 103"/>
          <p:cNvSpPr/>
          <p:nvPr/>
        </p:nvSpPr>
        <p:spPr>
          <a:xfrm>
            <a:off x="13625759" y="6807479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1" name="Straight Connector 110"/>
          <p:cNvCxnSpPr/>
          <p:nvPr/>
        </p:nvCxnSpPr>
        <p:spPr>
          <a:xfrm>
            <a:off x="4445494" y="5996990"/>
            <a:ext cx="1" cy="14483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Connector 111"/>
          <p:cNvCxnSpPr/>
          <p:nvPr/>
        </p:nvCxnSpPr>
        <p:spPr>
          <a:xfrm>
            <a:off x="4448045" y="7185379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Straight Connector 112"/>
          <p:cNvCxnSpPr/>
          <p:nvPr/>
        </p:nvCxnSpPr>
        <p:spPr>
          <a:xfrm flipV="1">
            <a:off x="4232520" y="7185380"/>
            <a:ext cx="215525" cy="25998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Connector 113"/>
          <p:cNvCxnSpPr/>
          <p:nvPr/>
        </p:nvCxnSpPr>
        <p:spPr>
          <a:xfrm>
            <a:off x="4278499" y="6168878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Donut 114"/>
          <p:cNvSpPr/>
          <p:nvPr/>
        </p:nvSpPr>
        <p:spPr>
          <a:xfrm>
            <a:off x="4321828" y="6917654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9" name="Straight Connector 118"/>
          <p:cNvCxnSpPr/>
          <p:nvPr/>
        </p:nvCxnSpPr>
        <p:spPr>
          <a:xfrm flipH="1">
            <a:off x="16616733" y="5953445"/>
            <a:ext cx="8708" cy="11070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/>
          <p:cNvCxnSpPr/>
          <p:nvPr/>
        </p:nvCxnSpPr>
        <p:spPr>
          <a:xfrm>
            <a:off x="16627465" y="6803095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 flipV="1">
            <a:off x="16411940" y="6803095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Donut 121"/>
          <p:cNvSpPr/>
          <p:nvPr/>
        </p:nvSpPr>
        <p:spPr>
          <a:xfrm>
            <a:off x="16501248" y="6535370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8" name="Straight Connector 127"/>
          <p:cNvCxnSpPr>
            <a:stCxn id="85" idx="1"/>
          </p:cNvCxnSpPr>
          <p:nvPr/>
        </p:nvCxnSpPr>
        <p:spPr>
          <a:xfrm flipH="1">
            <a:off x="11758319" y="8168937"/>
            <a:ext cx="735096" cy="2432"/>
          </a:xfrm>
          <a:prstGeom prst="straightConnector1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/>
          <p:cNvCxnSpPr/>
          <p:nvPr/>
        </p:nvCxnSpPr>
        <p:spPr>
          <a:xfrm flipV="1">
            <a:off x="11869763" y="8026167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/>
          <p:nvPr/>
        </p:nvCxnSpPr>
        <p:spPr>
          <a:xfrm flipV="1">
            <a:off x="12257646" y="8026167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/>
          <p:cNvCxnSpPr/>
          <p:nvPr/>
        </p:nvCxnSpPr>
        <p:spPr>
          <a:xfrm flipV="1">
            <a:off x="12258858" y="8001491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/>
          <p:cNvCxnSpPr/>
          <p:nvPr/>
        </p:nvCxnSpPr>
        <p:spPr>
          <a:xfrm>
            <a:off x="12275898" y="8171369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Straight Connector 153"/>
          <p:cNvCxnSpPr/>
          <p:nvPr/>
        </p:nvCxnSpPr>
        <p:spPr>
          <a:xfrm>
            <a:off x="10991803" y="8726447"/>
            <a:ext cx="6892" cy="140741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/>
          <p:cNvCxnSpPr/>
          <p:nvPr/>
        </p:nvCxnSpPr>
        <p:spPr>
          <a:xfrm flipH="1">
            <a:off x="10980350" y="10133866"/>
            <a:ext cx="561312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/>
          <p:cNvCxnSpPr>
            <a:stCxn id="87" idx="2"/>
          </p:cNvCxnSpPr>
          <p:nvPr/>
        </p:nvCxnSpPr>
        <p:spPr>
          <a:xfrm>
            <a:off x="16593479" y="9507839"/>
            <a:ext cx="0" cy="64298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/>
          <p:cNvCxnSpPr/>
          <p:nvPr/>
        </p:nvCxnSpPr>
        <p:spPr>
          <a:xfrm>
            <a:off x="10032886" y="8726447"/>
            <a:ext cx="6892" cy="139182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/>
          <p:cNvCxnSpPr/>
          <p:nvPr/>
        </p:nvCxnSpPr>
        <p:spPr>
          <a:xfrm flipH="1">
            <a:off x="4461187" y="10133866"/>
            <a:ext cx="557170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/>
          <p:cNvCxnSpPr/>
          <p:nvPr/>
        </p:nvCxnSpPr>
        <p:spPr>
          <a:xfrm>
            <a:off x="4455214" y="9070389"/>
            <a:ext cx="0" cy="109344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/>
          <p:cNvCxnSpPr/>
          <p:nvPr/>
        </p:nvCxnSpPr>
        <p:spPr>
          <a:xfrm>
            <a:off x="9865892" y="8886534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/>
          <p:cNvCxnSpPr/>
          <p:nvPr/>
        </p:nvCxnSpPr>
        <p:spPr>
          <a:xfrm>
            <a:off x="10824808" y="8886534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/>
          <p:cNvCxnSpPr/>
          <p:nvPr/>
        </p:nvCxnSpPr>
        <p:spPr>
          <a:xfrm flipV="1">
            <a:off x="16594338" y="9510728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/>
          <p:cNvCxnSpPr/>
          <p:nvPr/>
        </p:nvCxnSpPr>
        <p:spPr>
          <a:xfrm>
            <a:off x="16365744" y="9507839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>
            <a:off x="16427487" y="977071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/>
          <p:cNvCxnSpPr/>
          <p:nvPr/>
        </p:nvCxnSpPr>
        <p:spPr>
          <a:xfrm flipV="1">
            <a:off x="4461187" y="9083047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/>
          <p:cNvCxnSpPr/>
          <p:nvPr/>
        </p:nvCxnSpPr>
        <p:spPr>
          <a:xfrm>
            <a:off x="4232593" y="9080158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/>
          <p:cNvCxnSpPr/>
          <p:nvPr/>
        </p:nvCxnSpPr>
        <p:spPr>
          <a:xfrm>
            <a:off x="4294336" y="9343036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6" name="Table 1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8593015"/>
              </p:ext>
            </p:extLst>
          </p:nvPr>
        </p:nvGraphicFramePr>
        <p:xfrm>
          <a:off x="265030" y="7362419"/>
          <a:ext cx="2499707" cy="243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Comment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comment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comment_detail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tutorial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user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time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117" name="Picture 116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030" y="7874478"/>
            <a:ext cx="310901" cy="310901"/>
          </a:xfrm>
          <a:prstGeom prst="rect">
            <a:avLst/>
          </a:prstGeom>
        </p:spPr>
      </p:pic>
      <p:cxnSp>
        <p:nvCxnSpPr>
          <p:cNvPr id="118" name="Straight Connector 117"/>
          <p:cNvCxnSpPr/>
          <p:nvPr/>
        </p:nvCxnSpPr>
        <p:spPr>
          <a:xfrm flipH="1">
            <a:off x="1517435" y="6518827"/>
            <a:ext cx="246328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Connector 122"/>
          <p:cNvCxnSpPr>
            <a:endCxn id="116" idx="0"/>
          </p:cNvCxnSpPr>
          <p:nvPr/>
        </p:nvCxnSpPr>
        <p:spPr>
          <a:xfrm flipH="1">
            <a:off x="1514883" y="6518827"/>
            <a:ext cx="2552" cy="8435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/>
          <p:cNvCxnSpPr/>
          <p:nvPr/>
        </p:nvCxnSpPr>
        <p:spPr>
          <a:xfrm>
            <a:off x="1517434" y="7102430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Connector 124"/>
          <p:cNvCxnSpPr/>
          <p:nvPr/>
        </p:nvCxnSpPr>
        <p:spPr>
          <a:xfrm flipV="1">
            <a:off x="1301909" y="7102430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Donut 125"/>
          <p:cNvSpPr/>
          <p:nvPr/>
        </p:nvSpPr>
        <p:spPr>
          <a:xfrm>
            <a:off x="1391217" y="6834705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7" name="Straight Connector 126"/>
          <p:cNvCxnSpPr/>
          <p:nvPr/>
        </p:nvCxnSpPr>
        <p:spPr>
          <a:xfrm>
            <a:off x="1517595" y="9791845"/>
            <a:ext cx="5973" cy="7061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/>
          <p:cNvCxnSpPr/>
          <p:nvPr/>
        </p:nvCxnSpPr>
        <p:spPr>
          <a:xfrm flipV="1">
            <a:off x="1523568" y="9804503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/>
          <p:cNvCxnSpPr/>
          <p:nvPr/>
        </p:nvCxnSpPr>
        <p:spPr>
          <a:xfrm>
            <a:off x="1294974" y="9801614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Connector 134"/>
          <p:cNvCxnSpPr/>
          <p:nvPr/>
        </p:nvCxnSpPr>
        <p:spPr>
          <a:xfrm>
            <a:off x="1356717" y="10064492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Straight Connector 135"/>
          <p:cNvCxnSpPr/>
          <p:nvPr/>
        </p:nvCxnSpPr>
        <p:spPr>
          <a:xfrm>
            <a:off x="3980716" y="5996990"/>
            <a:ext cx="0" cy="5383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/>
          <p:cNvCxnSpPr/>
          <p:nvPr/>
        </p:nvCxnSpPr>
        <p:spPr>
          <a:xfrm>
            <a:off x="3816080" y="6168688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/>
          <p:nvPr/>
        </p:nvCxnSpPr>
        <p:spPr>
          <a:xfrm flipH="1">
            <a:off x="1494050" y="10498025"/>
            <a:ext cx="899697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/>
          <p:nvPr/>
        </p:nvCxnSpPr>
        <p:spPr>
          <a:xfrm>
            <a:off x="10491023" y="8713527"/>
            <a:ext cx="6892" cy="178449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/>
          <p:cNvCxnSpPr/>
          <p:nvPr/>
        </p:nvCxnSpPr>
        <p:spPr>
          <a:xfrm>
            <a:off x="10324028" y="8873614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9214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445885" y="1596367"/>
            <a:ext cx="2182669" cy="7781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Registered user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695506" y="3850095"/>
            <a:ext cx="1656132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Blogger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878175" y="3850095"/>
            <a:ext cx="1701649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Shopkeeper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99992" y="1564409"/>
            <a:ext cx="1992170" cy="77811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Unregistered user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5244640" y="2808850"/>
            <a:ext cx="585160" cy="5851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d</a:t>
            </a:r>
          </a:p>
        </p:txBody>
      </p:sp>
      <p:cxnSp>
        <p:nvCxnSpPr>
          <p:cNvPr id="10" name="Straight Connector 9"/>
          <p:cNvCxnSpPr>
            <a:stCxn id="8" idx="3"/>
            <a:endCxn id="5" idx="0"/>
          </p:cNvCxnSpPr>
          <p:nvPr/>
        </p:nvCxnSpPr>
        <p:spPr>
          <a:xfrm flipH="1">
            <a:off x="4523572" y="3308315"/>
            <a:ext cx="806763" cy="5417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stCxn id="8" idx="5"/>
            <a:endCxn id="6" idx="0"/>
          </p:cNvCxnSpPr>
          <p:nvPr/>
        </p:nvCxnSpPr>
        <p:spPr>
          <a:xfrm>
            <a:off x="5744105" y="3308315"/>
            <a:ext cx="984895" cy="5417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>
            <a:stCxn id="4" idx="2"/>
            <a:endCxn id="8" idx="0"/>
          </p:cNvCxnSpPr>
          <p:nvPr/>
        </p:nvCxnSpPr>
        <p:spPr>
          <a:xfrm>
            <a:off x="5537220" y="2374486"/>
            <a:ext cx="0" cy="43436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12079" y="1873733"/>
            <a:ext cx="640716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9" name="Oval 18"/>
          <p:cNvSpPr/>
          <p:nvPr/>
        </p:nvSpPr>
        <p:spPr>
          <a:xfrm>
            <a:off x="2924079" y="905915"/>
            <a:ext cx="1766553" cy="50075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Username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0" name="Oval 19"/>
          <p:cNvSpPr/>
          <p:nvPr/>
        </p:nvSpPr>
        <p:spPr>
          <a:xfrm>
            <a:off x="4258362" y="340025"/>
            <a:ext cx="1766553" cy="50075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Password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1" name="Oval 20"/>
          <p:cNvSpPr/>
          <p:nvPr/>
        </p:nvSpPr>
        <p:spPr>
          <a:xfrm>
            <a:off x="5744105" y="840778"/>
            <a:ext cx="1136733" cy="50075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Email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2" name="Oval 21"/>
          <p:cNvSpPr/>
          <p:nvPr/>
        </p:nvSpPr>
        <p:spPr>
          <a:xfrm>
            <a:off x="7057110" y="1314676"/>
            <a:ext cx="1339928" cy="49946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Picture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3" name="Oval 22"/>
          <p:cNvSpPr/>
          <p:nvPr/>
        </p:nvSpPr>
        <p:spPr>
          <a:xfrm>
            <a:off x="7006316" y="2036228"/>
            <a:ext cx="1466904" cy="67651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Creation Time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24" name="Straight Connector 23"/>
          <p:cNvCxnSpPr>
            <a:stCxn id="23" idx="2"/>
          </p:cNvCxnSpPr>
          <p:nvPr/>
        </p:nvCxnSpPr>
        <p:spPr>
          <a:xfrm flipH="1" flipV="1">
            <a:off x="6628554" y="2231493"/>
            <a:ext cx="377762" cy="1429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22" idx="2"/>
          </p:cNvCxnSpPr>
          <p:nvPr/>
        </p:nvCxnSpPr>
        <p:spPr>
          <a:xfrm flipH="1">
            <a:off x="6628554" y="1564409"/>
            <a:ext cx="428556" cy="2497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/>
          <p:cNvCxnSpPr>
            <a:stCxn id="21" idx="4"/>
          </p:cNvCxnSpPr>
          <p:nvPr/>
        </p:nvCxnSpPr>
        <p:spPr>
          <a:xfrm flipH="1">
            <a:off x="5952681" y="1341531"/>
            <a:ext cx="359791" cy="25483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endCxn id="20" idx="4"/>
          </p:cNvCxnSpPr>
          <p:nvPr/>
        </p:nvCxnSpPr>
        <p:spPr>
          <a:xfrm flipH="1" flipV="1">
            <a:off x="5141639" y="840778"/>
            <a:ext cx="103001" cy="7555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>
            <a:endCxn id="19" idx="5"/>
          </p:cNvCxnSpPr>
          <p:nvPr/>
        </p:nvCxnSpPr>
        <p:spPr>
          <a:xfrm flipH="1" flipV="1">
            <a:off x="4431926" y="1333334"/>
            <a:ext cx="328491" cy="26303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>
            <a:stCxn id="4" idx="1"/>
            <a:endCxn id="18" idx="6"/>
          </p:cNvCxnSpPr>
          <p:nvPr/>
        </p:nvCxnSpPr>
        <p:spPr>
          <a:xfrm flipH="1">
            <a:off x="3952795" y="1985427"/>
            <a:ext cx="493090" cy="13868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286699" y="5800879"/>
            <a:ext cx="1446133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Tutorial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5" name="Oval 44"/>
          <p:cNvSpPr/>
          <p:nvPr/>
        </p:nvSpPr>
        <p:spPr>
          <a:xfrm>
            <a:off x="1823853" y="5196507"/>
            <a:ext cx="622561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>
            <a:off x="4418573" y="4526608"/>
            <a:ext cx="0" cy="16125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/>
          <p:cNvCxnSpPr>
            <a:stCxn id="7" idx="2"/>
          </p:cNvCxnSpPr>
          <p:nvPr/>
        </p:nvCxnSpPr>
        <p:spPr>
          <a:xfrm>
            <a:off x="1696077" y="2342528"/>
            <a:ext cx="0" cy="37966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/>
          <p:cNvCxnSpPr>
            <a:stCxn id="44" idx="3"/>
          </p:cNvCxnSpPr>
          <p:nvPr/>
        </p:nvCxnSpPr>
        <p:spPr>
          <a:xfrm>
            <a:off x="3732832" y="6139136"/>
            <a:ext cx="68574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endCxn id="44" idx="1"/>
          </p:cNvCxnSpPr>
          <p:nvPr/>
        </p:nvCxnSpPr>
        <p:spPr>
          <a:xfrm>
            <a:off x="1696077" y="6139136"/>
            <a:ext cx="59062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Oval 72"/>
          <p:cNvSpPr/>
          <p:nvPr/>
        </p:nvSpPr>
        <p:spPr>
          <a:xfrm>
            <a:off x="2523646" y="4946131"/>
            <a:ext cx="890913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Title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74" name="Oval 73"/>
          <p:cNvSpPr/>
          <p:nvPr/>
        </p:nvSpPr>
        <p:spPr>
          <a:xfrm>
            <a:off x="177486" y="6298421"/>
            <a:ext cx="1440584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Category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75" name="Straight Connector 74"/>
          <p:cNvCxnSpPr>
            <a:stCxn id="45" idx="4"/>
          </p:cNvCxnSpPr>
          <p:nvPr/>
        </p:nvCxnSpPr>
        <p:spPr>
          <a:xfrm>
            <a:off x="2135134" y="5697259"/>
            <a:ext cx="151565" cy="1036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>
            <a:stCxn id="73" idx="4"/>
            <a:endCxn id="44" idx="0"/>
          </p:cNvCxnSpPr>
          <p:nvPr/>
        </p:nvCxnSpPr>
        <p:spPr>
          <a:xfrm>
            <a:off x="2969103" y="5446883"/>
            <a:ext cx="40663" cy="35399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/>
          <p:cNvCxnSpPr>
            <a:endCxn id="74" idx="6"/>
          </p:cNvCxnSpPr>
          <p:nvPr/>
        </p:nvCxnSpPr>
        <p:spPr>
          <a:xfrm flipH="1">
            <a:off x="1618070" y="6407259"/>
            <a:ext cx="668914" cy="14153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Oval 83"/>
          <p:cNvSpPr/>
          <p:nvPr/>
        </p:nvSpPr>
        <p:spPr>
          <a:xfrm>
            <a:off x="1325672" y="6758972"/>
            <a:ext cx="1408666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Material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85" name="Straight Connector 84"/>
          <p:cNvCxnSpPr>
            <a:stCxn id="84" idx="0"/>
          </p:cNvCxnSpPr>
          <p:nvPr/>
        </p:nvCxnSpPr>
        <p:spPr>
          <a:xfrm flipV="1">
            <a:off x="2030005" y="6477393"/>
            <a:ext cx="578433" cy="2815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Oval 90"/>
          <p:cNvSpPr/>
          <p:nvPr/>
        </p:nvSpPr>
        <p:spPr>
          <a:xfrm>
            <a:off x="174319" y="7186241"/>
            <a:ext cx="1204600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Picture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92" name="Oval 91"/>
          <p:cNvSpPr/>
          <p:nvPr/>
        </p:nvSpPr>
        <p:spPr>
          <a:xfrm>
            <a:off x="1046033" y="7710039"/>
            <a:ext cx="1821674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Description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93" name="Straight Connector 92"/>
          <p:cNvCxnSpPr>
            <a:stCxn id="91" idx="0"/>
            <a:endCxn id="84" idx="2"/>
          </p:cNvCxnSpPr>
          <p:nvPr/>
        </p:nvCxnSpPr>
        <p:spPr>
          <a:xfrm flipV="1">
            <a:off x="776619" y="7009348"/>
            <a:ext cx="549053" cy="17689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/>
          <p:cNvCxnSpPr>
            <a:stCxn id="92" idx="0"/>
            <a:endCxn id="84" idx="4"/>
          </p:cNvCxnSpPr>
          <p:nvPr/>
        </p:nvCxnSpPr>
        <p:spPr>
          <a:xfrm flipV="1">
            <a:off x="1956870" y="7259724"/>
            <a:ext cx="73135" cy="45031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/>
          <p:cNvSpPr/>
          <p:nvPr/>
        </p:nvSpPr>
        <p:spPr>
          <a:xfrm>
            <a:off x="2537568" y="8628218"/>
            <a:ext cx="973554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Step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14" name="Straight Connector 113"/>
          <p:cNvCxnSpPr>
            <a:stCxn id="113" idx="0"/>
            <a:endCxn id="44" idx="2"/>
          </p:cNvCxnSpPr>
          <p:nvPr/>
        </p:nvCxnSpPr>
        <p:spPr>
          <a:xfrm flipH="1" flipV="1">
            <a:off x="3009766" y="6477392"/>
            <a:ext cx="14579" cy="215082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Oval 116"/>
          <p:cNvSpPr/>
          <p:nvPr/>
        </p:nvSpPr>
        <p:spPr>
          <a:xfrm>
            <a:off x="1431654" y="8612644"/>
            <a:ext cx="622561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18" name="Straight Connector 117"/>
          <p:cNvCxnSpPr>
            <a:stCxn id="117" idx="6"/>
          </p:cNvCxnSpPr>
          <p:nvPr/>
        </p:nvCxnSpPr>
        <p:spPr>
          <a:xfrm>
            <a:off x="2054215" y="8863020"/>
            <a:ext cx="46943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Oval 120"/>
          <p:cNvSpPr/>
          <p:nvPr/>
        </p:nvSpPr>
        <p:spPr>
          <a:xfrm>
            <a:off x="1135479" y="9377475"/>
            <a:ext cx="1376748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3540131" y="9337264"/>
            <a:ext cx="1811507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Description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25" name="Straight Connector 124"/>
          <p:cNvCxnSpPr>
            <a:stCxn id="121" idx="0"/>
            <a:endCxn id="113" idx="1"/>
          </p:cNvCxnSpPr>
          <p:nvPr/>
        </p:nvCxnSpPr>
        <p:spPr>
          <a:xfrm flipV="1">
            <a:off x="1823853" y="8966475"/>
            <a:ext cx="713715" cy="41100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Connector 127"/>
          <p:cNvCxnSpPr>
            <a:endCxn id="122" idx="1"/>
          </p:cNvCxnSpPr>
          <p:nvPr/>
        </p:nvCxnSpPr>
        <p:spPr>
          <a:xfrm>
            <a:off x="3511122" y="9231398"/>
            <a:ext cx="294298" cy="17919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Rectangle 150"/>
          <p:cNvSpPr/>
          <p:nvPr/>
        </p:nvSpPr>
        <p:spPr>
          <a:xfrm>
            <a:off x="9283026" y="1985427"/>
            <a:ext cx="1446133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Shop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52" name="Straight Connector 151"/>
          <p:cNvCxnSpPr>
            <a:stCxn id="6" idx="3"/>
          </p:cNvCxnSpPr>
          <p:nvPr/>
        </p:nvCxnSpPr>
        <p:spPr>
          <a:xfrm>
            <a:off x="7579824" y="4188352"/>
            <a:ext cx="242626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/>
          <p:cNvCxnSpPr>
            <a:endCxn id="151" idx="2"/>
          </p:cNvCxnSpPr>
          <p:nvPr/>
        </p:nvCxnSpPr>
        <p:spPr>
          <a:xfrm flipV="1">
            <a:off x="10006093" y="2661940"/>
            <a:ext cx="0" cy="152641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Rectangle 158"/>
          <p:cNvSpPr/>
          <p:nvPr/>
        </p:nvSpPr>
        <p:spPr>
          <a:xfrm>
            <a:off x="11948820" y="2004271"/>
            <a:ext cx="1446133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Branch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0" name="Rectangle 159"/>
          <p:cNvSpPr/>
          <p:nvPr/>
        </p:nvSpPr>
        <p:spPr>
          <a:xfrm>
            <a:off x="14746898" y="2004271"/>
            <a:ext cx="1446133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Picture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10496592" y="2978131"/>
            <a:ext cx="640716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10006093" y="1140634"/>
            <a:ext cx="1105754" cy="53206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name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8313526" y="639881"/>
            <a:ext cx="1893528" cy="532067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information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64" name="Straight Connector 163"/>
          <p:cNvCxnSpPr>
            <a:endCxn id="163" idx="4"/>
          </p:cNvCxnSpPr>
          <p:nvPr/>
        </p:nvCxnSpPr>
        <p:spPr>
          <a:xfrm flipH="1" flipV="1">
            <a:off x="9260290" y="1171948"/>
            <a:ext cx="314666" cy="8134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Straight Connector 166"/>
          <p:cNvCxnSpPr>
            <a:endCxn id="162" idx="4"/>
          </p:cNvCxnSpPr>
          <p:nvPr/>
        </p:nvCxnSpPr>
        <p:spPr>
          <a:xfrm flipV="1">
            <a:off x="10405271" y="1672701"/>
            <a:ext cx="153699" cy="31272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Straight Connector 169"/>
          <p:cNvCxnSpPr>
            <a:stCxn id="161" idx="1"/>
          </p:cNvCxnSpPr>
          <p:nvPr/>
        </p:nvCxnSpPr>
        <p:spPr>
          <a:xfrm flipH="1" flipV="1">
            <a:off x="10405272" y="2661941"/>
            <a:ext cx="185151" cy="38952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/>
          <p:cNvCxnSpPr>
            <a:stCxn id="151" idx="3"/>
            <a:endCxn id="159" idx="1"/>
          </p:cNvCxnSpPr>
          <p:nvPr/>
        </p:nvCxnSpPr>
        <p:spPr>
          <a:xfrm>
            <a:off x="10729159" y="2323684"/>
            <a:ext cx="1219661" cy="1884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/>
          <p:cNvCxnSpPr>
            <a:stCxn id="159" idx="3"/>
            <a:endCxn id="160" idx="1"/>
          </p:cNvCxnSpPr>
          <p:nvPr/>
        </p:nvCxnSpPr>
        <p:spPr>
          <a:xfrm>
            <a:off x="13394953" y="2342528"/>
            <a:ext cx="135194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Oval 178"/>
          <p:cNvSpPr/>
          <p:nvPr/>
        </p:nvSpPr>
        <p:spPr>
          <a:xfrm>
            <a:off x="11308104" y="1356768"/>
            <a:ext cx="640716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11583915" y="487689"/>
            <a:ext cx="1811038" cy="86338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Telephone number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13242566" y="1329736"/>
            <a:ext cx="1504331" cy="50075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location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82" name="Straight Connector 181"/>
          <p:cNvCxnSpPr>
            <a:endCxn id="179" idx="5"/>
          </p:cNvCxnSpPr>
          <p:nvPr/>
        </p:nvCxnSpPr>
        <p:spPr>
          <a:xfrm flipH="1" flipV="1">
            <a:off x="11854989" y="1784187"/>
            <a:ext cx="93831" cy="25204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/>
          <p:cNvCxnSpPr>
            <a:endCxn id="180" idx="4"/>
          </p:cNvCxnSpPr>
          <p:nvPr/>
        </p:nvCxnSpPr>
        <p:spPr>
          <a:xfrm flipV="1">
            <a:off x="12489434" y="1351078"/>
            <a:ext cx="0" cy="63434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/>
          <p:cNvCxnSpPr>
            <a:endCxn id="181" idx="3"/>
          </p:cNvCxnSpPr>
          <p:nvPr/>
        </p:nvCxnSpPr>
        <p:spPr>
          <a:xfrm flipV="1">
            <a:off x="13242566" y="1757155"/>
            <a:ext cx="220304" cy="2282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15872673" y="1178397"/>
            <a:ext cx="640716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16513389" y="1985427"/>
            <a:ext cx="1306026" cy="54178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picture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93" name="Straight Connector 192"/>
          <p:cNvCxnSpPr>
            <a:endCxn id="191" idx="4"/>
          </p:cNvCxnSpPr>
          <p:nvPr/>
        </p:nvCxnSpPr>
        <p:spPr>
          <a:xfrm flipV="1">
            <a:off x="15872673" y="1679149"/>
            <a:ext cx="320358" cy="3062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/>
          <p:cNvCxnSpPr>
            <a:stCxn id="160" idx="3"/>
            <a:endCxn id="192" idx="2"/>
          </p:cNvCxnSpPr>
          <p:nvPr/>
        </p:nvCxnSpPr>
        <p:spPr>
          <a:xfrm flipV="1">
            <a:off x="16193031" y="2256317"/>
            <a:ext cx="320358" cy="8621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Rectangle 199"/>
          <p:cNvSpPr/>
          <p:nvPr/>
        </p:nvSpPr>
        <p:spPr>
          <a:xfrm>
            <a:off x="8490545" y="8452472"/>
            <a:ext cx="1701649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Message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1" name="Rectangle 200"/>
          <p:cNvSpPr/>
          <p:nvPr/>
        </p:nvSpPr>
        <p:spPr>
          <a:xfrm>
            <a:off x="11085792" y="5293356"/>
            <a:ext cx="1701649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Notification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2" name="Diamond 201"/>
          <p:cNvSpPr/>
          <p:nvPr/>
        </p:nvSpPr>
        <p:spPr>
          <a:xfrm>
            <a:off x="5776584" y="8269433"/>
            <a:ext cx="1904831" cy="1042592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Send/Receive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03" name="Diamond 202"/>
          <p:cNvSpPr/>
          <p:nvPr/>
        </p:nvSpPr>
        <p:spPr>
          <a:xfrm>
            <a:off x="8867126" y="5196507"/>
            <a:ext cx="1339928" cy="870212"/>
          </a:xfrm>
          <a:prstGeom prst="diamond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Get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204" name="Rectangle 203"/>
          <p:cNvSpPr/>
          <p:nvPr/>
        </p:nvSpPr>
        <p:spPr>
          <a:xfrm>
            <a:off x="13896072" y="5293356"/>
            <a:ext cx="1701649" cy="6765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Activity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05" name="Straight Connector 204"/>
          <p:cNvCxnSpPr>
            <a:stCxn id="6" idx="2"/>
            <a:endCxn id="202" idx="0"/>
          </p:cNvCxnSpPr>
          <p:nvPr/>
        </p:nvCxnSpPr>
        <p:spPr>
          <a:xfrm>
            <a:off x="6729000" y="4526608"/>
            <a:ext cx="0" cy="374282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Straight Connector 210"/>
          <p:cNvCxnSpPr>
            <a:endCxn id="203" idx="0"/>
          </p:cNvCxnSpPr>
          <p:nvPr/>
        </p:nvCxnSpPr>
        <p:spPr>
          <a:xfrm>
            <a:off x="9537090" y="4397345"/>
            <a:ext cx="0" cy="79916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/>
          <p:cNvCxnSpPr/>
          <p:nvPr/>
        </p:nvCxnSpPr>
        <p:spPr>
          <a:xfrm>
            <a:off x="7568195" y="4397345"/>
            <a:ext cx="19688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Straight Connector 220"/>
          <p:cNvCxnSpPr>
            <a:stCxn id="203" idx="3"/>
            <a:endCxn id="201" idx="1"/>
          </p:cNvCxnSpPr>
          <p:nvPr/>
        </p:nvCxnSpPr>
        <p:spPr>
          <a:xfrm>
            <a:off x="10207054" y="5631613"/>
            <a:ext cx="87873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Straight Connector 223"/>
          <p:cNvCxnSpPr>
            <a:stCxn id="201" idx="3"/>
            <a:endCxn id="204" idx="1"/>
          </p:cNvCxnSpPr>
          <p:nvPr/>
        </p:nvCxnSpPr>
        <p:spPr>
          <a:xfrm>
            <a:off x="12787441" y="5631613"/>
            <a:ext cx="1108631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Straight Connector 227"/>
          <p:cNvCxnSpPr/>
          <p:nvPr/>
        </p:nvCxnSpPr>
        <p:spPr>
          <a:xfrm>
            <a:off x="4760417" y="4526608"/>
            <a:ext cx="0" cy="426412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Straight Connector 229"/>
          <p:cNvCxnSpPr>
            <a:endCxn id="202" idx="1"/>
          </p:cNvCxnSpPr>
          <p:nvPr/>
        </p:nvCxnSpPr>
        <p:spPr>
          <a:xfrm>
            <a:off x="4760417" y="8790729"/>
            <a:ext cx="101616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5" name="Straight Connector 234"/>
          <p:cNvCxnSpPr>
            <a:stCxn id="202" idx="3"/>
            <a:endCxn id="200" idx="1"/>
          </p:cNvCxnSpPr>
          <p:nvPr/>
        </p:nvCxnSpPr>
        <p:spPr>
          <a:xfrm>
            <a:off x="7681415" y="8790729"/>
            <a:ext cx="80913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2" name="Straight Connector 241"/>
          <p:cNvCxnSpPr/>
          <p:nvPr/>
        </p:nvCxnSpPr>
        <p:spPr>
          <a:xfrm>
            <a:off x="5107038" y="4526608"/>
            <a:ext cx="0" cy="110500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8" name="Straight Connector 247"/>
          <p:cNvCxnSpPr>
            <a:endCxn id="254" idx="0"/>
          </p:cNvCxnSpPr>
          <p:nvPr/>
        </p:nvCxnSpPr>
        <p:spPr>
          <a:xfrm>
            <a:off x="5103155" y="5629363"/>
            <a:ext cx="138287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4" name="Freeform 253"/>
          <p:cNvSpPr/>
          <p:nvPr/>
        </p:nvSpPr>
        <p:spPr>
          <a:xfrm rot="375682">
            <a:off x="6498111" y="5408513"/>
            <a:ext cx="436177" cy="245367"/>
          </a:xfrm>
          <a:custGeom>
            <a:avLst/>
            <a:gdLst>
              <a:gd name="connsiteX0" fmla="*/ 0 w 666283"/>
              <a:gd name="connsiteY0" fmla="*/ 374203 h 374203"/>
              <a:gd name="connsiteX1" fmla="*/ 52293 w 666283"/>
              <a:gd name="connsiteY1" fmla="*/ 224790 h 374203"/>
              <a:gd name="connsiteX2" fmla="*/ 134468 w 666283"/>
              <a:gd name="connsiteY2" fmla="*/ 82848 h 374203"/>
              <a:gd name="connsiteX3" fmla="*/ 216644 w 666283"/>
              <a:gd name="connsiteY3" fmla="*/ 23083 h 374203"/>
              <a:gd name="connsiteX4" fmla="*/ 313760 w 666283"/>
              <a:gd name="connsiteY4" fmla="*/ 671 h 374203"/>
              <a:gd name="connsiteX5" fmla="*/ 470640 w 666283"/>
              <a:gd name="connsiteY5" fmla="*/ 45495 h 374203"/>
              <a:gd name="connsiteX6" fmla="*/ 582697 w 666283"/>
              <a:gd name="connsiteY6" fmla="*/ 157554 h 374203"/>
              <a:gd name="connsiteX7" fmla="*/ 657402 w 666283"/>
              <a:gd name="connsiteY7" fmla="*/ 292026 h 374203"/>
              <a:gd name="connsiteX8" fmla="*/ 664872 w 666283"/>
              <a:gd name="connsiteY8" fmla="*/ 336850 h 374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66283" h="374203">
                <a:moveTo>
                  <a:pt x="0" y="374203"/>
                </a:moveTo>
                <a:cubicBezTo>
                  <a:pt x="14941" y="323776"/>
                  <a:pt x="29882" y="273349"/>
                  <a:pt x="52293" y="224790"/>
                </a:cubicBezTo>
                <a:cubicBezTo>
                  <a:pt x="74704" y="176231"/>
                  <a:pt x="107076" y="116466"/>
                  <a:pt x="134468" y="82848"/>
                </a:cubicBezTo>
                <a:cubicBezTo>
                  <a:pt x="161860" y="49230"/>
                  <a:pt x="186762" y="36779"/>
                  <a:pt x="216644" y="23083"/>
                </a:cubicBezTo>
                <a:cubicBezTo>
                  <a:pt x="246526" y="9387"/>
                  <a:pt x="271427" y="-3064"/>
                  <a:pt x="313760" y="671"/>
                </a:cubicBezTo>
                <a:cubicBezTo>
                  <a:pt x="356093" y="4406"/>
                  <a:pt x="425817" y="19348"/>
                  <a:pt x="470640" y="45495"/>
                </a:cubicBezTo>
                <a:cubicBezTo>
                  <a:pt x="515463" y="71642"/>
                  <a:pt x="551570" y="116466"/>
                  <a:pt x="582697" y="157554"/>
                </a:cubicBezTo>
                <a:cubicBezTo>
                  <a:pt x="613824" y="198642"/>
                  <a:pt x="643706" y="262144"/>
                  <a:pt x="657402" y="292026"/>
                </a:cubicBezTo>
                <a:cubicBezTo>
                  <a:pt x="671098" y="321908"/>
                  <a:pt x="664872" y="336850"/>
                  <a:pt x="664872" y="336850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5" name="Straight Connector 254"/>
          <p:cNvCxnSpPr>
            <a:stCxn id="254" idx="7"/>
            <a:endCxn id="203" idx="1"/>
          </p:cNvCxnSpPr>
          <p:nvPr/>
        </p:nvCxnSpPr>
        <p:spPr>
          <a:xfrm>
            <a:off x="6919704" y="5622737"/>
            <a:ext cx="1947422" cy="88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TextBox 263"/>
          <p:cNvSpPr txBox="1"/>
          <p:nvPr/>
        </p:nvSpPr>
        <p:spPr>
          <a:xfrm>
            <a:off x="1742935" y="2589955"/>
            <a:ext cx="9319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Explore</a:t>
            </a:r>
            <a:endParaRPr lang="en-US" dirty="0"/>
          </a:p>
        </p:txBody>
      </p:sp>
      <p:sp>
        <p:nvSpPr>
          <p:cNvPr id="265" name="TextBox 264"/>
          <p:cNvSpPr txBox="1"/>
          <p:nvPr/>
        </p:nvSpPr>
        <p:spPr>
          <a:xfrm>
            <a:off x="3485073" y="4694387"/>
            <a:ext cx="12055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Manage</a:t>
            </a:r>
            <a:endParaRPr lang="en-US" dirty="0"/>
          </a:p>
        </p:txBody>
      </p:sp>
      <p:sp>
        <p:nvSpPr>
          <p:cNvPr id="271" name="TextBox 270"/>
          <p:cNvSpPr txBox="1"/>
          <p:nvPr/>
        </p:nvSpPr>
        <p:spPr>
          <a:xfrm>
            <a:off x="8063374" y="3805761"/>
            <a:ext cx="12055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Manage</a:t>
            </a:r>
            <a:endParaRPr lang="en-US" dirty="0"/>
          </a:p>
        </p:txBody>
      </p:sp>
      <p:sp>
        <p:nvSpPr>
          <p:cNvPr id="272" name="TextBox 271"/>
          <p:cNvSpPr txBox="1"/>
          <p:nvPr/>
        </p:nvSpPr>
        <p:spPr>
          <a:xfrm>
            <a:off x="10940929" y="1981475"/>
            <a:ext cx="6027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Has</a:t>
            </a:r>
            <a:endParaRPr lang="en-US" dirty="0"/>
          </a:p>
        </p:txBody>
      </p:sp>
      <p:sp>
        <p:nvSpPr>
          <p:cNvPr id="273" name="TextBox 272"/>
          <p:cNvSpPr txBox="1"/>
          <p:nvPr/>
        </p:nvSpPr>
        <p:spPr>
          <a:xfrm>
            <a:off x="13556094" y="1989664"/>
            <a:ext cx="958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Contain</a:t>
            </a:r>
            <a:endParaRPr lang="en-US" dirty="0"/>
          </a:p>
        </p:txBody>
      </p:sp>
      <p:sp>
        <p:nvSpPr>
          <p:cNvPr id="274" name="TextBox 273"/>
          <p:cNvSpPr txBox="1"/>
          <p:nvPr/>
        </p:nvSpPr>
        <p:spPr>
          <a:xfrm>
            <a:off x="3037357" y="6666478"/>
            <a:ext cx="9584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Contain</a:t>
            </a:r>
            <a:endParaRPr lang="en-US" dirty="0"/>
          </a:p>
        </p:txBody>
      </p:sp>
      <p:sp>
        <p:nvSpPr>
          <p:cNvPr id="275" name="Rectangle 274"/>
          <p:cNvSpPr/>
          <p:nvPr/>
        </p:nvSpPr>
        <p:spPr>
          <a:xfrm>
            <a:off x="12522215" y="7388681"/>
            <a:ext cx="1201007" cy="6178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Comment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6" name="Rectangle 275"/>
          <p:cNvSpPr/>
          <p:nvPr/>
        </p:nvSpPr>
        <p:spPr>
          <a:xfrm>
            <a:off x="15659753" y="7388681"/>
            <a:ext cx="1264337" cy="6178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Follow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77" name="Oval 276"/>
          <p:cNvSpPr/>
          <p:nvPr/>
        </p:nvSpPr>
        <p:spPr>
          <a:xfrm>
            <a:off x="14452847" y="6347436"/>
            <a:ext cx="585160" cy="5851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d</a:t>
            </a:r>
          </a:p>
        </p:txBody>
      </p:sp>
      <p:cxnSp>
        <p:nvCxnSpPr>
          <p:cNvPr id="278" name="Straight Connector 277"/>
          <p:cNvCxnSpPr>
            <a:stCxn id="277" idx="3"/>
            <a:endCxn id="275" idx="0"/>
          </p:cNvCxnSpPr>
          <p:nvPr/>
        </p:nvCxnSpPr>
        <p:spPr>
          <a:xfrm flipH="1">
            <a:off x="13122719" y="6846901"/>
            <a:ext cx="1415823" cy="5417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Connector 278"/>
          <p:cNvCxnSpPr>
            <a:stCxn id="277" idx="5"/>
            <a:endCxn id="276" idx="0"/>
          </p:cNvCxnSpPr>
          <p:nvPr/>
        </p:nvCxnSpPr>
        <p:spPr>
          <a:xfrm>
            <a:off x="14952312" y="6846901"/>
            <a:ext cx="1339610" cy="5417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/>
          <p:cNvCxnSpPr>
            <a:stCxn id="204" idx="2"/>
            <a:endCxn id="277" idx="0"/>
          </p:cNvCxnSpPr>
          <p:nvPr/>
        </p:nvCxnSpPr>
        <p:spPr>
          <a:xfrm flipH="1">
            <a:off x="14745427" y="5969869"/>
            <a:ext cx="1470" cy="37756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6" name="Rectangle 285"/>
          <p:cNvSpPr/>
          <p:nvPr/>
        </p:nvSpPr>
        <p:spPr>
          <a:xfrm>
            <a:off x="14144923" y="7388681"/>
            <a:ext cx="1201007" cy="617871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chemeClr val="tx1"/>
                </a:solidFill>
              </a:rPr>
              <a:t>Like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90" name="Straight Connector 289"/>
          <p:cNvCxnSpPr>
            <a:stCxn id="277" idx="4"/>
            <a:endCxn id="286" idx="0"/>
          </p:cNvCxnSpPr>
          <p:nvPr/>
        </p:nvCxnSpPr>
        <p:spPr>
          <a:xfrm>
            <a:off x="14745427" y="6932596"/>
            <a:ext cx="0" cy="45608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9499734" y="7686993"/>
            <a:ext cx="622561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10438673" y="8202095"/>
            <a:ext cx="1145242" cy="58863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Detail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10496592" y="9108963"/>
            <a:ext cx="1452227" cy="58863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Sender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8739967" y="9492457"/>
            <a:ext cx="1452227" cy="588633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Receiver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05" name="Straight Connector 104"/>
          <p:cNvCxnSpPr>
            <a:endCxn id="101" idx="4"/>
          </p:cNvCxnSpPr>
          <p:nvPr/>
        </p:nvCxnSpPr>
        <p:spPr>
          <a:xfrm flipV="1">
            <a:off x="9695940" y="8187745"/>
            <a:ext cx="115075" cy="26472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/>
          <p:cNvCxnSpPr>
            <a:endCxn id="102" idx="2"/>
          </p:cNvCxnSpPr>
          <p:nvPr/>
        </p:nvCxnSpPr>
        <p:spPr>
          <a:xfrm flipV="1">
            <a:off x="10192194" y="8496412"/>
            <a:ext cx="246479" cy="13180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/>
          <p:cNvCxnSpPr>
            <a:endCxn id="103" idx="2"/>
          </p:cNvCxnSpPr>
          <p:nvPr/>
        </p:nvCxnSpPr>
        <p:spPr>
          <a:xfrm>
            <a:off x="10006093" y="9128985"/>
            <a:ext cx="490499" cy="27429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/>
          <p:cNvCxnSpPr>
            <a:endCxn id="104" idx="0"/>
          </p:cNvCxnSpPr>
          <p:nvPr/>
        </p:nvCxnSpPr>
        <p:spPr>
          <a:xfrm flipH="1">
            <a:off x="9466081" y="9128985"/>
            <a:ext cx="71009" cy="36347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Oval 119"/>
          <p:cNvSpPr/>
          <p:nvPr/>
        </p:nvSpPr>
        <p:spPr>
          <a:xfrm>
            <a:off x="2775787" y="9545436"/>
            <a:ext cx="499465" cy="499465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d</a:t>
            </a:r>
          </a:p>
        </p:txBody>
      </p:sp>
      <p:cxnSp>
        <p:nvCxnSpPr>
          <p:cNvPr id="123" name="Straight Connector 122"/>
          <p:cNvCxnSpPr>
            <a:stCxn id="120" idx="3"/>
            <a:endCxn id="129" idx="0"/>
          </p:cNvCxnSpPr>
          <p:nvPr/>
        </p:nvCxnSpPr>
        <p:spPr>
          <a:xfrm flipH="1">
            <a:off x="2384451" y="9971756"/>
            <a:ext cx="464481" cy="20946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/>
          <p:cNvCxnSpPr>
            <a:stCxn id="120" idx="5"/>
            <a:endCxn id="130" idx="0"/>
          </p:cNvCxnSpPr>
          <p:nvPr/>
        </p:nvCxnSpPr>
        <p:spPr>
          <a:xfrm>
            <a:off x="3202107" y="9971756"/>
            <a:ext cx="603313" cy="20946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>
            <a:stCxn id="113" idx="2"/>
            <a:endCxn id="120" idx="0"/>
          </p:cNvCxnSpPr>
          <p:nvPr/>
        </p:nvCxnSpPr>
        <p:spPr>
          <a:xfrm>
            <a:off x="3024345" y="9304731"/>
            <a:ext cx="1175" cy="24070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Oval 128"/>
          <p:cNvSpPr/>
          <p:nvPr/>
        </p:nvSpPr>
        <p:spPr>
          <a:xfrm>
            <a:off x="1696077" y="10181220"/>
            <a:ext cx="1376748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Picture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3245136" y="10181220"/>
            <a:ext cx="1120568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Video</a:t>
            </a:r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11543709" y="4526608"/>
            <a:ext cx="622561" cy="500752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>
                <a:solidFill>
                  <a:srgbClr val="000000"/>
                </a:solidFill>
              </a:rPr>
              <a:t>id</a:t>
            </a:r>
            <a:endParaRPr lang="en-US" dirty="0">
              <a:solidFill>
                <a:srgbClr val="000000"/>
              </a:solidFill>
            </a:endParaRPr>
          </a:p>
        </p:txBody>
      </p:sp>
      <p:cxnSp>
        <p:nvCxnSpPr>
          <p:cNvPr id="140" name="Straight Connector 139"/>
          <p:cNvCxnSpPr>
            <a:stCxn id="201" idx="0"/>
            <a:endCxn id="139" idx="4"/>
          </p:cNvCxnSpPr>
          <p:nvPr/>
        </p:nvCxnSpPr>
        <p:spPr>
          <a:xfrm flipH="1" flipV="1">
            <a:off x="11854990" y="5027360"/>
            <a:ext cx="81627" cy="26599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/>
          <p:cNvCxnSpPr/>
          <p:nvPr/>
        </p:nvCxnSpPr>
        <p:spPr>
          <a:xfrm flipV="1">
            <a:off x="8255988" y="8628218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Connector 152"/>
          <p:cNvCxnSpPr/>
          <p:nvPr/>
        </p:nvCxnSpPr>
        <p:spPr>
          <a:xfrm>
            <a:off x="8288422" y="8798096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Straight Connector 164"/>
          <p:cNvCxnSpPr/>
          <p:nvPr/>
        </p:nvCxnSpPr>
        <p:spPr>
          <a:xfrm flipV="1">
            <a:off x="10854868" y="5461735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Straight Connector 165"/>
          <p:cNvCxnSpPr/>
          <p:nvPr/>
        </p:nvCxnSpPr>
        <p:spPr>
          <a:xfrm>
            <a:off x="10871908" y="5631613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8" name="Straight Connector 167"/>
          <p:cNvCxnSpPr/>
          <p:nvPr/>
        </p:nvCxnSpPr>
        <p:spPr>
          <a:xfrm flipV="1">
            <a:off x="2052427" y="5975192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9" name="Straight Connector 168"/>
          <p:cNvCxnSpPr/>
          <p:nvPr/>
        </p:nvCxnSpPr>
        <p:spPr>
          <a:xfrm>
            <a:off x="2069467" y="6145070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/>
          <p:cNvCxnSpPr/>
          <p:nvPr/>
        </p:nvCxnSpPr>
        <p:spPr>
          <a:xfrm>
            <a:off x="3732832" y="5975192"/>
            <a:ext cx="219963" cy="16394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/>
          <p:cNvCxnSpPr/>
          <p:nvPr/>
        </p:nvCxnSpPr>
        <p:spPr>
          <a:xfrm flipV="1">
            <a:off x="3732832" y="6145071"/>
            <a:ext cx="219963" cy="1683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/>
          <p:cNvCxnSpPr/>
          <p:nvPr/>
        </p:nvCxnSpPr>
        <p:spPr>
          <a:xfrm>
            <a:off x="9811015" y="2661940"/>
            <a:ext cx="195078" cy="2373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/>
          <p:cNvCxnSpPr/>
          <p:nvPr/>
        </p:nvCxnSpPr>
        <p:spPr>
          <a:xfrm flipV="1">
            <a:off x="9999666" y="2661940"/>
            <a:ext cx="192528" cy="24406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/>
          <p:cNvCxnSpPr/>
          <p:nvPr/>
        </p:nvCxnSpPr>
        <p:spPr>
          <a:xfrm flipV="1">
            <a:off x="11718958" y="2179785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/>
          <p:cNvCxnSpPr/>
          <p:nvPr/>
        </p:nvCxnSpPr>
        <p:spPr>
          <a:xfrm>
            <a:off x="11735998" y="2349663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Straight Connector 193"/>
          <p:cNvCxnSpPr/>
          <p:nvPr/>
        </p:nvCxnSpPr>
        <p:spPr>
          <a:xfrm flipV="1">
            <a:off x="14514571" y="2179785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Straight Connector 194"/>
          <p:cNvCxnSpPr/>
          <p:nvPr/>
        </p:nvCxnSpPr>
        <p:spPr>
          <a:xfrm>
            <a:off x="14531611" y="2349663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Connector 195"/>
          <p:cNvCxnSpPr/>
          <p:nvPr/>
        </p:nvCxnSpPr>
        <p:spPr>
          <a:xfrm>
            <a:off x="3009766" y="8391737"/>
            <a:ext cx="235370" cy="2364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Connector 197"/>
          <p:cNvCxnSpPr/>
          <p:nvPr/>
        </p:nvCxnSpPr>
        <p:spPr>
          <a:xfrm flipV="1">
            <a:off x="2842997" y="8391737"/>
            <a:ext cx="188425" cy="2364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/>
          <p:cNvCxnSpPr/>
          <p:nvPr/>
        </p:nvCxnSpPr>
        <p:spPr>
          <a:xfrm>
            <a:off x="4236638" y="469438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Straight Connector 207"/>
          <p:cNvCxnSpPr/>
          <p:nvPr/>
        </p:nvCxnSpPr>
        <p:spPr>
          <a:xfrm>
            <a:off x="4593422" y="4866212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Straight Connector 208"/>
          <p:cNvCxnSpPr/>
          <p:nvPr/>
        </p:nvCxnSpPr>
        <p:spPr>
          <a:xfrm>
            <a:off x="4936160" y="469438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/>
          <p:cNvCxnSpPr/>
          <p:nvPr/>
        </p:nvCxnSpPr>
        <p:spPr>
          <a:xfrm>
            <a:off x="6562005" y="4700191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/>
          <p:cNvCxnSpPr/>
          <p:nvPr/>
        </p:nvCxnSpPr>
        <p:spPr>
          <a:xfrm>
            <a:off x="1529082" y="2518042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Straight Connector 213"/>
          <p:cNvCxnSpPr/>
          <p:nvPr/>
        </p:nvCxnSpPr>
        <p:spPr>
          <a:xfrm>
            <a:off x="2846751" y="6666478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/>
          <p:cNvCxnSpPr/>
          <p:nvPr/>
        </p:nvCxnSpPr>
        <p:spPr>
          <a:xfrm flipV="1">
            <a:off x="7753695" y="4261774"/>
            <a:ext cx="0" cy="2711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/>
          <p:cNvCxnSpPr/>
          <p:nvPr/>
        </p:nvCxnSpPr>
        <p:spPr>
          <a:xfrm flipV="1">
            <a:off x="7906095" y="4038243"/>
            <a:ext cx="0" cy="2711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7" name="Straight Connector 216"/>
          <p:cNvCxnSpPr/>
          <p:nvPr/>
        </p:nvCxnSpPr>
        <p:spPr>
          <a:xfrm flipV="1">
            <a:off x="10871908" y="2188113"/>
            <a:ext cx="0" cy="2711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Straight Connector 217"/>
          <p:cNvCxnSpPr/>
          <p:nvPr/>
        </p:nvCxnSpPr>
        <p:spPr>
          <a:xfrm flipV="1">
            <a:off x="13556094" y="2202613"/>
            <a:ext cx="0" cy="2711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/>
          <p:cNvCxnSpPr/>
          <p:nvPr/>
        </p:nvCxnSpPr>
        <p:spPr>
          <a:xfrm flipV="1">
            <a:off x="12907359" y="5487166"/>
            <a:ext cx="0" cy="2711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Straight Connector 219"/>
          <p:cNvCxnSpPr/>
          <p:nvPr/>
        </p:nvCxnSpPr>
        <p:spPr>
          <a:xfrm flipV="1">
            <a:off x="13744558" y="5475643"/>
            <a:ext cx="0" cy="27114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29584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03200"/>
              </p:ext>
            </p:extLst>
          </p:nvPr>
        </p:nvGraphicFramePr>
        <p:xfrm>
          <a:off x="4219712" y="552476"/>
          <a:ext cx="2079281" cy="3200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Registered User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Username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Password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Email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Creation_Time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8615674"/>
              </p:ext>
            </p:extLst>
          </p:nvPr>
        </p:nvGraphicFramePr>
        <p:xfrm>
          <a:off x="692905" y="552476"/>
          <a:ext cx="2079281" cy="12192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Unregistered User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Oval 3"/>
          <p:cNvSpPr/>
          <p:nvPr/>
        </p:nvSpPr>
        <p:spPr>
          <a:xfrm>
            <a:off x="4940780" y="4153374"/>
            <a:ext cx="585160" cy="58516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rgbClr val="000000"/>
                </a:solidFill>
              </a:rPr>
              <a:t>d</a:t>
            </a:r>
          </a:p>
        </p:txBody>
      </p:sp>
      <p:cxnSp>
        <p:nvCxnSpPr>
          <p:cNvPr id="5" name="Straight Connector 4"/>
          <p:cNvCxnSpPr>
            <a:stCxn id="4" idx="3"/>
          </p:cNvCxnSpPr>
          <p:nvPr/>
        </p:nvCxnSpPr>
        <p:spPr>
          <a:xfrm flipH="1">
            <a:off x="4219712" y="4652839"/>
            <a:ext cx="806763" cy="5417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/>
          <p:cNvCxnSpPr>
            <a:stCxn id="4" idx="5"/>
          </p:cNvCxnSpPr>
          <p:nvPr/>
        </p:nvCxnSpPr>
        <p:spPr>
          <a:xfrm>
            <a:off x="5440245" y="4652839"/>
            <a:ext cx="984895" cy="5417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/>
          <p:cNvCxnSpPr>
            <a:endCxn id="4" idx="0"/>
          </p:cNvCxnSpPr>
          <p:nvPr/>
        </p:nvCxnSpPr>
        <p:spPr>
          <a:xfrm>
            <a:off x="5233360" y="3719010"/>
            <a:ext cx="0" cy="43436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1368347"/>
              </p:ext>
            </p:extLst>
          </p:nvPr>
        </p:nvGraphicFramePr>
        <p:xfrm>
          <a:off x="3154079" y="5194619"/>
          <a:ext cx="2079281" cy="853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Blogger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895015"/>
              </p:ext>
            </p:extLst>
          </p:nvPr>
        </p:nvGraphicFramePr>
        <p:xfrm>
          <a:off x="5605779" y="5198336"/>
          <a:ext cx="2079281" cy="853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Shopkeeper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4027361"/>
              </p:ext>
            </p:extLst>
          </p:nvPr>
        </p:nvGraphicFramePr>
        <p:xfrm>
          <a:off x="692905" y="2817179"/>
          <a:ext cx="2079281" cy="32308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Tutorial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Title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Category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Tutorial_Pic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Material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Material_pic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Material_des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3745614"/>
              </p:ext>
            </p:extLst>
          </p:nvPr>
        </p:nvGraphicFramePr>
        <p:xfrm>
          <a:off x="692905" y="6783140"/>
          <a:ext cx="2079281" cy="243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Step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Step_Number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Step_Des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Step_Vdo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114813"/>
              </p:ext>
            </p:extLst>
          </p:nvPr>
        </p:nvGraphicFramePr>
        <p:xfrm>
          <a:off x="4116665" y="8050873"/>
          <a:ext cx="2079281" cy="20421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Message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</a:t>
                      </a:r>
                      <a:r>
                        <a:rPr lang="en-US" sz="2000" dirty="0" err="1" smtClean="0"/>
                        <a:t>Message_Detail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Sender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Receiver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4477123"/>
              </p:ext>
            </p:extLst>
          </p:nvPr>
        </p:nvGraphicFramePr>
        <p:xfrm>
          <a:off x="10458619" y="6049088"/>
          <a:ext cx="2079281" cy="1249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Notification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/>
                        <a:t>     Activity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4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0519503"/>
              </p:ext>
            </p:extLst>
          </p:nvPr>
        </p:nvGraphicFramePr>
        <p:xfrm>
          <a:off x="8504106" y="8511018"/>
          <a:ext cx="1724433" cy="853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724433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Comment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5" name="Table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5244131"/>
              </p:ext>
            </p:extLst>
          </p:nvPr>
        </p:nvGraphicFramePr>
        <p:xfrm>
          <a:off x="10632933" y="8511018"/>
          <a:ext cx="1724433" cy="853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724433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Like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816248"/>
              </p:ext>
            </p:extLst>
          </p:nvPr>
        </p:nvGraphicFramePr>
        <p:xfrm>
          <a:off x="12724665" y="8511018"/>
          <a:ext cx="1724433" cy="8534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1724433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Follow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7" name="Oval 16"/>
          <p:cNvSpPr/>
          <p:nvPr/>
        </p:nvSpPr>
        <p:spPr>
          <a:xfrm>
            <a:off x="11273990" y="7602335"/>
            <a:ext cx="448538" cy="448538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smtClean="0">
                <a:solidFill>
                  <a:srgbClr val="000000"/>
                </a:solidFill>
              </a:rPr>
              <a:t>d</a:t>
            </a:r>
            <a:endParaRPr lang="en-US" sz="2400" dirty="0">
              <a:solidFill>
                <a:srgbClr val="000000"/>
              </a:solidFill>
            </a:endParaRPr>
          </a:p>
        </p:txBody>
      </p:sp>
      <p:cxnSp>
        <p:nvCxnSpPr>
          <p:cNvPr id="18" name="Straight Connector 17"/>
          <p:cNvCxnSpPr>
            <a:stCxn id="17" idx="3"/>
            <a:endCxn id="14" idx="0"/>
          </p:cNvCxnSpPr>
          <p:nvPr/>
        </p:nvCxnSpPr>
        <p:spPr>
          <a:xfrm flipH="1">
            <a:off x="9366322" y="7985186"/>
            <a:ext cx="1973355" cy="5258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17" idx="5"/>
            <a:endCxn id="16" idx="0"/>
          </p:cNvCxnSpPr>
          <p:nvPr/>
        </p:nvCxnSpPr>
        <p:spPr>
          <a:xfrm>
            <a:off x="11656841" y="7985186"/>
            <a:ext cx="1930040" cy="5258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>
            <a:stCxn id="13" idx="2"/>
            <a:endCxn id="17" idx="0"/>
          </p:cNvCxnSpPr>
          <p:nvPr/>
        </p:nvCxnSpPr>
        <p:spPr>
          <a:xfrm>
            <a:off x="11498259" y="7298768"/>
            <a:ext cx="0" cy="30356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17" idx="4"/>
            <a:endCxn id="15" idx="0"/>
          </p:cNvCxnSpPr>
          <p:nvPr/>
        </p:nvCxnSpPr>
        <p:spPr>
          <a:xfrm flipH="1">
            <a:off x="11495149" y="8050873"/>
            <a:ext cx="3110" cy="4601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9" name="Table 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35335531"/>
              </p:ext>
            </p:extLst>
          </p:nvPr>
        </p:nvGraphicFramePr>
        <p:xfrm>
          <a:off x="8379339" y="2697930"/>
          <a:ext cx="2079281" cy="20421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Shop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Shop_Name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Shop_Info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Shop_Pic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40" name="Table 3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2131035"/>
              </p:ext>
            </p:extLst>
          </p:nvPr>
        </p:nvGraphicFramePr>
        <p:xfrm>
          <a:off x="11732764" y="2896050"/>
          <a:ext cx="2079281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Branch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Tel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Location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41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887194"/>
              </p:ext>
            </p:extLst>
          </p:nvPr>
        </p:nvGraphicFramePr>
        <p:xfrm>
          <a:off x="14917662" y="3094170"/>
          <a:ext cx="2079281" cy="1249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Picture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ID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Picture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cxnSp>
        <p:nvCxnSpPr>
          <p:cNvPr id="42" name="Straight Connector 41"/>
          <p:cNvCxnSpPr>
            <a:stCxn id="3" idx="2"/>
            <a:endCxn id="10" idx="0"/>
          </p:cNvCxnSpPr>
          <p:nvPr/>
        </p:nvCxnSpPr>
        <p:spPr>
          <a:xfrm>
            <a:off x="1732545" y="1771676"/>
            <a:ext cx="0" cy="104550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/>
          <p:nvPr/>
        </p:nvCxnSpPr>
        <p:spPr>
          <a:xfrm>
            <a:off x="3702759" y="4432619"/>
            <a:ext cx="0" cy="82866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/>
          <p:cNvCxnSpPr>
            <a:endCxn id="10" idx="3"/>
          </p:cNvCxnSpPr>
          <p:nvPr/>
        </p:nvCxnSpPr>
        <p:spPr>
          <a:xfrm flipH="1">
            <a:off x="2772186" y="4432619"/>
            <a:ext cx="93057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0" idx="2"/>
            <a:endCxn id="11" idx="0"/>
          </p:cNvCxnSpPr>
          <p:nvPr/>
        </p:nvCxnSpPr>
        <p:spPr>
          <a:xfrm>
            <a:off x="1732545" y="6048059"/>
            <a:ext cx="0" cy="73508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/>
          <p:nvPr/>
        </p:nvCxnSpPr>
        <p:spPr>
          <a:xfrm>
            <a:off x="3588611" y="6051776"/>
            <a:ext cx="0" cy="302017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>
            <a:endCxn id="12" idx="0"/>
          </p:cNvCxnSpPr>
          <p:nvPr/>
        </p:nvCxnSpPr>
        <p:spPr>
          <a:xfrm>
            <a:off x="5156305" y="6270852"/>
            <a:ext cx="0" cy="178002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>
            <a:stCxn id="12" idx="1"/>
          </p:cNvCxnSpPr>
          <p:nvPr/>
        </p:nvCxnSpPr>
        <p:spPr>
          <a:xfrm flipH="1">
            <a:off x="3588611" y="9071953"/>
            <a:ext cx="52805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 flipH="1">
            <a:off x="5156305" y="6270852"/>
            <a:ext cx="150890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>
            <a:off x="6654941" y="6035614"/>
            <a:ext cx="0" cy="23523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>
            <a:stCxn id="8" idx="2"/>
          </p:cNvCxnSpPr>
          <p:nvPr/>
        </p:nvCxnSpPr>
        <p:spPr>
          <a:xfrm>
            <a:off x="4193719" y="6048059"/>
            <a:ext cx="0" cy="61155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/>
          <p:cNvCxnSpPr>
            <a:stCxn id="90" idx="0"/>
          </p:cNvCxnSpPr>
          <p:nvPr/>
        </p:nvCxnSpPr>
        <p:spPr>
          <a:xfrm flipH="1" flipV="1">
            <a:off x="4186327" y="6659617"/>
            <a:ext cx="754454" cy="596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Freeform 89"/>
          <p:cNvSpPr/>
          <p:nvPr/>
        </p:nvSpPr>
        <p:spPr>
          <a:xfrm rot="375682">
            <a:off x="4952860" y="6444735"/>
            <a:ext cx="436177" cy="245367"/>
          </a:xfrm>
          <a:custGeom>
            <a:avLst/>
            <a:gdLst>
              <a:gd name="connsiteX0" fmla="*/ 0 w 666283"/>
              <a:gd name="connsiteY0" fmla="*/ 374203 h 374203"/>
              <a:gd name="connsiteX1" fmla="*/ 52293 w 666283"/>
              <a:gd name="connsiteY1" fmla="*/ 224790 h 374203"/>
              <a:gd name="connsiteX2" fmla="*/ 134468 w 666283"/>
              <a:gd name="connsiteY2" fmla="*/ 82848 h 374203"/>
              <a:gd name="connsiteX3" fmla="*/ 216644 w 666283"/>
              <a:gd name="connsiteY3" fmla="*/ 23083 h 374203"/>
              <a:gd name="connsiteX4" fmla="*/ 313760 w 666283"/>
              <a:gd name="connsiteY4" fmla="*/ 671 h 374203"/>
              <a:gd name="connsiteX5" fmla="*/ 470640 w 666283"/>
              <a:gd name="connsiteY5" fmla="*/ 45495 h 374203"/>
              <a:gd name="connsiteX6" fmla="*/ 582697 w 666283"/>
              <a:gd name="connsiteY6" fmla="*/ 157554 h 374203"/>
              <a:gd name="connsiteX7" fmla="*/ 657402 w 666283"/>
              <a:gd name="connsiteY7" fmla="*/ 292026 h 374203"/>
              <a:gd name="connsiteX8" fmla="*/ 664872 w 666283"/>
              <a:gd name="connsiteY8" fmla="*/ 336850 h 3742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66283" h="374203">
                <a:moveTo>
                  <a:pt x="0" y="374203"/>
                </a:moveTo>
                <a:cubicBezTo>
                  <a:pt x="14941" y="323776"/>
                  <a:pt x="29882" y="273349"/>
                  <a:pt x="52293" y="224790"/>
                </a:cubicBezTo>
                <a:cubicBezTo>
                  <a:pt x="74704" y="176231"/>
                  <a:pt x="107076" y="116466"/>
                  <a:pt x="134468" y="82848"/>
                </a:cubicBezTo>
                <a:cubicBezTo>
                  <a:pt x="161860" y="49230"/>
                  <a:pt x="186762" y="36779"/>
                  <a:pt x="216644" y="23083"/>
                </a:cubicBezTo>
                <a:cubicBezTo>
                  <a:pt x="246526" y="9387"/>
                  <a:pt x="271427" y="-3064"/>
                  <a:pt x="313760" y="671"/>
                </a:cubicBezTo>
                <a:cubicBezTo>
                  <a:pt x="356093" y="4406"/>
                  <a:pt x="425817" y="19348"/>
                  <a:pt x="470640" y="45495"/>
                </a:cubicBezTo>
                <a:cubicBezTo>
                  <a:pt x="515463" y="71642"/>
                  <a:pt x="551570" y="116466"/>
                  <a:pt x="582697" y="157554"/>
                </a:cubicBezTo>
                <a:cubicBezTo>
                  <a:pt x="613824" y="198642"/>
                  <a:pt x="643706" y="262144"/>
                  <a:pt x="657402" y="292026"/>
                </a:cubicBezTo>
                <a:cubicBezTo>
                  <a:pt x="671098" y="321908"/>
                  <a:pt x="664872" y="336850"/>
                  <a:pt x="664872" y="336850"/>
                </a:cubicBezTo>
              </a:path>
            </a:pathLst>
          </a:cu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2" name="Straight Connector 91"/>
          <p:cNvCxnSpPr>
            <a:stCxn id="13" idx="1"/>
            <a:endCxn id="90" idx="8"/>
          </p:cNvCxnSpPr>
          <p:nvPr/>
        </p:nvCxnSpPr>
        <p:spPr>
          <a:xfrm flipH="1">
            <a:off x="5376108" y="6673928"/>
            <a:ext cx="5082511" cy="147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>
            <a:stCxn id="39" idx="2"/>
          </p:cNvCxnSpPr>
          <p:nvPr/>
        </p:nvCxnSpPr>
        <p:spPr>
          <a:xfrm>
            <a:off x="9418979" y="4740090"/>
            <a:ext cx="0" cy="66174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/>
          <p:cNvCxnSpPr/>
          <p:nvPr/>
        </p:nvCxnSpPr>
        <p:spPr>
          <a:xfrm flipH="1">
            <a:off x="7685060" y="5401838"/>
            <a:ext cx="173391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/>
          <p:cNvCxnSpPr>
            <a:stCxn id="40" idx="1"/>
            <a:endCxn id="39" idx="3"/>
          </p:cNvCxnSpPr>
          <p:nvPr/>
        </p:nvCxnSpPr>
        <p:spPr>
          <a:xfrm flipH="1">
            <a:off x="10458620" y="3719010"/>
            <a:ext cx="1274144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/>
          <p:cNvCxnSpPr>
            <a:stCxn id="41" idx="1"/>
            <a:endCxn id="40" idx="3"/>
          </p:cNvCxnSpPr>
          <p:nvPr/>
        </p:nvCxnSpPr>
        <p:spPr>
          <a:xfrm flipH="1">
            <a:off x="13812045" y="3719010"/>
            <a:ext cx="110561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/>
          <p:cNvCxnSpPr>
            <a:endCxn id="9" idx="3"/>
          </p:cNvCxnSpPr>
          <p:nvPr/>
        </p:nvCxnSpPr>
        <p:spPr>
          <a:xfrm flipH="1" flipV="1">
            <a:off x="7685060" y="5625056"/>
            <a:ext cx="3810089" cy="781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/>
          <p:cNvCxnSpPr>
            <a:endCxn id="13" idx="0"/>
          </p:cNvCxnSpPr>
          <p:nvPr/>
        </p:nvCxnSpPr>
        <p:spPr>
          <a:xfrm>
            <a:off x="11495149" y="5625056"/>
            <a:ext cx="3110" cy="42403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/>
          <p:cNvCxnSpPr/>
          <p:nvPr/>
        </p:nvCxnSpPr>
        <p:spPr>
          <a:xfrm>
            <a:off x="1565550" y="1970273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/>
          <p:nvPr/>
        </p:nvCxnSpPr>
        <p:spPr>
          <a:xfrm flipV="1">
            <a:off x="3881740" y="8909374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/>
          <p:cNvCxnSpPr/>
          <p:nvPr/>
        </p:nvCxnSpPr>
        <p:spPr>
          <a:xfrm>
            <a:off x="3898780" y="9079252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/>
          <p:cNvCxnSpPr/>
          <p:nvPr/>
        </p:nvCxnSpPr>
        <p:spPr>
          <a:xfrm>
            <a:off x="5156305" y="7790884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/>
          <p:cNvCxnSpPr/>
          <p:nvPr/>
        </p:nvCxnSpPr>
        <p:spPr>
          <a:xfrm flipV="1">
            <a:off x="4940780" y="7790884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/>
          <p:nvPr/>
        </p:nvCxnSpPr>
        <p:spPr>
          <a:xfrm flipV="1">
            <a:off x="10224062" y="6511359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/>
          <p:nvPr/>
        </p:nvCxnSpPr>
        <p:spPr>
          <a:xfrm>
            <a:off x="10241102" y="6681237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/>
          <p:cNvCxnSpPr/>
          <p:nvPr/>
        </p:nvCxnSpPr>
        <p:spPr>
          <a:xfrm>
            <a:off x="11495149" y="5788070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/>
          <p:nvPr/>
        </p:nvCxnSpPr>
        <p:spPr>
          <a:xfrm flipV="1">
            <a:off x="11279624" y="5788070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/>
          <p:cNvCxnSpPr/>
          <p:nvPr/>
        </p:nvCxnSpPr>
        <p:spPr>
          <a:xfrm flipV="1">
            <a:off x="9418979" y="4740090"/>
            <a:ext cx="204347" cy="19825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/>
          <p:cNvCxnSpPr/>
          <p:nvPr/>
        </p:nvCxnSpPr>
        <p:spPr>
          <a:xfrm>
            <a:off x="9203454" y="4740090"/>
            <a:ext cx="215525" cy="19454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5" name="Straight Connector 154"/>
          <p:cNvCxnSpPr/>
          <p:nvPr/>
        </p:nvCxnSpPr>
        <p:spPr>
          <a:xfrm flipV="1">
            <a:off x="11495149" y="3555923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Straight Connector 155"/>
          <p:cNvCxnSpPr/>
          <p:nvPr/>
        </p:nvCxnSpPr>
        <p:spPr>
          <a:xfrm>
            <a:off x="11512189" y="3725801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/>
          <p:cNvCxnSpPr/>
          <p:nvPr/>
        </p:nvCxnSpPr>
        <p:spPr>
          <a:xfrm flipV="1">
            <a:off x="14683390" y="3555923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/>
          <p:cNvCxnSpPr/>
          <p:nvPr/>
        </p:nvCxnSpPr>
        <p:spPr>
          <a:xfrm>
            <a:off x="14700430" y="3725801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/>
          <p:cNvCxnSpPr/>
          <p:nvPr/>
        </p:nvCxnSpPr>
        <p:spPr>
          <a:xfrm>
            <a:off x="1732545" y="2572647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/>
          <p:cNvCxnSpPr/>
          <p:nvPr/>
        </p:nvCxnSpPr>
        <p:spPr>
          <a:xfrm flipV="1">
            <a:off x="1517020" y="2572647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Connector 160"/>
          <p:cNvCxnSpPr/>
          <p:nvPr/>
        </p:nvCxnSpPr>
        <p:spPr>
          <a:xfrm>
            <a:off x="1732545" y="6529633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/>
          <p:cNvCxnSpPr/>
          <p:nvPr/>
        </p:nvCxnSpPr>
        <p:spPr>
          <a:xfrm flipV="1">
            <a:off x="1517020" y="6529633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Straight Connector 162"/>
          <p:cNvCxnSpPr/>
          <p:nvPr/>
        </p:nvCxnSpPr>
        <p:spPr>
          <a:xfrm flipV="1">
            <a:off x="2763049" y="4432620"/>
            <a:ext cx="270330" cy="2019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Connector 163"/>
          <p:cNvCxnSpPr/>
          <p:nvPr/>
        </p:nvCxnSpPr>
        <p:spPr>
          <a:xfrm>
            <a:off x="2772186" y="4239501"/>
            <a:ext cx="270330" cy="2113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/>
          <p:cNvCxnSpPr/>
          <p:nvPr/>
        </p:nvCxnSpPr>
        <p:spPr>
          <a:xfrm>
            <a:off x="1565550" y="624199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/>
          <p:cNvCxnSpPr/>
          <p:nvPr/>
        </p:nvCxnSpPr>
        <p:spPr>
          <a:xfrm flipV="1">
            <a:off x="7828109" y="5495558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/>
          <p:cNvCxnSpPr/>
          <p:nvPr/>
        </p:nvCxnSpPr>
        <p:spPr>
          <a:xfrm flipV="1">
            <a:off x="8072418" y="526452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/>
          <p:cNvCxnSpPr/>
          <p:nvPr/>
        </p:nvCxnSpPr>
        <p:spPr>
          <a:xfrm>
            <a:off x="3547751" y="5023451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/>
          <p:cNvCxnSpPr/>
          <p:nvPr/>
        </p:nvCxnSpPr>
        <p:spPr>
          <a:xfrm>
            <a:off x="6486533" y="6161730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/>
          <p:cNvCxnSpPr/>
          <p:nvPr/>
        </p:nvCxnSpPr>
        <p:spPr>
          <a:xfrm>
            <a:off x="4026238" y="6165893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0" name="Straight Connector 189"/>
          <p:cNvCxnSpPr/>
          <p:nvPr/>
        </p:nvCxnSpPr>
        <p:spPr>
          <a:xfrm>
            <a:off x="3421616" y="6170085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Straight Connector 190"/>
          <p:cNvCxnSpPr/>
          <p:nvPr/>
        </p:nvCxnSpPr>
        <p:spPr>
          <a:xfrm flipV="1">
            <a:off x="10572965" y="3581696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/>
          <p:cNvCxnSpPr/>
          <p:nvPr/>
        </p:nvCxnSpPr>
        <p:spPr>
          <a:xfrm flipV="1">
            <a:off x="13966469" y="3588487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3" name="Picture 192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26847" y="1425099"/>
            <a:ext cx="310901" cy="310901"/>
          </a:xfrm>
          <a:prstGeom prst="rect">
            <a:avLst/>
          </a:prstGeom>
        </p:spPr>
      </p:pic>
      <p:pic>
        <p:nvPicPr>
          <p:cNvPr id="194" name="Picture 193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5258" y="3228078"/>
            <a:ext cx="310901" cy="310901"/>
          </a:xfrm>
          <a:prstGeom prst="rect">
            <a:avLst/>
          </a:prstGeom>
        </p:spPr>
      </p:pic>
      <p:pic>
        <p:nvPicPr>
          <p:cNvPr id="195" name="Picture 194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4661" y="3435993"/>
            <a:ext cx="310901" cy="310901"/>
          </a:xfrm>
          <a:prstGeom prst="rect">
            <a:avLst/>
          </a:prstGeom>
        </p:spPr>
      </p:pic>
      <p:pic>
        <p:nvPicPr>
          <p:cNvPr id="196" name="Picture 195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46858" y="3621509"/>
            <a:ext cx="310901" cy="310901"/>
          </a:xfrm>
          <a:prstGeom prst="rect">
            <a:avLst/>
          </a:prstGeom>
        </p:spPr>
      </p:pic>
      <p:pic>
        <p:nvPicPr>
          <p:cNvPr id="197" name="Picture 196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46" y="3350767"/>
            <a:ext cx="310901" cy="310901"/>
          </a:xfrm>
          <a:prstGeom prst="rect">
            <a:avLst/>
          </a:prstGeom>
        </p:spPr>
      </p:pic>
      <p:pic>
        <p:nvPicPr>
          <p:cNvPr id="198" name="Picture 197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181" y="7315050"/>
            <a:ext cx="310901" cy="310901"/>
          </a:xfrm>
          <a:prstGeom prst="rect">
            <a:avLst/>
          </a:prstGeom>
        </p:spPr>
      </p:pic>
      <p:pic>
        <p:nvPicPr>
          <p:cNvPr id="199" name="Picture 198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2947" y="8596513"/>
            <a:ext cx="310901" cy="310901"/>
          </a:xfrm>
          <a:prstGeom prst="rect">
            <a:avLst/>
          </a:prstGeom>
        </p:spPr>
      </p:pic>
      <p:pic>
        <p:nvPicPr>
          <p:cNvPr id="200" name="Picture 19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7482" y="6586245"/>
            <a:ext cx="310901" cy="310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5950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955286"/>
              </p:ext>
            </p:extLst>
          </p:nvPr>
        </p:nvGraphicFramePr>
        <p:xfrm>
          <a:off x="5944963" y="2586704"/>
          <a:ext cx="2079281" cy="35966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Registered User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user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username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password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email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creation_time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role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4090962"/>
              </p:ext>
            </p:extLst>
          </p:nvPr>
        </p:nvGraphicFramePr>
        <p:xfrm>
          <a:off x="2451409" y="2766110"/>
          <a:ext cx="2079281" cy="32308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Tutorial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tutorial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title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categoryID</a:t>
                      </a:r>
                      <a:r>
                        <a:rPr lang="en-US" sz="2000" baseline="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tutorial_pic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material_pic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material_des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7931471"/>
              </p:ext>
            </p:extLst>
          </p:nvPr>
        </p:nvGraphicFramePr>
        <p:xfrm>
          <a:off x="3086377" y="7056553"/>
          <a:ext cx="2079281" cy="283464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Step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step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step_number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step_des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step_pic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step_vdo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tutorialID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2032593"/>
              </p:ext>
            </p:extLst>
          </p:nvPr>
        </p:nvGraphicFramePr>
        <p:xfrm>
          <a:off x="5540290" y="7726187"/>
          <a:ext cx="2079281" cy="243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Message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message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</a:t>
                      </a:r>
                      <a:r>
                        <a:rPr lang="en-US" sz="2000" dirty="0" err="1" smtClean="0"/>
                        <a:t>message_detail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sender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receiver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906452"/>
              </p:ext>
            </p:extLst>
          </p:nvPr>
        </p:nvGraphicFramePr>
        <p:xfrm>
          <a:off x="8083013" y="7937883"/>
          <a:ext cx="2499707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Notification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notification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err="1" smtClean="0"/>
                        <a:t>activityID</a:t>
                      </a:r>
                      <a:r>
                        <a:rPr lang="en-US" sz="2000" baseline="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    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81748"/>
              </p:ext>
            </p:extLst>
          </p:nvPr>
        </p:nvGraphicFramePr>
        <p:xfrm>
          <a:off x="9232748" y="2673988"/>
          <a:ext cx="2079281" cy="243840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Shop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shopID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shop_name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shop_info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shop_pic</a:t>
                      </a:r>
                      <a:endParaRPr lang="en-US" sz="2000" dirty="0" smtClean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userID</a:t>
                      </a:r>
                      <a:r>
                        <a:rPr lang="en-US" sz="2000" dirty="0" smtClean="0"/>
                        <a:t> (FK)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673026"/>
              </p:ext>
            </p:extLst>
          </p:nvPr>
        </p:nvGraphicFramePr>
        <p:xfrm>
          <a:off x="12586173" y="2898570"/>
          <a:ext cx="2079281" cy="204216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Branch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branchID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tel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location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shopID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9480826"/>
              </p:ext>
            </p:extLst>
          </p:nvPr>
        </p:nvGraphicFramePr>
        <p:xfrm>
          <a:off x="15771071" y="3096690"/>
          <a:ext cx="2079281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Picture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picID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picture</a:t>
                      </a:r>
                      <a:endParaRPr lang="en-US" sz="2000" dirty="0"/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/>
                        <a:t>     </a:t>
                      </a:r>
                      <a:r>
                        <a:rPr lang="en-US" sz="2000" dirty="0" err="1" smtClean="0"/>
                        <a:t>branchID</a:t>
                      </a:r>
                      <a:r>
                        <a:rPr lang="en-US" sz="2000" dirty="0" smtClean="0"/>
                        <a:t> (FK)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12" name="Picture 11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2098" y="3483747"/>
            <a:ext cx="310901" cy="310901"/>
          </a:xfrm>
          <a:prstGeom prst="rect">
            <a:avLst/>
          </a:prstGeom>
        </p:spPr>
      </p:pic>
      <p:pic>
        <p:nvPicPr>
          <p:cNvPr id="13" name="Picture 12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8667" y="3219868"/>
            <a:ext cx="310901" cy="310901"/>
          </a:xfrm>
          <a:prstGeom prst="rect">
            <a:avLst/>
          </a:prstGeom>
        </p:spPr>
      </p:pic>
      <p:pic>
        <p:nvPicPr>
          <p:cNvPr id="14" name="Picture 13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08070" y="3413718"/>
            <a:ext cx="310901" cy="310901"/>
          </a:xfrm>
          <a:prstGeom prst="rect">
            <a:avLst/>
          </a:prstGeom>
        </p:spPr>
      </p:pic>
      <p:pic>
        <p:nvPicPr>
          <p:cNvPr id="15" name="Picture 14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00267" y="3624029"/>
            <a:ext cx="310901" cy="310901"/>
          </a:xfrm>
          <a:prstGeom prst="rect">
            <a:avLst/>
          </a:prstGeom>
        </p:spPr>
      </p:pic>
      <p:pic>
        <p:nvPicPr>
          <p:cNvPr id="16" name="Picture 15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50" y="3299698"/>
            <a:ext cx="310901" cy="310901"/>
          </a:xfrm>
          <a:prstGeom prst="rect">
            <a:avLst/>
          </a:prstGeom>
        </p:spPr>
      </p:pic>
      <p:pic>
        <p:nvPicPr>
          <p:cNvPr id="17" name="Picture 16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5653" y="7588463"/>
            <a:ext cx="310901" cy="310901"/>
          </a:xfrm>
          <a:prstGeom prst="rect">
            <a:avLst/>
          </a:prstGeom>
        </p:spPr>
      </p:pic>
      <p:pic>
        <p:nvPicPr>
          <p:cNvPr id="18" name="Picture 17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6572" y="8271827"/>
            <a:ext cx="310901" cy="310901"/>
          </a:xfrm>
          <a:prstGeom prst="rect">
            <a:avLst/>
          </a:prstGeom>
        </p:spPr>
      </p:pic>
      <p:pic>
        <p:nvPicPr>
          <p:cNvPr id="19" name="Picture 18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1876" y="8475040"/>
            <a:ext cx="310901" cy="310901"/>
          </a:xfrm>
          <a:prstGeom prst="rect">
            <a:avLst/>
          </a:prstGeom>
        </p:spPr>
      </p:pic>
      <p:cxnSp>
        <p:nvCxnSpPr>
          <p:cNvPr id="20" name="Straight Connector 19"/>
          <p:cNvCxnSpPr>
            <a:endCxn id="6" idx="0"/>
          </p:cNvCxnSpPr>
          <p:nvPr/>
        </p:nvCxnSpPr>
        <p:spPr>
          <a:xfrm>
            <a:off x="4126017" y="5996990"/>
            <a:ext cx="0" cy="105956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4" idx="1"/>
            <a:endCxn id="5" idx="3"/>
          </p:cNvCxnSpPr>
          <p:nvPr/>
        </p:nvCxnSpPr>
        <p:spPr>
          <a:xfrm flipH="1" flipV="1">
            <a:off x="4530690" y="4381550"/>
            <a:ext cx="1414273" cy="347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7255661" y="6188569"/>
            <a:ext cx="2" cy="68081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>
            <a:off x="7724809" y="6188569"/>
            <a:ext cx="0" cy="68081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 flipH="1">
            <a:off x="6579931" y="6844483"/>
            <a:ext cx="67573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/>
          <p:cNvCxnSpPr/>
          <p:nvPr/>
        </p:nvCxnSpPr>
        <p:spPr>
          <a:xfrm>
            <a:off x="6579930" y="6844483"/>
            <a:ext cx="0" cy="88170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/>
          <p:cNvCxnSpPr>
            <a:endCxn id="8" idx="0"/>
          </p:cNvCxnSpPr>
          <p:nvPr/>
        </p:nvCxnSpPr>
        <p:spPr>
          <a:xfrm flipH="1">
            <a:off x="9332866" y="6844483"/>
            <a:ext cx="1" cy="109340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/>
          <p:cNvCxnSpPr/>
          <p:nvPr/>
        </p:nvCxnSpPr>
        <p:spPr>
          <a:xfrm flipH="1">
            <a:off x="7724809" y="6869382"/>
            <a:ext cx="160805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/>
          <p:cNvCxnSpPr>
            <a:stCxn id="9" idx="1"/>
          </p:cNvCxnSpPr>
          <p:nvPr/>
        </p:nvCxnSpPr>
        <p:spPr>
          <a:xfrm flipH="1">
            <a:off x="8024244" y="3893188"/>
            <a:ext cx="1208504" cy="1552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/>
          <p:cNvCxnSpPr>
            <a:stCxn id="10" idx="1"/>
            <a:endCxn id="9" idx="3"/>
          </p:cNvCxnSpPr>
          <p:nvPr/>
        </p:nvCxnSpPr>
        <p:spPr>
          <a:xfrm flipH="1" flipV="1">
            <a:off x="11312029" y="3893188"/>
            <a:ext cx="1274144" cy="2646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/>
          <p:cNvCxnSpPr>
            <a:stCxn id="11" idx="1"/>
            <a:endCxn id="10" idx="3"/>
          </p:cNvCxnSpPr>
          <p:nvPr/>
        </p:nvCxnSpPr>
        <p:spPr>
          <a:xfrm flipH="1">
            <a:off x="14665454" y="3919650"/>
            <a:ext cx="110561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/>
          <p:cNvCxnSpPr/>
          <p:nvPr/>
        </p:nvCxnSpPr>
        <p:spPr>
          <a:xfrm flipV="1">
            <a:off x="4530690" y="4383559"/>
            <a:ext cx="270330" cy="2019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/>
          <p:cNvCxnSpPr/>
          <p:nvPr/>
        </p:nvCxnSpPr>
        <p:spPr>
          <a:xfrm>
            <a:off x="4539827" y="4190440"/>
            <a:ext cx="270330" cy="2113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/>
          <p:cNvCxnSpPr/>
          <p:nvPr/>
        </p:nvCxnSpPr>
        <p:spPr>
          <a:xfrm>
            <a:off x="4126017" y="6789622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Connector 63"/>
          <p:cNvCxnSpPr/>
          <p:nvPr/>
        </p:nvCxnSpPr>
        <p:spPr>
          <a:xfrm flipV="1">
            <a:off x="3910492" y="6789622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/>
          <p:cNvCxnSpPr/>
          <p:nvPr/>
        </p:nvCxnSpPr>
        <p:spPr>
          <a:xfrm>
            <a:off x="6579930" y="7459256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/>
          <p:cNvCxnSpPr/>
          <p:nvPr/>
        </p:nvCxnSpPr>
        <p:spPr>
          <a:xfrm flipV="1">
            <a:off x="6364405" y="7459256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/>
          <p:cNvCxnSpPr/>
          <p:nvPr/>
        </p:nvCxnSpPr>
        <p:spPr>
          <a:xfrm>
            <a:off x="9330013" y="7686534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/>
          <p:cNvCxnSpPr/>
          <p:nvPr/>
        </p:nvCxnSpPr>
        <p:spPr>
          <a:xfrm flipV="1">
            <a:off x="9114488" y="7686534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/>
          <p:cNvCxnSpPr/>
          <p:nvPr/>
        </p:nvCxnSpPr>
        <p:spPr>
          <a:xfrm flipV="1">
            <a:off x="8998191" y="3735053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/>
          <p:cNvCxnSpPr/>
          <p:nvPr/>
        </p:nvCxnSpPr>
        <p:spPr>
          <a:xfrm>
            <a:off x="9015231" y="3904931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/>
          <p:cNvCxnSpPr/>
          <p:nvPr/>
        </p:nvCxnSpPr>
        <p:spPr>
          <a:xfrm flipV="1">
            <a:off x="12349921" y="3749433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/>
          <p:cNvCxnSpPr/>
          <p:nvPr/>
        </p:nvCxnSpPr>
        <p:spPr>
          <a:xfrm>
            <a:off x="12366961" y="3919311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Connector 72"/>
          <p:cNvCxnSpPr/>
          <p:nvPr/>
        </p:nvCxnSpPr>
        <p:spPr>
          <a:xfrm flipV="1">
            <a:off x="15536799" y="3758315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/>
          <p:cNvCxnSpPr/>
          <p:nvPr/>
        </p:nvCxnSpPr>
        <p:spPr>
          <a:xfrm>
            <a:off x="15553839" y="3928193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/>
          <p:cNvCxnSpPr/>
          <p:nvPr/>
        </p:nvCxnSpPr>
        <p:spPr>
          <a:xfrm flipV="1">
            <a:off x="5744384" y="4256740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/>
          <p:cNvCxnSpPr/>
          <p:nvPr/>
        </p:nvCxnSpPr>
        <p:spPr>
          <a:xfrm flipV="1">
            <a:off x="8180879" y="378042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/>
          <p:cNvCxnSpPr/>
          <p:nvPr/>
        </p:nvCxnSpPr>
        <p:spPr>
          <a:xfrm flipV="1">
            <a:off x="11536699" y="3773982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/>
          <p:cNvCxnSpPr/>
          <p:nvPr/>
        </p:nvCxnSpPr>
        <p:spPr>
          <a:xfrm flipV="1">
            <a:off x="14835651" y="3780424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3959022" y="6162700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/>
          <p:cNvCxnSpPr/>
          <p:nvPr/>
        </p:nvCxnSpPr>
        <p:spPr>
          <a:xfrm>
            <a:off x="7088669" y="6382480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/>
          <p:cNvCxnSpPr/>
          <p:nvPr/>
        </p:nvCxnSpPr>
        <p:spPr>
          <a:xfrm>
            <a:off x="7557814" y="6382480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Donut 1"/>
          <p:cNvSpPr/>
          <p:nvPr/>
        </p:nvSpPr>
        <p:spPr>
          <a:xfrm>
            <a:off x="6453713" y="7191531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1" name="Donut 50"/>
          <p:cNvSpPr/>
          <p:nvPr/>
        </p:nvSpPr>
        <p:spPr>
          <a:xfrm>
            <a:off x="9203795" y="7432432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52" name="Straight Connector 51"/>
          <p:cNvCxnSpPr/>
          <p:nvPr/>
        </p:nvCxnSpPr>
        <p:spPr>
          <a:xfrm>
            <a:off x="3966324" y="674167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Donut 52"/>
          <p:cNvSpPr/>
          <p:nvPr/>
        </p:nvSpPr>
        <p:spPr>
          <a:xfrm>
            <a:off x="4787343" y="4252673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4" name="Donut 53"/>
          <p:cNvSpPr/>
          <p:nvPr/>
        </p:nvSpPr>
        <p:spPr>
          <a:xfrm>
            <a:off x="8745756" y="3769860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56" name="Straight Connector 55"/>
          <p:cNvCxnSpPr/>
          <p:nvPr/>
        </p:nvCxnSpPr>
        <p:spPr>
          <a:xfrm flipV="1">
            <a:off x="12331647" y="3780355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Donut 56"/>
          <p:cNvSpPr/>
          <p:nvPr/>
        </p:nvSpPr>
        <p:spPr>
          <a:xfrm>
            <a:off x="15284364" y="3797347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59" name="Table 5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03808751"/>
              </p:ext>
            </p:extLst>
          </p:nvPr>
        </p:nvGraphicFramePr>
        <p:xfrm>
          <a:off x="2437624" y="488338"/>
          <a:ext cx="2079281" cy="1249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079281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Category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categoryID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    description</a:t>
                      </a:r>
                      <a:endParaRPr lang="en-US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60" name="Picture 5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6164" y="1018878"/>
            <a:ext cx="310901" cy="310901"/>
          </a:xfrm>
          <a:prstGeom prst="rect">
            <a:avLst/>
          </a:prstGeom>
        </p:spPr>
      </p:pic>
      <p:cxnSp>
        <p:nvCxnSpPr>
          <p:cNvPr id="81" name="Straight Connector 80"/>
          <p:cNvCxnSpPr>
            <a:stCxn id="59" idx="2"/>
            <a:endCxn id="5" idx="0"/>
          </p:cNvCxnSpPr>
          <p:nvPr/>
        </p:nvCxnSpPr>
        <p:spPr>
          <a:xfrm>
            <a:off x="3477264" y="1738018"/>
            <a:ext cx="13785" cy="10280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/>
          <p:cNvCxnSpPr/>
          <p:nvPr/>
        </p:nvCxnSpPr>
        <p:spPr>
          <a:xfrm>
            <a:off x="3324054" y="1896790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Straight Connector 83"/>
          <p:cNvCxnSpPr/>
          <p:nvPr/>
        </p:nvCxnSpPr>
        <p:spPr>
          <a:xfrm>
            <a:off x="3491048" y="2506121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/>
          <p:cNvCxnSpPr/>
          <p:nvPr/>
        </p:nvCxnSpPr>
        <p:spPr>
          <a:xfrm flipV="1">
            <a:off x="3275523" y="2506121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Donut 85"/>
          <p:cNvSpPr/>
          <p:nvPr/>
        </p:nvSpPr>
        <p:spPr>
          <a:xfrm>
            <a:off x="3364831" y="2238396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aphicFrame>
        <p:nvGraphicFramePr>
          <p:cNvPr id="87" name="Table 8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3499238"/>
              </p:ext>
            </p:extLst>
          </p:nvPr>
        </p:nvGraphicFramePr>
        <p:xfrm>
          <a:off x="11319749" y="8017269"/>
          <a:ext cx="2499707" cy="124968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Activity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activity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algn="l"/>
                      <a:r>
                        <a:rPr lang="en-US" sz="2000" baseline="0" dirty="0" smtClean="0"/>
                        <a:t>     activity</a:t>
                      </a:r>
                      <a:endParaRPr lang="en-US" sz="2000" dirty="0"/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88" name="Picture 87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38612" y="8554426"/>
            <a:ext cx="310901" cy="310901"/>
          </a:xfrm>
          <a:prstGeom prst="rect">
            <a:avLst/>
          </a:prstGeom>
        </p:spPr>
      </p:pic>
      <p:cxnSp>
        <p:nvCxnSpPr>
          <p:cNvPr id="91" name="Straight Connector 90"/>
          <p:cNvCxnSpPr/>
          <p:nvPr/>
        </p:nvCxnSpPr>
        <p:spPr>
          <a:xfrm flipH="1">
            <a:off x="10582721" y="8883189"/>
            <a:ext cx="737028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/>
          <p:cNvCxnSpPr/>
          <p:nvPr/>
        </p:nvCxnSpPr>
        <p:spPr>
          <a:xfrm flipH="1">
            <a:off x="7619572" y="9881323"/>
            <a:ext cx="4976996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/>
          <p:cNvCxnSpPr>
            <a:stCxn id="87" idx="2"/>
          </p:cNvCxnSpPr>
          <p:nvPr/>
        </p:nvCxnSpPr>
        <p:spPr>
          <a:xfrm>
            <a:off x="12569602" y="9266949"/>
            <a:ext cx="0" cy="60935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/>
          <p:cNvCxnSpPr/>
          <p:nvPr/>
        </p:nvCxnSpPr>
        <p:spPr>
          <a:xfrm flipV="1">
            <a:off x="12431760" y="9416340"/>
            <a:ext cx="295829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/>
          <p:cNvCxnSpPr/>
          <p:nvPr/>
        </p:nvCxnSpPr>
        <p:spPr>
          <a:xfrm flipV="1">
            <a:off x="7610490" y="9876299"/>
            <a:ext cx="270330" cy="20194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/>
          <p:cNvCxnSpPr/>
          <p:nvPr/>
        </p:nvCxnSpPr>
        <p:spPr>
          <a:xfrm>
            <a:off x="7619627" y="9683180"/>
            <a:ext cx="270330" cy="211392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/>
          <p:cNvCxnSpPr/>
          <p:nvPr/>
        </p:nvCxnSpPr>
        <p:spPr>
          <a:xfrm flipV="1">
            <a:off x="7904165" y="9744928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7" name="Table 10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31297554"/>
              </p:ext>
            </p:extLst>
          </p:nvPr>
        </p:nvGraphicFramePr>
        <p:xfrm>
          <a:off x="14835651" y="7811902"/>
          <a:ext cx="2499707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Like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like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tutorial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user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108" name="Picture 107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35651" y="8323961"/>
            <a:ext cx="310901" cy="310901"/>
          </a:xfrm>
          <a:prstGeom prst="rect">
            <a:avLst/>
          </a:prstGeom>
        </p:spPr>
      </p:pic>
      <p:graphicFrame>
        <p:nvGraphicFramePr>
          <p:cNvPr id="109" name="Table 10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3627891"/>
              </p:ext>
            </p:extLst>
          </p:nvPr>
        </p:nvGraphicFramePr>
        <p:xfrm>
          <a:off x="11314191" y="5519398"/>
          <a:ext cx="2499707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Follow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follow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following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follower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110" name="Picture 109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66934" y="6053051"/>
            <a:ext cx="310901" cy="310901"/>
          </a:xfrm>
          <a:prstGeom prst="rect">
            <a:avLst/>
          </a:prstGeom>
        </p:spPr>
      </p:pic>
      <p:graphicFrame>
        <p:nvGraphicFramePr>
          <p:cNvPr id="111" name="Table 1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7541354"/>
              </p:ext>
            </p:extLst>
          </p:nvPr>
        </p:nvGraphicFramePr>
        <p:xfrm>
          <a:off x="12366961" y="438742"/>
          <a:ext cx="2499707" cy="1645920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2499707"/>
              </a:tblGrid>
              <a:tr h="376363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 smtClean="0">
                          <a:solidFill>
                            <a:schemeClr val="bg1"/>
                          </a:solidFill>
                        </a:rPr>
                        <a:t>Map</a:t>
                      </a:r>
                      <a:endParaRPr lang="en-US" sz="2400" dirty="0">
                        <a:solidFill>
                          <a:schemeClr val="bg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baseline="0" dirty="0" err="1" smtClean="0">
                          <a:solidFill>
                            <a:schemeClr val="tx1"/>
                          </a:solidFill>
                        </a:rPr>
                        <a:t>Location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(PK)</a:t>
                      </a: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/>
                        <a:t>     </a:t>
                      </a: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location</a:t>
                      </a:r>
                      <a:endParaRPr lang="en-US" sz="200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</a:tr>
              <a:tr h="376363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aseline="0" dirty="0" smtClean="0">
                          <a:solidFill>
                            <a:schemeClr val="tx1"/>
                          </a:solidFill>
                        </a:rPr>
                        <a:t>     </a:t>
                      </a:r>
                      <a:r>
                        <a:rPr lang="en-US" sz="2000" dirty="0" err="1" smtClean="0">
                          <a:solidFill>
                            <a:schemeClr val="tx1"/>
                          </a:solidFill>
                        </a:rPr>
                        <a:t>branchID</a:t>
                      </a:r>
                      <a:r>
                        <a:rPr lang="en-US" sz="2000" dirty="0" smtClean="0">
                          <a:solidFill>
                            <a:schemeClr val="tx1"/>
                          </a:solidFill>
                        </a:rPr>
                        <a:t> (FK)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pic>
        <p:nvPicPr>
          <p:cNvPr id="112" name="Picture 111" descr="887747b1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19704" y="972395"/>
            <a:ext cx="310901" cy="310901"/>
          </a:xfrm>
          <a:prstGeom prst="rect">
            <a:avLst/>
          </a:prstGeom>
        </p:spPr>
      </p:pic>
      <p:cxnSp>
        <p:nvCxnSpPr>
          <p:cNvPr id="118" name="Straight Connector 117"/>
          <p:cNvCxnSpPr>
            <a:stCxn id="111" idx="2"/>
            <a:endCxn id="10" idx="0"/>
          </p:cNvCxnSpPr>
          <p:nvPr/>
        </p:nvCxnSpPr>
        <p:spPr>
          <a:xfrm>
            <a:off x="13616814" y="2084662"/>
            <a:ext cx="8999" cy="81390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Connector 118"/>
          <p:cNvCxnSpPr/>
          <p:nvPr/>
        </p:nvCxnSpPr>
        <p:spPr>
          <a:xfrm>
            <a:off x="13461258" y="2265222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/>
          <p:cNvCxnSpPr/>
          <p:nvPr/>
        </p:nvCxnSpPr>
        <p:spPr>
          <a:xfrm>
            <a:off x="13458144" y="2754608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Connector 120"/>
          <p:cNvCxnSpPr/>
          <p:nvPr/>
        </p:nvCxnSpPr>
        <p:spPr>
          <a:xfrm flipV="1">
            <a:off x="10701449" y="8745875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Connector 121"/>
          <p:cNvCxnSpPr/>
          <p:nvPr/>
        </p:nvCxnSpPr>
        <p:spPr>
          <a:xfrm flipV="1">
            <a:off x="11179212" y="8736496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/>
          <p:cNvCxnSpPr>
            <a:stCxn id="109" idx="2"/>
            <a:endCxn id="87" idx="0"/>
          </p:cNvCxnSpPr>
          <p:nvPr/>
        </p:nvCxnSpPr>
        <p:spPr>
          <a:xfrm>
            <a:off x="12564044" y="7165318"/>
            <a:ext cx="5558" cy="85195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Connector 128"/>
          <p:cNvCxnSpPr/>
          <p:nvPr/>
        </p:nvCxnSpPr>
        <p:spPr>
          <a:xfrm flipV="1">
            <a:off x="12419854" y="7899363"/>
            <a:ext cx="295829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Straight Connector 129"/>
          <p:cNvCxnSpPr/>
          <p:nvPr/>
        </p:nvCxnSpPr>
        <p:spPr>
          <a:xfrm flipV="1">
            <a:off x="12569602" y="7168207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Connector 130"/>
          <p:cNvCxnSpPr/>
          <p:nvPr/>
        </p:nvCxnSpPr>
        <p:spPr>
          <a:xfrm>
            <a:off x="12341008" y="7165318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Connector 131"/>
          <p:cNvCxnSpPr/>
          <p:nvPr/>
        </p:nvCxnSpPr>
        <p:spPr>
          <a:xfrm flipV="1">
            <a:off x="12416129" y="7425306"/>
            <a:ext cx="295829" cy="1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Connector 132"/>
          <p:cNvCxnSpPr/>
          <p:nvPr/>
        </p:nvCxnSpPr>
        <p:spPr>
          <a:xfrm flipH="1">
            <a:off x="13819456" y="8785941"/>
            <a:ext cx="101619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136"/>
          <p:cNvCxnSpPr/>
          <p:nvPr/>
        </p:nvCxnSpPr>
        <p:spPr>
          <a:xfrm flipV="1">
            <a:off x="13934719" y="8648627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Connector 137"/>
          <p:cNvCxnSpPr/>
          <p:nvPr/>
        </p:nvCxnSpPr>
        <p:spPr>
          <a:xfrm flipV="1">
            <a:off x="14599882" y="8648627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Connector 138"/>
          <p:cNvCxnSpPr/>
          <p:nvPr/>
        </p:nvCxnSpPr>
        <p:spPr>
          <a:xfrm flipV="1">
            <a:off x="14601094" y="8623951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Connector 139"/>
          <p:cNvCxnSpPr/>
          <p:nvPr/>
        </p:nvCxnSpPr>
        <p:spPr>
          <a:xfrm>
            <a:off x="14618134" y="8793829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/>
          <p:cNvCxnSpPr/>
          <p:nvPr/>
        </p:nvCxnSpPr>
        <p:spPr>
          <a:xfrm flipH="1">
            <a:off x="8024244" y="5953445"/>
            <a:ext cx="3287785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Straight Connector 142"/>
          <p:cNvCxnSpPr/>
          <p:nvPr/>
        </p:nvCxnSpPr>
        <p:spPr>
          <a:xfrm flipV="1">
            <a:off x="8193239" y="5823148"/>
            <a:ext cx="0" cy="27462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Connector 143"/>
          <p:cNvCxnSpPr/>
          <p:nvPr/>
        </p:nvCxnSpPr>
        <p:spPr>
          <a:xfrm flipV="1">
            <a:off x="11085748" y="5783567"/>
            <a:ext cx="234557" cy="16987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/>
          <p:cNvCxnSpPr/>
          <p:nvPr/>
        </p:nvCxnSpPr>
        <p:spPr>
          <a:xfrm>
            <a:off x="11102788" y="5953445"/>
            <a:ext cx="217232" cy="16837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Donut 145"/>
          <p:cNvSpPr/>
          <p:nvPr/>
        </p:nvSpPr>
        <p:spPr>
          <a:xfrm>
            <a:off x="10833313" y="5818374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47" name="Straight Connector 146"/>
          <p:cNvCxnSpPr/>
          <p:nvPr/>
        </p:nvCxnSpPr>
        <p:spPr>
          <a:xfrm>
            <a:off x="16133917" y="9468894"/>
            <a:ext cx="0" cy="103648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Connector 148"/>
          <p:cNvCxnSpPr/>
          <p:nvPr/>
        </p:nvCxnSpPr>
        <p:spPr>
          <a:xfrm flipH="1">
            <a:off x="2770451" y="10505374"/>
            <a:ext cx="13340717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Connector 151"/>
          <p:cNvCxnSpPr/>
          <p:nvPr/>
        </p:nvCxnSpPr>
        <p:spPr>
          <a:xfrm>
            <a:off x="2769678" y="5996990"/>
            <a:ext cx="0" cy="450838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7" name="Straight Connector 156"/>
          <p:cNvCxnSpPr/>
          <p:nvPr/>
        </p:nvCxnSpPr>
        <p:spPr>
          <a:xfrm>
            <a:off x="2603613" y="6205737"/>
            <a:ext cx="333989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Straight Connector 158"/>
          <p:cNvCxnSpPr/>
          <p:nvPr/>
        </p:nvCxnSpPr>
        <p:spPr>
          <a:xfrm flipV="1">
            <a:off x="16133917" y="9475533"/>
            <a:ext cx="215525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Straight Connector 159"/>
          <p:cNvCxnSpPr/>
          <p:nvPr/>
        </p:nvCxnSpPr>
        <p:spPr>
          <a:xfrm>
            <a:off x="15905323" y="9472644"/>
            <a:ext cx="219803" cy="25998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Donut 160"/>
          <p:cNvSpPr/>
          <p:nvPr/>
        </p:nvSpPr>
        <p:spPr>
          <a:xfrm>
            <a:off x="16009610" y="9732633"/>
            <a:ext cx="252435" cy="247160"/>
          </a:xfrm>
          <a:prstGeom prst="donut">
            <a:avLst>
              <a:gd name="adj" fmla="val 5666"/>
            </a:avLst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97210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7115266"/>
              </p:ext>
            </p:extLst>
          </p:nvPr>
        </p:nvGraphicFramePr>
        <p:xfrm>
          <a:off x="4233267" y="2664150"/>
          <a:ext cx="5394375" cy="345017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98125"/>
                <a:gridCol w="1798125"/>
                <a:gridCol w="1798125"/>
              </a:tblGrid>
              <a:tr h="492882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492882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92882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Username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92882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Password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92882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Email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(30)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92882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User_Pic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92882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Creation_Time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Times"/>
                          <a:cs typeface="Times"/>
                        </a:rPr>
                        <a:t>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93650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401374"/>
              </p:ext>
            </p:extLst>
          </p:nvPr>
        </p:nvGraphicFramePr>
        <p:xfrm>
          <a:off x="4233267" y="2664149"/>
          <a:ext cx="5246712" cy="2918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48904"/>
                <a:gridCol w="1748904"/>
                <a:gridCol w="1748904"/>
              </a:tblGrid>
              <a:tr h="416928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416928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16928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Title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16928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Category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(30)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16928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Tutorial_Pic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16928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Material_Pic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16928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Material_Des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(255)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32072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0595537"/>
              </p:ext>
            </p:extLst>
          </p:nvPr>
        </p:nvGraphicFramePr>
        <p:xfrm>
          <a:off x="512154" y="478351"/>
          <a:ext cx="4419798" cy="291849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73266"/>
                <a:gridCol w="1473266"/>
                <a:gridCol w="1473266"/>
              </a:tblGrid>
              <a:tr h="486416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486416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86416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Step_Number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(3)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86416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Step_Des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(255)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8641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Step_Pic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8641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Step_Vdo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007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6377698"/>
              </p:ext>
            </p:extLst>
          </p:nvPr>
        </p:nvGraphicFramePr>
        <p:xfrm>
          <a:off x="4233267" y="2693688"/>
          <a:ext cx="5217180" cy="34501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39060"/>
                <a:gridCol w="1739060"/>
                <a:gridCol w="1739060"/>
              </a:tblGrid>
              <a:tr h="690036"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4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4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4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690036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2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690036">
                <a:tc>
                  <a:txBody>
                    <a:bodyPr/>
                    <a:lstStyle/>
                    <a:p>
                      <a:r>
                        <a:rPr lang="en-US" sz="1200" dirty="0" err="1" smtClean="0">
                          <a:latin typeface="Times"/>
                          <a:cs typeface="Times"/>
                        </a:rPr>
                        <a:t>Message_Detail</a:t>
                      </a:r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200" dirty="0" smtClean="0">
                          <a:latin typeface="Times"/>
                          <a:cs typeface="Times"/>
                        </a:rPr>
                        <a:t>(500)</a:t>
                      </a:r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690036">
                <a:tc>
                  <a:txBody>
                    <a:bodyPr/>
                    <a:lstStyle/>
                    <a:p>
                      <a:r>
                        <a:rPr lang="en-US" sz="1200" dirty="0" smtClean="0">
                          <a:latin typeface="Times"/>
                          <a:cs typeface="Times"/>
                        </a:rPr>
                        <a:t>Sender</a:t>
                      </a:r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200" dirty="0" smtClean="0">
                          <a:latin typeface="Times"/>
                          <a:cs typeface="Times"/>
                        </a:rPr>
                        <a:t>(20)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690036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smtClean="0">
                          <a:latin typeface="Times"/>
                          <a:cs typeface="Times"/>
                        </a:rPr>
                        <a:t>Receiver</a:t>
                      </a:r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200" dirty="0" smtClean="0">
                          <a:latin typeface="Times"/>
                          <a:cs typeface="Times"/>
                        </a:rPr>
                        <a:t>(20)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1093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051355"/>
              </p:ext>
            </p:extLst>
          </p:nvPr>
        </p:nvGraphicFramePr>
        <p:xfrm>
          <a:off x="4233267" y="2664149"/>
          <a:ext cx="5158113" cy="2326239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19371"/>
                <a:gridCol w="1719371"/>
                <a:gridCol w="1719371"/>
              </a:tblGrid>
              <a:tr h="775413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8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8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8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775413">
                <a:tc>
                  <a:txBody>
                    <a:bodyPr/>
                    <a:lstStyle/>
                    <a:p>
                      <a:r>
                        <a:rPr lang="en-US" sz="16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6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6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6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6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775413">
                <a:tc>
                  <a:txBody>
                    <a:bodyPr/>
                    <a:lstStyle/>
                    <a:p>
                      <a:r>
                        <a:rPr lang="en-US" sz="1600" dirty="0" smtClean="0">
                          <a:latin typeface="Times"/>
                          <a:cs typeface="Times"/>
                        </a:rPr>
                        <a:t>Activity</a:t>
                      </a:r>
                      <a:endParaRPr lang="en-US" sz="16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600" dirty="0" smtClean="0">
                          <a:latin typeface="Times"/>
                          <a:cs typeface="Times"/>
                        </a:rPr>
                        <a:t>(20)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6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5193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9114173"/>
              </p:ext>
            </p:extLst>
          </p:nvPr>
        </p:nvGraphicFramePr>
        <p:xfrm>
          <a:off x="4233267" y="2664150"/>
          <a:ext cx="5955495" cy="250497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85165"/>
                <a:gridCol w="1985165"/>
                <a:gridCol w="1985165"/>
              </a:tblGrid>
              <a:tr h="500994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500994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500994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Shop_Name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(20)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500994">
                <a:tc>
                  <a:txBody>
                    <a:bodyPr/>
                    <a:lstStyle/>
                    <a:p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Shop_Info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(255)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500994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Shop_Pic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068425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6532430"/>
              </p:ext>
            </p:extLst>
          </p:nvPr>
        </p:nvGraphicFramePr>
        <p:xfrm>
          <a:off x="4233268" y="2664149"/>
          <a:ext cx="4892319" cy="194375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30773"/>
                <a:gridCol w="1630773"/>
                <a:gridCol w="1630773"/>
              </a:tblGrid>
              <a:tr h="485938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485938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85938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Tel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485938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Location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21976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9404435"/>
              </p:ext>
            </p:extLst>
          </p:nvPr>
        </p:nvGraphicFramePr>
        <p:xfrm>
          <a:off x="4233267" y="2664149"/>
          <a:ext cx="4390266" cy="173698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63422"/>
                <a:gridCol w="1463422"/>
                <a:gridCol w="1463422"/>
              </a:tblGrid>
              <a:tr h="578995"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Field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Type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dirty="0" smtClean="0">
                          <a:solidFill>
                            <a:schemeClr val="bg1"/>
                          </a:solidFill>
                          <a:latin typeface="Times"/>
                          <a:cs typeface="Times"/>
                        </a:rPr>
                        <a:t>Extra</a:t>
                      </a:r>
                      <a:endParaRPr lang="en-US" sz="1600" b="1" dirty="0">
                        <a:solidFill>
                          <a:schemeClr val="bg1"/>
                        </a:solidFill>
                        <a:latin typeface="Times"/>
                        <a:cs typeface="Times"/>
                      </a:endParaRPr>
                    </a:p>
                  </a:txBody>
                  <a:tcPr anchor="ctr"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</a:tr>
              <a:tr h="578995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Id (PK)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int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(10)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smtClean="0">
                          <a:latin typeface="Times"/>
                          <a:cs typeface="Times"/>
                        </a:rPr>
                        <a:t>Auto increment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  <a:tr h="578995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Times"/>
                          <a:cs typeface="Times"/>
                        </a:rPr>
                        <a:t>Picture</a:t>
                      </a:r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 smtClean="0">
                          <a:latin typeface="Times"/>
                          <a:cs typeface="Times"/>
                        </a:rPr>
                        <a:t>varchar</a:t>
                      </a:r>
                      <a:r>
                        <a:rPr lang="en-US" sz="1400" dirty="0" smtClean="0">
                          <a:latin typeface="Times"/>
                          <a:cs typeface="Times"/>
                        </a:rPr>
                        <a:t>(500)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Times"/>
                        <a:cs typeface="Times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87271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2482</TotalTime>
  <Words>782</Words>
  <Application>Microsoft Macintosh PowerPoint</Application>
  <PresentationFormat>Custom</PresentationFormat>
  <Paragraphs>340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130</cp:revision>
  <dcterms:created xsi:type="dcterms:W3CDTF">2014-05-19T16:26:10Z</dcterms:created>
  <dcterms:modified xsi:type="dcterms:W3CDTF">2014-10-20T12:58:23Z</dcterms:modified>
</cp:coreProperties>
</file>