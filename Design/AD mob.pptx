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3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61" r:id="rId15"/>
    <p:sldId id="266" r:id="rId16"/>
    <p:sldId id="276" r:id="rId17"/>
    <p:sldId id="277" r:id="rId18"/>
    <p:sldId id="296" r:id="rId19"/>
    <p:sldId id="278" r:id="rId20"/>
    <p:sldId id="279" r:id="rId21"/>
    <p:sldId id="280" r:id="rId22"/>
    <p:sldId id="301" r:id="rId23"/>
    <p:sldId id="281" r:id="rId24"/>
    <p:sldId id="282" r:id="rId25"/>
    <p:sldId id="283" r:id="rId26"/>
    <p:sldId id="297" r:id="rId27"/>
    <p:sldId id="298" r:id="rId28"/>
    <p:sldId id="300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02" r:id="rId42"/>
    <p:sldId id="303" r:id="rId43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-2912" y="-1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printerSettings" Target="printerSettings/printerSettings1.bin"/><Relationship Id="rId4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10/5/14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27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10/5/14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6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10/5/14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9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10/5/14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4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10/5/14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7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10/5/14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9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10/5/14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65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10/5/14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10/5/14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68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10/5/14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8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10/5/14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3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32E88-616F-C648-B3FA-694311D876FD}" type="datetimeFigureOut">
              <a:rPr lang="en-US" smtClean="0"/>
              <a:t>10/5/14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7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004117" y="19007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968691" y="8316067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02485" y="8443216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26009" y="95449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sign up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20937" y="2772575"/>
            <a:ext cx="1243476" cy="4773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71716" y="1777944"/>
            <a:ext cx="1753475" cy="680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registration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17346" y="3651513"/>
            <a:ext cx="1243476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done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37947" y="4869442"/>
            <a:ext cx="1124688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Decision 15"/>
          <p:cNvSpPr/>
          <p:nvPr/>
        </p:nvSpPr>
        <p:spPr>
          <a:xfrm>
            <a:off x="2163828" y="4548329"/>
            <a:ext cx="2163777" cy="113145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All information are valid?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563626" y="6142674"/>
            <a:ext cx="1386772" cy="6583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information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568810" y="7230921"/>
            <a:ext cx="1386772" cy="6583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back to log in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244708" y="671254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247747" y="1468763"/>
            <a:ext cx="707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0" idx="0"/>
          </p:cNvCxnSpPr>
          <p:nvPr/>
        </p:nvCxnSpPr>
        <p:spPr>
          <a:xfrm flipH="1">
            <a:off x="3242675" y="2458940"/>
            <a:ext cx="5779" cy="313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3" idx="0"/>
          </p:cNvCxnSpPr>
          <p:nvPr/>
        </p:nvCxnSpPr>
        <p:spPr>
          <a:xfrm flipH="1">
            <a:off x="3239084" y="3249896"/>
            <a:ext cx="3591" cy="4016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16" idx="0"/>
          </p:cNvCxnSpPr>
          <p:nvPr/>
        </p:nvCxnSpPr>
        <p:spPr>
          <a:xfrm>
            <a:off x="3239084" y="4138071"/>
            <a:ext cx="6633" cy="4102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6" idx="2"/>
            <a:endCxn id="17" idx="0"/>
          </p:cNvCxnSpPr>
          <p:nvPr/>
        </p:nvCxnSpPr>
        <p:spPr>
          <a:xfrm>
            <a:off x="3245717" y="5679783"/>
            <a:ext cx="11295" cy="4628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  <a:endCxn id="18" idx="0"/>
          </p:cNvCxnSpPr>
          <p:nvPr/>
        </p:nvCxnSpPr>
        <p:spPr>
          <a:xfrm>
            <a:off x="3257012" y="6801063"/>
            <a:ext cx="5184" cy="4298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8" idx="2"/>
          </p:cNvCxnSpPr>
          <p:nvPr/>
        </p:nvCxnSpPr>
        <p:spPr>
          <a:xfrm>
            <a:off x="3262196" y="7889310"/>
            <a:ext cx="1965" cy="4267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6" idx="3"/>
            <a:endCxn id="14" idx="1"/>
          </p:cNvCxnSpPr>
          <p:nvPr/>
        </p:nvCxnSpPr>
        <p:spPr>
          <a:xfrm flipV="1">
            <a:off x="4327605" y="5112721"/>
            <a:ext cx="510342" cy="13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" idx="0"/>
          </p:cNvCxnSpPr>
          <p:nvPr/>
        </p:nvCxnSpPr>
        <p:spPr>
          <a:xfrm flipH="1" flipV="1">
            <a:off x="5384709" y="3011236"/>
            <a:ext cx="15582" cy="185820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10" idx="3"/>
          </p:cNvCxnSpPr>
          <p:nvPr/>
        </p:nvCxnSpPr>
        <p:spPr>
          <a:xfrm flipH="1">
            <a:off x="3864413" y="3011236"/>
            <a:ext cx="152029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230879" y="5646617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4356800" y="4804944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8859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076281" y="96563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0855" y="8006487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74649" y="8133636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98173" y="1730063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log in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66577" y="3549240"/>
            <a:ext cx="1706668" cy="5839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username and password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43880" y="2553510"/>
            <a:ext cx="1753475" cy="680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log in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89510" y="4427079"/>
            <a:ext cx="1243476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log in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10111" y="5645008"/>
            <a:ext cx="1124688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Decision 15"/>
          <p:cNvSpPr/>
          <p:nvPr/>
        </p:nvSpPr>
        <p:spPr>
          <a:xfrm>
            <a:off x="2235992" y="5323895"/>
            <a:ext cx="2163777" cy="113145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All information are verified?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35790" y="6918241"/>
            <a:ext cx="1386772" cy="5798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316872" y="1446820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319911" y="2244329"/>
            <a:ext cx="707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0" idx="0"/>
          </p:cNvCxnSpPr>
          <p:nvPr/>
        </p:nvCxnSpPr>
        <p:spPr>
          <a:xfrm flipH="1">
            <a:off x="3319911" y="3234506"/>
            <a:ext cx="707" cy="3147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3" idx="0"/>
          </p:cNvCxnSpPr>
          <p:nvPr/>
        </p:nvCxnSpPr>
        <p:spPr>
          <a:xfrm flipH="1">
            <a:off x="3311248" y="4133171"/>
            <a:ext cx="8663" cy="2939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16" idx="0"/>
          </p:cNvCxnSpPr>
          <p:nvPr/>
        </p:nvCxnSpPr>
        <p:spPr>
          <a:xfrm>
            <a:off x="3311248" y="4913637"/>
            <a:ext cx="6633" cy="4102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6" idx="2"/>
            <a:endCxn id="17" idx="0"/>
          </p:cNvCxnSpPr>
          <p:nvPr/>
        </p:nvCxnSpPr>
        <p:spPr>
          <a:xfrm>
            <a:off x="3317881" y="6455349"/>
            <a:ext cx="11295" cy="4628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</p:cNvCxnSpPr>
          <p:nvPr/>
        </p:nvCxnSpPr>
        <p:spPr>
          <a:xfrm>
            <a:off x="3329176" y="7498077"/>
            <a:ext cx="5184" cy="5084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6" idx="3"/>
            <a:endCxn id="14" idx="1"/>
          </p:cNvCxnSpPr>
          <p:nvPr/>
        </p:nvCxnSpPr>
        <p:spPr>
          <a:xfrm flipV="1">
            <a:off x="4399769" y="5888287"/>
            <a:ext cx="510342" cy="13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" idx="0"/>
          </p:cNvCxnSpPr>
          <p:nvPr/>
        </p:nvCxnSpPr>
        <p:spPr>
          <a:xfrm flipH="1" flipV="1">
            <a:off x="5456873" y="3845555"/>
            <a:ext cx="15582" cy="17994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4173245" y="3845555"/>
            <a:ext cx="128362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303043" y="6422183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4428964" y="5580510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2943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09559" y="65196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65649" y="753511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99443" y="766225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31451" y="141638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Log in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99855" y="3235564"/>
            <a:ext cx="1706668" cy="5839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menu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77158" y="2239834"/>
            <a:ext cx="1753475" cy="680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99856" y="4113402"/>
            <a:ext cx="1706668" cy="654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menu page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91756" y="6404868"/>
            <a:ext cx="1730776" cy="6569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unlogged in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350150" y="1133144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353189" y="1930653"/>
            <a:ext cx="707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0" idx="0"/>
          </p:cNvCxnSpPr>
          <p:nvPr/>
        </p:nvCxnSpPr>
        <p:spPr>
          <a:xfrm flipH="1">
            <a:off x="3353189" y="2920830"/>
            <a:ext cx="707" cy="3147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3" idx="0"/>
          </p:cNvCxnSpPr>
          <p:nvPr/>
        </p:nvCxnSpPr>
        <p:spPr>
          <a:xfrm>
            <a:off x="3353189" y="3819495"/>
            <a:ext cx="1" cy="2939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35" idx="0"/>
          </p:cNvCxnSpPr>
          <p:nvPr/>
        </p:nvCxnSpPr>
        <p:spPr>
          <a:xfrm flipH="1">
            <a:off x="3353189" y="4768383"/>
            <a:ext cx="1" cy="3945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2"/>
            <a:endCxn id="17" idx="0"/>
          </p:cNvCxnSpPr>
          <p:nvPr/>
        </p:nvCxnSpPr>
        <p:spPr>
          <a:xfrm>
            <a:off x="3353189" y="5817890"/>
            <a:ext cx="3955" cy="58697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  <a:endCxn id="6" idx="0"/>
          </p:cNvCxnSpPr>
          <p:nvPr/>
        </p:nvCxnSpPr>
        <p:spPr>
          <a:xfrm>
            <a:off x="3357144" y="7061792"/>
            <a:ext cx="3975" cy="4733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99855" y="5162909"/>
            <a:ext cx="1706668" cy="654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log out button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85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profile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78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05533" y="8849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427425" y="76378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046124" y="569671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</p:cNvCxnSpPr>
          <p:nvPr/>
        </p:nvCxnSpPr>
        <p:spPr>
          <a:xfrm>
            <a:off x="3046124" y="2010270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046124" y="1278052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47724" y="1549300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114969" y="2387292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profile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65340" y="4514625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8" idx="2"/>
            <a:endCxn id="12" idx="0"/>
          </p:cNvCxnSpPr>
          <p:nvPr/>
        </p:nvCxnSpPr>
        <p:spPr>
          <a:xfrm>
            <a:off x="3046124" y="3139068"/>
            <a:ext cx="2022" cy="317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37804" y="3456415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new email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12" idx="2"/>
            <a:endCxn id="10" idx="0"/>
          </p:cNvCxnSpPr>
          <p:nvPr/>
        </p:nvCxnSpPr>
        <p:spPr>
          <a:xfrm>
            <a:off x="3048146" y="4049609"/>
            <a:ext cx="0" cy="4650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63418" y="6252316"/>
            <a:ext cx="1576072" cy="7216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new email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4" idx="2"/>
            <a:endCxn id="16" idx="0"/>
          </p:cNvCxnSpPr>
          <p:nvPr/>
        </p:nvCxnSpPr>
        <p:spPr>
          <a:xfrm>
            <a:off x="3051454" y="6973975"/>
            <a:ext cx="2217" cy="4377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240843" y="7411772"/>
            <a:ext cx="1625656" cy="479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059471" y="7893850"/>
            <a:ext cx="0" cy="5237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772264" y="845713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906058" y="858428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ecision 49"/>
          <p:cNvSpPr/>
          <p:nvPr/>
        </p:nvSpPr>
        <p:spPr>
          <a:xfrm>
            <a:off x="2464136" y="5347990"/>
            <a:ext cx="1166816" cy="69517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0"/>
          </p:cNvCxnSpPr>
          <p:nvPr/>
        </p:nvCxnSpPr>
        <p:spPr>
          <a:xfrm flipH="1">
            <a:off x="3047544" y="5079014"/>
            <a:ext cx="1774" cy="2689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 flipV="1">
            <a:off x="5140137" y="3767595"/>
            <a:ext cx="5847" cy="16620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50" idx="3"/>
          </p:cNvCxnSpPr>
          <p:nvPr/>
        </p:nvCxnSpPr>
        <p:spPr>
          <a:xfrm>
            <a:off x="3630952" y="5695579"/>
            <a:ext cx="9201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3758487" y="3767595"/>
            <a:ext cx="13816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055246" y="5980668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3615485" y="5408619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57" name="Straight Arrow Connector 56"/>
          <p:cNvCxnSpPr>
            <a:stCxn id="50" idx="2"/>
          </p:cNvCxnSpPr>
          <p:nvPr/>
        </p:nvCxnSpPr>
        <p:spPr>
          <a:xfrm>
            <a:off x="3047544" y="6043167"/>
            <a:ext cx="7702" cy="2244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559283" y="5429636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93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87796" y="39881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09688" y="71517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128387" y="521062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</p:cNvCxnSpPr>
          <p:nvPr/>
        </p:nvCxnSpPr>
        <p:spPr>
          <a:xfrm>
            <a:off x="3128387" y="1961661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128387" y="1229443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29987" y="1500691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55429" y="2290693"/>
            <a:ext cx="1558813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browse picture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31792" y="3134743"/>
            <a:ext cx="1996737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pictures in user’s smart phone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424494" y="3994287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picture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47355" y="4841427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48053" y="6603561"/>
            <a:ext cx="1576072" cy="7216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the picture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9" idx="2"/>
            <a:endCxn id="10" idx="0"/>
          </p:cNvCxnSpPr>
          <p:nvPr/>
        </p:nvCxnSpPr>
        <p:spPr>
          <a:xfrm flipH="1">
            <a:off x="3130161" y="2892366"/>
            <a:ext cx="4675" cy="2423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2"/>
            <a:endCxn id="11" idx="0"/>
          </p:cNvCxnSpPr>
          <p:nvPr/>
        </p:nvCxnSpPr>
        <p:spPr>
          <a:xfrm>
            <a:off x="3130161" y="3736416"/>
            <a:ext cx="4675" cy="2578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0"/>
          </p:cNvCxnSpPr>
          <p:nvPr/>
        </p:nvCxnSpPr>
        <p:spPr>
          <a:xfrm flipH="1">
            <a:off x="3130161" y="4587481"/>
            <a:ext cx="4675" cy="2539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  <a:endCxn id="19" idx="0"/>
          </p:cNvCxnSpPr>
          <p:nvPr/>
        </p:nvCxnSpPr>
        <p:spPr>
          <a:xfrm flipH="1">
            <a:off x="3129297" y="7325220"/>
            <a:ext cx="6792" cy="3296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16469" y="7654893"/>
            <a:ext cx="1625656" cy="479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9" idx="2"/>
          </p:cNvCxnSpPr>
          <p:nvPr/>
        </p:nvCxnSpPr>
        <p:spPr>
          <a:xfrm>
            <a:off x="3129297" y="8134633"/>
            <a:ext cx="864" cy="3632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cision 20"/>
          <p:cNvSpPr/>
          <p:nvPr/>
        </p:nvSpPr>
        <p:spPr>
          <a:xfrm>
            <a:off x="2544979" y="5683923"/>
            <a:ext cx="1166816" cy="69517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12" idx="2"/>
            <a:endCxn id="21" idx="0"/>
          </p:cNvCxnSpPr>
          <p:nvPr/>
        </p:nvCxnSpPr>
        <p:spPr>
          <a:xfrm flipH="1">
            <a:off x="3128387" y="5414947"/>
            <a:ext cx="1774" cy="2689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5226827" y="4290884"/>
            <a:ext cx="0" cy="145386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3"/>
          </p:cNvCxnSpPr>
          <p:nvPr/>
        </p:nvCxnSpPr>
        <p:spPr>
          <a:xfrm>
            <a:off x="3711795" y="6031512"/>
            <a:ext cx="9201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1" idx="3"/>
          </p:cNvCxnSpPr>
          <p:nvPr/>
        </p:nvCxnSpPr>
        <p:spPr>
          <a:xfrm flipH="1">
            <a:off x="3845177" y="4290884"/>
            <a:ext cx="13816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36089" y="6295784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3696328" y="5723735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37" name="Oval 36"/>
          <p:cNvSpPr/>
          <p:nvPr/>
        </p:nvSpPr>
        <p:spPr>
          <a:xfrm>
            <a:off x="2834691" y="851909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968485" y="864624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1" idx="2"/>
            <a:endCxn id="13" idx="0"/>
          </p:cNvCxnSpPr>
          <p:nvPr/>
        </p:nvCxnSpPr>
        <p:spPr>
          <a:xfrm>
            <a:off x="3128387" y="6379100"/>
            <a:ext cx="7702" cy="2244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640126" y="5744752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64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87796" y="39881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09688" y="71517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128387" y="521062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</p:cNvCxnSpPr>
          <p:nvPr/>
        </p:nvCxnSpPr>
        <p:spPr>
          <a:xfrm>
            <a:off x="3128387" y="1961661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128387" y="1229443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29987" y="1500691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55429" y="2290693"/>
            <a:ext cx="1558813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  <a:r>
              <a:rPr lang="en-US" sz="1400" dirty="0">
                <a:solidFill>
                  <a:schemeClr val="tx1"/>
                </a:solidFill>
              </a:rPr>
              <a:t>change password </a:t>
            </a:r>
            <a:r>
              <a:rPr lang="en-US" sz="1400" dirty="0" smtClean="0">
                <a:solidFill>
                  <a:schemeClr val="tx1"/>
                </a:solidFill>
              </a:rPr>
              <a:t>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31792" y="3134743"/>
            <a:ext cx="1996737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Provide change password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4494" y="3994287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Input new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7355" y="4841427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48053" y="6603561"/>
            <a:ext cx="1576072" cy="7216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Save new information into database</a:t>
            </a:r>
          </a:p>
        </p:txBody>
      </p:sp>
      <p:cxnSp>
        <p:nvCxnSpPr>
          <p:cNvPr id="14" name="Straight Arrow Connector 13"/>
          <p:cNvCxnSpPr>
            <a:stCxn id="9" idx="2"/>
            <a:endCxn id="10" idx="0"/>
          </p:cNvCxnSpPr>
          <p:nvPr/>
        </p:nvCxnSpPr>
        <p:spPr>
          <a:xfrm flipH="1">
            <a:off x="3130161" y="2892366"/>
            <a:ext cx="4675" cy="2423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2"/>
            <a:endCxn id="11" idx="0"/>
          </p:cNvCxnSpPr>
          <p:nvPr/>
        </p:nvCxnSpPr>
        <p:spPr>
          <a:xfrm>
            <a:off x="3130161" y="3736416"/>
            <a:ext cx="4675" cy="2578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0"/>
          </p:cNvCxnSpPr>
          <p:nvPr/>
        </p:nvCxnSpPr>
        <p:spPr>
          <a:xfrm flipH="1">
            <a:off x="3130161" y="4587481"/>
            <a:ext cx="4675" cy="2539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  <a:endCxn id="19" idx="0"/>
          </p:cNvCxnSpPr>
          <p:nvPr/>
        </p:nvCxnSpPr>
        <p:spPr>
          <a:xfrm flipH="1">
            <a:off x="3129297" y="7325220"/>
            <a:ext cx="6792" cy="3296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16469" y="7654893"/>
            <a:ext cx="1625656" cy="479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9" idx="2"/>
          </p:cNvCxnSpPr>
          <p:nvPr/>
        </p:nvCxnSpPr>
        <p:spPr>
          <a:xfrm>
            <a:off x="3129297" y="8134633"/>
            <a:ext cx="864" cy="3632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cision 20"/>
          <p:cNvSpPr/>
          <p:nvPr/>
        </p:nvSpPr>
        <p:spPr>
          <a:xfrm>
            <a:off x="2544979" y="5683923"/>
            <a:ext cx="1166816" cy="69517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12" idx="2"/>
            <a:endCxn id="21" idx="0"/>
          </p:cNvCxnSpPr>
          <p:nvPr/>
        </p:nvCxnSpPr>
        <p:spPr>
          <a:xfrm flipH="1">
            <a:off x="3128387" y="5414947"/>
            <a:ext cx="1774" cy="2689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5226827" y="4290884"/>
            <a:ext cx="0" cy="145386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3"/>
          </p:cNvCxnSpPr>
          <p:nvPr/>
        </p:nvCxnSpPr>
        <p:spPr>
          <a:xfrm>
            <a:off x="3711795" y="6031512"/>
            <a:ext cx="9201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1" idx="3"/>
          </p:cNvCxnSpPr>
          <p:nvPr/>
        </p:nvCxnSpPr>
        <p:spPr>
          <a:xfrm flipH="1">
            <a:off x="3845177" y="4290884"/>
            <a:ext cx="13816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36089" y="6295784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3696328" y="5723735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37" name="Oval 36"/>
          <p:cNvSpPr/>
          <p:nvPr/>
        </p:nvSpPr>
        <p:spPr>
          <a:xfrm>
            <a:off x="2834691" y="851909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968485" y="864624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1" idx="2"/>
            <a:endCxn id="13" idx="0"/>
          </p:cNvCxnSpPr>
          <p:nvPr/>
        </p:nvCxnSpPr>
        <p:spPr>
          <a:xfrm>
            <a:off x="3128387" y="6379100"/>
            <a:ext cx="7702" cy="2244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640126" y="5744752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953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81146" y="282258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03038" y="9575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121737" y="763439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</p:cNvCxnSpPr>
          <p:nvPr/>
        </p:nvCxnSpPr>
        <p:spPr>
          <a:xfrm>
            <a:off x="3121737" y="2204038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121737" y="1471820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23337" y="1743068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13665" y="2543875"/>
            <a:ext cx="1460711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delete account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9" idx="2"/>
            <a:endCxn id="12" idx="0"/>
          </p:cNvCxnSpPr>
          <p:nvPr/>
        </p:nvCxnSpPr>
        <p:spPr>
          <a:xfrm flipH="1">
            <a:off x="3120164" y="3004845"/>
            <a:ext cx="23857" cy="3072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3" idx="2"/>
            <a:endCxn id="20" idx="0"/>
          </p:cNvCxnSpPr>
          <p:nvPr/>
        </p:nvCxnSpPr>
        <p:spPr>
          <a:xfrm>
            <a:off x="3120164" y="6161819"/>
            <a:ext cx="1573" cy="3171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cision 11"/>
          <p:cNvSpPr/>
          <p:nvPr/>
        </p:nvSpPr>
        <p:spPr>
          <a:xfrm>
            <a:off x="2333075" y="3312052"/>
            <a:ext cx="1574177" cy="772779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Confirm?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12866" y="5510573"/>
            <a:ext cx="1814595" cy="65124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Remove the account from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8" idx="0"/>
          </p:cNvCxnSpPr>
          <p:nvPr/>
        </p:nvCxnSpPr>
        <p:spPr>
          <a:xfrm>
            <a:off x="3120164" y="4084831"/>
            <a:ext cx="0" cy="4266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94353" y="3414038"/>
            <a:ext cx="1256419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No</a:t>
            </a:r>
            <a:br>
              <a:rPr lang="en-US" sz="1400" dirty="0" smtClean="0">
                <a:solidFill>
                  <a:schemeClr val="tx1"/>
                </a:solidFill>
              </a:rPr>
            </a:br>
            <a:r>
              <a:rPr lang="en-US" sz="1400" dirty="0" smtClean="0">
                <a:solidFill>
                  <a:schemeClr val="tx1"/>
                </a:solidFill>
              </a:rPr>
              <a:t>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2" idx="3"/>
            <a:endCxn id="15" idx="1"/>
          </p:cNvCxnSpPr>
          <p:nvPr/>
        </p:nvCxnSpPr>
        <p:spPr>
          <a:xfrm>
            <a:off x="3907252" y="3698442"/>
            <a:ext cx="687101" cy="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608130" y="4511477"/>
            <a:ext cx="1024068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Yes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18" idx="2"/>
            <a:endCxn id="13" idx="0"/>
          </p:cNvCxnSpPr>
          <p:nvPr/>
        </p:nvCxnSpPr>
        <p:spPr>
          <a:xfrm>
            <a:off x="3120164" y="5084997"/>
            <a:ext cx="0" cy="4255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214439" y="6478952"/>
            <a:ext cx="1814595" cy="65124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visitor home page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20" idx="2"/>
            <a:endCxn id="24" idx="0"/>
          </p:cNvCxnSpPr>
          <p:nvPr/>
        </p:nvCxnSpPr>
        <p:spPr>
          <a:xfrm flipH="1">
            <a:off x="3113383" y="7130198"/>
            <a:ext cx="8354" cy="6687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09408" y="4024834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3849718" y="3390665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24" name="Oval 23"/>
          <p:cNvSpPr/>
          <p:nvPr/>
        </p:nvSpPr>
        <p:spPr>
          <a:xfrm>
            <a:off x="2817913" y="7798904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951707" y="7926053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>
            <a:endCxn id="15" idx="2"/>
          </p:cNvCxnSpPr>
          <p:nvPr/>
        </p:nvCxnSpPr>
        <p:spPr>
          <a:xfrm flipH="1" flipV="1">
            <a:off x="5222563" y="3983019"/>
            <a:ext cx="5743" cy="410197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383148" y="8084994"/>
            <a:ext cx="18394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472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tutorials that exist in database randomly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random tab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631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92649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6443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84043" y="5896592"/>
            <a:ext cx="4076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03638" y="5079564"/>
            <a:ext cx="3560809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</a:t>
            </a:r>
            <a:r>
              <a:rPr lang="en-US" sz="1400" dirty="0">
                <a:solidFill>
                  <a:schemeClr val="tx1"/>
                </a:solidFill>
              </a:rPr>
              <a:t>of recent </a:t>
            </a:r>
            <a:r>
              <a:rPr lang="en-US" sz="1400" dirty="0" smtClean="0">
                <a:solidFill>
                  <a:schemeClr val="tx1"/>
                </a:solidFill>
              </a:rPr>
              <a:t>tutorials that exist in database from high popularity according to the number of likes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popular </a:t>
            </a:r>
            <a:r>
              <a:rPr lang="en-US" sz="1400" dirty="0">
                <a:solidFill>
                  <a:schemeClr val="tx1"/>
                </a:solidFill>
              </a:rPr>
              <a:t>tab</a:t>
            </a: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73636" y="4537297"/>
            <a:ext cx="10407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002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63377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92995" y="754707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6789" y="767422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139819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menu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1114953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1912462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 flipH="1">
            <a:off x="3488465" y="7101971"/>
            <a:ext cx="6338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53062" y="6284943"/>
            <a:ext cx="3283481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tutorials </a:t>
            </a:r>
            <a:r>
              <a:rPr lang="en-US" sz="1400" dirty="0" smtClean="0">
                <a:solidFill>
                  <a:schemeClr val="tx1"/>
                </a:solidFill>
              </a:rPr>
              <a:t>that exist in database according to the selected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2417611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categories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5" idx="0"/>
          </p:cNvCxnSpPr>
          <p:nvPr/>
        </p:nvCxnSpPr>
        <p:spPr>
          <a:xfrm>
            <a:off x="3473636" y="3234639"/>
            <a:ext cx="0" cy="4554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60077" y="49829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649324" y="3690064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tutorial categories links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5" idx="2"/>
            <a:endCxn id="13" idx="0"/>
          </p:cNvCxnSpPr>
          <p:nvPr/>
        </p:nvCxnSpPr>
        <p:spPr>
          <a:xfrm>
            <a:off x="3473636" y="4507092"/>
            <a:ext cx="10753" cy="4758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  <a:endCxn id="11" idx="0"/>
          </p:cNvCxnSpPr>
          <p:nvPr/>
        </p:nvCxnSpPr>
        <p:spPr>
          <a:xfrm>
            <a:off x="3484389" y="5799997"/>
            <a:ext cx="10414" cy="4849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791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7298" y="5896592"/>
            <a:ext cx="0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35968" y="5079564"/>
            <a:ext cx="3262659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</a:t>
            </a:r>
            <a:r>
              <a:rPr lang="en-US" sz="1400" dirty="0" smtClean="0">
                <a:solidFill>
                  <a:schemeClr val="tx1"/>
                </a:solidFill>
              </a:rPr>
              <a:t>of tutorials that exist in database, in which the tutorial title contains the searched keyword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a keyword in the search box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7298" y="4537297"/>
            <a:ext cx="6338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111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903466" y="119821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25358" y="1873515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144057" y="1679400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  <a:endCxn id="12" idx="0"/>
          </p:cNvCxnSpPr>
          <p:nvPr/>
        </p:nvCxnSpPr>
        <p:spPr>
          <a:xfrm flipH="1">
            <a:off x="3131728" y="3459836"/>
            <a:ext cx="10756" cy="41218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142484" y="2387781"/>
            <a:ext cx="4612" cy="44195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98273" y="2829732"/>
            <a:ext cx="1488421" cy="63010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following </a:t>
            </a:r>
            <a:r>
              <a:rPr lang="en-US" sz="1400" dirty="0">
                <a:solidFill>
                  <a:schemeClr val="tx1"/>
                </a:solidFill>
              </a:rPr>
              <a:t>tab</a:t>
            </a:r>
          </a:p>
        </p:txBody>
      </p:sp>
      <p:sp>
        <p:nvSpPr>
          <p:cNvPr id="12" name="Decision 11"/>
          <p:cNvSpPr/>
          <p:nvPr/>
        </p:nvSpPr>
        <p:spPr>
          <a:xfrm>
            <a:off x="1865203" y="3872019"/>
            <a:ext cx="2533049" cy="112877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Does user logged in as a blogger?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</p:cNvCxnSpPr>
          <p:nvPr/>
        </p:nvCxnSpPr>
        <p:spPr>
          <a:xfrm>
            <a:off x="3131728" y="5000793"/>
            <a:ext cx="10756" cy="4266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45707" y="4151915"/>
            <a:ext cx="1256419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2" idx="3"/>
            <a:endCxn id="15" idx="1"/>
          </p:cNvCxnSpPr>
          <p:nvPr/>
        </p:nvCxnSpPr>
        <p:spPr>
          <a:xfrm>
            <a:off x="4398252" y="4436406"/>
            <a:ext cx="4474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24" idx="0"/>
          </p:cNvCxnSpPr>
          <p:nvPr/>
        </p:nvCxnSpPr>
        <p:spPr>
          <a:xfrm flipH="1">
            <a:off x="3135703" y="6231529"/>
            <a:ext cx="8354" cy="6687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31728" y="494079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4359444" y="4124061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24" name="Oval 23"/>
          <p:cNvSpPr/>
          <p:nvPr/>
        </p:nvSpPr>
        <p:spPr>
          <a:xfrm>
            <a:off x="2840233" y="690023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974027" y="702738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>
            <a:endCxn id="15" idx="2"/>
          </p:cNvCxnSpPr>
          <p:nvPr/>
        </p:nvCxnSpPr>
        <p:spPr>
          <a:xfrm flipH="1" flipV="1">
            <a:off x="5473917" y="4720896"/>
            <a:ext cx="5743" cy="24654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05469" y="7186325"/>
            <a:ext cx="207419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873845" y="5427438"/>
            <a:ext cx="2540424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tutorials </a:t>
            </a:r>
            <a:r>
              <a:rPr lang="en-US" sz="1400" dirty="0" smtClean="0">
                <a:solidFill>
                  <a:schemeClr val="tx1"/>
                </a:solidFill>
              </a:rPr>
              <a:t>that exist in database from the following bloggers.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403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520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07701" y="196964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206536" y="841093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37502" y="854870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528072" y="926370"/>
            <a:ext cx="1858439" cy="410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create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48292" y="678145"/>
            <a:ext cx="9000" cy="248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1" idx="0"/>
          </p:cNvCxnSpPr>
          <p:nvPr/>
        </p:nvCxnSpPr>
        <p:spPr>
          <a:xfrm>
            <a:off x="3457292" y="1336924"/>
            <a:ext cx="0" cy="4624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36000" y="1799374"/>
            <a:ext cx="2842583" cy="4956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create tutorial interface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57777" y="2596408"/>
            <a:ext cx="2425598" cy="655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picture, title, and category of the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11" idx="2"/>
            <a:endCxn id="17" idx="0"/>
          </p:cNvCxnSpPr>
          <p:nvPr/>
        </p:nvCxnSpPr>
        <p:spPr>
          <a:xfrm>
            <a:off x="3457292" y="2295052"/>
            <a:ext cx="13284" cy="30135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7" idx="2"/>
            <a:endCxn id="33" idx="0"/>
          </p:cNvCxnSpPr>
          <p:nvPr/>
        </p:nvCxnSpPr>
        <p:spPr>
          <a:xfrm>
            <a:off x="3470576" y="3251458"/>
            <a:ext cx="2343" cy="2829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3" idx="2"/>
            <a:endCxn id="6" idx="0"/>
          </p:cNvCxnSpPr>
          <p:nvPr/>
        </p:nvCxnSpPr>
        <p:spPr>
          <a:xfrm>
            <a:off x="3495203" y="8029947"/>
            <a:ext cx="6803" cy="3809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554842" y="3534418"/>
            <a:ext cx="1836154" cy="45317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next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969441" y="4413942"/>
            <a:ext cx="3006955" cy="48601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add tutorial step interface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/>
          <p:cNvCxnSpPr>
            <a:stCxn id="33" idx="2"/>
            <a:endCxn id="35" idx="0"/>
          </p:cNvCxnSpPr>
          <p:nvPr/>
        </p:nvCxnSpPr>
        <p:spPr>
          <a:xfrm>
            <a:off x="3472919" y="3987589"/>
            <a:ext cx="0" cy="4263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340538" y="5191212"/>
            <a:ext cx="2309329" cy="6021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information step by step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2589439" y="6139070"/>
            <a:ext cx="1811527" cy="4341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done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/>
          <p:cNvCxnSpPr>
            <a:stCxn id="35" idx="2"/>
            <a:endCxn id="41" idx="0"/>
          </p:cNvCxnSpPr>
          <p:nvPr/>
        </p:nvCxnSpPr>
        <p:spPr>
          <a:xfrm>
            <a:off x="3472919" y="4899957"/>
            <a:ext cx="22284" cy="291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1" idx="2"/>
            <a:endCxn id="42" idx="0"/>
          </p:cNvCxnSpPr>
          <p:nvPr/>
        </p:nvCxnSpPr>
        <p:spPr>
          <a:xfrm>
            <a:off x="3495203" y="5793335"/>
            <a:ext cx="0" cy="3457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2350268" y="6881478"/>
            <a:ext cx="2289869" cy="4270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tutorial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350268" y="7601120"/>
            <a:ext cx="2289869" cy="4288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4" name="Straight Arrow Connector 123"/>
          <p:cNvCxnSpPr>
            <a:stCxn id="42" idx="2"/>
            <a:endCxn id="62" idx="0"/>
          </p:cNvCxnSpPr>
          <p:nvPr/>
        </p:nvCxnSpPr>
        <p:spPr>
          <a:xfrm>
            <a:off x="3495203" y="6573208"/>
            <a:ext cx="0" cy="3082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62" idx="2"/>
            <a:endCxn id="63" idx="0"/>
          </p:cNvCxnSpPr>
          <p:nvPr/>
        </p:nvCxnSpPr>
        <p:spPr>
          <a:xfrm>
            <a:off x="3495203" y="7308516"/>
            <a:ext cx="0" cy="2926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502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748069" y="8506088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2881863" y="8633237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823757" y="6862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434286" y="953129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39513" y="1871624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04736" y="2714737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tutorial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6" idx="2"/>
            <a:endCxn id="7" idx="0"/>
          </p:cNvCxnSpPr>
          <p:nvPr/>
        </p:nvCxnSpPr>
        <p:spPr>
          <a:xfrm flipH="1">
            <a:off x="3035891" y="2332594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5107" y="4696351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7" idx="2"/>
            <a:endCxn id="11" idx="0"/>
          </p:cNvCxnSpPr>
          <p:nvPr/>
        </p:nvCxnSpPr>
        <p:spPr>
          <a:xfrm>
            <a:off x="3035891" y="3466513"/>
            <a:ext cx="2022" cy="317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27571" y="3783860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new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1" idx="2"/>
            <a:endCxn id="9" idx="0"/>
          </p:cNvCxnSpPr>
          <p:nvPr/>
        </p:nvCxnSpPr>
        <p:spPr>
          <a:xfrm>
            <a:off x="3037913" y="4377054"/>
            <a:ext cx="0" cy="3192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059470" y="549803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054020" y="1467395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cision 14"/>
          <p:cNvSpPr/>
          <p:nvPr/>
        </p:nvSpPr>
        <p:spPr>
          <a:xfrm>
            <a:off x="2277552" y="5587366"/>
            <a:ext cx="1511293" cy="8761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45997" y="5743188"/>
            <a:ext cx="1256419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04736" y="6731708"/>
            <a:ext cx="1862309" cy="5959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the tutorial 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148799" y="7660087"/>
            <a:ext cx="1768800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9" idx="2"/>
            <a:endCxn id="15" idx="0"/>
          </p:cNvCxnSpPr>
          <p:nvPr/>
        </p:nvCxnSpPr>
        <p:spPr>
          <a:xfrm flipH="1">
            <a:off x="3033199" y="5269871"/>
            <a:ext cx="4714" cy="3174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5" idx="2"/>
            <a:endCxn id="17" idx="0"/>
          </p:cNvCxnSpPr>
          <p:nvPr/>
        </p:nvCxnSpPr>
        <p:spPr>
          <a:xfrm>
            <a:off x="3033199" y="6463466"/>
            <a:ext cx="2692" cy="26824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7" idx="2"/>
            <a:endCxn id="18" idx="0"/>
          </p:cNvCxnSpPr>
          <p:nvPr/>
        </p:nvCxnSpPr>
        <p:spPr>
          <a:xfrm flipH="1">
            <a:off x="3033199" y="7327693"/>
            <a:ext cx="2692" cy="3323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8" idx="2"/>
            <a:endCxn id="2" idx="0"/>
          </p:cNvCxnSpPr>
          <p:nvPr/>
        </p:nvCxnSpPr>
        <p:spPr>
          <a:xfrm>
            <a:off x="3033199" y="8229068"/>
            <a:ext cx="10340" cy="2770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5" idx="3"/>
            <a:endCxn id="16" idx="1"/>
          </p:cNvCxnSpPr>
          <p:nvPr/>
        </p:nvCxnSpPr>
        <p:spPr>
          <a:xfrm>
            <a:off x="3788845" y="6025416"/>
            <a:ext cx="557152" cy="22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6" idx="0"/>
          </p:cNvCxnSpPr>
          <p:nvPr/>
        </p:nvCxnSpPr>
        <p:spPr>
          <a:xfrm flipV="1">
            <a:off x="4974207" y="4073773"/>
            <a:ext cx="0" cy="166941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3719288" y="4073773"/>
            <a:ext cx="125491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054020" y="6400847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3781751" y="5690403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49355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23757" y="6862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434286" y="953129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560334" y="1746722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125557" y="2485750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tutorial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stCxn id="4" idx="2"/>
            <a:endCxn id="5" idx="0"/>
          </p:cNvCxnSpPr>
          <p:nvPr/>
        </p:nvCxnSpPr>
        <p:spPr>
          <a:xfrm flipH="1">
            <a:off x="3056712" y="2207692"/>
            <a:ext cx="2022" cy="2780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3059470" y="549803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3" idx="2"/>
            <a:endCxn id="4" idx="0"/>
          </p:cNvCxnSpPr>
          <p:nvPr/>
        </p:nvCxnSpPr>
        <p:spPr>
          <a:xfrm>
            <a:off x="3056024" y="1467395"/>
            <a:ext cx="2710" cy="2793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2"/>
            <a:endCxn id="10" idx="0"/>
          </p:cNvCxnSpPr>
          <p:nvPr/>
        </p:nvCxnSpPr>
        <p:spPr>
          <a:xfrm flipH="1">
            <a:off x="3054020" y="3237526"/>
            <a:ext cx="2692" cy="2942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23664" y="3531780"/>
            <a:ext cx="1460711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delete tutorial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10" idx="2"/>
            <a:endCxn id="13" idx="0"/>
          </p:cNvCxnSpPr>
          <p:nvPr/>
        </p:nvCxnSpPr>
        <p:spPr>
          <a:xfrm flipH="1">
            <a:off x="3049910" y="3992750"/>
            <a:ext cx="4110" cy="3715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4" idx="2"/>
            <a:endCxn id="25" idx="0"/>
          </p:cNvCxnSpPr>
          <p:nvPr/>
        </p:nvCxnSpPr>
        <p:spPr>
          <a:xfrm>
            <a:off x="3069649" y="7218046"/>
            <a:ext cx="5192" cy="3518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cision 12"/>
          <p:cNvSpPr/>
          <p:nvPr/>
        </p:nvSpPr>
        <p:spPr>
          <a:xfrm>
            <a:off x="2162359" y="4364331"/>
            <a:ext cx="1775101" cy="8761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Confirm?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38494" y="6466270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Remove the tutorial from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3" idx="2"/>
            <a:endCxn id="21" idx="0"/>
          </p:cNvCxnSpPr>
          <p:nvPr/>
        </p:nvCxnSpPr>
        <p:spPr>
          <a:xfrm>
            <a:off x="3049910" y="5240431"/>
            <a:ext cx="12600" cy="3406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93015" y="4526235"/>
            <a:ext cx="976484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No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>
            <a:stCxn id="13" idx="3"/>
            <a:endCxn id="16" idx="1"/>
          </p:cNvCxnSpPr>
          <p:nvPr/>
        </p:nvCxnSpPr>
        <p:spPr>
          <a:xfrm>
            <a:off x="3937460" y="4802381"/>
            <a:ext cx="555555" cy="106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54020" y="523896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3960240" y="4523079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21" name="Rounded Rectangle 20"/>
          <p:cNvSpPr/>
          <p:nvPr/>
        </p:nvSpPr>
        <p:spPr>
          <a:xfrm>
            <a:off x="2482824" y="5581118"/>
            <a:ext cx="115937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Yes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21" idx="2"/>
            <a:endCxn id="14" idx="0"/>
          </p:cNvCxnSpPr>
          <p:nvPr/>
        </p:nvCxnSpPr>
        <p:spPr>
          <a:xfrm>
            <a:off x="3062510" y="6154638"/>
            <a:ext cx="7139" cy="3116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190441" y="7569871"/>
            <a:ext cx="1768800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789711" y="8506088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923505" y="8633237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5" idx="2"/>
            <a:endCxn id="30" idx="0"/>
          </p:cNvCxnSpPr>
          <p:nvPr/>
        </p:nvCxnSpPr>
        <p:spPr>
          <a:xfrm>
            <a:off x="3074841" y="8138852"/>
            <a:ext cx="10340" cy="3672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16" idx="2"/>
          </p:cNvCxnSpPr>
          <p:nvPr/>
        </p:nvCxnSpPr>
        <p:spPr>
          <a:xfrm flipV="1">
            <a:off x="4981257" y="5099755"/>
            <a:ext cx="0" cy="36851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30" idx="6"/>
          </p:cNvCxnSpPr>
          <p:nvPr/>
        </p:nvCxnSpPr>
        <p:spPr>
          <a:xfrm flipH="1">
            <a:off x="3380650" y="8801558"/>
            <a:ext cx="16006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032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286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69793" y="498240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3587" y="510955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 smtClean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3222" y="4537297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4435" y="3720269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</a:t>
            </a:r>
            <a:r>
              <a:rPr lang="en-US" sz="1400" dirty="0" smtClean="0">
                <a:solidFill>
                  <a:schemeClr val="tx1"/>
                </a:solidFill>
              </a:rPr>
              <a:t>shops </a:t>
            </a:r>
            <a:r>
              <a:rPr lang="en-US" sz="1400" dirty="0" smtClean="0">
                <a:solidFill>
                  <a:schemeClr val="tx1"/>
                </a:solidFill>
              </a:rPr>
              <a:t>that exist in database randomly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639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32360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728116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740831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14094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 smtClean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1804784"/>
            <a:ext cx="3039" cy="3361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5" idx="0"/>
          </p:cNvCxnSpPr>
          <p:nvPr/>
        </p:nvCxnSpPr>
        <p:spPr>
          <a:xfrm>
            <a:off x="3466261" y="2655213"/>
            <a:ext cx="2625" cy="5245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 flipH="1">
            <a:off x="3467298" y="6836062"/>
            <a:ext cx="6338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31895" y="6019034"/>
            <a:ext cx="3283481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</a:t>
            </a:r>
            <a:r>
              <a:rPr lang="en-US" sz="1400" dirty="0" smtClean="0">
                <a:solidFill>
                  <a:schemeClr val="tx1"/>
                </a:solidFill>
              </a:rPr>
              <a:t>of shops that </a:t>
            </a:r>
            <a:r>
              <a:rPr lang="en-US" sz="1400" dirty="0" smtClean="0">
                <a:solidFill>
                  <a:schemeClr val="tx1"/>
                </a:solidFill>
              </a:rPr>
              <a:t>exist in database according to the selected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458917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</a:t>
            </a:r>
            <a:r>
              <a:rPr lang="en-US" sz="1400" dirty="0" smtClean="0">
                <a:solidFill>
                  <a:schemeClr val="tx1"/>
                </a:solidFill>
              </a:rPr>
              <a:t>shop</a:t>
            </a:r>
            <a:r>
              <a:rPr lang="en-US" sz="1400" dirty="0" smtClean="0">
                <a:solidFill>
                  <a:schemeClr val="tx1"/>
                </a:solidFill>
              </a:rPr>
              <a:t>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73636" y="5406207"/>
            <a:ext cx="0" cy="6128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44574" y="3179717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category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5" idx="2"/>
            <a:endCxn id="12" idx="0"/>
          </p:cNvCxnSpPr>
          <p:nvPr/>
        </p:nvCxnSpPr>
        <p:spPr>
          <a:xfrm>
            <a:off x="3468886" y="3996745"/>
            <a:ext cx="4750" cy="5924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665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 smtClean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7298" y="5896592"/>
            <a:ext cx="0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35968" y="5079564"/>
            <a:ext cx="3262659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</a:t>
            </a:r>
            <a:r>
              <a:rPr lang="en-US" sz="1400" dirty="0" smtClean="0">
                <a:solidFill>
                  <a:schemeClr val="tx1"/>
                </a:solidFill>
              </a:rPr>
              <a:t>shops </a:t>
            </a:r>
            <a:r>
              <a:rPr lang="en-US" sz="1400" dirty="0" smtClean="0">
                <a:solidFill>
                  <a:schemeClr val="tx1"/>
                </a:solidFill>
              </a:rPr>
              <a:t>that exist in database, in which the </a:t>
            </a:r>
            <a:r>
              <a:rPr lang="en-US" sz="1400" dirty="0" smtClean="0">
                <a:solidFill>
                  <a:schemeClr val="tx1"/>
                </a:solidFill>
              </a:rPr>
              <a:t>shop name contains </a:t>
            </a:r>
            <a:r>
              <a:rPr lang="en-US" sz="1400" dirty="0" smtClean="0">
                <a:solidFill>
                  <a:schemeClr val="tx1"/>
                </a:solidFill>
              </a:rPr>
              <a:t>the searched keyword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a keyword in the search box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7298" y="4537297"/>
            <a:ext cx="6338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889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</a:t>
            </a:r>
            <a:r>
              <a:rPr lang="en-US" sz="1400" dirty="0" smtClean="0">
                <a:solidFill>
                  <a:schemeClr val="tx1"/>
                </a:solidFill>
              </a:rPr>
              <a:t>shop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</a:t>
            </a:r>
            <a:r>
              <a:rPr lang="en-US" sz="1400" dirty="0" smtClean="0">
                <a:solidFill>
                  <a:schemeClr val="tx1"/>
                </a:solidFill>
              </a:rPr>
              <a:t>shop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</a:t>
            </a:r>
            <a:r>
              <a:rPr lang="en-US" sz="1400" dirty="0" smtClean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781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23651" y="127174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63957" y="739689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94923" y="753465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422498" y="2001149"/>
            <a:ext cx="1858439" cy="410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create </a:t>
            </a:r>
            <a:r>
              <a:rPr lang="en-US" sz="1400" dirty="0" smtClean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 flipH="1">
            <a:off x="3351718" y="1752924"/>
            <a:ext cx="12524" cy="248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1" idx="0"/>
          </p:cNvCxnSpPr>
          <p:nvPr/>
        </p:nvCxnSpPr>
        <p:spPr>
          <a:xfrm>
            <a:off x="3351718" y="2411703"/>
            <a:ext cx="0" cy="4624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30426" y="2874153"/>
            <a:ext cx="2842583" cy="4956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create </a:t>
            </a:r>
            <a:r>
              <a:rPr lang="en-US" sz="1400" dirty="0" smtClean="0">
                <a:solidFill>
                  <a:schemeClr val="tx1"/>
                </a:solidFill>
              </a:rPr>
              <a:t>shop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interface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37482" y="3842544"/>
            <a:ext cx="2425598" cy="655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</a:t>
            </a:r>
            <a:r>
              <a:rPr lang="en-US" sz="1400" dirty="0" smtClean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11" idx="2"/>
            <a:endCxn id="17" idx="0"/>
          </p:cNvCxnSpPr>
          <p:nvPr/>
        </p:nvCxnSpPr>
        <p:spPr>
          <a:xfrm flipH="1">
            <a:off x="3350281" y="3369831"/>
            <a:ext cx="1437" cy="4727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7" idx="2"/>
            <a:endCxn id="42" idx="0"/>
          </p:cNvCxnSpPr>
          <p:nvPr/>
        </p:nvCxnSpPr>
        <p:spPr>
          <a:xfrm>
            <a:off x="3350281" y="4497594"/>
            <a:ext cx="2343" cy="455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3" idx="2"/>
            <a:endCxn id="6" idx="0"/>
          </p:cNvCxnSpPr>
          <p:nvPr/>
        </p:nvCxnSpPr>
        <p:spPr>
          <a:xfrm>
            <a:off x="3352624" y="7015898"/>
            <a:ext cx="6803" cy="3809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446860" y="4952797"/>
            <a:ext cx="1811527" cy="4341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done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207689" y="5781317"/>
            <a:ext cx="2289869" cy="4270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</a:t>
            </a:r>
            <a:r>
              <a:rPr lang="en-US" sz="1400" dirty="0" smtClean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207689" y="6587071"/>
            <a:ext cx="2289869" cy="4288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4" name="Straight Arrow Connector 123"/>
          <p:cNvCxnSpPr>
            <a:stCxn id="42" idx="2"/>
            <a:endCxn id="62" idx="0"/>
          </p:cNvCxnSpPr>
          <p:nvPr/>
        </p:nvCxnSpPr>
        <p:spPr>
          <a:xfrm>
            <a:off x="3352624" y="5386935"/>
            <a:ext cx="0" cy="3943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62" idx="2"/>
            <a:endCxn id="63" idx="0"/>
          </p:cNvCxnSpPr>
          <p:nvPr/>
        </p:nvCxnSpPr>
        <p:spPr>
          <a:xfrm>
            <a:off x="3352624" y="6208355"/>
            <a:ext cx="0" cy="3787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072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748069" y="8506088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2881863" y="8633237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823757" y="6862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434286" y="953129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</a:t>
            </a:r>
            <a:r>
              <a:rPr lang="en-US" sz="1400" dirty="0" smtClean="0">
                <a:solidFill>
                  <a:schemeClr val="tx1"/>
                </a:solidFill>
              </a:rPr>
              <a:t>shop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39513" y="1871624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04736" y="2714737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</a:t>
            </a:r>
            <a:r>
              <a:rPr lang="en-US" sz="1400" dirty="0" smtClean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6" idx="2"/>
            <a:endCxn id="7" idx="0"/>
          </p:cNvCxnSpPr>
          <p:nvPr/>
        </p:nvCxnSpPr>
        <p:spPr>
          <a:xfrm flipH="1">
            <a:off x="3035891" y="2332594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5107" y="4696351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7" idx="2"/>
            <a:endCxn id="11" idx="0"/>
          </p:cNvCxnSpPr>
          <p:nvPr/>
        </p:nvCxnSpPr>
        <p:spPr>
          <a:xfrm>
            <a:off x="3035891" y="3466513"/>
            <a:ext cx="2022" cy="317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27571" y="3783860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new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1" idx="2"/>
            <a:endCxn id="9" idx="0"/>
          </p:cNvCxnSpPr>
          <p:nvPr/>
        </p:nvCxnSpPr>
        <p:spPr>
          <a:xfrm>
            <a:off x="3037913" y="4377054"/>
            <a:ext cx="0" cy="3192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059470" y="549803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054020" y="1467395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cision 14"/>
          <p:cNvSpPr/>
          <p:nvPr/>
        </p:nvSpPr>
        <p:spPr>
          <a:xfrm>
            <a:off x="2277552" y="5587366"/>
            <a:ext cx="1511293" cy="8761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45997" y="5743188"/>
            <a:ext cx="1256419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04736" y="6731708"/>
            <a:ext cx="1862309" cy="5959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</a:t>
            </a:r>
            <a:r>
              <a:rPr lang="en-US" sz="1400" dirty="0" smtClean="0">
                <a:solidFill>
                  <a:schemeClr val="tx1"/>
                </a:solidFill>
              </a:rPr>
              <a:t>the shop to </a:t>
            </a:r>
            <a:r>
              <a:rPr lang="en-US" sz="1400" dirty="0" smtClean="0">
                <a:solidFill>
                  <a:schemeClr val="tx1"/>
                </a:solidFill>
              </a:rPr>
              <a:t>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148799" y="7660087"/>
            <a:ext cx="1768800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9" idx="2"/>
            <a:endCxn id="15" idx="0"/>
          </p:cNvCxnSpPr>
          <p:nvPr/>
        </p:nvCxnSpPr>
        <p:spPr>
          <a:xfrm flipH="1">
            <a:off x="3033199" y="5269871"/>
            <a:ext cx="4714" cy="3174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5" idx="2"/>
            <a:endCxn id="17" idx="0"/>
          </p:cNvCxnSpPr>
          <p:nvPr/>
        </p:nvCxnSpPr>
        <p:spPr>
          <a:xfrm>
            <a:off x="3033199" y="6463466"/>
            <a:ext cx="2692" cy="26824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7" idx="2"/>
            <a:endCxn id="18" idx="0"/>
          </p:cNvCxnSpPr>
          <p:nvPr/>
        </p:nvCxnSpPr>
        <p:spPr>
          <a:xfrm flipH="1">
            <a:off x="3033199" y="7327693"/>
            <a:ext cx="2692" cy="3323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8" idx="2"/>
            <a:endCxn id="2" idx="0"/>
          </p:cNvCxnSpPr>
          <p:nvPr/>
        </p:nvCxnSpPr>
        <p:spPr>
          <a:xfrm>
            <a:off x="3033199" y="8229068"/>
            <a:ext cx="10340" cy="2770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5" idx="3"/>
            <a:endCxn id="16" idx="1"/>
          </p:cNvCxnSpPr>
          <p:nvPr/>
        </p:nvCxnSpPr>
        <p:spPr>
          <a:xfrm>
            <a:off x="3788845" y="6025416"/>
            <a:ext cx="557152" cy="22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6" idx="0"/>
          </p:cNvCxnSpPr>
          <p:nvPr/>
        </p:nvCxnSpPr>
        <p:spPr>
          <a:xfrm flipV="1">
            <a:off x="4974207" y="4073773"/>
            <a:ext cx="0" cy="166941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3719288" y="4073773"/>
            <a:ext cx="125491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054020" y="6400847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3781751" y="5690403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57990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23757" y="6862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434286" y="953129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</a:t>
            </a:r>
            <a:r>
              <a:rPr lang="en-US" sz="1400" dirty="0">
                <a:solidFill>
                  <a:schemeClr val="tx1"/>
                </a:solidFill>
              </a:rPr>
              <a:t>shop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560334" y="1746722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125557" y="2485750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</a:t>
            </a:r>
            <a:r>
              <a:rPr lang="en-US" sz="1400" dirty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stCxn id="4" idx="2"/>
            <a:endCxn id="5" idx="0"/>
          </p:cNvCxnSpPr>
          <p:nvPr/>
        </p:nvCxnSpPr>
        <p:spPr>
          <a:xfrm flipH="1">
            <a:off x="3056712" y="2207692"/>
            <a:ext cx="2022" cy="2780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3059470" y="549803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3" idx="2"/>
            <a:endCxn id="4" idx="0"/>
          </p:cNvCxnSpPr>
          <p:nvPr/>
        </p:nvCxnSpPr>
        <p:spPr>
          <a:xfrm>
            <a:off x="3056024" y="1467395"/>
            <a:ext cx="2710" cy="2793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2"/>
            <a:endCxn id="10" idx="0"/>
          </p:cNvCxnSpPr>
          <p:nvPr/>
        </p:nvCxnSpPr>
        <p:spPr>
          <a:xfrm flipH="1">
            <a:off x="3054020" y="3237526"/>
            <a:ext cx="2692" cy="2942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23664" y="3531780"/>
            <a:ext cx="1460711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delete </a:t>
            </a:r>
            <a:r>
              <a:rPr lang="en-US" sz="1400" dirty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10" idx="2"/>
            <a:endCxn id="13" idx="0"/>
          </p:cNvCxnSpPr>
          <p:nvPr/>
        </p:nvCxnSpPr>
        <p:spPr>
          <a:xfrm flipH="1">
            <a:off x="3049910" y="3992750"/>
            <a:ext cx="4110" cy="3715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4" idx="2"/>
            <a:endCxn id="25" idx="0"/>
          </p:cNvCxnSpPr>
          <p:nvPr/>
        </p:nvCxnSpPr>
        <p:spPr>
          <a:xfrm>
            <a:off x="3069649" y="7218046"/>
            <a:ext cx="5192" cy="3518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cision 12"/>
          <p:cNvSpPr/>
          <p:nvPr/>
        </p:nvSpPr>
        <p:spPr>
          <a:xfrm>
            <a:off x="2162359" y="4364331"/>
            <a:ext cx="1775101" cy="8761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Confirm?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38494" y="6466270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Remove the </a:t>
            </a:r>
            <a:r>
              <a:rPr lang="en-US" sz="1400" dirty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from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3" idx="2"/>
            <a:endCxn id="21" idx="0"/>
          </p:cNvCxnSpPr>
          <p:nvPr/>
        </p:nvCxnSpPr>
        <p:spPr>
          <a:xfrm>
            <a:off x="3049910" y="5240431"/>
            <a:ext cx="12600" cy="3406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93015" y="4526235"/>
            <a:ext cx="976484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No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>
            <a:stCxn id="13" idx="3"/>
            <a:endCxn id="16" idx="1"/>
          </p:cNvCxnSpPr>
          <p:nvPr/>
        </p:nvCxnSpPr>
        <p:spPr>
          <a:xfrm>
            <a:off x="3937460" y="4802381"/>
            <a:ext cx="555555" cy="106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54020" y="523896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3960240" y="4523079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21" name="Rounded Rectangle 20"/>
          <p:cNvSpPr/>
          <p:nvPr/>
        </p:nvSpPr>
        <p:spPr>
          <a:xfrm>
            <a:off x="2482824" y="5581118"/>
            <a:ext cx="115937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Yes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21" idx="2"/>
            <a:endCxn id="14" idx="0"/>
          </p:cNvCxnSpPr>
          <p:nvPr/>
        </p:nvCxnSpPr>
        <p:spPr>
          <a:xfrm>
            <a:off x="3062510" y="6154638"/>
            <a:ext cx="7139" cy="3116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190441" y="7569871"/>
            <a:ext cx="1768800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789711" y="8506088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923505" y="8633237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5" idx="2"/>
            <a:endCxn id="30" idx="0"/>
          </p:cNvCxnSpPr>
          <p:nvPr/>
        </p:nvCxnSpPr>
        <p:spPr>
          <a:xfrm>
            <a:off x="3074841" y="8138852"/>
            <a:ext cx="10340" cy="3672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16" idx="2"/>
          </p:cNvCxnSpPr>
          <p:nvPr/>
        </p:nvCxnSpPr>
        <p:spPr>
          <a:xfrm flipV="1">
            <a:off x="4981257" y="5099755"/>
            <a:ext cx="0" cy="36851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30" idx="6"/>
          </p:cNvCxnSpPr>
          <p:nvPr/>
        </p:nvCxnSpPr>
        <p:spPr>
          <a:xfrm flipH="1">
            <a:off x="3380650" y="8801558"/>
            <a:ext cx="16006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657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00738" y="1593416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822630" y="2445420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menu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stCxn id="2" idx="4"/>
            <a:endCxn id="5" idx="0"/>
          </p:cNvCxnSpPr>
          <p:nvPr/>
        </p:nvCxnSpPr>
        <p:spPr>
          <a:xfrm>
            <a:off x="3441329" y="2074597"/>
            <a:ext cx="3039" cy="3708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2"/>
            <a:endCxn id="10" idx="0"/>
          </p:cNvCxnSpPr>
          <p:nvPr/>
        </p:nvCxnSpPr>
        <p:spPr>
          <a:xfrm flipH="1">
            <a:off x="3429850" y="2959686"/>
            <a:ext cx="14518" cy="4175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5538" y="3377255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  <a:r>
              <a:rPr lang="en-US" sz="1400" dirty="0" smtClean="0">
                <a:solidFill>
                  <a:schemeClr val="tx1"/>
                </a:solidFill>
              </a:rPr>
              <a:t>around me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10" idx="2"/>
            <a:endCxn id="18" idx="0"/>
          </p:cNvCxnSpPr>
          <p:nvPr/>
        </p:nvCxnSpPr>
        <p:spPr>
          <a:xfrm>
            <a:off x="3429850" y="4194283"/>
            <a:ext cx="14518" cy="4275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161079" y="699335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294873" y="712050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048744" y="4621853"/>
            <a:ext cx="2791248" cy="76806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Connect with Google Map and provide location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290435" y="5759102"/>
            <a:ext cx="2322616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 smtClean="0">
                <a:solidFill>
                  <a:schemeClr val="tx1"/>
                </a:solidFill>
              </a:rPr>
              <a:t>the exact location of shops near by the user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8" idx="2"/>
            <a:endCxn id="19" idx="0"/>
          </p:cNvCxnSpPr>
          <p:nvPr/>
        </p:nvCxnSpPr>
        <p:spPr>
          <a:xfrm>
            <a:off x="3444368" y="5389921"/>
            <a:ext cx="7375" cy="36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9" idx="2"/>
            <a:endCxn id="16" idx="0"/>
          </p:cNvCxnSpPr>
          <p:nvPr/>
        </p:nvCxnSpPr>
        <p:spPr>
          <a:xfrm>
            <a:off x="3451743" y="6576130"/>
            <a:ext cx="4806" cy="417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274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194735" y="620925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3163118" y="7807222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3296912" y="7934371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816627" y="1385349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</a:t>
            </a:r>
            <a:r>
              <a:rPr lang="en-US" sz="1400" dirty="0" smtClean="0">
                <a:solidFill>
                  <a:schemeClr val="tx1"/>
                </a:solidFill>
              </a:rPr>
              <a:t>shop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stCxn id="2" idx="4"/>
            <a:endCxn id="5" idx="0"/>
          </p:cNvCxnSpPr>
          <p:nvPr/>
        </p:nvCxnSpPr>
        <p:spPr>
          <a:xfrm>
            <a:off x="3435326" y="1102106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5" idx="2"/>
            <a:endCxn id="10" idx="0"/>
          </p:cNvCxnSpPr>
          <p:nvPr/>
        </p:nvCxnSpPr>
        <p:spPr>
          <a:xfrm>
            <a:off x="3438365" y="1899615"/>
            <a:ext cx="7375" cy="3737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9" idx="2"/>
            <a:endCxn id="12" idx="0"/>
          </p:cNvCxnSpPr>
          <p:nvPr/>
        </p:nvCxnSpPr>
        <p:spPr>
          <a:xfrm>
            <a:off x="3435326" y="4257644"/>
            <a:ext cx="8870" cy="3809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16539" y="3440616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</a:t>
            </a:r>
            <a:r>
              <a:rPr lang="en-US" sz="1400" dirty="0" smtClean="0">
                <a:solidFill>
                  <a:schemeClr val="tx1"/>
                </a:solidFill>
              </a:rPr>
              <a:t>shop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21428" y="2273394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</a:t>
            </a:r>
            <a:r>
              <a:rPr lang="en-US" sz="1400" dirty="0" smtClean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10" idx="2"/>
            <a:endCxn id="9" idx="0"/>
          </p:cNvCxnSpPr>
          <p:nvPr/>
        </p:nvCxnSpPr>
        <p:spPr>
          <a:xfrm flipH="1">
            <a:off x="3435326" y="3090422"/>
            <a:ext cx="10414" cy="3501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38432" y="4638613"/>
            <a:ext cx="1811527" cy="4341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  <a:r>
              <a:rPr lang="en-US" sz="1400" dirty="0" smtClean="0">
                <a:solidFill>
                  <a:schemeClr val="tx1"/>
                </a:solidFill>
              </a:rPr>
              <a:t>location 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050783" y="5435720"/>
            <a:ext cx="2791248" cy="76806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Connect with Google Map and provide location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3" idx="0"/>
          </p:cNvCxnSpPr>
          <p:nvPr/>
        </p:nvCxnSpPr>
        <p:spPr>
          <a:xfrm>
            <a:off x="3444196" y="5072751"/>
            <a:ext cx="2211" cy="3629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35826" y="6600159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 smtClean="0">
                <a:solidFill>
                  <a:schemeClr val="tx1"/>
                </a:solidFill>
              </a:rPr>
              <a:t>the exact location </a:t>
            </a:r>
            <a:r>
              <a:rPr lang="en-US" sz="1400" dirty="0" smtClean="0">
                <a:solidFill>
                  <a:schemeClr val="tx1"/>
                </a:solidFill>
              </a:rPr>
              <a:t>of the </a:t>
            </a:r>
            <a:r>
              <a:rPr lang="en-US" sz="1400" dirty="0" smtClean="0">
                <a:solidFill>
                  <a:schemeClr val="tx1"/>
                </a:solidFill>
              </a:rPr>
              <a:t>shop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>
            <a:stCxn id="13" idx="2"/>
            <a:endCxn id="17" idx="0"/>
          </p:cNvCxnSpPr>
          <p:nvPr/>
        </p:nvCxnSpPr>
        <p:spPr>
          <a:xfrm>
            <a:off x="3446407" y="6203788"/>
            <a:ext cx="8206" cy="3963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7" idx="2"/>
            <a:endCxn id="3" idx="0"/>
          </p:cNvCxnSpPr>
          <p:nvPr/>
        </p:nvCxnSpPr>
        <p:spPr>
          <a:xfrm>
            <a:off x="3454613" y="7417187"/>
            <a:ext cx="3975" cy="3900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1642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23651" y="14398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75575" y="844546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06541" y="858323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422498" y="873386"/>
            <a:ext cx="1858439" cy="410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</a:t>
            </a:r>
            <a:r>
              <a:rPr lang="en-US" sz="1400" dirty="0" smtClean="0">
                <a:solidFill>
                  <a:schemeClr val="tx1"/>
                </a:solidFill>
              </a:rPr>
              <a:t>create/edit shop </a:t>
            </a:r>
            <a:r>
              <a:rPr lang="en-US" sz="1400" dirty="0" smtClean="0">
                <a:solidFill>
                  <a:schemeClr val="tx1"/>
                </a:solidFill>
              </a:rPr>
              <a:t>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 flipH="1">
            <a:off x="3351718" y="625161"/>
            <a:ext cx="12524" cy="248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1" idx="0"/>
          </p:cNvCxnSpPr>
          <p:nvPr/>
        </p:nvCxnSpPr>
        <p:spPr>
          <a:xfrm>
            <a:off x="3351718" y="1283940"/>
            <a:ext cx="0" cy="2872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30426" y="1571230"/>
            <a:ext cx="2842583" cy="4956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</a:t>
            </a:r>
            <a:r>
              <a:rPr lang="en-US" sz="1400" dirty="0" smtClean="0">
                <a:solidFill>
                  <a:schemeClr val="tx1"/>
                </a:solidFill>
              </a:rPr>
              <a:t>create/edit </a:t>
            </a:r>
            <a:r>
              <a:rPr lang="en-US" sz="1400" dirty="0" smtClean="0">
                <a:solidFill>
                  <a:schemeClr val="tx1"/>
                </a:solidFill>
              </a:rPr>
              <a:t>shop</a:t>
            </a:r>
            <a:r>
              <a:rPr lang="en-US" sz="1400" dirty="0" smtClean="0">
                <a:solidFill>
                  <a:schemeClr val="tx1"/>
                </a:solidFill>
              </a:rPr>
              <a:t>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85457" y="2364461"/>
            <a:ext cx="2132522" cy="4819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</a:t>
            </a:r>
            <a:r>
              <a:rPr lang="en-US" sz="1400" dirty="0" smtClean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11" idx="2"/>
            <a:endCxn id="17" idx="0"/>
          </p:cNvCxnSpPr>
          <p:nvPr/>
        </p:nvCxnSpPr>
        <p:spPr>
          <a:xfrm>
            <a:off x="3351718" y="2066908"/>
            <a:ext cx="0" cy="2975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7" idx="2"/>
            <a:endCxn id="34" idx="0"/>
          </p:cNvCxnSpPr>
          <p:nvPr/>
        </p:nvCxnSpPr>
        <p:spPr>
          <a:xfrm>
            <a:off x="3351718" y="2846385"/>
            <a:ext cx="1563" cy="3303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3" idx="2"/>
            <a:endCxn id="6" idx="0"/>
          </p:cNvCxnSpPr>
          <p:nvPr/>
        </p:nvCxnSpPr>
        <p:spPr>
          <a:xfrm>
            <a:off x="3364242" y="8064474"/>
            <a:ext cx="6803" cy="3809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568215" y="6065367"/>
            <a:ext cx="1569844" cy="4341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  <a:r>
              <a:rPr lang="en-US" sz="1400" dirty="0" smtClean="0">
                <a:solidFill>
                  <a:schemeClr val="tx1"/>
                </a:solidFill>
              </a:rPr>
              <a:t>done/save </a:t>
            </a:r>
            <a:r>
              <a:rPr lang="en-US" sz="1400" dirty="0" smtClean="0">
                <a:solidFill>
                  <a:schemeClr val="tx1"/>
                </a:solidFill>
              </a:rPr>
              <a:t>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219307" y="6895578"/>
            <a:ext cx="2289869" cy="4270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</a:t>
            </a:r>
            <a:r>
              <a:rPr lang="en-US" sz="1400" dirty="0" smtClean="0">
                <a:solidFill>
                  <a:schemeClr val="tx1"/>
                </a:solidFill>
              </a:rPr>
              <a:t>shop </a:t>
            </a:r>
            <a:r>
              <a:rPr lang="en-US" sz="1400" dirty="0" smtClean="0">
                <a:solidFill>
                  <a:schemeClr val="tx1"/>
                </a:solidFill>
              </a:rPr>
              <a:t>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219307" y="7635647"/>
            <a:ext cx="2289869" cy="4288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4" name="Straight Arrow Connector 123"/>
          <p:cNvCxnSpPr>
            <a:stCxn id="42" idx="2"/>
            <a:endCxn id="62" idx="0"/>
          </p:cNvCxnSpPr>
          <p:nvPr/>
        </p:nvCxnSpPr>
        <p:spPr>
          <a:xfrm>
            <a:off x="3353137" y="6499505"/>
            <a:ext cx="11105" cy="3960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62" idx="2"/>
            <a:endCxn id="63" idx="0"/>
          </p:cNvCxnSpPr>
          <p:nvPr/>
        </p:nvCxnSpPr>
        <p:spPr>
          <a:xfrm>
            <a:off x="3364242" y="7322616"/>
            <a:ext cx="0" cy="3130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447517" y="3176698"/>
            <a:ext cx="1811527" cy="4341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  <a:r>
              <a:rPr lang="en-US" sz="1400" dirty="0" smtClean="0">
                <a:solidFill>
                  <a:schemeClr val="tx1"/>
                </a:solidFill>
              </a:rPr>
              <a:t>location 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959868" y="3973805"/>
            <a:ext cx="2791248" cy="76806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Connect with Google Map and provide location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8" name="Straight Arrow Connector 37"/>
          <p:cNvCxnSpPr>
            <a:stCxn id="34" idx="2"/>
            <a:endCxn id="35" idx="0"/>
          </p:cNvCxnSpPr>
          <p:nvPr/>
        </p:nvCxnSpPr>
        <p:spPr>
          <a:xfrm>
            <a:off x="3353281" y="3610836"/>
            <a:ext cx="2211" cy="3629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45954" y="5080718"/>
            <a:ext cx="1811527" cy="59015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Identify the shop’s location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/>
          <p:cNvCxnSpPr>
            <a:stCxn id="35" idx="2"/>
            <a:endCxn id="43" idx="0"/>
          </p:cNvCxnSpPr>
          <p:nvPr/>
        </p:nvCxnSpPr>
        <p:spPr>
          <a:xfrm flipH="1">
            <a:off x="3351718" y="4741873"/>
            <a:ext cx="3774" cy="3388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3" idx="2"/>
            <a:endCxn id="42" idx="0"/>
          </p:cNvCxnSpPr>
          <p:nvPr/>
        </p:nvCxnSpPr>
        <p:spPr>
          <a:xfrm>
            <a:off x="3351718" y="5670870"/>
            <a:ext cx="1419" cy="3944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352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</a:t>
            </a:r>
            <a:r>
              <a:rPr lang="en-US" sz="1400" dirty="0" smtClean="0">
                <a:solidFill>
                  <a:schemeClr val="tx1"/>
                </a:solidFill>
              </a:rPr>
              <a:t>tutorial including comments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456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31010" y="48974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9469" y="849374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3263" y="862089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76189" y="760478"/>
            <a:ext cx="1598739" cy="4390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endCxn id="9" idx="0"/>
          </p:cNvCxnSpPr>
          <p:nvPr/>
        </p:nvCxnSpPr>
        <p:spPr>
          <a:xfrm>
            <a:off x="3471601" y="477235"/>
            <a:ext cx="3958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75559" y="1199502"/>
            <a:ext cx="6456" cy="2452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3" idx="0"/>
          </p:cNvCxnSpPr>
          <p:nvPr/>
        </p:nvCxnSpPr>
        <p:spPr>
          <a:xfrm flipH="1">
            <a:off x="3471601" y="2839990"/>
            <a:ext cx="10414" cy="308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19113" y="2221908"/>
            <a:ext cx="2525804" cy="6180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</a:t>
            </a:r>
            <a:r>
              <a:rPr lang="en-US" sz="1400" dirty="0" smtClean="0">
                <a:solidFill>
                  <a:schemeClr val="tx1"/>
                </a:solidFill>
              </a:rPr>
              <a:t>tutorial including comments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38408" y="1444733"/>
            <a:ext cx="2087214" cy="477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82015" y="1922729"/>
            <a:ext cx="0" cy="2991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93830" y="3148880"/>
            <a:ext cx="1555541" cy="6916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add comment box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839093" y="4140387"/>
            <a:ext cx="1265016" cy="56245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Add comment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3" idx="2"/>
            <a:endCxn id="15" idx="0"/>
          </p:cNvCxnSpPr>
          <p:nvPr/>
        </p:nvCxnSpPr>
        <p:spPr>
          <a:xfrm>
            <a:off x="3471601" y="3840510"/>
            <a:ext cx="0" cy="2998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ecision 18"/>
          <p:cNvSpPr/>
          <p:nvPr/>
        </p:nvSpPr>
        <p:spPr>
          <a:xfrm>
            <a:off x="2479096" y="4976076"/>
            <a:ext cx="1985010" cy="12507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Is the comment in the right format?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15" idx="2"/>
            <a:endCxn id="19" idx="0"/>
          </p:cNvCxnSpPr>
          <p:nvPr/>
        </p:nvCxnSpPr>
        <p:spPr>
          <a:xfrm>
            <a:off x="3471601" y="4702843"/>
            <a:ext cx="0" cy="2732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9" idx="2"/>
            <a:endCxn id="40" idx="0"/>
          </p:cNvCxnSpPr>
          <p:nvPr/>
        </p:nvCxnSpPr>
        <p:spPr>
          <a:xfrm>
            <a:off x="3471601" y="6226810"/>
            <a:ext cx="3039" cy="3628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12623" y="5318576"/>
            <a:ext cx="1532039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19" idx="3"/>
            <a:endCxn id="28" idx="1"/>
          </p:cNvCxnSpPr>
          <p:nvPr/>
        </p:nvCxnSpPr>
        <p:spPr>
          <a:xfrm>
            <a:off x="4464106" y="5601443"/>
            <a:ext cx="548517" cy="389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473444" y="6191530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4451640" y="5293666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32" name="Straight Connector 31"/>
          <p:cNvCxnSpPr>
            <a:endCxn id="28" idx="2"/>
          </p:cNvCxnSpPr>
          <p:nvPr/>
        </p:nvCxnSpPr>
        <p:spPr>
          <a:xfrm flipV="1">
            <a:off x="5778643" y="5892096"/>
            <a:ext cx="0" cy="289712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6" idx="6"/>
          </p:cNvCxnSpPr>
          <p:nvPr/>
        </p:nvCxnSpPr>
        <p:spPr>
          <a:xfrm flipH="1">
            <a:off x="3780408" y="8789219"/>
            <a:ext cx="19982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497639" y="6589690"/>
            <a:ext cx="1954001" cy="5408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comment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498532" y="7462642"/>
            <a:ext cx="1969566" cy="6510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added comment on tutorial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/>
          <p:cNvCxnSpPr>
            <a:stCxn id="40" idx="2"/>
            <a:endCxn id="63" idx="0"/>
          </p:cNvCxnSpPr>
          <p:nvPr/>
        </p:nvCxnSpPr>
        <p:spPr>
          <a:xfrm>
            <a:off x="3474640" y="7130515"/>
            <a:ext cx="8675" cy="3321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3" idx="2"/>
            <a:endCxn id="6" idx="0"/>
          </p:cNvCxnSpPr>
          <p:nvPr/>
        </p:nvCxnSpPr>
        <p:spPr>
          <a:xfrm>
            <a:off x="3483315" y="8113655"/>
            <a:ext cx="1624" cy="3800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063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2033" y="68971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38871" y="775140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72665" y="787855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93925" y="1454143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12624" y="1170900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15663" y="1968409"/>
            <a:ext cx="7375" cy="3816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8" idx="2"/>
            <a:endCxn id="6" idx="0"/>
          </p:cNvCxnSpPr>
          <p:nvPr/>
        </p:nvCxnSpPr>
        <p:spPr>
          <a:xfrm>
            <a:off x="3434341" y="7336668"/>
            <a:ext cx="0" cy="4147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13513" y="3444773"/>
            <a:ext cx="1837573" cy="5298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a like button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98726" y="2350078"/>
            <a:ext cx="1648623" cy="67202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23038" y="3022104"/>
            <a:ext cx="9262" cy="4226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15554" y="4428356"/>
            <a:ext cx="1837573" cy="5298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the like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32646" y="5366926"/>
            <a:ext cx="1999308" cy="78920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Increase the like number of the tutorial by one in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515554" y="6606738"/>
            <a:ext cx="1837573" cy="7299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updated like number of the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11" idx="2"/>
            <a:endCxn id="16" idx="0"/>
          </p:cNvCxnSpPr>
          <p:nvPr/>
        </p:nvCxnSpPr>
        <p:spPr>
          <a:xfrm>
            <a:off x="3432300" y="3974646"/>
            <a:ext cx="2041" cy="4537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2"/>
            <a:endCxn id="17" idx="0"/>
          </p:cNvCxnSpPr>
          <p:nvPr/>
        </p:nvCxnSpPr>
        <p:spPr>
          <a:xfrm flipH="1">
            <a:off x="3432300" y="4958229"/>
            <a:ext cx="2041" cy="4086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7" idx="2"/>
            <a:endCxn id="18" idx="0"/>
          </p:cNvCxnSpPr>
          <p:nvPr/>
        </p:nvCxnSpPr>
        <p:spPr>
          <a:xfrm>
            <a:off x="3432300" y="6156133"/>
            <a:ext cx="2041" cy="4506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8912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2033" y="109189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38871" y="717359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72665" y="730074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93925" y="185631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</a:t>
            </a:r>
            <a:r>
              <a:rPr lang="en-US" sz="1400" dirty="0" smtClean="0">
                <a:solidFill>
                  <a:schemeClr val="tx1"/>
                </a:solidFill>
              </a:rPr>
              <a:t>the liked </a:t>
            </a:r>
            <a:r>
              <a:rPr lang="en-US" sz="1400" dirty="0" smtClean="0">
                <a:solidFill>
                  <a:schemeClr val="tx1"/>
                </a:solidFill>
              </a:rPr>
              <a:t>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12624" y="1573073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15663" y="2370582"/>
            <a:ext cx="7375" cy="3816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8" idx="2"/>
            <a:endCxn id="6" idx="0"/>
          </p:cNvCxnSpPr>
          <p:nvPr/>
        </p:nvCxnSpPr>
        <p:spPr>
          <a:xfrm>
            <a:off x="3434341" y="6758850"/>
            <a:ext cx="0" cy="4147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98726" y="2752251"/>
            <a:ext cx="1648623" cy="67202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6" idx="0"/>
          </p:cNvCxnSpPr>
          <p:nvPr/>
        </p:nvCxnSpPr>
        <p:spPr>
          <a:xfrm>
            <a:off x="3423038" y="3424277"/>
            <a:ext cx="11303" cy="4262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15554" y="3850538"/>
            <a:ext cx="1837573" cy="5298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the liked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32646" y="4789108"/>
            <a:ext cx="1999308" cy="78920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Decrease the like number of the tutorial by one in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515554" y="6028920"/>
            <a:ext cx="1837573" cy="7299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updated like number of the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/>
          <p:cNvCxnSpPr>
            <a:stCxn id="16" idx="2"/>
            <a:endCxn id="17" idx="0"/>
          </p:cNvCxnSpPr>
          <p:nvPr/>
        </p:nvCxnSpPr>
        <p:spPr>
          <a:xfrm flipH="1">
            <a:off x="3432300" y="4380411"/>
            <a:ext cx="2041" cy="4086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7" idx="2"/>
            <a:endCxn id="18" idx="0"/>
          </p:cNvCxnSpPr>
          <p:nvPr/>
        </p:nvCxnSpPr>
        <p:spPr>
          <a:xfrm>
            <a:off x="3432300" y="5578315"/>
            <a:ext cx="2041" cy="4506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5106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98564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2141" y="7698082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15935" y="7825231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12" idx="0"/>
          </p:cNvCxnSpPr>
          <p:nvPr/>
        </p:nvCxnSpPr>
        <p:spPr>
          <a:xfrm>
            <a:off x="3463222" y="1466830"/>
            <a:ext cx="10414" cy="3078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6" idx="0"/>
          </p:cNvCxnSpPr>
          <p:nvPr/>
        </p:nvCxnSpPr>
        <p:spPr>
          <a:xfrm flipH="1">
            <a:off x="3477611" y="6330109"/>
            <a:ext cx="6338" cy="13679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2922283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selected </a:t>
            </a:r>
            <a:r>
              <a:rPr lang="en-US" sz="1400" dirty="0" smtClean="0">
                <a:solidFill>
                  <a:schemeClr val="tx1"/>
                </a:solidFill>
              </a:rPr>
              <a:t>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1774654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blogger and go to blogger’s </a:t>
            </a:r>
            <a:r>
              <a:rPr lang="en-US" sz="1400" dirty="0" smtClean="0">
                <a:solidFill>
                  <a:schemeClr val="tx1"/>
                </a:solidFill>
              </a:rPr>
              <a:t>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2591682"/>
            <a:ext cx="8379" cy="3306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568751" y="4175347"/>
            <a:ext cx="1794126" cy="5299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follow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11" idx="2"/>
            <a:endCxn id="26" idx="0"/>
          </p:cNvCxnSpPr>
          <p:nvPr/>
        </p:nvCxnSpPr>
        <p:spPr>
          <a:xfrm>
            <a:off x="3465257" y="3739311"/>
            <a:ext cx="557" cy="4360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347315" y="5127847"/>
            <a:ext cx="2252642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the blogger into following list in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>
            <a:stCxn id="26" idx="2"/>
            <a:endCxn id="30" idx="0"/>
          </p:cNvCxnSpPr>
          <p:nvPr/>
        </p:nvCxnSpPr>
        <p:spPr>
          <a:xfrm>
            <a:off x="3465814" y="4705345"/>
            <a:ext cx="7822" cy="4225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347315" y="6444414"/>
            <a:ext cx="2252642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Change from follow to followed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>
            <a:stCxn id="30" idx="2"/>
            <a:endCxn id="34" idx="0"/>
          </p:cNvCxnSpPr>
          <p:nvPr/>
        </p:nvCxnSpPr>
        <p:spPr>
          <a:xfrm>
            <a:off x="3473636" y="5944875"/>
            <a:ext cx="0" cy="4995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8435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98564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2141" y="7698082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15935" y="7825231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</p:cNvCxnSpPr>
          <p:nvPr/>
        </p:nvCxnSpPr>
        <p:spPr>
          <a:xfrm>
            <a:off x="3463222" y="1466830"/>
            <a:ext cx="10414" cy="3078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6" idx="0"/>
          </p:cNvCxnSpPr>
          <p:nvPr/>
        </p:nvCxnSpPr>
        <p:spPr>
          <a:xfrm flipH="1">
            <a:off x="3477611" y="6330109"/>
            <a:ext cx="6338" cy="13679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465257" y="2591682"/>
            <a:ext cx="8379" cy="3306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568751" y="4175347"/>
            <a:ext cx="1794126" cy="5299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followed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endCxn id="26" idx="0"/>
          </p:cNvCxnSpPr>
          <p:nvPr/>
        </p:nvCxnSpPr>
        <p:spPr>
          <a:xfrm>
            <a:off x="3465257" y="3739311"/>
            <a:ext cx="557" cy="4360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347315" y="5127847"/>
            <a:ext cx="2252642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Remove the blogger from following list in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>
            <a:stCxn id="26" idx="2"/>
            <a:endCxn id="30" idx="0"/>
          </p:cNvCxnSpPr>
          <p:nvPr/>
        </p:nvCxnSpPr>
        <p:spPr>
          <a:xfrm>
            <a:off x="3465814" y="4705345"/>
            <a:ext cx="7822" cy="4225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347315" y="6444414"/>
            <a:ext cx="2252642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Change from followed to follow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>
            <a:stCxn id="30" idx="2"/>
            <a:endCxn id="34" idx="0"/>
          </p:cNvCxnSpPr>
          <p:nvPr/>
        </p:nvCxnSpPr>
        <p:spPr>
          <a:xfrm>
            <a:off x="3473636" y="5944875"/>
            <a:ext cx="0" cy="4995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46470" y="2922283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selected </a:t>
            </a:r>
            <a:r>
              <a:rPr lang="en-US" sz="1400" dirty="0" smtClean="0">
                <a:solidFill>
                  <a:schemeClr val="tx1"/>
                </a:solidFill>
              </a:rPr>
              <a:t>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49324" y="1774654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blogger and go to blogger’s </a:t>
            </a:r>
            <a:r>
              <a:rPr lang="en-US" sz="1400" dirty="0" smtClean="0">
                <a:solidFill>
                  <a:schemeClr val="tx1"/>
                </a:solidFill>
              </a:rPr>
              <a:t>profile page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1143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01464" y="91227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8376" y="781521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2170" y="794236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23356" y="1676701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profile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42055" y="1393458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45094" y="2190967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5" idx="2"/>
            <a:endCxn id="6" idx="0"/>
          </p:cNvCxnSpPr>
          <p:nvPr/>
        </p:nvCxnSpPr>
        <p:spPr>
          <a:xfrm>
            <a:off x="3466261" y="7379013"/>
            <a:ext cx="17585" cy="4361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25303" y="3928409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28157" y="2696116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44090" y="3513144"/>
            <a:ext cx="8379" cy="4152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28157" y="5210745"/>
            <a:ext cx="1660176" cy="6866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</a:t>
            </a:r>
            <a:r>
              <a:rPr lang="en-US" sz="1400" dirty="0" smtClean="0">
                <a:solidFill>
                  <a:schemeClr val="tx1"/>
                </a:solidFill>
              </a:rPr>
              <a:t>following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461401" y="6366808"/>
            <a:ext cx="2009720" cy="101220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 smtClean="0">
                <a:solidFill>
                  <a:schemeClr val="tx1"/>
                </a:solidFill>
              </a:rPr>
              <a:t>list of bloggers that the blogger(user) is following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1" idx="2"/>
            <a:endCxn id="13" idx="0"/>
          </p:cNvCxnSpPr>
          <p:nvPr/>
        </p:nvCxnSpPr>
        <p:spPr>
          <a:xfrm>
            <a:off x="3444090" y="4745437"/>
            <a:ext cx="14155" cy="4653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2"/>
            <a:endCxn id="15" idx="0"/>
          </p:cNvCxnSpPr>
          <p:nvPr/>
        </p:nvCxnSpPr>
        <p:spPr>
          <a:xfrm>
            <a:off x="3458245" y="5897346"/>
            <a:ext cx="8016" cy="4694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9903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01464" y="91227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8376" y="781521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2170" y="794236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23356" y="1676701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profile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42055" y="1393458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45094" y="2190967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5" idx="2"/>
            <a:endCxn id="6" idx="0"/>
          </p:cNvCxnSpPr>
          <p:nvPr/>
        </p:nvCxnSpPr>
        <p:spPr>
          <a:xfrm>
            <a:off x="3466261" y="7379013"/>
            <a:ext cx="17585" cy="4361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25303" y="3928409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28157" y="2696116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44090" y="3513144"/>
            <a:ext cx="8379" cy="4152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28157" y="5210745"/>
            <a:ext cx="1660176" cy="6866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</a:t>
            </a:r>
            <a:r>
              <a:rPr lang="en-US" sz="1400" dirty="0" smtClean="0">
                <a:solidFill>
                  <a:schemeClr val="tx1"/>
                </a:solidFill>
              </a:rPr>
              <a:t>follower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461401" y="6366808"/>
            <a:ext cx="2009720" cy="101220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 smtClean="0">
                <a:solidFill>
                  <a:schemeClr val="tx1"/>
                </a:solidFill>
              </a:rPr>
              <a:t>list of bloggers that have followed the blogger(user)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1" idx="2"/>
            <a:endCxn id="13" idx="0"/>
          </p:cNvCxnSpPr>
          <p:nvPr/>
        </p:nvCxnSpPr>
        <p:spPr>
          <a:xfrm>
            <a:off x="3444090" y="4745437"/>
            <a:ext cx="14155" cy="4653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2"/>
            <a:endCxn id="15" idx="0"/>
          </p:cNvCxnSpPr>
          <p:nvPr/>
        </p:nvCxnSpPr>
        <p:spPr>
          <a:xfrm>
            <a:off x="3458245" y="5897346"/>
            <a:ext cx="8016" cy="4694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384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19599" y="69845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12" idx="0"/>
          </p:cNvCxnSpPr>
          <p:nvPr/>
        </p:nvCxnSpPr>
        <p:spPr>
          <a:xfrm>
            <a:off x="3460190" y="551026"/>
            <a:ext cx="0" cy="3078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49820" y="1760475"/>
            <a:ext cx="3028982" cy="57148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selected shopkeeper’s/blogger’s </a:t>
            </a:r>
            <a:r>
              <a:rPr lang="en-US" sz="1400" dirty="0" smtClean="0">
                <a:solidFill>
                  <a:schemeClr val="tx1"/>
                </a:solidFill>
              </a:rPr>
              <a:t>information and </a:t>
            </a:r>
            <a:r>
              <a:rPr lang="en-US" sz="1400" dirty="0" smtClean="0">
                <a:solidFill>
                  <a:schemeClr val="tx1"/>
                </a:solidFill>
              </a:rPr>
              <a:t>shops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263475" y="858850"/>
            <a:ext cx="4393430" cy="6081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shopkeeper/blogger and go to shopkeeper’s/blogger’s </a:t>
            </a:r>
            <a:r>
              <a:rPr lang="en-US" sz="1400" dirty="0" smtClean="0">
                <a:solidFill>
                  <a:schemeClr val="tx1"/>
                </a:solidFill>
              </a:rPr>
              <a:t>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60190" y="1466981"/>
            <a:ext cx="4121" cy="2934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575976" y="2655044"/>
            <a:ext cx="1794126" cy="3664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message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11" idx="2"/>
            <a:endCxn id="26" idx="0"/>
          </p:cNvCxnSpPr>
          <p:nvPr/>
        </p:nvCxnSpPr>
        <p:spPr>
          <a:xfrm>
            <a:off x="3464311" y="2331962"/>
            <a:ext cx="8728" cy="3230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575747" y="3306180"/>
            <a:ext cx="3794584" cy="67534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private message page between the user and the selected shopkeeper/blogger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>
            <a:stCxn id="26" idx="2"/>
            <a:endCxn id="30" idx="0"/>
          </p:cNvCxnSpPr>
          <p:nvPr/>
        </p:nvCxnSpPr>
        <p:spPr>
          <a:xfrm>
            <a:off x="3473039" y="3021542"/>
            <a:ext cx="0" cy="2846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197982" y="841284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331776" y="853999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2847606" y="4274797"/>
            <a:ext cx="1265016" cy="3888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Send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69" idx="0"/>
          </p:cNvCxnSpPr>
          <p:nvPr/>
        </p:nvCxnSpPr>
        <p:spPr>
          <a:xfrm>
            <a:off x="3473039" y="3981521"/>
            <a:ext cx="7075" cy="2932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ecision 70"/>
          <p:cNvSpPr/>
          <p:nvPr/>
        </p:nvSpPr>
        <p:spPr>
          <a:xfrm>
            <a:off x="2487609" y="5001011"/>
            <a:ext cx="1985010" cy="12507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Is the message in the right format?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2" name="Straight Arrow Connector 71"/>
          <p:cNvCxnSpPr>
            <a:stCxn id="69" idx="2"/>
            <a:endCxn id="71" idx="0"/>
          </p:cNvCxnSpPr>
          <p:nvPr/>
        </p:nvCxnSpPr>
        <p:spPr>
          <a:xfrm>
            <a:off x="3480114" y="4663685"/>
            <a:ext cx="0" cy="3373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1" idx="2"/>
            <a:endCxn id="80" idx="0"/>
          </p:cNvCxnSpPr>
          <p:nvPr/>
        </p:nvCxnSpPr>
        <p:spPr>
          <a:xfrm>
            <a:off x="3480114" y="6251745"/>
            <a:ext cx="3039" cy="3628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5021136" y="5343511"/>
            <a:ext cx="1532039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5" name="Straight Arrow Connector 74"/>
          <p:cNvCxnSpPr>
            <a:stCxn id="71" idx="3"/>
            <a:endCxn id="74" idx="1"/>
          </p:cNvCxnSpPr>
          <p:nvPr/>
        </p:nvCxnSpPr>
        <p:spPr>
          <a:xfrm>
            <a:off x="4472619" y="5626378"/>
            <a:ext cx="548517" cy="389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481957" y="621646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77" name="TextBox 76"/>
          <p:cNvSpPr txBox="1"/>
          <p:nvPr/>
        </p:nvSpPr>
        <p:spPr>
          <a:xfrm>
            <a:off x="4460153" y="5318601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78" name="Straight Connector 77"/>
          <p:cNvCxnSpPr>
            <a:endCxn id="74" idx="2"/>
          </p:cNvCxnSpPr>
          <p:nvPr/>
        </p:nvCxnSpPr>
        <p:spPr>
          <a:xfrm flipV="1">
            <a:off x="5787156" y="5917031"/>
            <a:ext cx="0" cy="27912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3788921" y="8708319"/>
            <a:ext cx="19982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2506152" y="6614625"/>
            <a:ext cx="1954001" cy="5408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message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2085082" y="7424078"/>
            <a:ext cx="2816739" cy="6404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sent message on the private message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2" name="Straight Arrow Connector 81"/>
          <p:cNvCxnSpPr>
            <a:stCxn id="80" idx="2"/>
            <a:endCxn id="81" idx="0"/>
          </p:cNvCxnSpPr>
          <p:nvPr/>
        </p:nvCxnSpPr>
        <p:spPr>
          <a:xfrm>
            <a:off x="3483153" y="7155450"/>
            <a:ext cx="10299" cy="2686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81" idx="2"/>
            <a:endCxn id="67" idx="0"/>
          </p:cNvCxnSpPr>
          <p:nvPr/>
        </p:nvCxnSpPr>
        <p:spPr>
          <a:xfrm>
            <a:off x="3493452" y="8064502"/>
            <a:ext cx="0" cy="348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0199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5967" y="213952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30" idx="0"/>
          </p:cNvCxnSpPr>
          <p:nvPr/>
        </p:nvCxnSpPr>
        <p:spPr>
          <a:xfrm>
            <a:off x="3466558" y="2620710"/>
            <a:ext cx="5988" cy="46651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45913" y="3087229"/>
            <a:ext cx="2653265" cy="9231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the conversation between the user and shopkeeper/blogger page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3181888" y="5995932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315682" y="6123081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2109796" y="4522622"/>
            <a:ext cx="2735124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messages received from the shopkeeper/blogger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69" idx="0"/>
          </p:cNvCxnSpPr>
          <p:nvPr/>
        </p:nvCxnSpPr>
        <p:spPr>
          <a:xfrm>
            <a:off x="3472546" y="4010392"/>
            <a:ext cx="4812" cy="5122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9" idx="2"/>
            <a:endCxn id="67" idx="0"/>
          </p:cNvCxnSpPr>
          <p:nvPr/>
        </p:nvCxnSpPr>
        <p:spPr>
          <a:xfrm>
            <a:off x="3477358" y="5485094"/>
            <a:ext cx="0" cy="5108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8378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8757" y="223099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30" idx="0"/>
          </p:cNvCxnSpPr>
          <p:nvPr/>
        </p:nvCxnSpPr>
        <p:spPr>
          <a:xfrm flipH="1">
            <a:off x="3415759" y="2712178"/>
            <a:ext cx="3589" cy="4058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02984" y="3117979"/>
            <a:ext cx="1825550" cy="50243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private message page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3123878" y="560595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257672" y="573310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1737859" y="4132645"/>
            <a:ext cx="3355800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shopkeepers/bloggers that the blogger/shopkeeper has been communicating with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69" idx="0"/>
          </p:cNvCxnSpPr>
          <p:nvPr/>
        </p:nvCxnSpPr>
        <p:spPr>
          <a:xfrm>
            <a:off x="3415759" y="3620414"/>
            <a:ext cx="0" cy="5122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9" idx="2"/>
            <a:endCxn id="67" idx="0"/>
          </p:cNvCxnSpPr>
          <p:nvPr/>
        </p:nvCxnSpPr>
        <p:spPr>
          <a:xfrm>
            <a:off x="3415759" y="5095117"/>
            <a:ext cx="3589" cy="5108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0294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946401" y="180344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948646" y="831858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082440" y="844573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391580" y="891848"/>
            <a:ext cx="1598739" cy="4390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endCxn id="9" idx="0"/>
          </p:cNvCxnSpPr>
          <p:nvPr/>
        </p:nvCxnSpPr>
        <p:spPr>
          <a:xfrm>
            <a:off x="3186992" y="608605"/>
            <a:ext cx="3958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190950" y="1330872"/>
            <a:ext cx="6456" cy="2452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3" idx="0"/>
          </p:cNvCxnSpPr>
          <p:nvPr/>
        </p:nvCxnSpPr>
        <p:spPr>
          <a:xfrm flipH="1">
            <a:off x="3186992" y="2971360"/>
            <a:ext cx="10414" cy="308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34504" y="2353278"/>
            <a:ext cx="2525804" cy="6180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</a:t>
            </a:r>
            <a:r>
              <a:rPr lang="en-US" sz="1400" dirty="0" smtClean="0">
                <a:solidFill>
                  <a:schemeClr val="tx1"/>
                </a:solidFill>
              </a:rPr>
              <a:t>tutorial including share to Facebook 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53799" y="1576103"/>
            <a:ext cx="2087214" cy="477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197406" y="2054099"/>
            <a:ext cx="0" cy="2991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09221" y="3280250"/>
            <a:ext cx="1555541" cy="6916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Access to user’s Facebook account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13565" y="4271757"/>
            <a:ext cx="2173530" cy="56245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confirmation post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3" idx="2"/>
            <a:endCxn id="15" idx="0"/>
          </p:cNvCxnSpPr>
          <p:nvPr/>
        </p:nvCxnSpPr>
        <p:spPr>
          <a:xfrm>
            <a:off x="3186992" y="3971880"/>
            <a:ext cx="13338" cy="2998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ecision 18"/>
          <p:cNvSpPr/>
          <p:nvPr/>
        </p:nvSpPr>
        <p:spPr>
          <a:xfrm>
            <a:off x="2238274" y="5107446"/>
            <a:ext cx="1929018" cy="91602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Post to Facebook wall?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15" idx="2"/>
            <a:endCxn id="19" idx="0"/>
          </p:cNvCxnSpPr>
          <p:nvPr/>
        </p:nvCxnSpPr>
        <p:spPr>
          <a:xfrm>
            <a:off x="3200330" y="4834213"/>
            <a:ext cx="2453" cy="2732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9" idx="2"/>
            <a:endCxn id="40" idx="0"/>
          </p:cNvCxnSpPr>
          <p:nvPr/>
        </p:nvCxnSpPr>
        <p:spPr>
          <a:xfrm>
            <a:off x="3202783" y="6023466"/>
            <a:ext cx="9141" cy="3910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188835" y="6016370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4223105" y="5248629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32" name="Straight Connector 31"/>
          <p:cNvCxnSpPr>
            <a:stCxn id="49" idx="0"/>
          </p:cNvCxnSpPr>
          <p:nvPr/>
        </p:nvCxnSpPr>
        <p:spPr>
          <a:xfrm flipV="1">
            <a:off x="5337949" y="1809794"/>
            <a:ext cx="0" cy="346784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12" idx="3"/>
          </p:cNvCxnSpPr>
          <p:nvPr/>
        </p:nvCxnSpPr>
        <p:spPr>
          <a:xfrm flipH="1">
            <a:off x="4241013" y="1809794"/>
            <a:ext cx="1096936" cy="53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234923" y="6414530"/>
            <a:ext cx="1954001" cy="5408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post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235816" y="7287482"/>
            <a:ext cx="1969566" cy="6510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Post the tutorial on Facebook wall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/>
          <p:cNvCxnSpPr>
            <a:stCxn id="40" idx="2"/>
            <a:endCxn id="63" idx="0"/>
          </p:cNvCxnSpPr>
          <p:nvPr/>
        </p:nvCxnSpPr>
        <p:spPr>
          <a:xfrm>
            <a:off x="3211924" y="6955355"/>
            <a:ext cx="8675" cy="3321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3" idx="2"/>
            <a:endCxn id="6" idx="0"/>
          </p:cNvCxnSpPr>
          <p:nvPr/>
        </p:nvCxnSpPr>
        <p:spPr>
          <a:xfrm>
            <a:off x="3220599" y="7938495"/>
            <a:ext cx="23517" cy="3800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720985" y="5277642"/>
            <a:ext cx="1233927" cy="5698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cancel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/>
          <p:cNvCxnSpPr>
            <a:stCxn id="19" idx="3"/>
            <a:endCxn id="49" idx="1"/>
          </p:cNvCxnSpPr>
          <p:nvPr/>
        </p:nvCxnSpPr>
        <p:spPr>
          <a:xfrm flipV="1">
            <a:off x="4167292" y="5562566"/>
            <a:ext cx="553693" cy="2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7951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94030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102" y="756897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4896" y="769611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170472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menu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1421483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2218992"/>
            <a:ext cx="7375" cy="4175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6572" y="7181637"/>
            <a:ext cx="0" cy="3873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667417" y="6153570"/>
            <a:ext cx="3598309" cy="102806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all bloggers with bloggers’ picture and username that relate to the searched keyword or character 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2636559"/>
            <a:ext cx="1648623" cy="6477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  <a:r>
              <a:rPr lang="en-US" sz="1400" dirty="0" smtClean="0">
                <a:solidFill>
                  <a:schemeClr val="tx1"/>
                </a:solidFill>
              </a:rPr>
              <a:t>search blogger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5" idx="0"/>
          </p:cNvCxnSpPr>
          <p:nvPr/>
        </p:nvCxnSpPr>
        <p:spPr>
          <a:xfrm>
            <a:off x="3473636" y="3284282"/>
            <a:ext cx="0" cy="4276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89855" y="4829702"/>
            <a:ext cx="235343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a keyword or a character in the search box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649324" y="3711959"/>
            <a:ext cx="1648623" cy="645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 smtClean="0">
                <a:solidFill>
                  <a:schemeClr val="tx1"/>
                </a:solidFill>
              </a:rPr>
              <a:t>search blogger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5" idx="2"/>
            <a:endCxn id="13" idx="0"/>
          </p:cNvCxnSpPr>
          <p:nvPr/>
        </p:nvCxnSpPr>
        <p:spPr>
          <a:xfrm flipH="1">
            <a:off x="3466572" y="4357153"/>
            <a:ext cx="7064" cy="4725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  <a:endCxn id="11" idx="0"/>
          </p:cNvCxnSpPr>
          <p:nvPr/>
        </p:nvCxnSpPr>
        <p:spPr>
          <a:xfrm>
            <a:off x="3466572" y="5646730"/>
            <a:ext cx="0" cy="5068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2649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11152" y="215674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1516" y="6311244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15310" y="6438393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33044" y="300874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Search bloggers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51743" y="2637921"/>
            <a:ext cx="3039" cy="3708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54782" y="3523010"/>
            <a:ext cx="7375" cy="4394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37845" y="3962472"/>
            <a:ext cx="1648623" cy="6477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  <a:r>
              <a:rPr lang="en-US" sz="1400" dirty="0" smtClean="0">
                <a:solidFill>
                  <a:schemeClr val="tx1"/>
                </a:solidFill>
              </a:rPr>
              <a:t>on the selected blogger’s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5" idx="0"/>
          </p:cNvCxnSpPr>
          <p:nvPr/>
        </p:nvCxnSpPr>
        <p:spPr>
          <a:xfrm>
            <a:off x="3462157" y="4610195"/>
            <a:ext cx="11479" cy="4714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76654" y="5081660"/>
            <a:ext cx="1993964" cy="7984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Goes to the selected blogger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5" idx="2"/>
            <a:endCxn id="6" idx="0"/>
          </p:cNvCxnSpPr>
          <p:nvPr/>
        </p:nvCxnSpPr>
        <p:spPr>
          <a:xfrm>
            <a:off x="3473636" y="5880121"/>
            <a:ext cx="3350" cy="4311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45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1193</Words>
  <Application>Microsoft Macintosh PowerPoint</Application>
  <PresentationFormat>On-screen Show (4:3)</PresentationFormat>
  <Paragraphs>270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27</cp:revision>
  <dcterms:created xsi:type="dcterms:W3CDTF">2014-06-25T11:03:03Z</dcterms:created>
  <dcterms:modified xsi:type="dcterms:W3CDTF">2014-10-05T10:38:11Z</dcterms:modified>
</cp:coreProperties>
</file>