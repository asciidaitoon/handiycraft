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3" r:id="rId5"/>
    <p:sldId id="266" r:id="rId6"/>
    <p:sldId id="260" r:id="rId7"/>
    <p:sldId id="261" r:id="rId8"/>
    <p:sldId id="264" r:id="rId9"/>
    <p:sldId id="265" r:id="rId10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-2872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2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6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4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7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9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6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8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32E88-616F-C648-B3FA-694311D876FD}" type="datetimeFigureOut">
              <a:rPr lang="en-US" smtClean="0"/>
              <a:t>6/25/14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7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04117" y="19007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91547" y="8316067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02485" y="8443216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26009" y="95449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sign up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20937" y="2772575"/>
            <a:ext cx="1243476" cy="4773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71716" y="177794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registration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17346" y="3651513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37947" y="4869442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163828" y="4548329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3626" y="6142674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information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68810" y="7230921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back to log in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244708" y="67125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247747" y="146876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242675" y="2458940"/>
            <a:ext cx="5779" cy="313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239084" y="3249896"/>
            <a:ext cx="3591" cy="4016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239084" y="4138071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245717" y="5679783"/>
            <a:ext cx="11295" cy="4628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18" idx="0"/>
          </p:cNvCxnSpPr>
          <p:nvPr/>
        </p:nvCxnSpPr>
        <p:spPr>
          <a:xfrm>
            <a:off x="3257012" y="6801063"/>
            <a:ext cx="5184" cy="4298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8" idx="2"/>
          </p:cNvCxnSpPr>
          <p:nvPr/>
        </p:nvCxnSpPr>
        <p:spPr>
          <a:xfrm>
            <a:off x="3262196" y="7889310"/>
            <a:ext cx="1965" cy="4267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27605" y="5112721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384709" y="3011236"/>
            <a:ext cx="15582" cy="18582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10" idx="3"/>
          </p:cNvCxnSpPr>
          <p:nvPr/>
        </p:nvCxnSpPr>
        <p:spPr>
          <a:xfrm flipH="1">
            <a:off x="3864413" y="3011236"/>
            <a:ext cx="15202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230879" y="564661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356800" y="4804944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885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76281" y="12894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0855" y="833027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74649" y="845741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98173" y="205384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66577" y="3873023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username and password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43880" y="2877293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log in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89510" y="4750862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10111" y="5968791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235992" y="5647678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verified?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5790" y="7242024"/>
            <a:ext cx="1386772" cy="5798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16872" y="177060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19911" y="2568112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19911" y="3558289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311248" y="4456954"/>
            <a:ext cx="8663" cy="293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311248" y="5237420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317881" y="6779132"/>
            <a:ext cx="11295" cy="462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</p:cNvCxnSpPr>
          <p:nvPr/>
        </p:nvCxnSpPr>
        <p:spPr>
          <a:xfrm>
            <a:off x="3329176" y="7821860"/>
            <a:ext cx="5184" cy="5084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99769" y="6212070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456873" y="4169338"/>
            <a:ext cx="15582" cy="17994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4173245" y="4169338"/>
            <a:ext cx="128362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303043" y="6745966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428964" y="590429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943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09559" y="65196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5649" y="753511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9443" y="766225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31451" y="141638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Log in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99855" y="3235564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menu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77158" y="223983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99856" y="4113402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91756" y="6404868"/>
            <a:ext cx="1730776" cy="6569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unlogged in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50150" y="113314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53189" y="193065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53189" y="2920830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>
            <a:off x="3353189" y="3819495"/>
            <a:ext cx="1" cy="2939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35" idx="0"/>
          </p:cNvCxnSpPr>
          <p:nvPr/>
        </p:nvCxnSpPr>
        <p:spPr>
          <a:xfrm flipH="1">
            <a:off x="3353189" y="4768383"/>
            <a:ext cx="1" cy="3945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2"/>
            <a:endCxn id="17" idx="0"/>
          </p:cNvCxnSpPr>
          <p:nvPr/>
        </p:nvCxnSpPr>
        <p:spPr>
          <a:xfrm>
            <a:off x="3353189" y="5817890"/>
            <a:ext cx="3955" cy="58697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6" idx="0"/>
          </p:cNvCxnSpPr>
          <p:nvPr/>
        </p:nvCxnSpPr>
        <p:spPr>
          <a:xfrm>
            <a:off x="3357144" y="7061792"/>
            <a:ext cx="3975" cy="473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99855" y="5162909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out button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85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78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4712" y="2645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60118" y="852243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93912" y="864958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26604" y="701748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5303" y="507633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0" idx="2"/>
            <a:endCxn id="19" idx="0"/>
          </p:cNvCxnSpPr>
          <p:nvPr/>
        </p:nvCxnSpPr>
        <p:spPr>
          <a:xfrm>
            <a:off x="3445303" y="1948232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40316" y="2300638"/>
            <a:ext cx="6425068" cy="1238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8" idx="0"/>
          </p:cNvCxnSpPr>
          <p:nvPr/>
        </p:nvCxnSpPr>
        <p:spPr>
          <a:xfrm>
            <a:off x="4907478" y="2388890"/>
            <a:ext cx="0" cy="3592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77122" y="2748117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account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18" idx="2"/>
            <a:endCxn id="67" idx="0"/>
          </p:cNvCxnSpPr>
          <p:nvPr/>
        </p:nvCxnSpPr>
        <p:spPr>
          <a:xfrm flipH="1">
            <a:off x="4883621" y="3209087"/>
            <a:ext cx="23857" cy="3072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40316" y="8031185"/>
            <a:ext cx="6425068" cy="1238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73" idx="2"/>
            <a:endCxn id="46" idx="0"/>
          </p:cNvCxnSpPr>
          <p:nvPr/>
        </p:nvCxnSpPr>
        <p:spPr>
          <a:xfrm>
            <a:off x="4883621" y="6095440"/>
            <a:ext cx="1573" cy="3171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78" idx="2"/>
            <a:endCxn id="6" idx="0"/>
          </p:cNvCxnSpPr>
          <p:nvPr/>
        </p:nvCxnSpPr>
        <p:spPr>
          <a:xfrm>
            <a:off x="3452850" y="8155035"/>
            <a:ext cx="2738" cy="3673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ecision 66"/>
          <p:cNvSpPr/>
          <p:nvPr/>
        </p:nvSpPr>
        <p:spPr>
          <a:xfrm>
            <a:off x="4096532" y="3516294"/>
            <a:ext cx="1574177" cy="772779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976323" y="5444194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account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4" name="Straight Arrow Connector 73"/>
          <p:cNvCxnSpPr>
            <a:stCxn id="67" idx="2"/>
            <a:endCxn id="95" idx="0"/>
          </p:cNvCxnSpPr>
          <p:nvPr/>
        </p:nvCxnSpPr>
        <p:spPr>
          <a:xfrm>
            <a:off x="4883621" y="4289073"/>
            <a:ext cx="0" cy="260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5941385" y="3511326"/>
            <a:ext cx="796795" cy="8008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No</a:t>
            </a:r>
            <a:br>
              <a:rPr lang="en-US" sz="1400" dirty="0" smtClean="0">
                <a:solidFill>
                  <a:schemeClr val="tx1"/>
                </a:solidFill>
              </a:rPr>
            </a:b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67" idx="3"/>
            <a:endCxn id="77" idx="1"/>
          </p:cNvCxnSpPr>
          <p:nvPr/>
        </p:nvCxnSpPr>
        <p:spPr>
          <a:xfrm>
            <a:off x="5670709" y="3902684"/>
            <a:ext cx="270676" cy="90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7" idx="2"/>
          </p:cNvCxnSpPr>
          <p:nvPr/>
        </p:nvCxnSpPr>
        <p:spPr>
          <a:xfrm>
            <a:off x="6339783" y="4312164"/>
            <a:ext cx="0" cy="37190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2"/>
            <a:endCxn id="30" idx="0"/>
          </p:cNvCxnSpPr>
          <p:nvPr/>
        </p:nvCxnSpPr>
        <p:spPr>
          <a:xfrm flipH="1">
            <a:off x="3445303" y="1216014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946903" y="1487262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40316" y="2770146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profile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>
            <a:endCxn id="31" idx="0"/>
          </p:cNvCxnSpPr>
          <p:nvPr/>
        </p:nvCxnSpPr>
        <p:spPr>
          <a:xfrm>
            <a:off x="1171471" y="2388890"/>
            <a:ext cx="0" cy="3812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5" idx="2"/>
            <a:endCxn id="64" idx="0"/>
          </p:cNvCxnSpPr>
          <p:nvPr/>
        </p:nvCxnSpPr>
        <p:spPr>
          <a:xfrm flipH="1">
            <a:off x="1165476" y="5470999"/>
            <a:ext cx="8017" cy="394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0687" y="4897479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>
            <a:stCxn id="31" idx="2"/>
            <a:endCxn id="37" idx="0"/>
          </p:cNvCxnSpPr>
          <p:nvPr/>
        </p:nvCxnSpPr>
        <p:spPr>
          <a:xfrm>
            <a:off x="1171471" y="3521922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63151" y="3839269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37" idx="2"/>
            <a:endCxn id="35" idx="0"/>
          </p:cNvCxnSpPr>
          <p:nvPr/>
        </p:nvCxnSpPr>
        <p:spPr>
          <a:xfrm>
            <a:off x="1173493" y="4432463"/>
            <a:ext cx="0" cy="465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44" idx="0"/>
          </p:cNvCxnSpPr>
          <p:nvPr/>
        </p:nvCxnSpPr>
        <p:spPr>
          <a:xfrm flipH="1">
            <a:off x="3054274" y="2424488"/>
            <a:ext cx="1111" cy="3324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274867" y="2756907"/>
            <a:ext cx="1558813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 smtClean="0">
                <a:solidFill>
                  <a:schemeClr val="tx1"/>
                </a:solidFill>
              </a:rPr>
              <a:t>change password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051230" y="3600957"/>
            <a:ext cx="1996737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change password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343932" y="4460501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466793" y="5307641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377440" y="5865876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new information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267349" y="6136896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new information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371587" y="4549183"/>
            <a:ext cx="1024068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3" name="Straight Arrow Connector 102"/>
          <p:cNvCxnSpPr>
            <a:stCxn id="95" idx="2"/>
            <a:endCxn id="73" idx="0"/>
          </p:cNvCxnSpPr>
          <p:nvPr/>
        </p:nvCxnSpPr>
        <p:spPr>
          <a:xfrm>
            <a:off x="4883621" y="5122703"/>
            <a:ext cx="0" cy="3214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44" idx="2"/>
            <a:endCxn id="58" idx="0"/>
          </p:cNvCxnSpPr>
          <p:nvPr/>
        </p:nvCxnSpPr>
        <p:spPr>
          <a:xfrm flipH="1">
            <a:off x="3049599" y="3358580"/>
            <a:ext cx="4675" cy="2423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58" idx="2"/>
            <a:endCxn id="60" idx="0"/>
          </p:cNvCxnSpPr>
          <p:nvPr/>
        </p:nvCxnSpPr>
        <p:spPr>
          <a:xfrm>
            <a:off x="3049599" y="4202630"/>
            <a:ext cx="4675" cy="2578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60" idx="2"/>
            <a:endCxn id="61" idx="0"/>
          </p:cNvCxnSpPr>
          <p:nvPr/>
        </p:nvCxnSpPr>
        <p:spPr>
          <a:xfrm flipH="1">
            <a:off x="3049599" y="5053695"/>
            <a:ext cx="4675" cy="253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61" idx="2"/>
            <a:endCxn id="92" idx="0"/>
          </p:cNvCxnSpPr>
          <p:nvPr/>
        </p:nvCxnSpPr>
        <p:spPr>
          <a:xfrm>
            <a:off x="3049599" y="5881161"/>
            <a:ext cx="5786" cy="255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92" idx="2"/>
            <a:endCxn id="52" idx="0"/>
          </p:cNvCxnSpPr>
          <p:nvPr/>
        </p:nvCxnSpPr>
        <p:spPr>
          <a:xfrm>
            <a:off x="3055385" y="6858555"/>
            <a:ext cx="0" cy="3296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64" idx="2"/>
            <a:endCxn id="50" idx="0"/>
          </p:cNvCxnSpPr>
          <p:nvPr/>
        </p:nvCxnSpPr>
        <p:spPr>
          <a:xfrm>
            <a:off x="1165476" y="6587535"/>
            <a:ext cx="2217" cy="4377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977896" y="6412573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unlogged in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>
            <a:stCxn id="46" idx="2"/>
          </p:cNvCxnSpPr>
          <p:nvPr/>
        </p:nvCxnSpPr>
        <p:spPr>
          <a:xfrm>
            <a:off x="4885194" y="7063819"/>
            <a:ext cx="0" cy="9673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872865" y="4229076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5613175" y="3594907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50" name="Rounded Rectangle 49"/>
          <p:cNvSpPr/>
          <p:nvPr/>
        </p:nvSpPr>
        <p:spPr>
          <a:xfrm>
            <a:off x="354865" y="7025332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</a:t>
            </a:r>
            <a:r>
              <a:rPr lang="en-US" sz="1400" dirty="0" smtClean="0">
                <a:solidFill>
                  <a:schemeClr val="tx1"/>
                </a:solidFill>
              </a:rPr>
              <a:t>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242557" y="7188228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</a:t>
            </a:r>
            <a:r>
              <a:rPr lang="en-US" sz="1400" dirty="0" smtClean="0">
                <a:solidFill>
                  <a:schemeClr val="tx1"/>
                </a:solidFill>
              </a:rPr>
              <a:t>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173493" y="7507410"/>
            <a:ext cx="0" cy="523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2" idx="2"/>
          </p:cNvCxnSpPr>
          <p:nvPr/>
        </p:nvCxnSpPr>
        <p:spPr>
          <a:xfrm>
            <a:off x="3055385" y="7667968"/>
            <a:ext cx="864" cy="36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675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387761" y="27505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346700" y="824145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80494" y="836860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009653" y="103947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628352" y="75623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9" idx="0"/>
          </p:cNvCxnSpPr>
          <p:nvPr/>
        </p:nvCxnSpPr>
        <p:spPr>
          <a:xfrm>
            <a:off x="3631391" y="1553742"/>
            <a:ext cx="229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16" idx="0"/>
          </p:cNvCxnSpPr>
          <p:nvPr/>
        </p:nvCxnSpPr>
        <p:spPr>
          <a:xfrm>
            <a:off x="532849" y="1967766"/>
            <a:ext cx="0" cy="4763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6763" y="1862923"/>
            <a:ext cx="6409713" cy="1238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8" idx="0"/>
          </p:cNvCxnSpPr>
          <p:nvPr/>
        </p:nvCxnSpPr>
        <p:spPr>
          <a:xfrm>
            <a:off x="1664417" y="1955012"/>
            <a:ext cx="0" cy="4890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21" idx="0"/>
          </p:cNvCxnSpPr>
          <p:nvPr/>
        </p:nvCxnSpPr>
        <p:spPr>
          <a:xfrm>
            <a:off x="5578677" y="1986773"/>
            <a:ext cx="4380" cy="4573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47658" y="1967766"/>
            <a:ext cx="3975" cy="473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49" y="244409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random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66017" y="244409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popular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84657" y="244409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following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349258" y="2456848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search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155000" y="1955012"/>
            <a:ext cx="0" cy="4890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4449" y="3443181"/>
            <a:ext cx="996800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random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16" idx="2"/>
            <a:endCxn id="27" idx="0"/>
          </p:cNvCxnSpPr>
          <p:nvPr/>
        </p:nvCxnSpPr>
        <p:spPr>
          <a:xfrm>
            <a:off x="532849" y="2905064"/>
            <a:ext cx="0" cy="5381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99576" y="3443181"/>
            <a:ext cx="1129682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most liked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18" idx="2"/>
            <a:endCxn id="31" idx="0"/>
          </p:cNvCxnSpPr>
          <p:nvPr/>
        </p:nvCxnSpPr>
        <p:spPr>
          <a:xfrm>
            <a:off x="1664417" y="2905064"/>
            <a:ext cx="0" cy="5381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1" idx="2"/>
            <a:endCxn id="51" idx="0"/>
          </p:cNvCxnSpPr>
          <p:nvPr/>
        </p:nvCxnSpPr>
        <p:spPr>
          <a:xfrm>
            <a:off x="5583057" y="2905064"/>
            <a:ext cx="8950" cy="5294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945315" y="5534793"/>
            <a:ext cx="1295022" cy="99368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tutorials from following bloggers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286792" y="3443181"/>
            <a:ext cx="1129682" cy="5617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590159" y="2426814"/>
            <a:ext cx="1129682" cy="56170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categories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>
            <a:stCxn id="23" idx="2"/>
            <a:endCxn id="39" idx="0"/>
          </p:cNvCxnSpPr>
          <p:nvPr/>
        </p:nvCxnSpPr>
        <p:spPr>
          <a:xfrm>
            <a:off x="2847658" y="2917818"/>
            <a:ext cx="3975" cy="5253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197194" y="4445507"/>
            <a:ext cx="1318208" cy="6306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related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/>
          <p:cNvCxnSpPr>
            <a:stCxn id="39" idx="2"/>
            <a:endCxn id="49" idx="0"/>
          </p:cNvCxnSpPr>
          <p:nvPr/>
        </p:nvCxnSpPr>
        <p:spPr>
          <a:xfrm>
            <a:off x="2851633" y="4004884"/>
            <a:ext cx="4665" cy="4406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590159" y="3429140"/>
            <a:ext cx="1138392" cy="7170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categories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/>
          <p:cNvCxnSpPr>
            <a:stCxn id="40" idx="2"/>
            <a:endCxn id="60" idx="0"/>
          </p:cNvCxnSpPr>
          <p:nvPr/>
        </p:nvCxnSpPr>
        <p:spPr>
          <a:xfrm>
            <a:off x="4155000" y="2988517"/>
            <a:ext cx="4355" cy="4406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3571803" y="4523264"/>
            <a:ext cx="1167622" cy="63069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528765" y="5534793"/>
            <a:ext cx="1262693" cy="7170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tutorials in the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71"/>
          <p:cNvCxnSpPr>
            <a:stCxn id="60" idx="2"/>
            <a:endCxn id="70" idx="0"/>
          </p:cNvCxnSpPr>
          <p:nvPr/>
        </p:nvCxnSpPr>
        <p:spPr>
          <a:xfrm flipH="1">
            <a:off x="4155614" y="4146232"/>
            <a:ext cx="3741" cy="3770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0" idx="2"/>
            <a:endCxn id="71" idx="0"/>
          </p:cNvCxnSpPr>
          <p:nvPr/>
        </p:nvCxnSpPr>
        <p:spPr>
          <a:xfrm>
            <a:off x="4155614" y="5153959"/>
            <a:ext cx="4498" cy="3808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53551" y="7672595"/>
            <a:ext cx="6382925" cy="1238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/>
          <p:cNvCxnSpPr>
            <a:stCxn id="71" idx="2"/>
          </p:cNvCxnSpPr>
          <p:nvPr/>
        </p:nvCxnSpPr>
        <p:spPr>
          <a:xfrm>
            <a:off x="4160112" y="6251885"/>
            <a:ext cx="0" cy="14207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49" idx="2"/>
          </p:cNvCxnSpPr>
          <p:nvPr/>
        </p:nvCxnSpPr>
        <p:spPr>
          <a:xfrm>
            <a:off x="2856298" y="5076202"/>
            <a:ext cx="4665" cy="25963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36" idx="2"/>
          </p:cNvCxnSpPr>
          <p:nvPr/>
        </p:nvCxnSpPr>
        <p:spPr>
          <a:xfrm>
            <a:off x="5592826" y="6528479"/>
            <a:ext cx="0" cy="11441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31" idx="2"/>
          </p:cNvCxnSpPr>
          <p:nvPr/>
        </p:nvCxnSpPr>
        <p:spPr>
          <a:xfrm>
            <a:off x="1664417" y="4194957"/>
            <a:ext cx="0" cy="34776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27" idx="2"/>
          </p:cNvCxnSpPr>
          <p:nvPr/>
        </p:nvCxnSpPr>
        <p:spPr>
          <a:xfrm>
            <a:off x="532849" y="4194957"/>
            <a:ext cx="0" cy="34776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78" idx="2"/>
            <a:endCxn id="6" idx="0"/>
          </p:cNvCxnSpPr>
          <p:nvPr/>
        </p:nvCxnSpPr>
        <p:spPr>
          <a:xfrm flipH="1">
            <a:off x="3642170" y="7796445"/>
            <a:ext cx="2844" cy="4450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cision 50"/>
          <p:cNvSpPr/>
          <p:nvPr/>
        </p:nvSpPr>
        <p:spPr>
          <a:xfrm>
            <a:off x="4748419" y="3434517"/>
            <a:ext cx="1687176" cy="8940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Logged in as blogger?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/>
          <p:cNvCxnSpPr>
            <a:stCxn id="51" idx="2"/>
            <a:endCxn id="36" idx="0"/>
          </p:cNvCxnSpPr>
          <p:nvPr/>
        </p:nvCxnSpPr>
        <p:spPr>
          <a:xfrm>
            <a:off x="5592007" y="4328551"/>
            <a:ext cx="819" cy="12062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51" idx="3"/>
          </p:cNvCxnSpPr>
          <p:nvPr/>
        </p:nvCxnSpPr>
        <p:spPr>
          <a:xfrm>
            <a:off x="6435595" y="3881534"/>
            <a:ext cx="2152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149229" y="4328551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76" name="TextBox 75"/>
          <p:cNvSpPr txBox="1"/>
          <p:nvPr/>
        </p:nvSpPr>
        <p:spPr>
          <a:xfrm>
            <a:off x="6244799" y="3562977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650834" y="3863109"/>
            <a:ext cx="0" cy="38094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050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520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23651" y="127174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3957" y="739689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4923" y="753465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422498" y="2001149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create tutorial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 flipH="1">
            <a:off x="3351718" y="1752924"/>
            <a:ext cx="12524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351718" y="2411703"/>
            <a:ext cx="0" cy="4624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0426" y="2874153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create tutorial 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37482" y="3842544"/>
            <a:ext cx="2425598" cy="655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tutorial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 flipH="1">
            <a:off x="3350281" y="3369831"/>
            <a:ext cx="1437" cy="4727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42" idx="0"/>
          </p:cNvCxnSpPr>
          <p:nvPr/>
        </p:nvCxnSpPr>
        <p:spPr>
          <a:xfrm>
            <a:off x="3350281" y="4497594"/>
            <a:ext cx="2343" cy="455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352624" y="7015898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446860" y="4952797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207689" y="5781317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tutorial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07689" y="6587071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352624" y="5386935"/>
            <a:ext cx="0" cy="3943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352624" y="6208355"/>
            <a:ext cx="0" cy="3787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56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575413" y="27505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22803" y="796276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56597" y="808991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197305" y="103947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2816004" y="75623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9" idx="0"/>
          </p:cNvCxnSpPr>
          <p:nvPr/>
        </p:nvCxnSpPr>
        <p:spPr>
          <a:xfrm flipH="1">
            <a:off x="2818974" y="1553742"/>
            <a:ext cx="69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16" idx="0"/>
          </p:cNvCxnSpPr>
          <p:nvPr/>
        </p:nvCxnSpPr>
        <p:spPr>
          <a:xfrm>
            <a:off x="1757701" y="1967766"/>
            <a:ext cx="0" cy="4763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67978" y="1862923"/>
            <a:ext cx="4701992" cy="1238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8" idx="0"/>
          </p:cNvCxnSpPr>
          <p:nvPr/>
        </p:nvCxnSpPr>
        <p:spPr>
          <a:xfrm>
            <a:off x="4219678" y="1955012"/>
            <a:ext cx="0" cy="4890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259301" y="244409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89322" y="2444094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tutorial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4524" y="3287207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tutorial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16" idx="2"/>
            <a:endCxn id="27" idx="0"/>
          </p:cNvCxnSpPr>
          <p:nvPr/>
        </p:nvCxnSpPr>
        <p:spPr>
          <a:xfrm flipH="1">
            <a:off x="1755679" y="2905064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8" idx="2"/>
            <a:endCxn id="67" idx="0"/>
          </p:cNvCxnSpPr>
          <p:nvPr/>
        </p:nvCxnSpPr>
        <p:spPr>
          <a:xfrm flipH="1">
            <a:off x="4215568" y="2905064"/>
            <a:ext cx="4110" cy="5381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515559" y="7296636"/>
            <a:ext cx="5997477" cy="1238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73" idx="2"/>
          </p:cNvCxnSpPr>
          <p:nvPr/>
        </p:nvCxnSpPr>
        <p:spPr>
          <a:xfrm>
            <a:off x="4235307" y="6671605"/>
            <a:ext cx="0" cy="6312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62" idx="2"/>
          </p:cNvCxnSpPr>
          <p:nvPr/>
        </p:nvCxnSpPr>
        <p:spPr>
          <a:xfrm>
            <a:off x="1757701" y="5988060"/>
            <a:ext cx="0" cy="13148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78" idx="2"/>
            <a:endCxn id="6" idx="0"/>
          </p:cNvCxnSpPr>
          <p:nvPr/>
        </p:nvCxnSpPr>
        <p:spPr>
          <a:xfrm>
            <a:off x="3514298" y="7420486"/>
            <a:ext cx="3975" cy="5422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174895" y="5414540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/>
          <p:cNvCxnSpPr>
            <a:stCxn id="27" idx="2"/>
            <a:endCxn id="91" idx="0"/>
          </p:cNvCxnSpPr>
          <p:nvPr/>
        </p:nvCxnSpPr>
        <p:spPr>
          <a:xfrm>
            <a:off x="1755679" y="4038983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ecision 66"/>
          <p:cNvSpPr/>
          <p:nvPr/>
        </p:nvSpPr>
        <p:spPr>
          <a:xfrm>
            <a:off x="3328017" y="3443181"/>
            <a:ext cx="1775101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304152" y="5919829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tutorial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4" name="Straight Arrow Connector 73"/>
          <p:cNvCxnSpPr>
            <a:stCxn id="67" idx="2"/>
            <a:endCxn id="33" idx="0"/>
          </p:cNvCxnSpPr>
          <p:nvPr/>
        </p:nvCxnSpPr>
        <p:spPr>
          <a:xfrm>
            <a:off x="4215568" y="4319281"/>
            <a:ext cx="12600" cy="4655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5658673" y="3605085"/>
            <a:ext cx="976484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67" idx="3"/>
            <a:endCxn id="77" idx="1"/>
          </p:cNvCxnSpPr>
          <p:nvPr/>
        </p:nvCxnSpPr>
        <p:spPr>
          <a:xfrm>
            <a:off x="5103118" y="3881231"/>
            <a:ext cx="555555" cy="106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7" idx="2"/>
          </p:cNvCxnSpPr>
          <p:nvPr/>
        </p:nvCxnSpPr>
        <p:spPr>
          <a:xfrm>
            <a:off x="6146915" y="4178605"/>
            <a:ext cx="26254" cy="31180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1047359" y="4356330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97" name="Straight Arrow Connector 96"/>
          <p:cNvCxnSpPr>
            <a:stCxn id="91" idx="2"/>
            <a:endCxn id="62" idx="0"/>
          </p:cNvCxnSpPr>
          <p:nvPr/>
        </p:nvCxnSpPr>
        <p:spPr>
          <a:xfrm>
            <a:off x="1757701" y="4949524"/>
            <a:ext cx="0" cy="465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19678" y="431781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5125898" y="360192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33" name="Rounded Rectangle 32"/>
          <p:cNvSpPr/>
          <p:nvPr/>
        </p:nvSpPr>
        <p:spPr>
          <a:xfrm>
            <a:off x="3648482" y="4784870"/>
            <a:ext cx="115937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>
            <a:stCxn id="33" idx="2"/>
            <a:endCxn id="73" idx="0"/>
          </p:cNvCxnSpPr>
          <p:nvPr/>
        </p:nvCxnSpPr>
        <p:spPr>
          <a:xfrm>
            <a:off x="4228168" y="5358390"/>
            <a:ext cx="7139" cy="5614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389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289</Words>
  <Application>Microsoft Macintosh PowerPoint</Application>
  <PresentationFormat>On-screen Show (4:3)</PresentationFormat>
  <Paragraphs>89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9</cp:revision>
  <dcterms:created xsi:type="dcterms:W3CDTF">2014-06-25T11:03:03Z</dcterms:created>
  <dcterms:modified xsi:type="dcterms:W3CDTF">2014-06-25T11:50:14Z</dcterms:modified>
</cp:coreProperties>
</file>