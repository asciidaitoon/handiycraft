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599988" cy="12599988"/>
  <p:notesSz cx="6858000" cy="9144000"/>
  <p:defaultTextStyle>
    <a:defPPr>
      <a:defRPr lang="en-US"/>
    </a:defPPr>
    <a:lvl1pPr marL="0" algn="l" defTabSz="719999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719999" algn="l" defTabSz="719999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1439997" algn="l" defTabSz="719999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2159996" algn="l" defTabSz="719999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2879994" algn="l" defTabSz="719999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3599993" algn="l" defTabSz="719999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4319991" algn="l" defTabSz="719999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5039990" algn="l" defTabSz="719999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5759988" algn="l" defTabSz="719999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1" d="100"/>
          <a:sy n="41" d="100"/>
        </p:scale>
        <p:origin x="-2536" y="-104"/>
      </p:cViewPr>
      <p:guideLst>
        <p:guide orient="horz" pos="3969"/>
        <p:guide pos="39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interSettings" Target="printerSettings/printerSettings1.bin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4999" y="3914164"/>
            <a:ext cx="10709990" cy="270083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89998" y="7139993"/>
            <a:ext cx="8819992" cy="3219997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7199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399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599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8799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5999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199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0399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7599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18454-74F2-C84B-97E6-98512B570919}" type="datetimeFigureOut">
              <a:rPr lang="en-US" smtClean="0"/>
              <a:t>11/28/14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E7FE2-E387-B64A-9D2D-7B493F7FF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788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18454-74F2-C84B-97E6-98512B570919}" type="datetimeFigureOut">
              <a:rPr lang="en-US" smtClean="0"/>
              <a:t>11/28/14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E7FE2-E387-B64A-9D2D-7B493F7FF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1790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5312" y="8096660"/>
            <a:ext cx="10709990" cy="2502498"/>
          </a:xfrm>
        </p:spPr>
        <p:txBody>
          <a:bodyPr anchor="t"/>
          <a:lstStyle>
            <a:lvl1pPr algn="l">
              <a:defRPr sz="63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5312" y="5340414"/>
            <a:ext cx="10709990" cy="2756246"/>
          </a:xfrm>
        </p:spPr>
        <p:txBody>
          <a:bodyPr anchor="b"/>
          <a:lstStyle>
            <a:lvl1pPr marL="0" indent="0">
              <a:buNone/>
              <a:defRPr sz="3100">
                <a:solidFill>
                  <a:schemeClr val="tx1">
                    <a:tint val="75000"/>
                  </a:schemeClr>
                </a:solidFill>
              </a:defRPr>
            </a:lvl1pPr>
            <a:lvl2pPr marL="719999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marL="1439997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3pPr>
            <a:lvl4pPr marL="2159996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4pPr>
            <a:lvl5pPr marL="2879994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5pPr>
            <a:lvl6pPr marL="3599993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6pPr>
            <a:lvl7pPr marL="4319991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7pPr>
            <a:lvl8pPr marL="503999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8pPr>
            <a:lvl9pPr marL="5759988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18454-74F2-C84B-97E6-98512B570919}" type="datetimeFigureOut">
              <a:rPr lang="en-US" smtClean="0"/>
              <a:t>11/28/14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E7FE2-E387-B64A-9D2D-7B493F7FF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7338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9999" y="2939998"/>
            <a:ext cx="5564995" cy="8315410"/>
          </a:xfrm>
        </p:spPr>
        <p:txBody>
          <a:bodyPr/>
          <a:lstStyle>
            <a:lvl1pPr>
              <a:defRPr sz="4400"/>
            </a:lvl1pPr>
            <a:lvl2pPr>
              <a:defRPr sz="3800"/>
            </a:lvl2pPr>
            <a:lvl3pPr>
              <a:defRPr sz="310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04994" y="2939998"/>
            <a:ext cx="5564995" cy="8315410"/>
          </a:xfrm>
        </p:spPr>
        <p:txBody>
          <a:bodyPr/>
          <a:lstStyle>
            <a:lvl1pPr>
              <a:defRPr sz="4400"/>
            </a:lvl1pPr>
            <a:lvl2pPr>
              <a:defRPr sz="3800"/>
            </a:lvl2pPr>
            <a:lvl3pPr>
              <a:defRPr sz="310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18454-74F2-C84B-97E6-98512B570919}" type="datetimeFigureOut">
              <a:rPr lang="en-US" smtClean="0"/>
              <a:t>11/28/14 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E7FE2-E387-B64A-9D2D-7B493F7FF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291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999" y="2820415"/>
            <a:ext cx="5567183" cy="1175415"/>
          </a:xfrm>
        </p:spPr>
        <p:txBody>
          <a:bodyPr anchor="b"/>
          <a:lstStyle>
            <a:lvl1pPr marL="0" indent="0">
              <a:buNone/>
              <a:defRPr sz="3800" b="1"/>
            </a:lvl1pPr>
            <a:lvl2pPr marL="719999" indent="0">
              <a:buNone/>
              <a:defRPr sz="3100" b="1"/>
            </a:lvl2pPr>
            <a:lvl3pPr marL="1439997" indent="0">
              <a:buNone/>
              <a:defRPr sz="2800" b="1"/>
            </a:lvl3pPr>
            <a:lvl4pPr marL="2159996" indent="0">
              <a:buNone/>
              <a:defRPr sz="2500" b="1"/>
            </a:lvl4pPr>
            <a:lvl5pPr marL="2879994" indent="0">
              <a:buNone/>
              <a:defRPr sz="2500" b="1"/>
            </a:lvl5pPr>
            <a:lvl6pPr marL="3599993" indent="0">
              <a:buNone/>
              <a:defRPr sz="2500" b="1"/>
            </a:lvl6pPr>
            <a:lvl7pPr marL="4319991" indent="0">
              <a:buNone/>
              <a:defRPr sz="2500" b="1"/>
            </a:lvl7pPr>
            <a:lvl8pPr marL="5039990" indent="0">
              <a:buNone/>
              <a:defRPr sz="2500" b="1"/>
            </a:lvl8pPr>
            <a:lvl9pPr marL="5759988" indent="0">
              <a:buNone/>
              <a:defRPr sz="25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999" y="3995830"/>
            <a:ext cx="5567183" cy="7259577"/>
          </a:xfrm>
        </p:spPr>
        <p:txBody>
          <a:bodyPr/>
          <a:lstStyle>
            <a:lvl1pPr>
              <a:defRPr sz="3800"/>
            </a:lvl1pPr>
            <a:lvl2pPr>
              <a:defRPr sz="3100"/>
            </a:lvl2pPr>
            <a:lvl3pPr>
              <a:defRPr sz="2800"/>
            </a:lvl3pPr>
            <a:lvl4pPr>
              <a:defRPr sz="2500"/>
            </a:lvl4pPr>
            <a:lvl5pPr>
              <a:defRPr sz="2500"/>
            </a:lvl5pPr>
            <a:lvl6pPr>
              <a:defRPr sz="2500"/>
            </a:lvl6pPr>
            <a:lvl7pPr>
              <a:defRPr sz="2500"/>
            </a:lvl7pPr>
            <a:lvl8pPr>
              <a:defRPr sz="2500"/>
            </a:lvl8pPr>
            <a:lvl9pPr>
              <a:defRPr sz="2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619" y="2820415"/>
            <a:ext cx="5569370" cy="1175415"/>
          </a:xfrm>
        </p:spPr>
        <p:txBody>
          <a:bodyPr anchor="b"/>
          <a:lstStyle>
            <a:lvl1pPr marL="0" indent="0">
              <a:buNone/>
              <a:defRPr sz="3800" b="1"/>
            </a:lvl1pPr>
            <a:lvl2pPr marL="719999" indent="0">
              <a:buNone/>
              <a:defRPr sz="3100" b="1"/>
            </a:lvl2pPr>
            <a:lvl3pPr marL="1439997" indent="0">
              <a:buNone/>
              <a:defRPr sz="2800" b="1"/>
            </a:lvl3pPr>
            <a:lvl4pPr marL="2159996" indent="0">
              <a:buNone/>
              <a:defRPr sz="2500" b="1"/>
            </a:lvl4pPr>
            <a:lvl5pPr marL="2879994" indent="0">
              <a:buNone/>
              <a:defRPr sz="2500" b="1"/>
            </a:lvl5pPr>
            <a:lvl6pPr marL="3599993" indent="0">
              <a:buNone/>
              <a:defRPr sz="2500" b="1"/>
            </a:lvl6pPr>
            <a:lvl7pPr marL="4319991" indent="0">
              <a:buNone/>
              <a:defRPr sz="2500" b="1"/>
            </a:lvl7pPr>
            <a:lvl8pPr marL="5039990" indent="0">
              <a:buNone/>
              <a:defRPr sz="2500" b="1"/>
            </a:lvl8pPr>
            <a:lvl9pPr marL="5759988" indent="0">
              <a:buNone/>
              <a:defRPr sz="25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00619" y="3995830"/>
            <a:ext cx="5569370" cy="7259577"/>
          </a:xfrm>
        </p:spPr>
        <p:txBody>
          <a:bodyPr/>
          <a:lstStyle>
            <a:lvl1pPr>
              <a:defRPr sz="3800"/>
            </a:lvl1pPr>
            <a:lvl2pPr>
              <a:defRPr sz="3100"/>
            </a:lvl2pPr>
            <a:lvl3pPr>
              <a:defRPr sz="2800"/>
            </a:lvl3pPr>
            <a:lvl4pPr>
              <a:defRPr sz="2500"/>
            </a:lvl4pPr>
            <a:lvl5pPr>
              <a:defRPr sz="2500"/>
            </a:lvl5pPr>
            <a:lvl6pPr>
              <a:defRPr sz="2500"/>
            </a:lvl6pPr>
            <a:lvl7pPr>
              <a:defRPr sz="2500"/>
            </a:lvl7pPr>
            <a:lvl8pPr>
              <a:defRPr sz="2500"/>
            </a:lvl8pPr>
            <a:lvl9pPr>
              <a:defRPr sz="2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18454-74F2-C84B-97E6-98512B570919}" type="datetimeFigureOut">
              <a:rPr lang="en-US" smtClean="0"/>
              <a:t>11/28/14 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E7FE2-E387-B64A-9D2D-7B493F7FF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1331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18454-74F2-C84B-97E6-98512B570919}" type="datetimeFigureOut">
              <a:rPr lang="en-US" smtClean="0"/>
              <a:t>11/28/14 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E7FE2-E387-B64A-9D2D-7B493F7FF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142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18454-74F2-C84B-97E6-98512B570919}" type="datetimeFigureOut">
              <a:rPr lang="en-US" smtClean="0"/>
              <a:t>11/28/14 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E7FE2-E387-B64A-9D2D-7B493F7FF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546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000" y="501666"/>
            <a:ext cx="4145309" cy="2134998"/>
          </a:xfrm>
        </p:spPr>
        <p:txBody>
          <a:bodyPr anchor="b"/>
          <a:lstStyle>
            <a:lvl1pPr algn="l">
              <a:defRPr sz="31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26245" y="501667"/>
            <a:ext cx="7043743" cy="10753741"/>
          </a:xfrm>
        </p:spPr>
        <p:txBody>
          <a:bodyPr/>
          <a:lstStyle>
            <a:lvl1pPr>
              <a:defRPr sz="5000"/>
            </a:lvl1pPr>
            <a:lvl2pPr>
              <a:defRPr sz="4400"/>
            </a:lvl2pPr>
            <a:lvl3pPr>
              <a:defRPr sz="3800"/>
            </a:lvl3pPr>
            <a:lvl4pPr>
              <a:defRPr sz="3100"/>
            </a:lvl4pPr>
            <a:lvl5pPr>
              <a:defRPr sz="3100"/>
            </a:lvl5pPr>
            <a:lvl6pPr>
              <a:defRPr sz="3100"/>
            </a:lvl6pPr>
            <a:lvl7pPr>
              <a:defRPr sz="3100"/>
            </a:lvl7pPr>
            <a:lvl8pPr>
              <a:defRPr sz="3100"/>
            </a:lvl8pPr>
            <a:lvl9pPr>
              <a:defRPr sz="3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000" y="2636665"/>
            <a:ext cx="4145309" cy="8618743"/>
          </a:xfrm>
        </p:spPr>
        <p:txBody>
          <a:bodyPr/>
          <a:lstStyle>
            <a:lvl1pPr marL="0" indent="0">
              <a:buNone/>
              <a:defRPr sz="2200"/>
            </a:lvl1pPr>
            <a:lvl2pPr marL="719999" indent="0">
              <a:buNone/>
              <a:defRPr sz="1900"/>
            </a:lvl2pPr>
            <a:lvl3pPr marL="1439997" indent="0">
              <a:buNone/>
              <a:defRPr sz="1600"/>
            </a:lvl3pPr>
            <a:lvl4pPr marL="2159996" indent="0">
              <a:buNone/>
              <a:defRPr sz="1400"/>
            </a:lvl4pPr>
            <a:lvl5pPr marL="2879994" indent="0">
              <a:buNone/>
              <a:defRPr sz="1400"/>
            </a:lvl5pPr>
            <a:lvl6pPr marL="3599993" indent="0">
              <a:buNone/>
              <a:defRPr sz="1400"/>
            </a:lvl6pPr>
            <a:lvl7pPr marL="4319991" indent="0">
              <a:buNone/>
              <a:defRPr sz="1400"/>
            </a:lvl7pPr>
            <a:lvl8pPr marL="5039990" indent="0">
              <a:buNone/>
              <a:defRPr sz="1400"/>
            </a:lvl8pPr>
            <a:lvl9pPr marL="5759988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18454-74F2-C84B-97E6-98512B570919}" type="datetimeFigureOut">
              <a:rPr lang="en-US" smtClean="0"/>
              <a:t>11/28/14 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E7FE2-E387-B64A-9D2D-7B493F7FF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169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69686" y="8819992"/>
            <a:ext cx="7559993" cy="1041250"/>
          </a:xfrm>
        </p:spPr>
        <p:txBody>
          <a:bodyPr anchor="b"/>
          <a:lstStyle>
            <a:lvl1pPr algn="l">
              <a:defRPr sz="31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469686" y="1125832"/>
            <a:ext cx="7559993" cy="7559993"/>
          </a:xfrm>
        </p:spPr>
        <p:txBody>
          <a:bodyPr/>
          <a:lstStyle>
            <a:lvl1pPr marL="0" indent="0">
              <a:buNone/>
              <a:defRPr sz="5000"/>
            </a:lvl1pPr>
            <a:lvl2pPr marL="719999" indent="0">
              <a:buNone/>
              <a:defRPr sz="4400"/>
            </a:lvl2pPr>
            <a:lvl3pPr marL="1439997" indent="0">
              <a:buNone/>
              <a:defRPr sz="3800"/>
            </a:lvl3pPr>
            <a:lvl4pPr marL="2159996" indent="0">
              <a:buNone/>
              <a:defRPr sz="3100"/>
            </a:lvl4pPr>
            <a:lvl5pPr marL="2879994" indent="0">
              <a:buNone/>
              <a:defRPr sz="3100"/>
            </a:lvl5pPr>
            <a:lvl6pPr marL="3599993" indent="0">
              <a:buNone/>
              <a:defRPr sz="3100"/>
            </a:lvl6pPr>
            <a:lvl7pPr marL="4319991" indent="0">
              <a:buNone/>
              <a:defRPr sz="3100"/>
            </a:lvl7pPr>
            <a:lvl8pPr marL="5039990" indent="0">
              <a:buNone/>
              <a:defRPr sz="3100"/>
            </a:lvl8pPr>
            <a:lvl9pPr marL="5759988" indent="0">
              <a:buNone/>
              <a:defRPr sz="31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69686" y="9861241"/>
            <a:ext cx="7559993" cy="1478748"/>
          </a:xfrm>
        </p:spPr>
        <p:txBody>
          <a:bodyPr/>
          <a:lstStyle>
            <a:lvl1pPr marL="0" indent="0">
              <a:buNone/>
              <a:defRPr sz="2200"/>
            </a:lvl1pPr>
            <a:lvl2pPr marL="719999" indent="0">
              <a:buNone/>
              <a:defRPr sz="1900"/>
            </a:lvl2pPr>
            <a:lvl3pPr marL="1439997" indent="0">
              <a:buNone/>
              <a:defRPr sz="1600"/>
            </a:lvl3pPr>
            <a:lvl4pPr marL="2159996" indent="0">
              <a:buNone/>
              <a:defRPr sz="1400"/>
            </a:lvl4pPr>
            <a:lvl5pPr marL="2879994" indent="0">
              <a:buNone/>
              <a:defRPr sz="1400"/>
            </a:lvl5pPr>
            <a:lvl6pPr marL="3599993" indent="0">
              <a:buNone/>
              <a:defRPr sz="1400"/>
            </a:lvl6pPr>
            <a:lvl7pPr marL="4319991" indent="0">
              <a:buNone/>
              <a:defRPr sz="1400"/>
            </a:lvl7pPr>
            <a:lvl8pPr marL="5039990" indent="0">
              <a:buNone/>
              <a:defRPr sz="1400"/>
            </a:lvl8pPr>
            <a:lvl9pPr marL="5759988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18454-74F2-C84B-97E6-98512B570919}" type="datetimeFigureOut">
              <a:rPr lang="en-US" smtClean="0"/>
              <a:t>11/28/14 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E7FE2-E387-B64A-9D2D-7B493F7FF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918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18454-74F2-C84B-97E6-98512B570919}" type="datetimeFigureOut">
              <a:rPr lang="en-US" smtClean="0"/>
              <a:t>11/28/14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E7FE2-E387-B64A-9D2D-7B493F7FF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569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34991" y="504585"/>
            <a:ext cx="2834997" cy="1075082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9999" y="504585"/>
            <a:ext cx="8294992" cy="1075082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18454-74F2-C84B-97E6-98512B570919}" type="datetimeFigureOut">
              <a:rPr lang="en-US" smtClean="0"/>
              <a:t>11/28/14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E7FE2-E387-B64A-9D2D-7B493F7FF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987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30000" y="504584"/>
            <a:ext cx="11339989" cy="2099998"/>
          </a:xfrm>
          <a:prstGeom prst="rect">
            <a:avLst/>
          </a:prstGeom>
        </p:spPr>
        <p:txBody>
          <a:bodyPr vert="horz" lIns="144000" tIns="72000" rIns="144000" bIns="7200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000" y="2939998"/>
            <a:ext cx="11339989" cy="8315410"/>
          </a:xfrm>
          <a:prstGeom prst="rect">
            <a:avLst/>
          </a:prstGeom>
        </p:spPr>
        <p:txBody>
          <a:bodyPr vert="horz" lIns="144000" tIns="72000" rIns="144000" bIns="720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0000" y="11678323"/>
            <a:ext cx="2939997" cy="670833"/>
          </a:xfrm>
          <a:prstGeom prst="rect">
            <a:avLst/>
          </a:prstGeom>
        </p:spPr>
        <p:txBody>
          <a:bodyPr vert="horz" lIns="144000" tIns="72000" rIns="144000" bIns="72000" rtlCol="0" anchor="ctr"/>
          <a:lstStyle>
            <a:lvl1pPr algn="l">
              <a:defRPr sz="1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F18454-74F2-C84B-97E6-98512B570919}" type="datetimeFigureOut">
              <a:rPr lang="en-US" smtClean="0"/>
              <a:t>11/28/14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04996" y="11678323"/>
            <a:ext cx="3989996" cy="670833"/>
          </a:xfrm>
          <a:prstGeom prst="rect">
            <a:avLst/>
          </a:prstGeom>
        </p:spPr>
        <p:txBody>
          <a:bodyPr vert="horz" lIns="144000" tIns="72000" rIns="144000" bIns="72000" rtlCol="0" anchor="ctr"/>
          <a:lstStyle>
            <a:lvl1pPr algn="ctr">
              <a:defRPr sz="1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29992" y="11678323"/>
            <a:ext cx="2939997" cy="670833"/>
          </a:xfrm>
          <a:prstGeom prst="rect">
            <a:avLst/>
          </a:prstGeom>
        </p:spPr>
        <p:txBody>
          <a:bodyPr vert="horz" lIns="144000" tIns="72000" rIns="144000" bIns="72000" rtlCol="0" anchor="ctr"/>
          <a:lstStyle>
            <a:lvl1pPr algn="r">
              <a:defRPr sz="1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FE7FE2-E387-B64A-9D2D-7B493F7FF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603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719999" rtl="0" eaLnBrk="1" latinLnBrk="0" hangingPunct="1">
        <a:spcBef>
          <a:spcPct val="0"/>
        </a:spcBef>
        <a:buNone/>
        <a:defRPr sz="6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9999" indent="-539999" algn="l" defTabSz="719999" rtl="0" eaLnBrk="1" latinLnBrk="0" hangingPunct="1">
        <a:spcBef>
          <a:spcPct val="20000"/>
        </a:spcBef>
        <a:buFont typeface="Arial"/>
        <a:buChar char="•"/>
        <a:defRPr sz="5000" kern="1200">
          <a:solidFill>
            <a:schemeClr val="tx1"/>
          </a:solidFill>
          <a:latin typeface="+mn-lt"/>
          <a:ea typeface="+mn-ea"/>
          <a:cs typeface="+mn-cs"/>
        </a:defRPr>
      </a:lvl1pPr>
      <a:lvl2pPr marL="1169998" indent="-449999" algn="l" defTabSz="719999" rtl="0" eaLnBrk="1" latinLnBrk="0" hangingPunct="1">
        <a:spcBef>
          <a:spcPct val="20000"/>
        </a:spcBef>
        <a:buFont typeface="Arial"/>
        <a:buChar char="–"/>
        <a:defRPr sz="4400" kern="1200">
          <a:solidFill>
            <a:schemeClr val="tx1"/>
          </a:solidFill>
          <a:latin typeface="+mn-lt"/>
          <a:ea typeface="+mn-ea"/>
          <a:cs typeface="+mn-cs"/>
        </a:defRPr>
      </a:lvl2pPr>
      <a:lvl3pPr marL="1799996" indent="-359999" algn="l" defTabSz="719999" rtl="0" eaLnBrk="1" latinLnBrk="0" hangingPunct="1">
        <a:spcBef>
          <a:spcPct val="20000"/>
        </a:spcBef>
        <a:buFont typeface="Arial"/>
        <a:buChar char="•"/>
        <a:defRPr sz="3800" kern="1200">
          <a:solidFill>
            <a:schemeClr val="tx1"/>
          </a:solidFill>
          <a:latin typeface="+mn-lt"/>
          <a:ea typeface="+mn-ea"/>
          <a:cs typeface="+mn-cs"/>
        </a:defRPr>
      </a:lvl3pPr>
      <a:lvl4pPr marL="2519995" indent="-359999" algn="l" defTabSz="719999" rtl="0" eaLnBrk="1" latinLnBrk="0" hangingPunct="1">
        <a:spcBef>
          <a:spcPct val="20000"/>
        </a:spcBef>
        <a:buFont typeface="Arial"/>
        <a:buChar char="–"/>
        <a:defRPr sz="3100" kern="1200">
          <a:solidFill>
            <a:schemeClr val="tx1"/>
          </a:solidFill>
          <a:latin typeface="+mn-lt"/>
          <a:ea typeface="+mn-ea"/>
          <a:cs typeface="+mn-cs"/>
        </a:defRPr>
      </a:lvl4pPr>
      <a:lvl5pPr marL="3239994" indent="-359999" algn="l" defTabSz="719999" rtl="0" eaLnBrk="1" latinLnBrk="0" hangingPunct="1">
        <a:spcBef>
          <a:spcPct val="20000"/>
        </a:spcBef>
        <a:buFont typeface="Arial"/>
        <a:buChar char="»"/>
        <a:defRPr sz="3100" kern="1200">
          <a:solidFill>
            <a:schemeClr val="tx1"/>
          </a:solidFill>
          <a:latin typeface="+mn-lt"/>
          <a:ea typeface="+mn-ea"/>
          <a:cs typeface="+mn-cs"/>
        </a:defRPr>
      </a:lvl5pPr>
      <a:lvl6pPr marL="3959992" indent="-359999" algn="l" defTabSz="719999" rtl="0" eaLnBrk="1" latinLnBrk="0" hangingPunct="1">
        <a:spcBef>
          <a:spcPct val="20000"/>
        </a:spcBef>
        <a:buFont typeface="Arial"/>
        <a:buChar char="•"/>
        <a:defRPr sz="3100" kern="1200">
          <a:solidFill>
            <a:schemeClr val="tx1"/>
          </a:solidFill>
          <a:latin typeface="+mn-lt"/>
          <a:ea typeface="+mn-ea"/>
          <a:cs typeface="+mn-cs"/>
        </a:defRPr>
      </a:lvl6pPr>
      <a:lvl7pPr marL="4679991" indent="-359999" algn="l" defTabSz="719999" rtl="0" eaLnBrk="1" latinLnBrk="0" hangingPunct="1">
        <a:spcBef>
          <a:spcPct val="20000"/>
        </a:spcBef>
        <a:buFont typeface="Arial"/>
        <a:buChar char="•"/>
        <a:defRPr sz="3100" kern="1200">
          <a:solidFill>
            <a:schemeClr val="tx1"/>
          </a:solidFill>
          <a:latin typeface="+mn-lt"/>
          <a:ea typeface="+mn-ea"/>
          <a:cs typeface="+mn-cs"/>
        </a:defRPr>
      </a:lvl7pPr>
      <a:lvl8pPr marL="5399989" indent="-359999" algn="l" defTabSz="719999" rtl="0" eaLnBrk="1" latinLnBrk="0" hangingPunct="1">
        <a:spcBef>
          <a:spcPct val="20000"/>
        </a:spcBef>
        <a:buFont typeface="Arial"/>
        <a:buChar char="•"/>
        <a:defRPr sz="3100" kern="1200">
          <a:solidFill>
            <a:schemeClr val="tx1"/>
          </a:solidFill>
          <a:latin typeface="+mn-lt"/>
          <a:ea typeface="+mn-ea"/>
          <a:cs typeface="+mn-cs"/>
        </a:defRPr>
      </a:lvl8pPr>
      <a:lvl9pPr marL="6119988" indent="-359999" algn="l" defTabSz="719999" rtl="0" eaLnBrk="1" latinLnBrk="0" hangingPunct="1">
        <a:spcBef>
          <a:spcPct val="20000"/>
        </a:spcBef>
        <a:buFont typeface="Arial"/>
        <a:buChar char="•"/>
        <a:defRPr sz="3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19999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19999" algn="l" defTabSz="719999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439997" algn="l" defTabSz="719999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2159996" algn="l" defTabSz="719999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2879994" algn="l" defTabSz="719999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3599993" algn="l" defTabSz="719999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4319991" algn="l" defTabSz="719999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5039990" algn="l" defTabSz="719999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5759988" algn="l" defTabSz="719999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531356" y="972131"/>
            <a:ext cx="1447276" cy="66914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/>
          <p:cNvCxnSpPr/>
          <p:nvPr/>
        </p:nvCxnSpPr>
        <p:spPr>
          <a:xfrm>
            <a:off x="5531356" y="1187636"/>
            <a:ext cx="1447276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9026222" y="1611517"/>
            <a:ext cx="1167214" cy="3908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 smtClean="0">
                <a:solidFill>
                  <a:schemeClr val="tx1"/>
                </a:solidFill>
              </a:rPr>
              <a:t>LoginActivity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7006" y="931915"/>
            <a:ext cx="7949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Activity</a:t>
            </a:r>
            <a:endParaRPr lang="en-US" sz="1200" b="1" dirty="0"/>
          </a:p>
        </p:txBody>
      </p:sp>
      <p:sp>
        <p:nvSpPr>
          <p:cNvPr id="8" name="Rectangle 7"/>
          <p:cNvSpPr/>
          <p:nvPr/>
        </p:nvSpPr>
        <p:spPr>
          <a:xfrm>
            <a:off x="9008824" y="2596680"/>
            <a:ext cx="1271937" cy="37435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 smtClean="0">
                <a:solidFill>
                  <a:schemeClr val="tx1"/>
                </a:solidFill>
              </a:rPr>
              <a:t>RegisterActivity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008827" y="3062464"/>
            <a:ext cx="1635924" cy="3866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 smtClean="0">
                <a:solidFill>
                  <a:schemeClr val="tx1"/>
                </a:solidFill>
              </a:rPr>
              <a:t>HomeBloggerActivity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008824" y="3540691"/>
            <a:ext cx="1961767" cy="4378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 smtClean="0">
                <a:solidFill>
                  <a:schemeClr val="tx1"/>
                </a:solidFill>
              </a:rPr>
              <a:t>ProfileManagementActivity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026222" y="9650760"/>
            <a:ext cx="1167214" cy="41066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 smtClean="0">
                <a:solidFill>
                  <a:schemeClr val="tx1"/>
                </a:solidFill>
              </a:rPr>
              <a:t>CreateTutorial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035588" y="7726852"/>
            <a:ext cx="1271937" cy="41008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 smtClean="0">
                <a:solidFill>
                  <a:schemeClr val="tx1"/>
                </a:solidFill>
              </a:rPr>
              <a:t>ManageTutorial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010733" y="4550368"/>
            <a:ext cx="1807803" cy="41008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 smtClean="0">
                <a:solidFill>
                  <a:schemeClr val="tx1"/>
                </a:solidFill>
              </a:rPr>
              <a:t>TutorialRandomActivity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096601" y="2376486"/>
            <a:ext cx="1420139" cy="3761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 smtClean="0">
                <a:solidFill>
                  <a:schemeClr val="tx1"/>
                </a:solidFill>
              </a:rPr>
              <a:t>ViewTutorialDetail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259449" y="8775309"/>
            <a:ext cx="1286186" cy="3908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 smtClean="0">
                <a:solidFill>
                  <a:schemeClr val="tx1"/>
                </a:solidFill>
              </a:rPr>
              <a:t>CreateShop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225862" y="7273148"/>
            <a:ext cx="1286186" cy="35294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 smtClean="0">
                <a:solidFill>
                  <a:schemeClr val="tx1"/>
                </a:solidFill>
              </a:rPr>
              <a:t>ManageShop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842024" y="5724797"/>
            <a:ext cx="1690184" cy="40335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 smtClean="0">
                <a:solidFill>
                  <a:schemeClr val="tx1"/>
                </a:solidFill>
              </a:rPr>
              <a:t>NotificationActivity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261629" y="3358968"/>
            <a:ext cx="1286186" cy="41066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 smtClean="0">
                <a:solidFill>
                  <a:schemeClr val="tx1"/>
                </a:solidFill>
              </a:rPr>
              <a:t>GoogleMaps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858102" y="3986957"/>
            <a:ext cx="1690183" cy="40335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 smtClean="0">
                <a:solidFill>
                  <a:schemeClr val="tx1"/>
                </a:solidFill>
              </a:rPr>
              <a:t>MessageManagement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842024" y="5147377"/>
            <a:ext cx="1690184" cy="40335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 smtClean="0">
                <a:solidFill>
                  <a:schemeClr val="tx1"/>
                </a:solidFill>
              </a:rPr>
              <a:t>SearchBloggerActivity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954449" y="2376486"/>
            <a:ext cx="1448796" cy="37018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 smtClean="0">
                <a:solidFill>
                  <a:schemeClr val="tx1"/>
                </a:solidFill>
              </a:rPr>
              <a:t>ViewShopDetail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9023164" y="5072086"/>
            <a:ext cx="1795371" cy="42487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 smtClean="0">
                <a:solidFill>
                  <a:schemeClr val="tx1"/>
                </a:solidFill>
              </a:rPr>
              <a:t>TutorialCategoriesList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574841" y="4070592"/>
            <a:ext cx="1202815" cy="42487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 smtClean="0">
                <a:solidFill>
                  <a:schemeClr val="tx1"/>
                </a:solidFill>
              </a:rPr>
              <a:t>ImageAdapter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25" name="Isosceles Triangle 24"/>
          <p:cNvSpPr/>
          <p:nvPr/>
        </p:nvSpPr>
        <p:spPr>
          <a:xfrm rot="16200000">
            <a:off x="6994029" y="1192627"/>
            <a:ext cx="197202" cy="227996"/>
          </a:xfrm>
          <a:prstGeom prst="triangle">
            <a:avLst/>
          </a:prstGeom>
          <a:solidFill>
            <a:schemeClr val="bg1"/>
          </a:solidFill>
          <a:ln w="1905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Connector 25"/>
          <p:cNvCxnSpPr>
            <a:stCxn id="25" idx="3"/>
            <a:endCxn id="65" idx="1"/>
          </p:cNvCxnSpPr>
          <p:nvPr/>
        </p:nvCxnSpPr>
        <p:spPr>
          <a:xfrm>
            <a:off x="7206628" y="1306625"/>
            <a:ext cx="1799141" cy="614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H="1">
            <a:off x="8708377" y="1307516"/>
            <a:ext cx="2343" cy="1000591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>
            <a:endCxn id="8" idx="1"/>
          </p:cNvCxnSpPr>
          <p:nvPr/>
        </p:nvCxnSpPr>
        <p:spPr>
          <a:xfrm>
            <a:off x="8698388" y="2783858"/>
            <a:ext cx="310436" cy="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endCxn id="9" idx="1"/>
          </p:cNvCxnSpPr>
          <p:nvPr/>
        </p:nvCxnSpPr>
        <p:spPr>
          <a:xfrm>
            <a:off x="8698388" y="3255812"/>
            <a:ext cx="310439" cy="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8702904" y="3666687"/>
            <a:ext cx="318250" cy="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8713134" y="7927780"/>
            <a:ext cx="318251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8717338" y="9853674"/>
            <a:ext cx="31825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endCxn id="13" idx="1"/>
          </p:cNvCxnSpPr>
          <p:nvPr/>
        </p:nvCxnSpPr>
        <p:spPr>
          <a:xfrm>
            <a:off x="8692479" y="4755408"/>
            <a:ext cx="318254" cy="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Isosceles Triangle 33"/>
          <p:cNvSpPr/>
          <p:nvPr/>
        </p:nvSpPr>
        <p:spPr>
          <a:xfrm rot="5400000">
            <a:off x="5306644" y="1193518"/>
            <a:ext cx="197202" cy="227996"/>
          </a:xfrm>
          <a:prstGeom prst="triangle">
            <a:avLst/>
          </a:prstGeom>
          <a:solidFill>
            <a:schemeClr val="bg1"/>
          </a:solidFill>
          <a:ln w="1905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Connector 34"/>
          <p:cNvCxnSpPr>
            <a:endCxn id="34" idx="3"/>
          </p:cNvCxnSpPr>
          <p:nvPr/>
        </p:nvCxnSpPr>
        <p:spPr>
          <a:xfrm>
            <a:off x="3541221" y="1307516"/>
            <a:ext cx="1750026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3872024" y="1295370"/>
            <a:ext cx="0" cy="867335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3558984" y="8950798"/>
            <a:ext cx="296962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>
            <a:stCxn id="19" idx="3"/>
          </p:cNvCxnSpPr>
          <p:nvPr/>
        </p:nvCxnSpPr>
        <p:spPr>
          <a:xfrm>
            <a:off x="3547815" y="3564302"/>
            <a:ext cx="32420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>
            <a:stCxn id="20" idx="3"/>
          </p:cNvCxnSpPr>
          <p:nvPr/>
        </p:nvCxnSpPr>
        <p:spPr>
          <a:xfrm flipV="1">
            <a:off x="3548285" y="4179875"/>
            <a:ext cx="323739" cy="8757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21" idx="3"/>
          </p:cNvCxnSpPr>
          <p:nvPr/>
        </p:nvCxnSpPr>
        <p:spPr>
          <a:xfrm>
            <a:off x="3532208" y="5349052"/>
            <a:ext cx="318384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>
            <a:stCxn id="18" idx="3"/>
          </p:cNvCxnSpPr>
          <p:nvPr/>
        </p:nvCxnSpPr>
        <p:spPr>
          <a:xfrm>
            <a:off x="3532208" y="5926472"/>
            <a:ext cx="318384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4678847" y="2088290"/>
            <a:ext cx="3127824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1842024" y="6290769"/>
            <a:ext cx="1690184" cy="40335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 smtClean="0">
                <a:solidFill>
                  <a:schemeClr val="tx1"/>
                </a:solidFill>
              </a:rPr>
              <a:t>PostFacebookActivity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5574841" y="5177262"/>
            <a:ext cx="1301109" cy="55707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Straight Connector 45"/>
          <p:cNvCxnSpPr/>
          <p:nvPr/>
        </p:nvCxnSpPr>
        <p:spPr>
          <a:xfrm>
            <a:off x="5574841" y="5392766"/>
            <a:ext cx="1301109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5744638" y="5120971"/>
            <a:ext cx="13902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err="1" smtClean="0"/>
              <a:t>JSONfunction</a:t>
            </a:r>
            <a:endParaRPr lang="en-US" sz="1200" b="1" dirty="0"/>
          </a:p>
        </p:txBody>
      </p:sp>
      <p:cxnSp>
        <p:nvCxnSpPr>
          <p:cNvPr id="48" name="Straight Connector 47"/>
          <p:cNvCxnSpPr>
            <a:endCxn id="49" idx="1"/>
          </p:cNvCxnSpPr>
          <p:nvPr/>
        </p:nvCxnSpPr>
        <p:spPr>
          <a:xfrm>
            <a:off x="8690573" y="2299965"/>
            <a:ext cx="317766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9008339" y="2104543"/>
            <a:ext cx="1167214" cy="3908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 smtClean="0">
                <a:solidFill>
                  <a:schemeClr val="tx1"/>
                </a:solidFill>
              </a:rPr>
              <a:t>LogOutActivity</a:t>
            </a:r>
            <a:endParaRPr lang="en-US" sz="1200" b="1" dirty="0">
              <a:solidFill>
                <a:schemeClr val="tx1"/>
              </a:solidFill>
            </a:endParaRPr>
          </a:p>
        </p:txBody>
      </p:sp>
      <p:cxnSp>
        <p:nvCxnSpPr>
          <p:cNvPr id="50" name="Straight Connector 49"/>
          <p:cNvCxnSpPr>
            <a:stCxn id="22" idx="0"/>
          </p:cNvCxnSpPr>
          <p:nvPr/>
        </p:nvCxnSpPr>
        <p:spPr>
          <a:xfrm flipV="1">
            <a:off x="4678847" y="2088290"/>
            <a:ext cx="0" cy="28819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>
            <a:stCxn id="14" idx="0"/>
          </p:cNvCxnSpPr>
          <p:nvPr/>
        </p:nvCxnSpPr>
        <p:spPr>
          <a:xfrm flipV="1">
            <a:off x="7806671" y="2088290"/>
            <a:ext cx="0" cy="28819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>
            <a:stCxn id="170" idx="0"/>
          </p:cNvCxnSpPr>
          <p:nvPr/>
        </p:nvCxnSpPr>
        <p:spPr>
          <a:xfrm flipV="1">
            <a:off x="6244480" y="1846087"/>
            <a:ext cx="1545" cy="523065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Isosceles Triangle 52"/>
          <p:cNvSpPr/>
          <p:nvPr/>
        </p:nvSpPr>
        <p:spPr>
          <a:xfrm>
            <a:off x="6133532" y="1643010"/>
            <a:ext cx="230074" cy="195421"/>
          </a:xfrm>
          <a:prstGeom prst="triangle">
            <a:avLst/>
          </a:prstGeom>
          <a:solidFill>
            <a:schemeClr val="bg1"/>
          </a:solidFill>
          <a:ln w="1905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4" name="Straight Connector 53"/>
          <p:cNvCxnSpPr/>
          <p:nvPr/>
        </p:nvCxnSpPr>
        <p:spPr>
          <a:xfrm flipV="1">
            <a:off x="4677077" y="2742116"/>
            <a:ext cx="1770" cy="155456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 flipV="1">
            <a:off x="7806671" y="2752660"/>
            <a:ext cx="0" cy="154402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>
            <a:off x="4588978" y="2827854"/>
            <a:ext cx="188835" cy="11601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/>
          <p:nvPr/>
        </p:nvCxnSpPr>
        <p:spPr>
          <a:xfrm flipH="1">
            <a:off x="4586284" y="2827854"/>
            <a:ext cx="191530" cy="11601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>
            <a:off x="7715834" y="2838398"/>
            <a:ext cx="188835" cy="11601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 flipH="1">
            <a:off x="7713140" y="2838398"/>
            <a:ext cx="191530" cy="11601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>
            <a:off x="8704910" y="5835684"/>
            <a:ext cx="318254" cy="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ectangle 64"/>
          <p:cNvSpPr/>
          <p:nvPr/>
        </p:nvSpPr>
        <p:spPr>
          <a:xfrm>
            <a:off x="9005769" y="1119416"/>
            <a:ext cx="1635924" cy="3866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 smtClean="0">
                <a:solidFill>
                  <a:schemeClr val="tx1"/>
                </a:solidFill>
              </a:rPr>
              <a:t>HomeVisitorActivity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1905298" y="1114167"/>
            <a:ext cx="1635924" cy="3866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 smtClean="0">
                <a:solidFill>
                  <a:schemeClr val="tx1"/>
                </a:solidFill>
              </a:rPr>
              <a:t>HomeShopActivity</a:t>
            </a:r>
            <a:endParaRPr lang="en-US" sz="1200" b="1" dirty="0">
              <a:solidFill>
                <a:schemeClr val="tx1"/>
              </a:solidFill>
            </a:endParaRPr>
          </a:p>
        </p:txBody>
      </p:sp>
      <p:cxnSp>
        <p:nvCxnSpPr>
          <p:cNvPr id="67" name="Straight Connector 66"/>
          <p:cNvCxnSpPr/>
          <p:nvPr/>
        </p:nvCxnSpPr>
        <p:spPr>
          <a:xfrm>
            <a:off x="3518387" y="7363369"/>
            <a:ext cx="330802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/>
          <p:nvPr/>
        </p:nvCxnSpPr>
        <p:spPr>
          <a:xfrm>
            <a:off x="8690573" y="1801522"/>
            <a:ext cx="33749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ectangle 68"/>
          <p:cNvSpPr/>
          <p:nvPr/>
        </p:nvSpPr>
        <p:spPr>
          <a:xfrm>
            <a:off x="9010732" y="6146483"/>
            <a:ext cx="1807803" cy="42487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 smtClean="0">
                <a:solidFill>
                  <a:schemeClr val="tx1"/>
                </a:solidFill>
              </a:rPr>
              <a:t>TutorialPopularActivity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9031385" y="6686132"/>
            <a:ext cx="1787150" cy="42487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 smtClean="0">
                <a:solidFill>
                  <a:schemeClr val="tx1"/>
                </a:solidFill>
              </a:rPr>
              <a:t>TutorialFollowActivity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9031384" y="7186540"/>
            <a:ext cx="1787151" cy="42487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 smtClean="0">
                <a:solidFill>
                  <a:schemeClr val="tx1"/>
                </a:solidFill>
              </a:rPr>
              <a:t>TutorialSearchActivity</a:t>
            </a:r>
            <a:endParaRPr lang="en-US" sz="1200" b="1" dirty="0">
              <a:solidFill>
                <a:schemeClr val="tx1"/>
              </a:solidFill>
            </a:endParaRPr>
          </a:p>
        </p:txBody>
      </p:sp>
      <p:cxnSp>
        <p:nvCxnSpPr>
          <p:cNvPr id="72" name="Straight Connector 71"/>
          <p:cNvCxnSpPr/>
          <p:nvPr/>
        </p:nvCxnSpPr>
        <p:spPr>
          <a:xfrm>
            <a:off x="8700295" y="6372478"/>
            <a:ext cx="318254" cy="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>
            <a:off x="8713131" y="6895408"/>
            <a:ext cx="318254" cy="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>
            <a:off x="8709874" y="7405554"/>
            <a:ext cx="318254" cy="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ectangle 74"/>
          <p:cNvSpPr/>
          <p:nvPr/>
        </p:nvSpPr>
        <p:spPr>
          <a:xfrm>
            <a:off x="1735657" y="1631161"/>
            <a:ext cx="1803499" cy="42487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 smtClean="0">
                <a:solidFill>
                  <a:schemeClr val="tx1"/>
                </a:solidFill>
              </a:rPr>
              <a:t>ShopCategoryActivity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1892777" y="2767500"/>
            <a:ext cx="1634878" cy="42487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 smtClean="0">
                <a:solidFill>
                  <a:schemeClr val="tx1"/>
                </a:solidFill>
              </a:rPr>
              <a:t>ShopSearchActivity</a:t>
            </a:r>
            <a:endParaRPr lang="en-US" sz="1200" b="1" dirty="0">
              <a:solidFill>
                <a:schemeClr val="tx1"/>
              </a:solidFill>
            </a:endParaRPr>
          </a:p>
        </p:txBody>
      </p:sp>
      <p:cxnSp>
        <p:nvCxnSpPr>
          <p:cNvPr id="79" name="Straight Connector 78"/>
          <p:cNvCxnSpPr>
            <a:stCxn id="75" idx="3"/>
          </p:cNvCxnSpPr>
          <p:nvPr/>
        </p:nvCxnSpPr>
        <p:spPr>
          <a:xfrm>
            <a:off x="3539156" y="1843600"/>
            <a:ext cx="335047" cy="2487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>
            <a:stCxn id="78" idx="3"/>
          </p:cNvCxnSpPr>
          <p:nvPr/>
        </p:nvCxnSpPr>
        <p:spPr>
          <a:xfrm>
            <a:off x="3527655" y="2979939"/>
            <a:ext cx="34436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>
            <a:stCxn id="44" idx="3"/>
          </p:cNvCxnSpPr>
          <p:nvPr/>
        </p:nvCxnSpPr>
        <p:spPr>
          <a:xfrm>
            <a:off x="3532208" y="6492444"/>
            <a:ext cx="332866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Rectangle 92"/>
          <p:cNvSpPr/>
          <p:nvPr/>
        </p:nvSpPr>
        <p:spPr>
          <a:xfrm>
            <a:off x="9026222" y="10159390"/>
            <a:ext cx="1167214" cy="41066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 smtClean="0">
                <a:solidFill>
                  <a:schemeClr val="tx1"/>
                </a:solidFill>
              </a:rPr>
              <a:t>CreateMaterial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94" name="Rectangle 93"/>
          <p:cNvSpPr/>
          <p:nvPr/>
        </p:nvSpPr>
        <p:spPr>
          <a:xfrm>
            <a:off x="9026222" y="10642605"/>
            <a:ext cx="1167214" cy="41066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 smtClean="0">
                <a:solidFill>
                  <a:schemeClr val="tx1"/>
                </a:solidFill>
              </a:rPr>
              <a:t>CreateStep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95" name="Rectangle 94"/>
          <p:cNvSpPr/>
          <p:nvPr/>
        </p:nvSpPr>
        <p:spPr>
          <a:xfrm>
            <a:off x="9035588" y="8215891"/>
            <a:ext cx="1271937" cy="41008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>
                <a:solidFill>
                  <a:schemeClr val="tx1"/>
                </a:solidFill>
              </a:rPr>
              <a:t>ManageMaterial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96" name="Rectangle 95"/>
          <p:cNvSpPr/>
          <p:nvPr/>
        </p:nvSpPr>
        <p:spPr>
          <a:xfrm>
            <a:off x="9035588" y="8698766"/>
            <a:ext cx="1271937" cy="41008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 smtClean="0">
                <a:solidFill>
                  <a:schemeClr val="tx1"/>
                </a:solidFill>
              </a:rPr>
              <a:t>ManageStep</a:t>
            </a:r>
            <a:endParaRPr lang="en-US" sz="1200" b="1" dirty="0">
              <a:solidFill>
                <a:schemeClr val="tx1"/>
              </a:solidFill>
            </a:endParaRPr>
          </a:p>
        </p:txBody>
      </p:sp>
      <p:cxnSp>
        <p:nvCxnSpPr>
          <p:cNvPr id="100" name="Straight Connector 99"/>
          <p:cNvCxnSpPr/>
          <p:nvPr/>
        </p:nvCxnSpPr>
        <p:spPr>
          <a:xfrm>
            <a:off x="8700295" y="8400742"/>
            <a:ext cx="33109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/>
          <p:nvPr/>
        </p:nvCxnSpPr>
        <p:spPr>
          <a:xfrm>
            <a:off x="8709874" y="8894965"/>
            <a:ext cx="321511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/>
          <p:cNvCxnSpPr/>
          <p:nvPr/>
        </p:nvCxnSpPr>
        <p:spPr>
          <a:xfrm>
            <a:off x="8717338" y="10355541"/>
            <a:ext cx="31825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/>
          <p:cNvCxnSpPr/>
          <p:nvPr/>
        </p:nvCxnSpPr>
        <p:spPr>
          <a:xfrm>
            <a:off x="8717338" y="10838416"/>
            <a:ext cx="31825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Rectangle 113"/>
          <p:cNvSpPr/>
          <p:nvPr/>
        </p:nvSpPr>
        <p:spPr>
          <a:xfrm>
            <a:off x="2142365" y="9258014"/>
            <a:ext cx="1419981" cy="3908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 smtClean="0">
                <a:solidFill>
                  <a:schemeClr val="tx1"/>
                </a:solidFill>
              </a:rPr>
              <a:t>CreateShopDetail</a:t>
            </a:r>
            <a:endParaRPr lang="en-US" sz="1200" b="1" dirty="0">
              <a:solidFill>
                <a:schemeClr val="tx1"/>
              </a:solidFill>
            </a:endParaRPr>
          </a:p>
        </p:txBody>
      </p:sp>
      <p:cxnSp>
        <p:nvCxnSpPr>
          <p:cNvPr id="115" name="Straight Connector 114"/>
          <p:cNvCxnSpPr/>
          <p:nvPr/>
        </p:nvCxnSpPr>
        <p:spPr>
          <a:xfrm>
            <a:off x="3542569" y="7852652"/>
            <a:ext cx="314091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Rectangle 116"/>
          <p:cNvSpPr/>
          <p:nvPr/>
        </p:nvSpPr>
        <p:spPr>
          <a:xfrm>
            <a:off x="2142365" y="9742325"/>
            <a:ext cx="1419981" cy="3908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 smtClean="0">
                <a:solidFill>
                  <a:schemeClr val="tx1"/>
                </a:solidFill>
              </a:rPr>
              <a:t>CreateShopMap</a:t>
            </a:r>
            <a:endParaRPr lang="en-US" sz="1200" b="1" dirty="0">
              <a:solidFill>
                <a:schemeClr val="tx1"/>
              </a:solidFill>
            </a:endParaRPr>
          </a:p>
        </p:txBody>
      </p:sp>
      <p:cxnSp>
        <p:nvCxnSpPr>
          <p:cNvPr id="118" name="Straight Connector 117"/>
          <p:cNvCxnSpPr/>
          <p:nvPr/>
        </p:nvCxnSpPr>
        <p:spPr>
          <a:xfrm>
            <a:off x="3546849" y="8313872"/>
            <a:ext cx="30234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Rectangle 118"/>
          <p:cNvSpPr/>
          <p:nvPr/>
        </p:nvSpPr>
        <p:spPr>
          <a:xfrm>
            <a:off x="2116727" y="7737706"/>
            <a:ext cx="1419981" cy="3908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 smtClean="0">
                <a:solidFill>
                  <a:schemeClr val="tx1"/>
                </a:solidFill>
              </a:rPr>
              <a:t>ManageShopDetail</a:t>
            </a:r>
            <a:endParaRPr lang="en-US" sz="1200" b="1" dirty="0">
              <a:solidFill>
                <a:schemeClr val="tx1"/>
              </a:solidFill>
            </a:endParaRPr>
          </a:p>
        </p:txBody>
      </p:sp>
      <p:cxnSp>
        <p:nvCxnSpPr>
          <p:cNvPr id="120" name="Straight Connector 119"/>
          <p:cNvCxnSpPr/>
          <p:nvPr/>
        </p:nvCxnSpPr>
        <p:spPr>
          <a:xfrm>
            <a:off x="3558984" y="9460425"/>
            <a:ext cx="297676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Rectangle 120"/>
          <p:cNvSpPr/>
          <p:nvPr/>
        </p:nvSpPr>
        <p:spPr>
          <a:xfrm>
            <a:off x="2116727" y="8209687"/>
            <a:ext cx="1419981" cy="3908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 smtClean="0">
                <a:solidFill>
                  <a:schemeClr val="tx1"/>
                </a:solidFill>
              </a:rPr>
              <a:t>ManageShopMap</a:t>
            </a:r>
            <a:endParaRPr lang="en-US" sz="1200" b="1" dirty="0">
              <a:solidFill>
                <a:schemeClr val="tx1"/>
              </a:solidFill>
            </a:endParaRPr>
          </a:p>
        </p:txBody>
      </p:sp>
      <p:cxnSp>
        <p:nvCxnSpPr>
          <p:cNvPr id="122" name="Straight Connector 121"/>
          <p:cNvCxnSpPr/>
          <p:nvPr/>
        </p:nvCxnSpPr>
        <p:spPr>
          <a:xfrm>
            <a:off x="3558984" y="9968724"/>
            <a:ext cx="31304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7" name="Rectangle 166"/>
          <p:cNvSpPr/>
          <p:nvPr/>
        </p:nvSpPr>
        <p:spPr>
          <a:xfrm>
            <a:off x="9034028" y="11109665"/>
            <a:ext cx="1167214" cy="41066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 smtClean="0">
                <a:solidFill>
                  <a:schemeClr val="tx1"/>
                </a:solidFill>
              </a:rPr>
              <a:t>CreateStepList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168" name="Rectangle 167"/>
          <p:cNvSpPr/>
          <p:nvPr/>
        </p:nvSpPr>
        <p:spPr>
          <a:xfrm>
            <a:off x="9026222" y="5619472"/>
            <a:ext cx="1795372" cy="42487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 smtClean="0">
                <a:solidFill>
                  <a:schemeClr val="tx1"/>
                </a:solidFill>
              </a:rPr>
              <a:t>TutorialCategoryActivity</a:t>
            </a:r>
            <a:endParaRPr lang="en-US" sz="1200" b="1" dirty="0">
              <a:solidFill>
                <a:schemeClr val="tx1"/>
              </a:solidFill>
            </a:endParaRPr>
          </a:p>
        </p:txBody>
      </p:sp>
      <p:cxnSp>
        <p:nvCxnSpPr>
          <p:cNvPr id="169" name="Straight Connector 168"/>
          <p:cNvCxnSpPr/>
          <p:nvPr/>
        </p:nvCxnSpPr>
        <p:spPr>
          <a:xfrm>
            <a:off x="8697488" y="5297241"/>
            <a:ext cx="318254" cy="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/>
          <p:cNvCxnSpPr/>
          <p:nvPr/>
        </p:nvCxnSpPr>
        <p:spPr>
          <a:xfrm>
            <a:off x="8708377" y="11313432"/>
            <a:ext cx="31825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Rectangle 181"/>
          <p:cNvSpPr/>
          <p:nvPr/>
        </p:nvSpPr>
        <p:spPr>
          <a:xfrm>
            <a:off x="9036514" y="9177333"/>
            <a:ext cx="1271011" cy="41066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 smtClean="0">
                <a:solidFill>
                  <a:schemeClr val="tx1"/>
                </a:solidFill>
              </a:rPr>
              <a:t>ManageStepList</a:t>
            </a:r>
            <a:endParaRPr lang="en-US" sz="1200" b="1" dirty="0">
              <a:solidFill>
                <a:schemeClr val="tx1"/>
              </a:solidFill>
            </a:endParaRPr>
          </a:p>
        </p:txBody>
      </p:sp>
      <p:cxnSp>
        <p:nvCxnSpPr>
          <p:cNvPr id="183" name="Straight Connector 182"/>
          <p:cNvCxnSpPr/>
          <p:nvPr/>
        </p:nvCxnSpPr>
        <p:spPr>
          <a:xfrm>
            <a:off x="8718114" y="9379438"/>
            <a:ext cx="321511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5" name="Rectangle 194"/>
          <p:cNvSpPr/>
          <p:nvPr/>
        </p:nvSpPr>
        <p:spPr>
          <a:xfrm>
            <a:off x="1795489" y="2172931"/>
            <a:ext cx="1751585" cy="42487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 smtClean="0">
                <a:solidFill>
                  <a:schemeClr val="tx1"/>
                </a:solidFill>
              </a:rPr>
              <a:t>ShopCategoriesList</a:t>
            </a:r>
            <a:endParaRPr lang="en-US" sz="1200" b="1" dirty="0">
              <a:solidFill>
                <a:schemeClr val="tx1"/>
              </a:solidFill>
            </a:endParaRPr>
          </a:p>
        </p:txBody>
      </p:sp>
      <p:cxnSp>
        <p:nvCxnSpPr>
          <p:cNvPr id="207" name="Straight Connector 206"/>
          <p:cNvCxnSpPr/>
          <p:nvPr/>
        </p:nvCxnSpPr>
        <p:spPr>
          <a:xfrm>
            <a:off x="3568445" y="2387854"/>
            <a:ext cx="305758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0" name="Rectangle 169"/>
          <p:cNvSpPr/>
          <p:nvPr/>
        </p:nvSpPr>
        <p:spPr>
          <a:xfrm>
            <a:off x="5530849" y="2369152"/>
            <a:ext cx="1427261" cy="37751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 smtClean="0">
                <a:solidFill>
                  <a:schemeClr val="tx1"/>
                </a:solidFill>
              </a:rPr>
              <a:t>ViewProfileDetail</a:t>
            </a:r>
            <a:endParaRPr lang="en-US" sz="1200" b="1" dirty="0">
              <a:solidFill>
                <a:schemeClr val="tx1"/>
              </a:solidFill>
            </a:endParaRPr>
          </a:p>
        </p:txBody>
      </p:sp>
      <p:cxnSp>
        <p:nvCxnSpPr>
          <p:cNvPr id="192" name="Straight Connector 191"/>
          <p:cNvCxnSpPr/>
          <p:nvPr/>
        </p:nvCxnSpPr>
        <p:spPr>
          <a:xfrm flipV="1">
            <a:off x="6244480" y="2756689"/>
            <a:ext cx="0" cy="1300687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Connector 192"/>
          <p:cNvCxnSpPr/>
          <p:nvPr/>
        </p:nvCxnSpPr>
        <p:spPr>
          <a:xfrm>
            <a:off x="6172802" y="3878640"/>
            <a:ext cx="72429" cy="16031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Connector 193"/>
          <p:cNvCxnSpPr/>
          <p:nvPr/>
        </p:nvCxnSpPr>
        <p:spPr>
          <a:xfrm flipH="1">
            <a:off x="6244480" y="3878640"/>
            <a:ext cx="71092" cy="15840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/>
          <p:cNvCxnSpPr/>
          <p:nvPr/>
        </p:nvCxnSpPr>
        <p:spPr>
          <a:xfrm>
            <a:off x="6153643" y="2842428"/>
            <a:ext cx="188835" cy="11601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197"/>
          <p:cNvCxnSpPr/>
          <p:nvPr/>
        </p:nvCxnSpPr>
        <p:spPr>
          <a:xfrm flipH="1">
            <a:off x="6150949" y="2842428"/>
            <a:ext cx="191530" cy="11601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98"/>
          <p:cNvCxnSpPr/>
          <p:nvPr/>
        </p:nvCxnSpPr>
        <p:spPr>
          <a:xfrm flipV="1">
            <a:off x="6784156" y="4285616"/>
            <a:ext cx="1022515" cy="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/>
          <p:cNvCxnSpPr/>
          <p:nvPr/>
        </p:nvCxnSpPr>
        <p:spPr>
          <a:xfrm flipV="1">
            <a:off x="6771093" y="4209226"/>
            <a:ext cx="152656" cy="83202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Connector 200"/>
          <p:cNvCxnSpPr/>
          <p:nvPr/>
        </p:nvCxnSpPr>
        <p:spPr>
          <a:xfrm flipH="1" flipV="1">
            <a:off x="6776277" y="4280798"/>
            <a:ext cx="152656" cy="7274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Connector 201"/>
          <p:cNvCxnSpPr/>
          <p:nvPr/>
        </p:nvCxnSpPr>
        <p:spPr>
          <a:xfrm flipV="1">
            <a:off x="4683540" y="4293783"/>
            <a:ext cx="892137" cy="203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Connector 209"/>
          <p:cNvCxnSpPr/>
          <p:nvPr/>
        </p:nvCxnSpPr>
        <p:spPr>
          <a:xfrm flipV="1">
            <a:off x="5422185" y="4288796"/>
            <a:ext cx="152656" cy="83202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Connector 210"/>
          <p:cNvCxnSpPr/>
          <p:nvPr/>
        </p:nvCxnSpPr>
        <p:spPr>
          <a:xfrm flipH="1" flipV="1">
            <a:off x="5422185" y="4221035"/>
            <a:ext cx="152656" cy="7274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5" name="Rectangle 214"/>
          <p:cNvSpPr/>
          <p:nvPr/>
        </p:nvSpPr>
        <p:spPr>
          <a:xfrm>
            <a:off x="9005769" y="4055099"/>
            <a:ext cx="1961767" cy="4378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 smtClean="0">
                <a:solidFill>
                  <a:schemeClr val="tx1"/>
                </a:solidFill>
              </a:rPr>
              <a:t>ChangePasswordActivity</a:t>
            </a:r>
            <a:endParaRPr lang="en-US" sz="1200" b="1" dirty="0">
              <a:solidFill>
                <a:schemeClr val="tx1"/>
              </a:solidFill>
            </a:endParaRPr>
          </a:p>
        </p:txBody>
      </p:sp>
      <p:cxnSp>
        <p:nvCxnSpPr>
          <p:cNvPr id="256" name="Straight Connector 255"/>
          <p:cNvCxnSpPr/>
          <p:nvPr/>
        </p:nvCxnSpPr>
        <p:spPr>
          <a:xfrm>
            <a:off x="8709775" y="4179874"/>
            <a:ext cx="310439" cy="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9" name="Rectangle 218"/>
          <p:cNvSpPr/>
          <p:nvPr/>
        </p:nvSpPr>
        <p:spPr>
          <a:xfrm>
            <a:off x="1853122" y="4564101"/>
            <a:ext cx="1690183" cy="40335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 smtClean="0">
                <a:solidFill>
                  <a:schemeClr val="tx1"/>
                </a:solidFill>
              </a:rPr>
              <a:t>SendMessageActivity</a:t>
            </a:r>
            <a:endParaRPr lang="en-US" sz="1200" b="1" dirty="0">
              <a:solidFill>
                <a:schemeClr val="tx1"/>
              </a:solidFill>
            </a:endParaRPr>
          </a:p>
        </p:txBody>
      </p:sp>
      <p:cxnSp>
        <p:nvCxnSpPr>
          <p:cNvPr id="220" name="Straight Connector 219"/>
          <p:cNvCxnSpPr>
            <a:stCxn id="219" idx="3"/>
          </p:cNvCxnSpPr>
          <p:nvPr/>
        </p:nvCxnSpPr>
        <p:spPr>
          <a:xfrm>
            <a:off x="3543305" y="4765776"/>
            <a:ext cx="302307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1" name="Rectangle 220"/>
          <p:cNvSpPr/>
          <p:nvPr/>
        </p:nvSpPr>
        <p:spPr>
          <a:xfrm>
            <a:off x="2225862" y="6773575"/>
            <a:ext cx="1286186" cy="37318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 smtClean="0">
                <a:solidFill>
                  <a:schemeClr val="tx1"/>
                </a:solidFill>
              </a:rPr>
              <a:t>FollowList</a:t>
            </a:r>
            <a:endParaRPr lang="en-US" sz="1200" b="1" dirty="0">
              <a:solidFill>
                <a:schemeClr val="tx1"/>
              </a:solidFill>
            </a:endParaRPr>
          </a:p>
        </p:txBody>
      </p:sp>
      <p:cxnSp>
        <p:nvCxnSpPr>
          <p:cNvPr id="222" name="Straight Connector 221"/>
          <p:cNvCxnSpPr/>
          <p:nvPr/>
        </p:nvCxnSpPr>
        <p:spPr>
          <a:xfrm>
            <a:off x="3512048" y="6957817"/>
            <a:ext cx="359976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4" name="Rectangle 263"/>
          <p:cNvSpPr/>
          <p:nvPr/>
        </p:nvSpPr>
        <p:spPr>
          <a:xfrm>
            <a:off x="385176" y="1661218"/>
            <a:ext cx="1021239" cy="3552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 smtClean="0">
                <a:solidFill>
                  <a:schemeClr val="tx1"/>
                </a:solidFill>
              </a:rPr>
              <a:t>DownloadJSON</a:t>
            </a:r>
            <a:endParaRPr lang="en-US" sz="1050" dirty="0">
              <a:solidFill>
                <a:schemeClr val="tx1"/>
              </a:solidFill>
            </a:endParaRPr>
          </a:p>
        </p:txBody>
      </p:sp>
      <p:cxnSp>
        <p:nvCxnSpPr>
          <p:cNvPr id="269" name="Straight Connector 268"/>
          <p:cNvCxnSpPr/>
          <p:nvPr/>
        </p:nvCxnSpPr>
        <p:spPr>
          <a:xfrm>
            <a:off x="1406415" y="1851066"/>
            <a:ext cx="324366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0" name="Oval 269"/>
          <p:cNvSpPr/>
          <p:nvPr/>
        </p:nvSpPr>
        <p:spPr>
          <a:xfrm>
            <a:off x="1534298" y="1748399"/>
            <a:ext cx="201359" cy="20533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1" name="Straight Connector 270"/>
          <p:cNvCxnSpPr>
            <a:stCxn id="270" idx="4"/>
            <a:endCxn id="270" idx="0"/>
          </p:cNvCxnSpPr>
          <p:nvPr/>
        </p:nvCxnSpPr>
        <p:spPr>
          <a:xfrm flipV="1">
            <a:off x="1634978" y="1748399"/>
            <a:ext cx="0" cy="20533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Straight Connector 271"/>
          <p:cNvCxnSpPr>
            <a:stCxn id="270" idx="2"/>
            <a:endCxn id="270" idx="6"/>
          </p:cNvCxnSpPr>
          <p:nvPr/>
        </p:nvCxnSpPr>
        <p:spPr>
          <a:xfrm>
            <a:off x="1534298" y="1851066"/>
            <a:ext cx="2013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0" name="Rectangle 279"/>
          <p:cNvSpPr/>
          <p:nvPr/>
        </p:nvSpPr>
        <p:spPr>
          <a:xfrm>
            <a:off x="385176" y="2206487"/>
            <a:ext cx="1021239" cy="3552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 smtClean="0">
                <a:solidFill>
                  <a:schemeClr val="tx1"/>
                </a:solidFill>
              </a:rPr>
              <a:t>DownloadJSON</a:t>
            </a:r>
            <a:endParaRPr lang="en-US" sz="1050" dirty="0">
              <a:solidFill>
                <a:schemeClr val="tx1"/>
              </a:solidFill>
            </a:endParaRPr>
          </a:p>
        </p:txBody>
      </p:sp>
      <p:cxnSp>
        <p:nvCxnSpPr>
          <p:cNvPr id="281" name="Straight Connector 280"/>
          <p:cNvCxnSpPr>
            <a:stCxn id="280" idx="3"/>
            <a:endCxn id="282" idx="6"/>
          </p:cNvCxnSpPr>
          <p:nvPr/>
        </p:nvCxnSpPr>
        <p:spPr>
          <a:xfrm flipV="1">
            <a:off x="1406415" y="2381393"/>
            <a:ext cx="389074" cy="270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2" name="Oval 281"/>
          <p:cNvSpPr/>
          <p:nvPr/>
        </p:nvSpPr>
        <p:spPr>
          <a:xfrm>
            <a:off x="1594130" y="2278726"/>
            <a:ext cx="201359" cy="20533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3" name="Straight Connector 282"/>
          <p:cNvCxnSpPr>
            <a:stCxn id="282" idx="4"/>
            <a:endCxn id="282" idx="0"/>
          </p:cNvCxnSpPr>
          <p:nvPr/>
        </p:nvCxnSpPr>
        <p:spPr>
          <a:xfrm flipV="1">
            <a:off x="1694810" y="2278726"/>
            <a:ext cx="0" cy="20533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Straight Connector 283"/>
          <p:cNvCxnSpPr>
            <a:stCxn id="282" idx="2"/>
            <a:endCxn id="282" idx="6"/>
          </p:cNvCxnSpPr>
          <p:nvPr/>
        </p:nvCxnSpPr>
        <p:spPr>
          <a:xfrm>
            <a:off x="1594130" y="2381393"/>
            <a:ext cx="2013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8" name="Rectangle 287"/>
          <p:cNvSpPr/>
          <p:nvPr/>
        </p:nvSpPr>
        <p:spPr>
          <a:xfrm>
            <a:off x="385176" y="2804437"/>
            <a:ext cx="1021239" cy="3552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 smtClean="0">
                <a:solidFill>
                  <a:schemeClr val="tx1"/>
                </a:solidFill>
              </a:rPr>
              <a:t>DownloadJSON</a:t>
            </a:r>
            <a:endParaRPr lang="en-US" sz="1050" dirty="0">
              <a:solidFill>
                <a:schemeClr val="tx1"/>
              </a:solidFill>
            </a:endParaRPr>
          </a:p>
        </p:txBody>
      </p:sp>
      <p:cxnSp>
        <p:nvCxnSpPr>
          <p:cNvPr id="289" name="Straight Connector 288"/>
          <p:cNvCxnSpPr>
            <a:stCxn id="288" idx="3"/>
            <a:endCxn id="290" idx="6"/>
          </p:cNvCxnSpPr>
          <p:nvPr/>
        </p:nvCxnSpPr>
        <p:spPr>
          <a:xfrm>
            <a:off x="1406415" y="2982044"/>
            <a:ext cx="486362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0" name="Oval 289"/>
          <p:cNvSpPr/>
          <p:nvPr/>
        </p:nvSpPr>
        <p:spPr>
          <a:xfrm>
            <a:off x="1691418" y="2879377"/>
            <a:ext cx="201359" cy="20533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1" name="Straight Connector 290"/>
          <p:cNvCxnSpPr>
            <a:stCxn id="290" idx="4"/>
            <a:endCxn id="290" idx="0"/>
          </p:cNvCxnSpPr>
          <p:nvPr/>
        </p:nvCxnSpPr>
        <p:spPr>
          <a:xfrm flipV="1">
            <a:off x="1792098" y="2879377"/>
            <a:ext cx="0" cy="20533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Straight Connector 291"/>
          <p:cNvCxnSpPr>
            <a:stCxn id="290" idx="2"/>
            <a:endCxn id="290" idx="6"/>
          </p:cNvCxnSpPr>
          <p:nvPr/>
        </p:nvCxnSpPr>
        <p:spPr>
          <a:xfrm>
            <a:off x="1691418" y="2982044"/>
            <a:ext cx="2013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3" name="Rectangle 292"/>
          <p:cNvSpPr/>
          <p:nvPr/>
        </p:nvSpPr>
        <p:spPr>
          <a:xfrm>
            <a:off x="385176" y="3386695"/>
            <a:ext cx="1021239" cy="3552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 smtClean="0">
                <a:solidFill>
                  <a:schemeClr val="tx1"/>
                </a:solidFill>
              </a:rPr>
              <a:t>DownloadJSON</a:t>
            </a:r>
            <a:endParaRPr lang="en-US" sz="1050" dirty="0">
              <a:solidFill>
                <a:schemeClr val="tx1"/>
              </a:solidFill>
            </a:endParaRPr>
          </a:p>
        </p:txBody>
      </p:sp>
      <p:cxnSp>
        <p:nvCxnSpPr>
          <p:cNvPr id="294" name="Straight Connector 293"/>
          <p:cNvCxnSpPr>
            <a:stCxn id="293" idx="3"/>
            <a:endCxn id="295" idx="6"/>
          </p:cNvCxnSpPr>
          <p:nvPr/>
        </p:nvCxnSpPr>
        <p:spPr>
          <a:xfrm>
            <a:off x="1406415" y="3564302"/>
            <a:ext cx="853034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5" name="Oval 294"/>
          <p:cNvSpPr/>
          <p:nvPr/>
        </p:nvSpPr>
        <p:spPr>
          <a:xfrm>
            <a:off x="2058090" y="3461635"/>
            <a:ext cx="201359" cy="20533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6" name="Straight Connector 295"/>
          <p:cNvCxnSpPr>
            <a:stCxn id="295" idx="4"/>
            <a:endCxn id="295" idx="0"/>
          </p:cNvCxnSpPr>
          <p:nvPr/>
        </p:nvCxnSpPr>
        <p:spPr>
          <a:xfrm flipV="1">
            <a:off x="2158770" y="3461635"/>
            <a:ext cx="0" cy="20533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Straight Connector 296"/>
          <p:cNvCxnSpPr>
            <a:stCxn id="295" idx="2"/>
            <a:endCxn id="295" idx="6"/>
          </p:cNvCxnSpPr>
          <p:nvPr/>
        </p:nvCxnSpPr>
        <p:spPr>
          <a:xfrm>
            <a:off x="2058090" y="3564302"/>
            <a:ext cx="2013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8" name="Rectangle 297"/>
          <p:cNvSpPr/>
          <p:nvPr/>
        </p:nvSpPr>
        <p:spPr>
          <a:xfrm>
            <a:off x="385176" y="4016784"/>
            <a:ext cx="1021239" cy="3552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 smtClean="0">
                <a:solidFill>
                  <a:schemeClr val="tx1"/>
                </a:solidFill>
              </a:rPr>
              <a:t>DownloadJSON</a:t>
            </a:r>
            <a:endParaRPr lang="en-US" sz="1050" dirty="0">
              <a:solidFill>
                <a:schemeClr val="tx1"/>
              </a:solidFill>
            </a:endParaRPr>
          </a:p>
        </p:txBody>
      </p:sp>
      <p:cxnSp>
        <p:nvCxnSpPr>
          <p:cNvPr id="299" name="Straight Connector 298"/>
          <p:cNvCxnSpPr>
            <a:stCxn id="298" idx="3"/>
            <a:endCxn id="300" idx="6"/>
          </p:cNvCxnSpPr>
          <p:nvPr/>
        </p:nvCxnSpPr>
        <p:spPr>
          <a:xfrm flipV="1">
            <a:off x="1406415" y="4191690"/>
            <a:ext cx="451687" cy="270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" name="Oval 299"/>
          <p:cNvSpPr/>
          <p:nvPr/>
        </p:nvSpPr>
        <p:spPr>
          <a:xfrm>
            <a:off x="1656743" y="4089023"/>
            <a:ext cx="201359" cy="20533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1" name="Straight Connector 300"/>
          <p:cNvCxnSpPr>
            <a:stCxn id="300" idx="4"/>
            <a:endCxn id="300" idx="0"/>
          </p:cNvCxnSpPr>
          <p:nvPr/>
        </p:nvCxnSpPr>
        <p:spPr>
          <a:xfrm flipV="1">
            <a:off x="1757423" y="4089023"/>
            <a:ext cx="0" cy="20533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Straight Connector 301"/>
          <p:cNvCxnSpPr>
            <a:stCxn id="300" idx="2"/>
            <a:endCxn id="300" idx="6"/>
          </p:cNvCxnSpPr>
          <p:nvPr/>
        </p:nvCxnSpPr>
        <p:spPr>
          <a:xfrm>
            <a:off x="1656743" y="4191690"/>
            <a:ext cx="2013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3" name="Rectangle 302"/>
          <p:cNvSpPr/>
          <p:nvPr/>
        </p:nvSpPr>
        <p:spPr>
          <a:xfrm>
            <a:off x="385176" y="4588169"/>
            <a:ext cx="1021239" cy="3552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 smtClean="0">
                <a:solidFill>
                  <a:schemeClr val="tx1"/>
                </a:solidFill>
              </a:rPr>
              <a:t>DownloadJSON</a:t>
            </a:r>
            <a:endParaRPr lang="en-US" sz="1050" dirty="0">
              <a:solidFill>
                <a:schemeClr val="tx1"/>
              </a:solidFill>
            </a:endParaRPr>
          </a:p>
        </p:txBody>
      </p:sp>
      <p:cxnSp>
        <p:nvCxnSpPr>
          <p:cNvPr id="304" name="Straight Connector 303"/>
          <p:cNvCxnSpPr>
            <a:stCxn id="303" idx="3"/>
            <a:endCxn id="305" idx="6"/>
          </p:cNvCxnSpPr>
          <p:nvPr/>
        </p:nvCxnSpPr>
        <p:spPr>
          <a:xfrm flipV="1">
            <a:off x="1406415" y="4763075"/>
            <a:ext cx="446607" cy="270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5" name="Oval 304"/>
          <p:cNvSpPr/>
          <p:nvPr/>
        </p:nvSpPr>
        <p:spPr>
          <a:xfrm>
            <a:off x="1651663" y="4660408"/>
            <a:ext cx="201359" cy="20533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6" name="Straight Connector 305"/>
          <p:cNvCxnSpPr>
            <a:stCxn id="305" idx="4"/>
            <a:endCxn id="305" idx="0"/>
          </p:cNvCxnSpPr>
          <p:nvPr/>
        </p:nvCxnSpPr>
        <p:spPr>
          <a:xfrm flipV="1">
            <a:off x="1752343" y="4660408"/>
            <a:ext cx="0" cy="20533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Straight Connector 306"/>
          <p:cNvCxnSpPr>
            <a:stCxn id="305" idx="2"/>
            <a:endCxn id="305" idx="6"/>
          </p:cNvCxnSpPr>
          <p:nvPr/>
        </p:nvCxnSpPr>
        <p:spPr>
          <a:xfrm>
            <a:off x="1651663" y="4763075"/>
            <a:ext cx="2013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8" name="Rectangle 307"/>
          <p:cNvSpPr/>
          <p:nvPr/>
        </p:nvSpPr>
        <p:spPr>
          <a:xfrm>
            <a:off x="385176" y="5171445"/>
            <a:ext cx="1021239" cy="3552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 smtClean="0">
                <a:solidFill>
                  <a:schemeClr val="tx1"/>
                </a:solidFill>
              </a:rPr>
              <a:t>DownloadJSON</a:t>
            </a:r>
            <a:endParaRPr lang="en-US" sz="1050" dirty="0">
              <a:solidFill>
                <a:schemeClr val="tx1"/>
              </a:solidFill>
            </a:endParaRPr>
          </a:p>
        </p:txBody>
      </p:sp>
      <p:cxnSp>
        <p:nvCxnSpPr>
          <p:cNvPr id="309" name="Straight Connector 308"/>
          <p:cNvCxnSpPr>
            <a:stCxn id="308" idx="3"/>
            <a:endCxn id="310" idx="6"/>
          </p:cNvCxnSpPr>
          <p:nvPr/>
        </p:nvCxnSpPr>
        <p:spPr>
          <a:xfrm flipV="1">
            <a:off x="1406415" y="5346351"/>
            <a:ext cx="435609" cy="270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0" name="Oval 309"/>
          <p:cNvSpPr/>
          <p:nvPr/>
        </p:nvSpPr>
        <p:spPr>
          <a:xfrm>
            <a:off x="1640665" y="5243684"/>
            <a:ext cx="201359" cy="20533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1" name="Straight Connector 310"/>
          <p:cNvCxnSpPr>
            <a:stCxn id="310" idx="4"/>
            <a:endCxn id="310" idx="0"/>
          </p:cNvCxnSpPr>
          <p:nvPr/>
        </p:nvCxnSpPr>
        <p:spPr>
          <a:xfrm flipV="1">
            <a:off x="1741345" y="5243684"/>
            <a:ext cx="0" cy="20533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Straight Connector 311"/>
          <p:cNvCxnSpPr>
            <a:stCxn id="310" idx="2"/>
            <a:endCxn id="310" idx="6"/>
          </p:cNvCxnSpPr>
          <p:nvPr/>
        </p:nvCxnSpPr>
        <p:spPr>
          <a:xfrm>
            <a:off x="1640665" y="5346351"/>
            <a:ext cx="2013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3" name="Rectangle 312"/>
          <p:cNvSpPr/>
          <p:nvPr/>
        </p:nvSpPr>
        <p:spPr>
          <a:xfrm>
            <a:off x="385176" y="5741192"/>
            <a:ext cx="1021239" cy="3552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 smtClean="0">
                <a:solidFill>
                  <a:schemeClr val="tx1"/>
                </a:solidFill>
              </a:rPr>
              <a:t>DownloadJSON</a:t>
            </a:r>
            <a:endParaRPr lang="en-US" sz="1050" dirty="0">
              <a:solidFill>
                <a:schemeClr val="tx1"/>
              </a:solidFill>
            </a:endParaRPr>
          </a:p>
        </p:txBody>
      </p:sp>
      <p:cxnSp>
        <p:nvCxnSpPr>
          <p:cNvPr id="314" name="Straight Connector 313"/>
          <p:cNvCxnSpPr>
            <a:stCxn id="313" idx="3"/>
            <a:endCxn id="315" idx="6"/>
          </p:cNvCxnSpPr>
          <p:nvPr/>
        </p:nvCxnSpPr>
        <p:spPr>
          <a:xfrm flipV="1">
            <a:off x="1406415" y="5916098"/>
            <a:ext cx="425045" cy="270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5" name="Oval 314"/>
          <p:cNvSpPr/>
          <p:nvPr/>
        </p:nvSpPr>
        <p:spPr>
          <a:xfrm>
            <a:off x="1630101" y="5813431"/>
            <a:ext cx="201359" cy="20533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6" name="Straight Connector 315"/>
          <p:cNvCxnSpPr>
            <a:stCxn id="315" idx="4"/>
            <a:endCxn id="315" idx="0"/>
          </p:cNvCxnSpPr>
          <p:nvPr/>
        </p:nvCxnSpPr>
        <p:spPr>
          <a:xfrm flipV="1">
            <a:off x="1730781" y="5813431"/>
            <a:ext cx="0" cy="20533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" name="Straight Connector 316"/>
          <p:cNvCxnSpPr>
            <a:stCxn id="315" idx="2"/>
            <a:endCxn id="315" idx="6"/>
          </p:cNvCxnSpPr>
          <p:nvPr/>
        </p:nvCxnSpPr>
        <p:spPr>
          <a:xfrm>
            <a:off x="1630101" y="5916098"/>
            <a:ext cx="2013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8" name="Rectangle 317"/>
          <p:cNvSpPr/>
          <p:nvPr/>
        </p:nvSpPr>
        <p:spPr>
          <a:xfrm>
            <a:off x="385176" y="6314837"/>
            <a:ext cx="1021239" cy="3552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 smtClean="0">
                <a:solidFill>
                  <a:schemeClr val="tx1"/>
                </a:solidFill>
              </a:rPr>
              <a:t>DownloadJSON</a:t>
            </a:r>
            <a:endParaRPr lang="en-US" sz="1050" dirty="0">
              <a:solidFill>
                <a:schemeClr val="tx1"/>
              </a:solidFill>
            </a:endParaRPr>
          </a:p>
        </p:txBody>
      </p:sp>
      <p:cxnSp>
        <p:nvCxnSpPr>
          <p:cNvPr id="319" name="Straight Connector 318"/>
          <p:cNvCxnSpPr>
            <a:stCxn id="318" idx="3"/>
            <a:endCxn id="320" idx="6"/>
          </p:cNvCxnSpPr>
          <p:nvPr/>
        </p:nvCxnSpPr>
        <p:spPr>
          <a:xfrm flipV="1">
            <a:off x="1406415" y="6489743"/>
            <a:ext cx="435609" cy="270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0" name="Oval 319"/>
          <p:cNvSpPr/>
          <p:nvPr/>
        </p:nvSpPr>
        <p:spPr>
          <a:xfrm>
            <a:off x="1640665" y="6387076"/>
            <a:ext cx="201359" cy="20533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1" name="Straight Connector 320"/>
          <p:cNvCxnSpPr>
            <a:stCxn id="320" idx="4"/>
            <a:endCxn id="320" idx="0"/>
          </p:cNvCxnSpPr>
          <p:nvPr/>
        </p:nvCxnSpPr>
        <p:spPr>
          <a:xfrm flipV="1">
            <a:off x="1741345" y="6387076"/>
            <a:ext cx="0" cy="20533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Straight Connector 321"/>
          <p:cNvCxnSpPr>
            <a:stCxn id="320" idx="2"/>
            <a:endCxn id="320" idx="6"/>
          </p:cNvCxnSpPr>
          <p:nvPr/>
        </p:nvCxnSpPr>
        <p:spPr>
          <a:xfrm>
            <a:off x="1640665" y="6489743"/>
            <a:ext cx="2013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3" name="Rectangle 322"/>
          <p:cNvSpPr/>
          <p:nvPr/>
        </p:nvSpPr>
        <p:spPr>
          <a:xfrm>
            <a:off x="385176" y="6793403"/>
            <a:ext cx="1021239" cy="3552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 smtClean="0">
                <a:solidFill>
                  <a:schemeClr val="tx1"/>
                </a:solidFill>
              </a:rPr>
              <a:t>DownloadJSON</a:t>
            </a:r>
            <a:endParaRPr lang="en-US" sz="1050" dirty="0">
              <a:solidFill>
                <a:schemeClr val="tx1"/>
              </a:solidFill>
            </a:endParaRPr>
          </a:p>
        </p:txBody>
      </p:sp>
      <p:cxnSp>
        <p:nvCxnSpPr>
          <p:cNvPr id="324" name="Straight Connector 323"/>
          <p:cNvCxnSpPr>
            <a:stCxn id="323" idx="3"/>
            <a:endCxn id="325" idx="6"/>
          </p:cNvCxnSpPr>
          <p:nvPr/>
        </p:nvCxnSpPr>
        <p:spPr>
          <a:xfrm flipV="1">
            <a:off x="1406415" y="6968309"/>
            <a:ext cx="810991" cy="270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5" name="Oval 324"/>
          <p:cNvSpPr/>
          <p:nvPr/>
        </p:nvSpPr>
        <p:spPr>
          <a:xfrm>
            <a:off x="2016047" y="6865642"/>
            <a:ext cx="201359" cy="20533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6" name="Straight Connector 325"/>
          <p:cNvCxnSpPr>
            <a:stCxn id="325" idx="4"/>
            <a:endCxn id="325" idx="0"/>
          </p:cNvCxnSpPr>
          <p:nvPr/>
        </p:nvCxnSpPr>
        <p:spPr>
          <a:xfrm flipV="1">
            <a:off x="2116727" y="6865642"/>
            <a:ext cx="0" cy="20533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Straight Connector 326"/>
          <p:cNvCxnSpPr>
            <a:stCxn id="325" idx="2"/>
            <a:endCxn id="325" idx="6"/>
          </p:cNvCxnSpPr>
          <p:nvPr/>
        </p:nvCxnSpPr>
        <p:spPr>
          <a:xfrm>
            <a:off x="2016047" y="6968309"/>
            <a:ext cx="2013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8" name="Rectangle 327"/>
          <p:cNvSpPr/>
          <p:nvPr/>
        </p:nvSpPr>
        <p:spPr>
          <a:xfrm>
            <a:off x="385176" y="7275454"/>
            <a:ext cx="1021239" cy="3552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 smtClean="0">
                <a:solidFill>
                  <a:schemeClr val="tx1"/>
                </a:solidFill>
              </a:rPr>
              <a:t>DownloadJSON</a:t>
            </a:r>
            <a:endParaRPr lang="en-US" sz="1050" dirty="0">
              <a:solidFill>
                <a:schemeClr val="tx1"/>
              </a:solidFill>
            </a:endParaRPr>
          </a:p>
        </p:txBody>
      </p:sp>
      <p:cxnSp>
        <p:nvCxnSpPr>
          <p:cNvPr id="329" name="Straight Connector 328"/>
          <p:cNvCxnSpPr>
            <a:stCxn id="328" idx="3"/>
            <a:endCxn id="330" idx="6"/>
          </p:cNvCxnSpPr>
          <p:nvPr/>
        </p:nvCxnSpPr>
        <p:spPr>
          <a:xfrm flipV="1">
            <a:off x="1406415" y="7450360"/>
            <a:ext cx="810991" cy="270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0" name="Oval 329"/>
          <p:cNvSpPr/>
          <p:nvPr/>
        </p:nvSpPr>
        <p:spPr>
          <a:xfrm>
            <a:off x="2016047" y="7347693"/>
            <a:ext cx="201359" cy="20533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1" name="Straight Connector 330"/>
          <p:cNvCxnSpPr>
            <a:stCxn id="330" idx="4"/>
            <a:endCxn id="330" idx="0"/>
          </p:cNvCxnSpPr>
          <p:nvPr/>
        </p:nvCxnSpPr>
        <p:spPr>
          <a:xfrm flipV="1">
            <a:off x="2116727" y="7347693"/>
            <a:ext cx="0" cy="20533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2" name="Straight Connector 331"/>
          <p:cNvCxnSpPr>
            <a:stCxn id="330" idx="2"/>
            <a:endCxn id="330" idx="6"/>
          </p:cNvCxnSpPr>
          <p:nvPr/>
        </p:nvCxnSpPr>
        <p:spPr>
          <a:xfrm>
            <a:off x="2016047" y="7450360"/>
            <a:ext cx="2013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3" name="Rectangle 332"/>
          <p:cNvSpPr/>
          <p:nvPr/>
        </p:nvSpPr>
        <p:spPr>
          <a:xfrm>
            <a:off x="385176" y="7758890"/>
            <a:ext cx="1021239" cy="3552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 smtClean="0">
                <a:solidFill>
                  <a:schemeClr val="tx1"/>
                </a:solidFill>
              </a:rPr>
              <a:t>DownloadJSON</a:t>
            </a:r>
            <a:endParaRPr lang="en-US" sz="1050" dirty="0">
              <a:solidFill>
                <a:schemeClr val="tx1"/>
              </a:solidFill>
            </a:endParaRPr>
          </a:p>
        </p:txBody>
      </p:sp>
      <p:cxnSp>
        <p:nvCxnSpPr>
          <p:cNvPr id="334" name="Straight Connector 333"/>
          <p:cNvCxnSpPr>
            <a:stCxn id="333" idx="3"/>
            <a:endCxn id="335" idx="6"/>
          </p:cNvCxnSpPr>
          <p:nvPr/>
        </p:nvCxnSpPr>
        <p:spPr>
          <a:xfrm flipV="1">
            <a:off x="1406415" y="7933796"/>
            <a:ext cx="702742" cy="270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5" name="Oval 334"/>
          <p:cNvSpPr/>
          <p:nvPr/>
        </p:nvSpPr>
        <p:spPr>
          <a:xfrm>
            <a:off x="1907798" y="7831129"/>
            <a:ext cx="201359" cy="20533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6" name="Straight Connector 335"/>
          <p:cNvCxnSpPr>
            <a:stCxn id="335" idx="4"/>
            <a:endCxn id="335" idx="0"/>
          </p:cNvCxnSpPr>
          <p:nvPr/>
        </p:nvCxnSpPr>
        <p:spPr>
          <a:xfrm flipV="1">
            <a:off x="2008478" y="7831129"/>
            <a:ext cx="0" cy="20533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" name="Straight Connector 336"/>
          <p:cNvCxnSpPr>
            <a:stCxn id="335" idx="2"/>
            <a:endCxn id="335" idx="6"/>
          </p:cNvCxnSpPr>
          <p:nvPr/>
        </p:nvCxnSpPr>
        <p:spPr>
          <a:xfrm>
            <a:off x="1907798" y="7933796"/>
            <a:ext cx="2013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8" name="Rectangle 337"/>
          <p:cNvSpPr/>
          <p:nvPr/>
        </p:nvSpPr>
        <p:spPr>
          <a:xfrm>
            <a:off x="385176" y="8245316"/>
            <a:ext cx="1021239" cy="3552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 smtClean="0">
                <a:solidFill>
                  <a:schemeClr val="tx1"/>
                </a:solidFill>
              </a:rPr>
              <a:t>DownloadJSON</a:t>
            </a:r>
            <a:endParaRPr lang="en-US" sz="1050" dirty="0">
              <a:solidFill>
                <a:schemeClr val="tx1"/>
              </a:solidFill>
            </a:endParaRPr>
          </a:p>
        </p:txBody>
      </p:sp>
      <p:cxnSp>
        <p:nvCxnSpPr>
          <p:cNvPr id="339" name="Straight Connector 338"/>
          <p:cNvCxnSpPr>
            <a:stCxn id="338" idx="3"/>
            <a:endCxn id="340" idx="6"/>
          </p:cNvCxnSpPr>
          <p:nvPr/>
        </p:nvCxnSpPr>
        <p:spPr>
          <a:xfrm flipV="1">
            <a:off x="1406415" y="8420222"/>
            <a:ext cx="702742" cy="270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0" name="Oval 339"/>
          <p:cNvSpPr/>
          <p:nvPr/>
        </p:nvSpPr>
        <p:spPr>
          <a:xfrm>
            <a:off x="1907798" y="8317555"/>
            <a:ext cx="201359" cy="20533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1" name="Straight Connector 340"/>
          <p:cNvCxnSpPr>
            <a:stCxn id="340" idx="4"/>
            <a:endCxn id="340" idx="0"/>
          </p:cNvCxnSpPr>
          <p:nvPr/>
        </p:nvCxnSpPr>
        <p:spPr>
          <a:xfrm flipV="1">
            <a:off x="2008478" y="8317555"/>
            <a:ext cx="0" cy="20533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2" name="Straight Connector 341"/>
          <p:cNvCxnSpPr>
            <a:stCxn id="340" idx="2"/>
            <a:endCxn id="340" idx="6"/>
          </p:cNvCxnSpPr>
          <p:nvPr/>
        </p:nvCxnSpPr>
        <p:spPr>
          <a:xfrm>
            <a:off x="1907798" y="8420222"/>
            <a:ext cx="2013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3" name="Rectangle 342"/>
          <p:cNvSpPr/>
          <p:nvPr/>
        </p:nvSpPr>
        <p:spPr>
          <a:xfrm>
            <a:off x="385176" y="8791592"/>
            <a:ext cx="1021239" cy="3552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 smtClean="0">
                <a:solidFill>
                  <a:schemeClr val="tx1"/>
                </a:solidFill>
              </a:rPr>
              <a:t>DownloadJSON</a:t>
            </a:r>
            <a:endParaRPr lang="en-US" sz="1050" dirty="0">
              <a:solidFill>
                <a:schemeClr val="tx1"/>
              </a:solidFill>
            </a:endParaRPr>
          </a:p>
        </p:txBody>
      </p:sp>
      <p:cxnSp>
        <p:nvCxnSpPr>
          <p:cNvPr id="344" name="Straight Connector 343"/>
          <p:cNvCxnSpPr>
            <a:stCxn id="343" idx="3"/>
            <a:endCxn id="345" idx="6"/>
          </p:cNvCxnSpPr>
          <p:nvPr/>
        </p:nvCxnSpPr>
        <p:spPr>
          <a:xfrm flipV="1">
            <a:off x="1406415" y="8966498"/>
            <a:ext cx="853034" cy="270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5" name="Oval 344"/>
          <p:cNvSpPr/>
          <p:nvPr/>
        </p:nvSpPr>
        <p:spPr>
          <a:xfrm>
            <a:off x="2058090" y="8863831"/>
            <a:ext cx="201359" cy="20533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6" name="Straight Connector 345"/>
          <p:cNvCxnSpPr>
            <a:stCxn id="345" idx="4"/>
            <a:endCxn id="345" idx="0"/>
          </p:cNvCxnSpPr>
          <p:nvPr/>
        </p:nvCxnSpPr>
        <p:spPr>
          <a:xfrm flipV="1">
            <a:off x="2158770" y="8863831"/>
            <a:ext cx="0" cy="20533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" name="Straight Connector 346"/>
          <p:cNvCxnSpPr>
            <a:stCxn id="345" idx="2"/>
            <a:endCxn id="345" idx="6"/>
          </p:cNvCxnSpPr>
          <p:nvPr/>
        </p:nvCxnSpPr>
        <p:spPr>
          <a:xfrm>
            <a:off x="2058090" y="8966498"/>
            <a:ext cx="2013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8" name="Rectangle 347"/>
          <p:cNvSpPr/>
          <p:nvPr/>
        </p:nvSpPr>
        <p:spPr>
          <a:xfrm>
            <a:off x="385176" y="9282818"/>
            <a:ext cx="1021239" cy="3552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 smtClean="0">
                <a:solidFill>
                  <a:schemeClr val="tx1"/>
                </a:solidFill>
              </a:rPr>
              <a:t>DownloadJSON</a:t>
            </a:r>
            <a:endParaRPr lang="en-US" sz="1050" dirty="0">
              <a:solidFill>
                <a:schemeClr val="tx1"/>
              </a:solidFill>
            </a:endParaRPr>
          </a:p>
        </p:txBody>
      </p:sp>
      <p:cxnSp>
        <p:nvCxnSpPr>
          <p:cNvPr id="349" name="Straight Connector 348"/>
          <p:cNvCxnSpPr>
            <a:stCxn id="348" idx="3"/>
            <a:endCxn id="350" idx="6"/>
          </p:cNvCxnSpPr>
          <p:nvPr/>
        </p:nvCxnSpPr>
        <p:spPr>
          <a:xfrm flipV="1">
            <a:off x="1406415" y="9457724"/>
            <a:ext cx="735950" cy="270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0" name="Oval 349"/>
          <p:cNvSpPr/>
          <p:nvPr/>
        </p:nvSpPr>
        <p:spPr>
          <a:xfrm>
            <a:off x="1941006" y="9355057"/>
            <a:ext cx="201359" cy="20533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1" name="Straight Connector 350"/>
          <p:cNvCxnSpPr>
            <a:stCxn id="350" idx="4"/>
            <a:endCxn id="350" idx="0"/>
          </p:cNvCxnSpPr>
          <p:nvPr/>
        </p:nvCxnSpPr>
        <p:spPr>
          <a:xfrm flipV="1">
            <a:off x="2041686" y="9355057"/>
            <a:ext cx="0" cy="20533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" name="Straight Connector 351"/>
          <p:cNvCxnSpPr>
            <a:stCxn id="350" idx="2"/>
            <a:endCxn id="350" idx="6"/>
          </p:cNvCxnSpPr>
          <p:nvPr/>
        </p:nvCxnSpPr>
        <p:spPr>
          <a:xfrm>
            <a:off x="1941006" y="9457724"/>
            <a:ext cx="2013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3" name="Rectangle 352"/>
          <p:cNvSpPr/>
          <p:nvPr/>
        </p:nvSpPr>
        <p:spPr>
          <a:xfrm>
            <a:off x="385176" y="9790432"/>
            <a:ext cx="1021239" cy="3552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 smtClean="0">
                <a:solidFill>
                  <a:schemeClr val="tx1"/>
                </a:solidFill>
              </a:rPr>
              <a:t>DownloadJSON</a:t>
            </a:r>
            <a:endParaRPr lang="en-US" sz="1050" dirty="0">
              <a:solidFill>
                <a:schemeClr val="tx1"/>
              </a:solidFill>
            </a:endParaRPr>
          </a:p>
        </p:txBody>
      </p:sp>
      <p:cxnSp>
        <p:nvCxnSpPr>
          <p:cNvPr id="354" name="Straight Connector 353"/>
          <p:cNvCxnSpPr>
            <a:stCxn id="353" idx="3"/>
            <a:endCxn id="355" idx="6"/>
          </p:cNvCxnSpPr>
          <p:nvPr/>
        </p:nvCxnSpPr>
        <p:spPr>
          <a:xfrm flipV="1">
            <a:off x="1406415" y="9965338"/>
            <a:ext cx="735950" cy="270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5" name="Oval 354"/>
          <p:cNvSpPr/>
          <p:nvPr/>
        </p:nvSpPr>
        <p:spPr>
          <a:xfrm>
            <a:off x="1941006" y="9862671"/>
            <a:ext cx="201359" cy="20533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6" name="Straight Connector 355"/>
          <p:cNvCxnSpPr>
            <a:stCxn id="355" idx="4"/>
            <a:endCxn id="355" idx="0"/>
          </p:cNvCxnSpPr>
          <p:nvPr/>
        </p:nvCxnSpPr>
        <p:spPr>
          <a:xfrm flipV="1">
            <a:off x="2041686" y="9862671"/>
            <a:ext cx="0" cy="20533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7" name="Straight Connector 356"/>
          <p:cNvCxnSpPr>
            <a:stCxn id="355" idx="2"/>
            <a:endCxn id="355" idx="6"/>
          </p:cNvCxnSpPr>
          <p:nvPr/>
        </p:nvCxnSpPr>
        <p:spPr>
          <a:xfrm>
            <a:off x="1941006" y="9965338"/>
            <a:ext cx="2013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8" name="Rectangle 357"/>
          <p:cNvSpPr/>
          <p:nvPr/>
        </p:nvSpPr>
        <p:spPr>
          <a:xfrm>
            <a:off x="11316617" y="1621742"/>
            <a:ext cx="1021239" cy="3552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 smtClean="0">
                <a:solidFill>
                  <a:schemeClr val="tx1"/>
                </a:solidFill>
              </a:rPr>
              <a:t>DownloadJSON</a:t>
            </a:r>
            <a:endParaRPr lang="en-US" sz="1050" dirty="0">
              <a:solidFill>
                <a:schemeClr val="tx1"/>
              </a:solidFill>
            </a:endParaRPr>
          </a:p>
        </p:txBody>
      </p:sp>
      <p:cxnSp>
        <p:nvCxnSpPr>
          <p:cNvPr id="359" name="Straight Connector 358"/>
          <p:cNvCxnSpPr>
            <a:stCxn id="358" idx="1"/>
            <a:endCxn id="360" idx="2"/>
          </p:cNvCxnSpPr>
          <p:nvPr/>
        </p:nvCxnSpPr>
        <p:spPr>
          <a:xfrm flipH="1">
            <a:off x="10201242" y="1799349"/>
            <a:ext cx="1115375" cy="217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0" name="Oval 359"/>
          <p:cNvSpPr/>
          <p:nvPr/>
        </p:nvSpPr>
        <p:spPr>
          <a:xfrm>
            <a:off x="10201242" y="1698855"/>
            <a:ext cx="201359" cy="20533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1" name="Straight Connector 360"/>
          <p:cNvCxnSpPr>
            <a:stCxn id="360" idx="4"/>
            <a:endCxn id="360" idx="0"/>
          </p:cNvCxnSpPr>
          <p:nvPr/>
        </p:nvCxnSpPr>
        <p:spPr>
          <a:xfrm flipV="1">
            <a:off x="10301922" y="1698855"/>
            <a:ext cx="0" cy="20533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2" name="Straight Connector 361"/>
          <p:cNvCxnSpPr>
            <a:stCxn id="360" idx="2"/>
            <a:endCxn id="360" idx="6"/>
          </p:cNvCxnSpPr>
          <p:nvPr/>
        </p:nvCxnSpPr>
        <p:spPr>
          <a:xfrm>
            <a:off x="10201242" y="1801522"/>
            <a:ext cx="2013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3" name="Rectangle 362"/>
          <p:cNvSpPr/>
          <p:nvPr/>
        </p:nvSpPr>
        <p:spPr>
          <a:xfrm>
            <a:off x="11316617" y="2118720"/>
            <a:ext cx="1021239" cy="3552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 smtClean="0">
                <a:solidFill>
                  <a:schemeClr val="tx1"/>
                </a:solidFill>
              </a:rPr>
              <a:t>DownloadJSON</a:t>
            </a:r>
            <a:endParaRPr lang="en-US" sz="1050" dirty="0">
              <a:solidFill>
                <a:schemeClr val="tx1"/>
              </a:solidFill>
            </a:endParaRPr>
          </a:p>
        </p:txBody>
      </p:sp>
      <p:cxnSp>
        <p:nvCxnSpPr>
          <p:cNvPr id="364" name="Straight Connector 363"/>
          <p:cNvCxnSpPr>
            <a:stCxn id="363" idx="1"/>
            <a:endCxn id="365" idx="2"/>
          </p:cNvCxnSpPr>
          <p:nvPr/>
        </p:nvCxnSpPr>
        <p:spPr>
          <a:xfrm flipH="1">
            <a:off x="10180081" y="2296327"/>
            <a:ext cx="1136536" cy="217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5" name="Oval 364"/>
          <p:cNvSpPr/>
          <p:nvPr/>
        </p:nvSpPr>
        <p:spPr>
          <a:xfrm>
            <a:off x="10180081" y="2195833"/>
            <a:ext cx="201359" cy="20533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6" name="Straight Connector 365"/>
          <p:cNvCxnSpPr>
            <a:stCxn id="365" idx="4"/>
            <a:endCxn id="365" idx="0"/>
          </p:cNvCxnSpPr>
          <p:nvPr/>
        </p:nvCxnSpPr>
        <p:spPr>
          <a:xfrm flipV="1">
            <a:off x="10280761" y="2195833"/>
            <a:ext cx="0" cy="20533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7" name="Straight Connector 366"/>
          <p:cNvCxnSpPr>
            <a:stCxn id="365" idx="2"/>
            <a:endCxn id="365" idx="6"/>
          </p:cNvCxnSpPr>
          <p:nvPr/>
        </p:nvCxnSpPr>
        <p:spPr>
          <a:xfrm>
            <a:off x="10180081" y="2298500"/>
            <a:ext cx="2013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8" name="Rectangle 367"/>
          <p:cNvSpPr/>
          <p:nvPr/>
        </p:nvSpPr>
        <p:spPr>
          <a:xfrm>
            <a:off x="11316617" y="2614208"/>
            <a:ext cx="1021239" cy="3552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 smtClean="0">
                <a:solidFill>
                  <a:schemeClr val="tx1"/>
                </a:solidFill>
              </a:rPr>
              <a:t>DownloadJSON</a:t>
            </a:r>
            <a:endParaRPr lang="en-US" sz="1050" dirty="0">
              <a:solidFill>
                <a:schemeClr val="tx1"/>
              </a:solidFill>
            </a:endParaRPr>
          </a:p>
        </p:txBody>
      </p:sp>
      <p:cxnSp>
        <p:nvCxnSpPr>
          <p:cNvPr id="369" name="Straight Connector 368"/>
          <p:cNvCxnSpPr>
            <a:stCxn id="368" idx="1"/>
            <a:endCxn id="370" idx="2"/>
          </p:cNvCxnSpPr>
          <p:nvPr/>
        </p:nvCxnSpPr>
        <p:spPr>
          <a:xfrm flipH="1">
            <a:off x="10285353" y="2791815"/>
            <a:ext cx="1031264" cy="217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0" name="Oval 369"/>
          <p:cNvSpPr/>
          <p:nvPr/>
        </p:nvSpPr>
        <p:spPr>
          <a:xfrm>
            <a:off x="10285353" y="2691321"/>
            <a:ext cx="201359" cy="20533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1" name="Straight Connector 370"/>
          <p:cNvCxnSpPr>
            <a:stCxn id="370" idx="4"/>
            <a:endCxn id="370" idx="0"/>
          </p:cNvCxnSpPr>
          <p:nvPr/>
        </p:nvCxnSpPr>
        <p:spPr>
          <a:xfrm flipV="1">
            <a:off x="10386033" y="2691321"/>
            <a:ext cx="0" cy="20533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2" name="Straight Connector 371"/>
          <p:cNvCxnSpPr>
            <a:stCxn id="370" idx="2"/>
            <a:endCxn id="370" idx="6"/>
          </p:cNvCxnSpPr>
          <p:nvPr/>
        </p:nvCxnSpPr>
        <p:spPr>
          <a:xfrm>
            <a:off x="10285353" y="2793988"/>
            <a:ext cx="2013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3" name="Rectangle 372"/>
          <p:cNvSpPr/>
          <p:nvPr/>
        </p:nvSpPr>
        <p:spPr>
          <a:xfrm>
            <a:off x="11316617" y="3078206"/>
            <a:ext cx="1021239" cy="3552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 smtClean="0">
                <a:solidFill>
                  <a:schemeClr val="tx1"/>
                </a:solidFill>
              </a:rPr>
              <a:t>DownloadJSON</a:t>
            </a:r>
            <a:endParaRPr lang="en-US" sz="1050" dirty="0">
              <a:solidFill>
                <a:schemeClr val="tx1"/>
              </a:solidFill>
            </a:endParaRPr>
          </a:p>
        </p:txBody>
      </p:sp>
      <p:cxnSp>
        <p:nvCxnSpPr>
          <p:cNvPr id="374" name="Straight Connector 373"/>
          <p:cNvCxnSpPr>
            <a:stCxn id="373" idx="1"/>
            <a:endCxn id="375" idx="2"/>
          </p:cNvCxnSpPr>
          <p:nvPr/>
        </p:nvCxnSpPr>
        <p:spPr>
          <a:xfrm flipH="1">
            <a:off x="10641693" y="3255813"/>
            <a:ext cx="674924" cy="217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5" name="Oval 374"/>
          <p:cNvSpPr/>
          <p:nvPr/>
        </p:nvSpPr>
        <p:spPr>
          <a:xfrm>
            <a:off x="10641693" y="3155319"/>
            <a:ext cx="201359" cy="20533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6" name="Straight Connector 375"/>
          <p:cNvCxnSpPr>
            <a:stCxn id="375" idx="4"/>
            <a:endCxn id="375" idx="0"/>
          </p:cNvCxnSpPr>
          <p:nvPr/>
        </p:nvCxnSpPr>
        <p:spPr>
          <a:xfrm flipV="1">
            <a:off x="10742373" y="3155319"/>
            <a:ext cx="0" cy="20533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Connector 376"/>
          <p:cNvCxnSpPr>
            <a:stCxn id="375" idx="2"/>
            <a:endCxn id="375" idx="6"/>
          </p:cNvCxnSpPr>
          <p:nvPr/>
        </p:nvCxnSpPr>
        <p:spPr>
          <a:xfrm>
            <a:off x="10641693" y="3257986"/>
            <a:ext cx="2013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8" name="Rectangle 377"/>
          <p:cNvSpPr/>
          <p:nvPr/>
        </p:nvSpPr>
        <p:spPr>
          <a:xfrm>
            <a:off x="11316617" y="3593143"/>
            <a:ext cx="1021239" cy="3552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 smtClean="0">
                <a:solidFill>
                  <a:schemeClr val="tx1"/>
                </a:solidFill>
              </a:rPr>
              <a:t>DownloadJSON</a:t>
            </a:r>
            <a:endParaRPr lang="en-US" sz="1050" dirty="0">
              <a:solidFill>
                <a:schemeClr val="tx1"/>
              </a:solidFill>
            </a:endParaRPr>
          </a:p>
        </p:txBody>
      </p:sp>
      <p:cxnSp>
        <p:nvCxnSpPr>
          <p:cNvPr id="379" name="Straight Connector 378"/>
          <p:cNvCxnSpPr>
            <a:stCxn id="378" idx="1"/>
            <a:endCxn id="380" idx="2"/>
          </p:cNvCxnSpPr>
          <p:nvPr/>
        </p:nvCxnSpPr>
        <p:spPr>
          <a:xfrm flipH="1">
            <a:off x="10967536" y="3770750"/>
            <a:ext cx="349081" cy="217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0" name="Oval 379"/>
          <p:cNvSpPr/>
          <p:nvPr/>
        </p:nvSpPr>
        <p:spPr>
          <a:xfrm>
            <a:off x="10967536" y="3670256"/>
            <a:ext cx="201359" cy="20533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1" name="Straight Connector 380"/>
          <p:cNvCxnSpPr>
            <a:stCxn id="380" idx="4"/>
            <a:endCxn id="380" idx="0"/>
          </p:cNvCxnSpPr>
          <p:nvPr/>
        </p:nvCxnSpPr>
        <p:spPr>
          <a:xfrm flipV="1">
            <a:off x="11068216" y="3670256"/>
            <a:ext cx="0" cy="20533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2" name="Straight Connector 381"/>
          <p:cNvCxnSpPr>
            <a:stCxn id="380" idx="2"/>
            <a:endCxn id="380" idx="6"/>
          </p:cNvCxnSpPr>
          <p:nvPr/>
        </p:nvCxnSpPr>
        <p:spPr>
          <a:xfrm>
            <a:off x="10967536" y="3772923"/>
            <a:ext cx="2013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8" name="Rectangle 387"/>
          <p:cNvSpPr/>
          <p:nvPr/>
        </p:nvSpPr>
        <p:spPr>
          <a:xfrm>
            <a:off x="11321295" y="4088628"/>
            <a:ext cx="1021239" cy="3552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 smtClean="0">
                <a:solidFill>
                  <a:schemeClr val="tx1"/>
                </a:solidFill>
              </a:rPr>
              <a:t>DownloadJSON</a:t>
            </a:r>
            <a:endParaRPr lang="en-US" sz="1050" dirty="0">
              <a:solidFill>
                <a:schemeClr val="tx1"/>
              </a:solidFill>
            </a:endParaRPr>
          </a:p>
        </p:txBody>
      </p:sp>
      <p:cxnSp>
        <p:nvCxnSpPr>
          <p:cNvPr id="389" name="Straight Connector 388"/>
          <p:cNvCxnSpPr>
            <a:stCxn id="388" idx="1"/>
            <a:endCxn id="390" idx="2"/>
          </p:cNvCxnSpPr>
          <p:nvPr/>
        </p:nvCxnSpPr>
        <p:spPr>
          <a:xfrm flipH="1">
            <a:off x="10972214" y="4266235"/>
            <a:ext cx="349081" cy="217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0" name="Oval 389"/>
          <p:cNvSpPr/>
          <p:nvPr/>
        </p:nvSpPr>
        <p:spPr>
          <a:xfrm>
            <a:off x="10972214" y="4165741"/>
            <a:ext cx="201359" cy="20533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1" name="Straight Connector 390"/>
          <p:cNvCxnSpPr>
            <a:stCxn id="390" idx="4"/>
            <a:endCxn id="390" idx="0"/>
          </p:cNvCxnSpPr>
          <p:nvPr/>
        </p:nvCxnSpPr>
        <p:spPr>
          <a:xfrm flipV="1">
            <a:off x="11072894" y="4165741"/>
            <a:ext cx="0" cy="20533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2" name="Straight Connector 391"/>
          <p:cNvCxnSpPr>
            <a:stCxn id="390" idx="2"/>
            <a:endCxn id="390" idx="6"/>
          </p:cNvCxnSpPr>
          <p:nvPr/>
        </p:nvCxnSpPr>
        <p:spPr>
          <a:xfrm>
            <a:off x="10972214" y="4268408"/>
            <a:ext cx="2013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3" name="Rectangle 392"/>
          <p:cNvSpPr/>
          <p:nvPr/>
        </p:nvSpPr>
        <p:spPr>
          <a:xfrm>
            <a:off x="11325973" y="4583059"/>
            <a:ext cx="1021239" cy="3552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 smtClean="0">
                <a:solidFill>
                  <a:schemeClr val="tx1"/>
                </a:solidFill>
              </a:rPr>
              <a:t>DownloadJSON</a:t>
            </a:r>
            <a:endParaRPr lang="en-US" sz="1050" dirty="0">
              <a:solidFill>
                <a:schemeClr val="tx1"/>
              </a:solidFill>
            </a:endParaRPr>
          </a:p>
        </p:txBody>
      </p:sp>
      <p:cxnSp>
        <p:nvCxnSpPr>
          <p:cNvPr id="394" name="Straight Connector 393"/>
          <p:cNvCxnSpPr>
            <a:stCxn id="393" idx="1"/>
            <a:endCxn id="395" idx="2"/>
          </p:cNvCxnSpPr>
          <p:nvPr/>
        </p:nvCxnSpPr>
        <p:spPr>
          <a:xfrm flipH="1">
            <a:off x="10821594" y="4760666"/>
            <a:ext cx="504379" cy="1368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5" name="Oval 394"/>
          <p:cNvSpPr/>
          <p:nvPr/>
        </p:nvSpPr>
        <p:spPr>
          <a:xfrm>
            <a:off x="10821594" y="4671682"/>
            <a:ext cx="201359" cy="20533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6" name="Straight Connector 395"/>
          <p:cNvCxnSpPr>
            <a:stCxn id="395" idx="4"/>
            <a:endCxn id="395" idx="0"/>
          </p:cNvCxnSpPr>
          <p:nvPr/>
        </p:nvCxnSpPr>
        <p:spPr>
          <a:xfrm flipV="1">
            <a:off x="10922274" y="4671682"/>
            <a:ext cx="0" cy="20533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7" name="Straight Connector 396"/>
          <p:cNvCxnSpPr>
            <a:stCxn id="395" idx="2"/>
            <a:endCxn id="395" idx="6"/>
          </p:cNvCxnSpPr>
          <p:nvPr/>
        </p:nvCxnSpPr>
        <p:spPr>
          <a:xfrm>
            <a:off x="10821594" y="4774349"/>
            <a:ext cx="2013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8" name="Rectangle 397"/>
          <p:cNvSpPr/>
          <p:nvPr/>
        </p:nvSpPr>
        <p:spPr>
          <a:xfrm>
            <a:off x="11330651" y="5093804"/>
            <a:ext cx="1021239" cy="3552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 smtClean="0">
                <a:solidFill>
                  <a:schemeClr val="tx1"/>
                </a:solidFill>
              </a:rPr>
              <a:t>DownloadJSON</a:t>
            </a:r>
            <a:endParaRPr lang="en-US" sz="1050" dirty="0">
              <a:solidFill>
                <a:schemeClr val="tx1"/>
              </a:solidFill>
            </a:endParaRPr>
          </a:p>
        </p:txBody>
      </p:sp>
      <p:cxnSp>
        <p:nvCxnSpPr>
          <p:cNvPr id="399" name="Straight Connector 398"/>
          <p:cNvCxnSpPr>
            <a:stCxn id="398" idx="1"/>
            <a:endCxn id="400" idx="2"/>
          </p:cNvCxnSpPr>
          <p:nvPr/>
        </p:nvCxnSpPr>
        <p:spPr>
          <a:xfrm flipH="1" flipV="1">
            <a:off x="10821594" y="5266254"/>
            <a:ext cx="509057" cy="5157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0" name="Oval 399"/>
          <p:cNvSpPr/>
          <p:nvPr/>
        </p:nvSpPr>
        <p:spPr>
          <a:xfrm>
            <a:off x="10821594" y="5163587"/>
            <a:ext cx="201359" cy="20533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1" name="Straight Connector 400"/>
          <p:cNvCxnSpPr>
            <a:stCxn id="400" idx="4"/>
            <a:endCxn id="400" idx="0"/>
          </p:cNvCxnSpPr>
          <p:nvPr/>
        </p:nvCxnSpPr>
        <p:spPr>
          <a:xfrm flipV="1">
            <a:off x="10922274" y="5163587"/>
            <a:ext cx="0" cy="20533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2" name="Straight Connector 401"/>
          <p:cNvCxnSpPr>
            <a:stCxn id="400" idx="2"/>
            <a:endCxn id="400" idx="6"/>
          </p:cNvCxnSpPr>
          <p:nvPr/>
        </p:nvCxnSpPr>
        <p:spPr>
          <a:xfrm>
            <a:off x="10821594" y="5266254"/>
            <a:ext cx="2013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3" name="Rectangle 402"/>
          <p:cNvSpPr/>
          <p:nvPr/>
        </p:nvSpPr>
        <p:spPr>
          <a:xfrm>
            <a:off x="11335329" y="5645762"/>
            <a:ext cx="1021239" cy="3552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 smtClean="0">
                <a:solidFill>
                  <a:schemeClr val="tx1"/>
                </a:solidFill>
              </a:rPr>
              <a:t>DownloadJSON</a:t>
            </a:r>
            <a:endParaRPr lang="en-US" sz="1050" dirty="0">
              <a:solidFill>
                <a:schemeClr val="tx1"/>
              </a:solidFill>
            </a:endParaRPr>
          </a:p>
        </p:txBody>
      </p:sp>
      <p:cxnSp>
        <p:nvCxnSpPr>
          <p:cNvPr id="404" name="Straight Connector 403"/>
          <p:cNvCxnSpPr>
            <a:stCxn id="403" idx="1"/>
            <a:endCxn id="405" idx="2"/>
          </p:cNvCxnSpPr>
          <p:nvPr/>
        </p:nvCxnSpPr>
        <p:spPr>
          <a:xfrm flipH="1">
            <a:off x="10836293" y="5823369"/>
            <a:ext cx="499036" cy="217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5" name="Oval 404"/>
          <p:cNvSpPr/>
          <p:nvPr/>
        </p:nvSpPr>
        <p:spPr>
          <a:xfrm>
            <a:off x="10836293" y="5722875"/>
            <a:ext cx="201359" cy="20533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6" name="Straight Connector 405"/>
          <p:cNvCxnSpPr>
            <a:stCxn id="405" idx="4"/>
            <a:endCxn id="405" idx="0"/>
          </p:cNvCxnSpPr>
          <p:nvPr/>
        </p:nvCxnSpPr>
        <p:spPr>
          <a:xfrm flipV="1">
            <a:off x="10936973" y="5722875"/>
            <a:ext cx="0" cy="20533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7" name="Straight Connector 406"/>
          <p:cNvCxnSpPr>
            <a:stCxn id="405" idx="2"/>
            <a:endCxn id="405" idx="6"/>
          </p:cNvCxnSpPr>
          <p:nvPr/>
        </p:nvCxnSpPr>
        <p:spPr>
          <a:xfrm>
            <a:off x="10836293" y="5825542"/>
            <a:ext cx="2013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8" name="Rectangle 407"/>
          <p:cNvSpPr/>
          <p:nvPr/>
        </p:nvSpPr>
        <p:spPr>
          <a:xfrm>
            <a:off x="11321295" y="6185102"/>
            <a:ext cx="1021239" cy="3552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 smtClean="0">
                <a:solidFill>
                  <a:schemeClr val="tx1"/>
                </a:solidFill>
              </a:rPr>
              <a:t>DownloadJSON</a:t>
            </a:r>
            <a:endParaRPr lang="en-US" sz="1050" dirty="0">
              <a:solidFill>
                <a:schemeClr val="tx1"/>
              </a:solidFill>
            </a:endParaRPr>
          </a:p>
        </p:txBody>
      </p:sp>
      <p:cxnSp>
        <p:nvCxnSpPr>
          <p:cNvPr id="409" name="Straight Connector 408"/>
          <p:cNvCxnSpPr>
            <a:stCxn id="408" idx="1"/>
            <a:endCxn id="410" idx="2"/>
          </p:cNvCxnSpPr>
          <p:nvPr/>
        </p:nvCxnSpPr>
        <p:spPr>
          <a:xfrm flipH="1">
            <a:off x="10821594" y="6362709"/>
            <a:ext cx="499701" cy="217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0" name="Oval 409"/>
          <p:cNvSpPr/>
          <p:nvPr/>
        </p:nvSpPr>
        <p:spPr>
          <a:xfrm>
            <a:off x="10821594" y="6262215"/>
            <a:ext cx="201359" cy="20533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1" name="Straight Connector 410"/>
          <p:cNvCxnSpPr>
            <a:stCxn id="410" idx="4"/>
            <a:endCxn id="410" idx="0"/>
          </p:cNvCxnSpPr>
          <p:nvPr/>
        </p:nvCxnSpPr>
        <p:spPr>
          <a:xfrm flipV="1">
            <a:off x="10922274" y="6262215"/>
            <a:ext cx="0" cy="20533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2" name="Straight Connector 411"/>
          <p:cNvCxnSpPr>
            <a:stCxn id="410" idx="2"/>
            <a:endCxn id="410" idx="6"/>
          </p:cNvCxnSpPr>
          <p:nvPr/>
        </p:nvCxnSpPr>
        <p:spPr>
          <a:xfrm>
            <a:off x="10821594" y="6364882"/>
            <a:ext cx="2013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3" name="Rectangle 412"/>
          <p:cNvSpPr/>
          <p:nvPr/>
        </p:nvSpPr>
        <p:spPr>
          <a:xfrm>
            <a:off x="11316617" y="6717802"/>
            <a:ext cx="1021239" cy="3552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 smtClean="0">
                <a:solidFill>
                  <a:schemeClr val="tx1"/>
                </a:solidFill>
              </a:rPr>
              <a:t>DownloadJSON</a:t>
            </a:r>
            <a:endParaRPr lang="en-US" sz="1050" dirty="0">
              <a:solidFill>
                <a:schemeClr val="tx1"/>
              </a:solidFill>
            </a:endParaRPr>
          </a:p>
        </p:txBody>
      </p:sp>
      <p:cxnSp>
        <p:nvCxnSpPr>
          <p:cNvPr id="414" name="Straight Connector 413"/>
          <p:cNvCxnSpPr>
            <a:stCxn id="413" idx="1"/>
            <a:endCxn id="415" idx="2"/>
          </p:cNvCxnSpPr>
          <p:nvPr/>
        </p:nvCxnSpPr>
        <p:spPr>
          <a:xfrm flipH="1">
            <a:off x="10830934" y="6895409"/>
            <a:ext cx="485683" cy="217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5" name="Oval 414"/>
          <p:cNvSpPr/>
          <p:nvPr/>
        </p:nvSpPr>
        <p:spPr>
          <a:xfrm>
            <a:off x="10830934" y="6794915"/>
            <a:ext cx="201359" cy="20533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6" name="Straight Connector 415"/>
          <p:cNvCxnSpPr>
            <a:stCxn id="415" idx="4"/>
            <a:endCxn id="415" idx="0"/>
          </p:cNvCxnSpPr>
          <p:nvPr/>
        </p:nvCxnSpPr>
        <p:spPr>
          <a:xfrm flipV="1">
            <a:off x="10931614" y="6794915"/>
            <a:ext cx="0" cy="20533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7" name="Straight Connector 416"/>
          <p:cNvCxnSpPr>
            <a:stCxn id="415" idx="2"/>
            <a:endCxn id="415" idx="6"/>
          </p:cNvCxnSpPr>
          <p:nvPr/>
        </p:nvCxnSpPr>
        <p:spPr>
          <a:xfrm>
            <a:off x="10830934" y="6897582"/>
            <a:ext cx="2013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8" name="Rectangle 417"/>
          <p:cNvSpPr/>
          <p:nvPr/>
        </p:nvSpPr>
        <p:spPr>
          <a:xfrm>
            <a:off x="11316617" y="7225416"/>
            <a:ext cx="1021239" cy="3552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 smtClean="0">
                <a:solidFill>
                  <a:schemeClr val="tx1"/>
                </a:solidFill>
              </a:rPr>
              <a:t>DownloadJSON</a:t>
            </a:r>
            <a:endParaRPr lang="en-US" sz="1050" dirty="0">
              <a:solidFill>
                <a:schemeClr val="tx1"/>
              </a:solidFill>
            </a:endParaRPr>
          </a:p>
        </p:txBody>
      </p:sp>
      <p:cxnSp>
        <p:nvCxnSpPr>
          <p:cNvPr id="419" name="Straight Connector 418"/>
          <p:cNvCxnSpPr>
            <a:stCxn id="418" idx="1"/>
            <a:endCxn id="420" idx="2"/>
          </p:cNvCxnSpPr>
          <p:nvPr/>
        </p:nvCxnSpPr>
        <p:spPr>
          <a:xfrm flipH="1">
            <a:off x="10821594" y="7403023"/>
            <a:ext cx="495023" cy="9817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0" name="Oval 419"/>
          <p:cNvSpPr/>
          <p:nvPr/>
        </p:nvSpPr>
        <p:spPr>
          <a:xfrm>
            <a:off x="10821594" y="7310173"/>
            <a:ext cx="201359" cy="20533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1" name="Straight Connector 420"/>
          <p:cNvCxnSpPr>
            <a:stCxn id="420" idx="4"/>
            <a:endCxn id="420" idx="0"/>
          </p:cNvCxnSpPr>
          <p:nvPr/>
        </p:nvCxnSpPr>
        <p:spPr>
          <a:xfrm flipV="1">
            <a:off x="10922274" y="7310173"/>
            <a:ext cx="0" cy="20533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2" name="Straight Connector 421"/>
          <p:cNvCxnSpPr>
            <a:stCxn id="420" idx="2"/>
            <a:endCxn id="420" idx="6"/>
          </p:cNvCxnSpPr>
          <p:nvPr/>
        </p:nvCxnSpPr>
        <p:spPr>
          <a:xfrm>
            <a:off x="10821594" y="7412840"/>
            <a:ext cx="2013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3" name="Rectangle 422"/>
          <p:cNvSpPr/>
          <p:nvPr/>
        </p:nvSpPr>
        <p:spPr>
          <a:xfrm>
            <a:off x="11321295" y="7758890"/>
            <a:ext cx="1021239" cy="3552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 smtClean="0">
                <a:solidFill>
                  <a:schemeClr val="tx1"/>
                </a:solidFill>
              </a:rPr>
              <a:t>DownloadJSON</a:t>
            </a:r>
            <a:endParaRPr lang="en-US" sz="1050" dirty="0">
              <a:solidFill>
                <a:schemeClr val="tx1"/>
              </a:solidFill>
            </a:endParaRPr>
          </a:p>
        </p:txBody>
      </p:sp>
      <p:cxnSp>
        <p:nvCxnSpPr>
          <p:cNvPr id="424" name="Straight Connector 423"/>
          <p:cNvCxnSpPr>
            <a:stCxn id="423" idx="1"/>
            <a:endCxn id="425" idx="2"/>
          </p:cNvCxnSpPr>
          <p:nvPr/>
        </p:nvCxnSpPr>
        <p:spPr>
          <a:xfrm flipH="1">
            <a:off x="10307525" y="7936497"/>
            <a:ext cx="1013770" cy="217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5" name="Oval 424"/>
          <p:cNvSpPr/>
          <p:nvPr/>
        </p:nvSpPr>
        <p:spPr>
          <a:xfrm>
            <a:off x="10307525" y="7836003"/>
            <a:ext cx="201359" cy="20533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6" name="Straight Connector 425"/>
          <p:cNvCxnSpPr>
            <a:stCxn id="425" idx="4"/>
            <a:endCxn id="425" idx="0"/>
          </p:cNvCxnSpPr>
          <p:nvPr/>
        </p:nvCxnSpPr>
        <p:spPr>
          <a:xfrm flipV="1">
            <a:off x="10408205" y="7836003"/>
            <a:ext cx="0" cy="20533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7" name="Straight Connector 426"/>
          <p:cNvCxnSpPr>
            <a:stCxn id="425" idx="2"/>
            <a:endCxn id="425" idx="6"/>
          </p:cNvCxnSpPr>
          <p:nvPr/>
        </p:nvCxnSpPr>
        <p:spPr>
          <a:xfrm>
            <a:off x="10307525" y="7938670"/>
            <a:ext cx="2013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8" name="Rectangle 427"/>
          <p:cNvSpPr/>
          <p:nvPr/>
        </p:nvSpPr>
        <p:spPr>
          <a:xfrm>
            <a:off x="11335329" y="8242615"/>
            <a:ext cx="1021239" cy="3552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 smtClean="0">
                <a:solidFill>
                  <a:schemeClr val="tx1"/>
                </a:solidFill>
              </a:rPr>
              <a:t>DownloadJSON</a:t>
            </a:r>
            <a:endParaRPr lang="en-US" sz="1050" dirty="0">
              <a:solidFill>
                <a:schemeClr val="tx1"/>
              </a:solidFill>
            </a:endParaRPr>
          </a:p>
        </p:txBody>
      </p:sp>
      <p:cxnSp>
        <p:nvCxnSpPr>
          <p:cNvPr id="429" name="Straight Connector 428"/>
          <p:cNvCxnSpPr>
            <a:stCxn id="428" idx="1"/>
            <a:endCxn id="430" idx="2"/>
          </p:cNvCxnSpPr>
          <p:nvPr/>
        </p:nvCxnSpPr>
        <p:spPr>
          <a:xfrm flipH="1">
            <a:off x="10307525" y="8420222"/>
            <a:ext cx="1027804" cy="217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0" name="Oval 429"/>
          <p:cNvSpPr/>
          <p:nvPr/>
        </p:nvSpPr>
        <p:spPr>
          <a:xfrm>
            <a:off x="10307525" y="8319728"/>
            <a:ext cx="201359" cy="20533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1" name="Straight Connector 430"/>
          <p:cNvCxnSpPr>
            <a:stCxn id="430" idx="4"/>
            <a:endCxn id="430" idx="0"/>
          </p:cNvCxnSpPr>
          <p:nvPr/>
        </p:nvCxnSpPr>
        <p:spPr>
          <a:xfrm flipV="1">
            <a:off x="10408205" y="8319728"/>
            <a:ext cx="0" cy="20533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2" name="Straight Connector 431"/>
          <p:cNvCxnSpPr>
            <a:stCxn id="430" idx="2"/>
            <a:endCxn id="430" idx="6"/>
          </p:cNvCxnSpPr>
          <p:nvPr/>
        </p:nvCxnSpPr>
        <p:spPr>
          <a:xfrm>
            <a:off x="10307525" y="8422395"/>
            <a:ext cx="2013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3" name="Rectangle 432"/>
          <p:cNvSpPr/>
          <p:nvPr/>
        </p:nvSpPr>
        <p:spPr>
          <a:xfrm>
            <a:off x="11316617" y="8713951"/>
            <a:ext cx="1021239" cy="3552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 smtClean="0">
                <a:solidFill>
                  <a:schemeClr val="tx1"/>
                </a:solidFill>
              </a:rPr>
              <a:t>DownloadJSON</a:t>
            </a:r>
            <a:endParaRPr lang="en-US" sz="1050" dirty="0">
              <a:solidFill>
                <a:schemeClr val="tx1"/>
              </a:solidFill>
            </a:endParaRPr>
          </a:p>
        </p:txBody>
      </p:sp>
      <p:cxnSp>
        <p:nvCxnSpPr>
          <p:cNvPr id="434" name="Straight Connector 433"/>
          <p:cNvCxnSpPr>
            <a:stCxn id="433" idx="1"/>
            <a:endCxn id="435" idx="2"/>
          </p:cNvCxnSpPr>
          <p:nvPr/>
        </p:nvCxnSpPr>
        <p:spPr>
          <a:xfrm flipH="1">
            <a:off x="10301922" y="8891558"/>
            <a:ext cx="1014695" cy="217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5" name="Oval 434"/>
          <p:cNvSpPr/>
          <p:nvPr/>
        </p:nvSpPr>
        <p:spPr>
          <a:xfrm>
            <a:off x="10301922" y="8791064"/>
            <a:ext cx="201359" cy="20533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6" name="Straight Connector 435"/>
          <p:cNvCxnSpPr>
            <a:stCxn id="435" idx="4"/>
            <a:endCxn id="435" idx="0"/>
          </p:cNvCxnSpPr>
          <p:nvPr/>
        </p:nvCxnSpPr>
        <p:spPr>
          <a:xfrm flipV="1">
            <a:off x="10402602" y="8791064"/>
            <a:ext cx="0" cy="20533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7" name="Straight Connector 436"/>
          <p:cNvCxnSpPr>
            <a:stCxn id="435" idx="2"/>
            <a:endCxn id="435" idx="6"/>
          </p:cNvCxnSpPr>
          <p:nvPr/>
        </p:nvCxnSpPr>
        <p:spPr>
          <a:xfrm>
            <a:off x="10301922" y="8893731"/>
            <a:ext cx="2013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8" name="Rectangle 437"/>
          <p:cNvSpPr/>
          <p:nvPr/>
        </p:nvSpPr>
        <p:spPr>
          <a:xfrm>
            <a:off x="11316617" y="9204499"/>
            <a:ext cx="1021239" cy="3552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 smtClean="0">
                <a:solidFill>
                  <a:schemeClr val="tx1"/>
                </a:solidFill>
              </a:rPr>
              <a:t>DownloadJSON</a:t>
            </a:r>
            <a:endParaRPr lang="en-US" sz="1050" dirty="0">
              <a:solidFill>
                <a:schemeClr val="tx1"/>
              </a:solidFill>
            </a:endParaRPr>
          </a:p>
        </p:txBody>
      </p:sp>
      <p:cxnSp>
        <p:nvCxnSpPr>
          <p:cNvPr id="439" name="Straight Connector 438"/>
          <p:cNvCxnSpPr>
            <a:stCxn id="438" idx="1"/>
            <a:endCxn id="440" idx="2"/>
          </p:cNvCxnSpPr>
          <p:nvPr/>
        </p:nvCxnSpPr>
        <p:spPr>
          <a:xfrm flipH="1">
            <a:off x="10307525" y="9382106"/>
            <a:ext cx="1009092" cy="217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0" name="Oval 439"/>
          <p:cNvSpPr/>
          <p:nvPr/>
        </p:nvSpPr>
        <p:spPr>
          <a:xfrm>
            <a:off x="10307525" y="9281612"/>
            <a:ext cx="201359" cy="20533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1" name="Straight Connector 440"/>
          <p:cNvCxnSpPr>
            <a:stCxn id="440" idx="4"/>
            <a:endCxn id="440" idx="0"/>
          </p:cNvCxnSpPr>
          <p:nvPr/>
        </p:nvCxnSpPr>
        <p:spPr>
          <a:xfrm flipV="1">
            <a:off x="10408205" y="9281612"/>
            <a:ext cx="0" cy="20533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Connector 441"/>
          <p:cNvCxnSpPr>
            <a:stCxn id="440" idx="2"/>
            <a:endCxn id="440" idx="6"/>
          </p:cNvCxnSpPr>
          <p:nvPr/>
        </p:nvCxnSpPr>
        <p:spPr>
          <a:xfrm>
            <a:off x="10307525" y="9384279"/>
            <a:ext cx="2013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3" name="Rectangle 442"/>
          <p:cNvSpPr/>
          <p:nvPr/>
        </p:nvSpPr>
        <p:spPr>
          <a:xfrm>
            <a:off x="11321295" y="9688983"/>
            <a:ext cx="1021239" cy="3552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 smtClean="0">
                <a:solidFill>
                  <a:schemeClr val="tx1"/>
                </a:solidFill>
              </a:rPr>
              <a:t>DownloadJSON</a:t>
            </a:r>
            <a:endParaRPr lang="en-US" sz="1050" dirty="0">
              <a:solidFill>
                <a:schemeClr val="tx1"/>
              </a:solidFill>
            </a:endParaRPr>
          </a:p>
        </p:txBody>
      </p:sp>
      <p:cxnSp>
        <p:nvCxnSpPr>
          <p:cNvPr id="444" name="Straight Connector 443"/>
          <p:cNvCxnSpPr>
            <a:stCxn id="443" idx="1"/>
            <a:endCxn id="445" idx="2"/>
          </p:cNvCxnSpPr>
          <p:nvPr/>
        </p:nvCxnSpPr>
        <p:spPr>
          <a:xfrm flipH="1">
            <a:off x="10201242" y="9866590"/>
            <a:ext cx="1120053" cy="8715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5" name="Oval 444"/>
          <p:cNvSpPr/>
          <p:nvPr/>
        </p:nvSpPr>
        <p:spPr>
          <a:xfrm>
            <a:off x="10201242" y="9772638"/>
            <a:ext cx="201359" cy="20533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6" name="Straight Connector 445"/>
          <p:cNvCxnSpPr>
            <a:stCxn id="445" idx="4"/>
            <a:endCxn id="445" idx="0"/>
          </p:cNvCxnSpPr>
          <p:nvPr/>
        </p:nvCxnSpPr>
        <p:spPr>
          <a:xfrm flipV="1">
            <a:off x="10301922" y="9772638"/>
            <a:ext cx="0" cy="20533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7" name="Straight Connector 446"/>
          <p:cNvCxnSpPr>
            <a:stCxn id="445" idx="2"/>
            <a:endCxn id="445" idx="6"/>
          </p:cNvCxnSpPr>
          <p:nvPr/>
        </p:nvCxnSpPr>
        <p:spPr>
          <a:xfrm>
            <a:off x="10201242" y="9875305"/>
            <a:ext cx="2013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8" name="Rectangle 447"/>
          <p:cNvSpPr/>
          <p:nvPr/>
        </p:nvSpPr>
        <p:spPr>
          <a:xfrm>
            <a:off x="11316617" y="10194018"/>
            <a:ext cx="1021239" cy="3552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 smtClean="0">
                <a:solidFill>
                  <a:schemeClr val="tx1"/>
                </a:solidFill>
              </a:rPr>
              <a:t>DownloadJSON</a:t>
            </a:r>
            <a:endParaRPr lang="en-US" sz="1050" dirty="0">
              <a:solidFill>
                <a:schemeClr val="tx1"/>
              </a:solidFill>
            </a:endParaRPr>
          </a:p>
        </p:txBody>
      </p:sp>
      <p:cxnSp>
        <p:nvCxnSpPr>
          <p:cNvPr id="449" name="Straight Connector 448"/>
          <p:cNvCxnSpPr>
            <a:stCxn id="448" idx="1"/>
            <a:endCxn id="450" idx="2"/>
          </p:cNvCxnSpPr>
          <p:nvPr/>
        </p:nvCxnSpPr>
        <p:spPr>
          <a:xfrm flipH="1">
            <a:off x="10206845" y="10371625"/>
            <a:ext cx="1109772" cy="217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0" name="Oval 449"/>
          <p:cNvSpPr/>
          <p:nvPr/>
        </p:nvSpPr>
        <p:spPr>
          <a:xfrm>
            <a:off x="10206845" y="10271131"/>
            <a:ext cx="201359" cy="20533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1" name="Straight Connector 450"/>
          <p:cNvCxnSpPr>
            <a:stCxn id="450" idx="4"/>
            <a:endCxn id="450" idx="0"/>
          </p:cNvCxnSpPr>
          <p:nvPr/>
        </p:nvCxnSpPr>
        <p:spPr>
          <a:xfrm flipV="1">
            <a:off x="10307525" y="10271131"/>
            <a:ext cx="0" cy="20533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2" name="Straight Connector 451"/>
          <p:cNvCxnSpPr>
            <a:stCxn id="450" idx="2"/>
            <a:endCxn id="450" idx="6"/>
          </p:cNvCxnSpPr>
          <p:nvPr/>
        </p:nvCxnSpPr>
        <p:spPr>
          <a:xfrm>
            <a:off x="10206845" y="10373798"/>
            <a:ext cx="2013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3" name="Rectangle 452"/>
          <p:cNvSpPr/>
          <p:nvPr/>
        </p:nvSpPr>
        <p:spPr>
          <a:xfrm>
            <a:off x="11316617" y="10668752"/>
            <a:ext cx="1021239" cy="3552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 smtClean="0">
                <a:solidFill>
                  <a:schemeClr val="tx1"/>
                </a:solidFill>
              </a:rPr>
              <a:t>DownloadJSON</a:t>
            </a:r>
            <a:endParaRPr lang="en-US" sz="1050" dirty="0">
              <a:solidFill>
                <a:schemeClr val="tx1"/>
              </a:solidFill>
            </a:endParaRPr>
          </a:p>
        </p:txBody>
      </p:sp>
      <p:cxnSp>
        <p:nvCxnSpPr>
          <p:cNvPr id="454" name="Straight Connector 453"/>
          <p:cNvCxnSpPr>
            <a:stCxn id="453" idx="1"/>
            <a:endCxn id="455" idx="2"/>
          </p:cNvCxnSpPr>
          <p:nvPr/>
        </p:nvCxnSpPr>
        <p:spPr>
          <a:xfrm flipH="1">
            <a:off x="10206845" y="10846359"/>
            <a:ext cx="1109772" cy="217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5" name="Oval 454"/>
          <p:cNvSpPr/>
          <p:nvPr/>
        </p:nvSpPr>
        <p:spPr>
          <a:xfrm>
            <a:off x="10206845" y="10745865"/>
            <a:ext cx="201359" cy="20533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6" name="Straight Connector 455"/>
          <p:cNvCxnSpPr>
            <a:stCxn id="455" idx="4"/>
            <a:endCxn id="455" idx="0"/>
          </p:cNvCxnSpPr>
          <p:nvPr/>
        </p:nvCxnSpPr>
        <p:spPr>
          <a:xfrm flipV="1">
            <a:off x="10307525" y="10745865"/>
            <a:ext cx="0" cy="20533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" name="Straight Connector 456"/>
          <p:cNvCxnSpPr>
            <a:stCxn id="455" idx="2"/>
            <a:endCxn id="455" idx="6"/>
          </p:cNvCxnSpPr>
          <p:nvPr/>
        </p:nvCxnSpPr>
        <p:spPr>
          <a:xfrm>
            <a:off x="10206845" y="10848532"/>
            <a:ext cx="2013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8" name="Rectangle 457"/>
          <p:cNvSpPr/>
          <p:nvPr/>
        </p:nvSpPr>
        <p:spPr>
          <a:xfrm>
            <a:off x="11316617" y="11135825"/>
            <a:ext cx="1021239" cy="3552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 smtClean="0">
                <a:solidFill>
                  <a:schemeClr val="tx1"/>
                </a:solidFill>
              </a:rPr>
              <a:t>DownloadJSON</a:t>
            </a:r>
            <a:endParaRPr lang="en-US" sz="1050" dirty="0">
              <a:solidFill>
                <a:schemeClr val="tx1"/>
              </a:solidFill>
            </a:endParaRPr>
          </a:p>
        </p:txBody>
      </p:sp>
      <p:cxnSp>
        <p:nvCxnSpPr>
          <p:cNvPr id="459" name="Straight Connector 458"/>
          <p:cNvCxnSpPr>
            <a:stCxn id="458" idx="1"/>
            <a:endCxn id="460" idx="2"/>
          </p:cNvCxnSpPr>
          <p:nvPr/>
        </p:nvCxnSpPr>
        <p:spPr>
          <a:xfrm flipH="1">
            <a:off x="10206845" y="11313432"/>
            <a:ext cx="1109772" cy="217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0" name="Oval 459"/>
          <p:cNvSpPr/>
          <p:nvPr/>
        </p:nvSpPr>
        <p:spPr>
          <a:xfrm>
            <a:off x="10206845" y="11212938"/>
            <a:ext cx="201359" cy="20533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1" name="Straight Connector 460"/>
          <p:cNvCxnSpPr>
            <a:stCxn id="460" idx="4"/>
            <a:endCxn id="460" idx="0"/>
          </p:cNvCxnSpPr>
          <p:nvPr/>
        </p:nvCxnSpPr>
        <p:spPr>
          <a:xfrm flipV="1">
            <a:off x="10307525" y="11212938"/>
            <a:ext cx="0" cy="20533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Straight Connector 461"/>
          <p:cNvCxnSpPr>
            <a:stCxn id="460" idx="2"/>
            <a:endCxn id="460" idx="6"/>
          </p:cNvCxnSpPr>
          <p:nvPr/>
        </p:nvCxnSpPr>
        <p:spPr>
          <a:xfrm>
            <a:off x="10206845" y="11315605"/>
            <a:ext cx="2013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22383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904</TotalTime>
  <Words>80</Words>
  <Application>Microsoft Macintosh PowerPoint</Application>
  <PresentationFormat>Custom</PresentationFormat>
  <Paragraphs>80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pimchanok sripraphan</dc:creator>
  <cp:lastModifiedBy>pimchanok sripraphan</cp:lastModifiedBy>
  <cp:revision>28</cp:revision>
  <dcterms:created xsi:type="dcterms:W3CDTF">2014-07-03T13:41:19Z</dcterms:created>
  <dcterms:modified xsi:type="dcterms:W3CDTF">2014-11-28T08:11:11Z</dcterms:modified>
</cp:coreProperties>
</file>