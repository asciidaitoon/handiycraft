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599988" cy="12599988"/>
  <p:notesSz cx="6858000" cy="9144000"/>
  <p:defaultTextStyle>
    <a:defPPr>
      <a:defRPr lang="en-US"/>
    </a:defPPr>
    <a:lvl1pPr marL="0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1pPr>
    <a:lvl2pPr marL="719999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2pPr>
    <a:lvl3pPr marL="1439997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3pPr>
    <a:lvl4pPr marL="2159996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4pPr>
    <a:lvl5pPr marL="2879994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5pPr>
    <a:lvl6pPr marL="3599993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6pPr>
    <a:lvl7pPr marL="4319991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7pPr>
    <a:lvl8pPr marL="5039990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8pPr>
    <a:lvl9pPr marL="5759988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1" d="100"/>
          <a:sy n="81" d="100"/>
        </p:scale>
        <p:origin x="-944" y="1616"/>
      </p:cViewPr>
      <p:guideLst>
        <p:guide orient="horz" pos="3969"/>
        <p:guide pos="39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interSettings" Target="printerSettings/printerSettings1.bin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999" y="3914164"/>
            <a:ext cx="10709990" cy="270083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98" y="7139993"/>
            <a:ext cx="8819992" cy="321999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199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399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599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8799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5999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199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0399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7599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788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1790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5312" y="8096660"/>
            <a:ext cx="10709990" cy="2502498"/>
          </a:xfrm>
        </p:spPr>
        <p:txBody>
          <a:bodyPr anchor="t"/>
          <a:lstStyle>
            <a:lvl1pPr algn="l">
              <a:defRPr sz="63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5312" y="5340414"/>
            <a:ext cx="10709990" cy="2756246"/>
          </a:xfrm>
        </p:spPr>
        <p:txBody>
          <a:bodyPr anchor="b"/>
          <a:lstStyle>
            <a:lvl1pPr marL="0" indent="0">
              <a:buNone/>
              <a:defRPr sz="3100">
                <a:solidFill>
                  <a:schemeClr val="tx1">
                    <a:tint val="75000"/>
                  </a:schemeClr>
                </a:solidFill>
              </a:defRPr>
            </a:lvl1pPr>
            <a:lvl2pPr marL="719999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439997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159996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4pPr>
            <a:lvl5pPr marL="2879994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5pPr>
            <a:lvl6pPr marL="3599993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6pPr>
            <a:lvl7pPr marL="4319991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7pPr>
            <a:lvl8pPr marL="503999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8pPr>
            <a:lvl9pPr marL="5759988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733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9999" y="2939998"/>
            <a:ext cx="5564995" cy="8315410"/>
          </a:xfrm>
        </p:spPr>
        <p:txBody>
          <a:bodyPr/>
          <a:lstStyle>
            <a:lvl1pPr>
              <a:defRPr sz="4400"/>
            </a:lvl1pPr>
            <a:lvl2pPr>
              <a:defRPr sz="3800"/>
            </a:lvl2pPr>
            <a:lvl3pPr>
              <a:defRPr sz="31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4994" y="2939998"/>
            <a:ext cx="5564995" cy="8315410"/>
          </a:xfrm>
        </p:spPr>
        <p:txBody>
          <a:bodyPr/>
          <a:lstStyle>
            <a:lvl1pPr>
              <a:defRPr sz="4400"/>
            </a:lvl1pPr>
            <a:lvl2pPr>
              <a:defRPr sz="3800"/>
            </a:lvl2pPr>
            <a:lvl3pPr>
              <a:defRPr sz="31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291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999" y="2820415"/>
            <a:ext cx="5567183" cy="1175415"/>
          </a:xfrm>
        </p:spPr>
        <p:txBody>
          <a:bodyPr anchor="b"/>
          <a:lstStyle>
            <a:lvl1pPr marL="0" indent="0">
              <a:buNone/>
              <a:defRPr sz="3800" b="1"/>
            </a:lvl1pPr>
            <a:lvl2pPr marL="719999" indent="0">
              <a:buNone/>
              <a:defRPr sz="3100" b="1"/>
            </a:lvl2pPr>
            <a:lvl3pPr marL="1439997" indent="0">
              <a:buNone/>
              <a:defRPr sz="2800" b="1"/>
            </a:lvl3pPr>
            <a:lvl4pPr marL="2159996" indent="0">
              <a:buNone/>
              <a:defRPr sz="2500" b="1"/>
            </a:lvl4pPr>
            <a:lvl5pPr marL="2879994" indent="0">
              <a:buNone/>
              <a:defRPr sz="2500" b="1"/>
            </a:lvl5pPr>
            <a:lvl6pPr marL="3599993" indent="0">
              <a:buNone/>
              <a:defRPr sz="2500" b="1"/>
            </a:lvl6pPr>
            <a:lvl7pPr marL="4319991" indent="0">
              <a:buNone/>
              <a:defRPr sz="2500" b="1"/>
            </a:lvl7pPr>
            <a:lvl8pPr marL="5039990" indent="0">
              <a:buNone/>
              <a:defRPr sz="2500" b="1"/>
            </a:lvl8pPr>
            <a:lvl9pPr marL="5759988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999" y="3995830"/>
            <a:ext cx="5567183" cy="7259577"/>
          </a:xfrm>
        </p:spPr>
        <p:txBody>
          <a:bodyPr/>
          <a:lstStyle>
            <a:lvl1pPr>
              <a:defRPr sz="3800"/>
            </a:lvl1pPr>
            <a:lvl2pPr>
              <a:defRPr sz="3100"/>
            </a:lvl2pPr>
            <a:lvl3pPr>
              <a:defRPr sz="28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619" y="2820415"/>
            <a:ext cx="5569370" cy="1175415"/>
          </a:xfrm>
        </p:spPr>
        <p:txBody>
          <a:bodyPr anchor="b"/>
          <a:lstStyle>
            <a:lvl1pPr marL="0" indent="0">
              <a:buNone/>
              <a:defRPr sz="3800" b="1"/>
            </a:lvl1pPr>
            <a:lvl2pPr marL="719999" indent="0">
              <a:buNone/>
              <a:defRPr sz="3100" b="1"/>
            </a:lvl2pPr>
            <a:lvl3pPr marL="1439997" indent="0">
              <a:buNone/>
              <a:defRPr sz="2800" b="1"/>
            </a:lvl3pPr>
            <a:lvl4pPr marL="2159996" indent="0">
              <a:buNone/>
              <a:defRPr sz="2500" b="1"/>
            </a:lvl4pPr>
            <a:lvl5pPr marL="2879994" indent="0">
              <a:buNone/>
              <a:defRPr sz="2500" b="1"/>
            </a:lvl5pPr>
            <a:lvl6pPr marL="3599993" indent="0">
              <a:buNone/>
              <a:defRPr sz="2500" b="1"/>
            </a:lvl6pPr>
            <a:lvl7pPr marL="4319991" indent="0">
              <a:buNone/>
              <a:defRPr sz="2500" b="1"/>
            </a:lvl7pPr>
            <a:lvl8pPr marL="5039990" indent="0">
              <a:buNone/>
              <a:defRPr sz="2500" b="1"/>
            </a:lvl8pPr>
            <a:lvl9pPr marL="5759988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0619" y="3995830"/>
            <a:ext cx="5569370" cy="7259577"/>
          </a:xfrm>
        </p:spPr>
        <p:txBody>
          <a:bodyPr/>
          <a:lstStyle>
            <a:lvl1pPr>
              <a:defRPr sz="3800"/>
            </a:lvl1pPr>
            <a:lvl2pPr>
              <a:defRPr sz="3100"/>
            </a:lvl2pPr>
            <a:lvl3pPr>
              <a:defRPr sz="28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331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142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546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000" y="501666"/>
            <a:ext cx="4145309" cy="2134998"/>
          </a:xfrm>
        </p:spPr>
        <p:txBody>
          <a:bodyPr anchor="b"/>
          <a:lstStyle>
            <a:lvl1pPr algn="l">
              <a:defRPr sz="31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26245" y="501667"/>
            <a:ext cx="7043743" cy="10753741"/>
          </a:xfrm>
        </p:spPr>
        <p:txBody>
          <a:bodyPr/>
          <a:lstStyle>
            <a:lvl1pPr>
              <a:defRPr sz="5000"/>
            </a:lvl1pPr>
            <a:lvl2pPr>
              <a:defRPr sz="4400"/>
            </a:lvl2pPr>
            <a:lvl3pPr>
              <a:defRPr sz="3800"/>
            </a:lvl3pPr>
            <a:lvl4pPr>
              <a:defRPr sz="3100"/>
            </a:lvl4pPr>
            <a:lvl5pPr>
              <a:defRPr sz="3100"/>
            </a:lvl5pPr>
            <a:lvl6pPr>
              <a:defRPr sz="3100"/>
            </a:lvl6pPr>
            <a:lvl7pPr>
              <a:defRPr sz="3100"/>
            </a:lvl7pPr>
            <a:lvl8pPr>
              <a:defRPr sz="3100"/>
            </a:lvl8pPr>
            <a:lvl9pPr>
              <a:defRPr sz="3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000" y="2636665"/>
            <a:ext cx="4145309" cy="8618743"/>
          </a:xfrm>
        </p:spPr>
        <p:txBody>
          <a:bodyPr/>
          <a:lstStyle>
            <a:lvl1pPr marL="0" indent="0">
              <a:buNone/>
              <a:defRPr sz="2200"/>
            </a:lvl1pPr>
            <a:lvl2pPr marL="719999" indent="0">
              <a:buNone/>
              <a:defRPr sz="1900"/>
            </a:lvl2pPr>
            <a:lvl3pPr marL="1439997" indent="0">
              <a:buNone/>
              <a:defRPr sz="1600"/>
            </a:lvl3pPr>
            <a:lvl4pPr marL="2159996" indent="0">
              <a:buNone/>
              <a:defRPr sz="1400"/>
            </a:lvl4pPr>
            <a:lvl5pPr marL="2879994" indent="0">
              <a:buNone/>
              <a:defRPr sz="1400"/>
            </a:lvl5pPr>
            <a:lvl6pPr marL="3599993" indent="0">
              <a:buNone/>
              <a:defRPr sz="1400"/>
            </a:lvl6pPr>
            <a:lvl7pPr marL="4319991" indent="0">
              <a:buNone/>
              <a:defRPr sz="1400"/>
            </a:lvl7pPr>
            <a:lvl8pPr marL="5039990" indent="0">
              <a:buNone/>
              <a:defRPr sz="1400"/>
            </a:lvl8pPr>
            <a:lvl9pPr marL="5759988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169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69686" y="8819992"/>
            <a:ext cx="7559993" cy="1041250"/>
          </a:xfrm>
        </p:spPr>
        <p:txBody>
          <a:bodyPr anchor="b"/>
          <a:lstStyle>
            <a:lvl1pPr algn="l">
              <a:defRPr sz="31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469686" y="1125832"/>
            <a:ext cx="7559993" cy="7559993"/>
          </a:xfrm>
        </p:spPr>
        <p:txBody>
          <a:bodyPr/>
          <a:lstStyle>
            <a:lvl1pPr marL="0" indent="0">
              <a:buNone/>
              <a:defRPr sz="5000"/>
            </a:lvl1pPr>
            <a:lvl2pPr marL="719999" indent="0">
              <a:buNone/>
              <a:defRPr sz="4400"/>
            </a:lvl2pPr>
            <a:lvl3pPr marL="1439997" indent="0">
              <a:buNone/>
              <a:defRPr sz="3800"/>
            </a:lvl3pPr>
            <a:lvl4pPr marL="2159996" indent="0">
              <a:buNone/>
              <a:defRPr sz="3100"/>
            </a:lvl4pPr>
            <a:lvl5pPr marL="2879994" indent="0">
              <a:buNone/>
              <a:defRPr sz="3100"/>
            </a:lvl5pPr>
            <a:lvl6pPr marL="3599993" indent="0">
              <a:buNone/>
              <a:defRPr sz="3100"/>
            </a:lvl6pPr>
            <a:lvl7pPr marL="4319991" indent="0">
              <a:buNone/>
              <a:defRPr sz="3100"/>
            </a:lvl7pPr>
            <a:lvl8pPr marL="5039990" indent="0">
              <a:buNone/>
              <a:defRPr sz="3100"/>
            </a:lvl8pPr>
            <a:lvl9pPr marL="5759988" indent="0">
              <a:buNone/>
              <a:defRPr sz="31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69686" y="9861241"/>
            <a:ext cx="7559993" cy="1478748"/>
          </a:xfrm>
        </p:spPr>
        <p:txBody>
          <a:bodyPr/>
          <a:lstStyle>
            <a:lvl1pPr marL="0" indent="0">
              <a:buNone/>
              <a:defRPr sz="2200"/>
            </a:lvl1pPr>
            <a:lvl2pPr marL="719999" indent="0">
              <a:buNone/>
              <a:defRPr sz="1900"/>
            </a:lvl2pPr>
            <a:lvl3pPr marL="1439997" indent="0">
              <a:buNone/>
              <a:defRPr sz="1600"/>
            </a:lvl3pPr>
            <a:lvl4pPr marL="2159996" indent="0">
              <a:buNone/>
              <a:defRPr sz="1400"/>
            </a:lvl4pPr>
            <a:lvl5pPr marL="2879994" indent="0">
              <a:buNone/>
              <a:defRPr sz="1400"/>
            </a:lvl5pPr>
            <a:lvl6pPr marL="3599993" indent="0">
              <a:buNone/>
              <a:defRPr sz="1400"/>
            </a:lvl6pPr>
            <a:lvl7pPr marL="4319991" indent="0">
              <a:buNone/>
              <a:defRPr sz="1400"/>
            </a:lvl7pPr>
            <a:lvl8pPr marL="5039990" indent="0">
              <a:buNone/>
              <a:defRPr sz="1400"/>
            </a:lvl8pPr>
            <a:lvl9pPr marL="5759988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918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5693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34991" y="504585"/>
            <a:ext cx="2834997" cy="1075082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999" y="504585"/>
            <a:ext cx="8294992" cy="10750823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9878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0000" y="504584"/>
            <a:ext cx="11339989" cy="2099998"/>
          </a:xfrm>
          <a:prstGeom prst="rect">
            <a:avLst/>
          </a:prstGeom>
        </p:spPr>
        <p:txBody>
          <a:bodyPr vert="horz" lIns="144000" tIns="72000" rIns="144000" bIns="7200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000" y="2939998"/>
            <a:ext cx="11339989" cy="8315410"/>
          </a:xfrm>
          <a:prstGeom prst="rect">
            <a:avLst/>
          </a:prstGeom>
        </p:spPr>
        <p:txBody>
          <a:bodyPr vert="horz" lIns="144000" tIns="72000" rIns="144000" bIns="720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0000" y="11678323"/>
            <a:ext cx="2939997" cy="670833"/>
          </a:xfrm>
          <a:prstGeom prst="rect">
            <a:avLst/>
          </a:prstGeom>
        </p:spPr>
        <p:txBody>
          <a:bodyPr vert="horz" lIns="144000" tIns="72000" rIns="144000" bIns="72000" rtlCol="0" anchor="ctr"/>
          <a:lstStyle>
            <a:lvl1pPr algn="l">
              <a:defRPr sz="1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F18454-74F2-C84B-97E6-98512B570919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04996" y="11678323"/>
            <a:ext cx="3989996" cy="670833"/>
          </a:xfrm>
          <a:prstGeom prst="rect">
            <a:avLst/>
          </a:prstGeom>
        </p:spPr>
        <p:txBody>
          <a:bodyPr vert="horz" lIns="144000" tIns="72000" rIns="144000" bIns="72000" rtlCol="0" anchor="ctr"/>
          <a:lstStyle>
            <a:lvl1pPr algn="ctr">
              <a:defRPr sz="1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29992" y="11678323"/>
            <a:ext cx="2939997" cy="670833"/>
          </a:xfrm>
          <a:prstGeom prst="rect">
            <a:avLst/>
          </a:prstGeom>
        </p:spPr>
        <p:txBody>
          <a:bodyPr vert="horz" lIns="144000" tIns="72000" rIns="144000" bIns="72000" rtlCol="0" anchor="ctr"/>
          <a:lstStyle>
            <a:lvl1pPr algn="r">
              <a:defRPr sz="1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603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19999" rtl="0" eaLnBrk="1" latinLnBrk="0" hangingPunct="1">
        <a:spcBef>
          <a:spcPct val="0"/>
        </a:spcBef>
        <a:buNone/>
        <a:defRPr sz="6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9999" indent="-539999" algn="l" defTabSz="719999" rtl="0" eaLnBrk="1" latinLnBrk="0" hangingPunct="1">
        <a:spcBef>
          <a:spcPct val="20000"/>
        </a:spcBef>
        <a:buFont typeface="Arial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1pPr>
      <a:lvl2pPr marL="1169998" indent="-449999" algn="l" defTabSz="719999" rtl="0" eaLnBrk="1" latinLnBrk="0" hangingPunct="1">
        <a:spcBef>
          <a:spcPct val="20000"/>
        </a:spcBef>
        <a:buFont typeface="Arial"/>
        <a:buChar char="–"/>
        <a:defRPr sz="440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719999" rtl="0" eaLnBrk="1" latinLnBrk="0" hangingPunct="1">
        <a:spcBef>
          <a:spcPct val="20000"/>
        </a:spcBef>
        <a:buFont typeface="Arial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719999" rtl="0" eaLnBrk="1" latinLnBrk="0" hangingPunct="1">
        <a:spcBef>
          <a:spcPct val="20000"/>
        </a:spcBef>
        <a:buFont typeface="Arial"/>
        <a:buChar char="–"/>
        <a:defRPr sz="3100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719999" rtl="0" eaLnBrk="1" latinLnBrk="0" hangingPunct="1">
        <a:spcBef>
          <a:spcPct val="20000"/>
        </a:spcBef>
        <a:buFont typeface="Arial"/>
        <a:buChar char="»"/>
        <a:defRPr sz="3100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719999" rtl="0" eaLnBrk="1" latinLnBrk="0" hangingPunct="1">
        <a:spcBef>
          <a:spcPct val="20000"/>
        </a:spcBef>
        <a:buFont typeface="Arial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719999" rtl="0" eaLnBrk="1" latinLnBrk="0" hangingPunct="1">
        <a:spcBef>
          <a:spcPct val="20000"/>
        </a:spcBef>
        <a:buFont typeface="Arial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719999" rtl="0" eaLnBrk="1" latinLnBrk="0" hangingPunct="1">
        <a:spcBef>
          <a:spcPct val="20000"/>
        </a:spcBef>
        <a:buFont typeface="Arial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719999" rtl="0" eaLnBrk="1" latinLnBrk="0" hangingPunct="1">
        <a:spcBef>
          <a:spcPct val="20000"/>
        </a:spcBef>
        <a:buFont typeface="Arial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097678" y="972131"/>
            <a:ext cx="1447276" cy="6691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/>
          <p:cNvCxnSpPr/>
          <p:nvPr/>
        </p:nvCxnSpPr>
        <p:spPr>
          <a:xfrm>
            <a:off x="5097678" y="1187636"/>
            <a:ext cx="144727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592544" y="1611517"/>
            <a:ext cx="1167214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LoginActivity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13328" y="931915"/>
            <a:ext cx="794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/>
              <a:t>Activity</a:t>
            </a:r>
            <a:endParaRPr lang="en-US" sz="1200" b="1" dirty="0"/>
          </a:p>
        </p:txBody>
      </p:sp>
      <p:sp>
        <p:nvSpPr>
          <p:cNvPr id="8" name="Rectangle 7"/>
          <p:cNvSpPr/>
          <p:nvPr/>
        </p:nvSpPr>
        <p:spPr>
          <a:xfrm>
            <a:off x="8575146" y="2596680"/>
            <a:ext cx="1271937" cy="3743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RegisterActivity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575149" y="3062464"/>
            <a:ext cx="1635924" cy="3866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HomeBloggerActivity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575146" y="3540691"/>
            <a:ext cx="1961767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ProfileManagementActivity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592544" y="9650760"/>
            <a:ext cx="1167214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CreateTutorial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601910" y="7726852"/>
            <a:ext cx="1271937" cy="41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ManageTutorial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77055" y="4550368"/>
            <a:ext cx="1807803" cy="410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TutorialRandomActivity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662923" y="2376486"/>
            <a:ext cx="1420139" cy="3761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ViewTutorialDetail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825771" y="9549734"/>
            <a:ext cx="1286186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CreateShop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792184" y="7737803"/>
            <a:ext cx="1286186" cy="35294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ManageShop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361811" y="1590220"/>
            <a:ext cx="1743668" cy="414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ShopRandom</a:t>
            </a:r>
            <a:r>
              <a:rPr lang="en-US" sz="1200" b="1" dirty="0" smtClean="0">
                <a:solidFill>
                  <a:schemeClr val="tx1"/>
                </a:solidFill>
              </a:rPr>
              <a:t> 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408346" y="6189452"/>
            <a:ext cx="1690184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NotificationActivity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827951" y="3823623"/>
            <a:ext cx="1286186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GoogleMaps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424424" y="4451612"/>
            <a:ext cx="1690183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MessageManagement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408346" y="5612032"/>
            <a:ext cx="1690184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SearchBloggerActivity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520771" y="2376486"/>
            <a:ext cx="1448796" cy="37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ViewShopDetail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589486" y="5072086"/>
            <a:ext cx="1795371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TutorialCategoriesList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141163" y="4070592"/>
            <a:ext cx="1202815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ImageAdapter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25" name="Isosceles Triangle 24"/>
          <p:cNvSpPr/>
          <p:nvPr/>
        </p:nvSpPr>
        <p:spPr>
          <a:xfrm rot="16200000">
            <a:off x="6560351" y="1192627"/>
            <a:ext cx="197202" cy="227996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>
            <a:stCxn id="25" idx="3"/>
            <a:endCxn id="65" idx="1"/>
          </p:cNvCxnSpPr>
          <p:nvPr/>
        </p:nvCxnSpPr>
        <p:spPr>
          <a:xfrm>
            <a:off x="6772950" y="1306625"/>
            <a:ext cx="1799141" cy="61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8264710" y="1307516"/>
            <a:ext cx="12331" cy="99417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>
            <a:endCxn id="8" idx="1"/>
          </p:cNvCxnSpPr>
          <p:nvPr/>
        </p:nvCxnSpPr>
        <p:spPr>
          <a:xfrm>
            <a:off x="8264710" y="2783858"/>
            <a:ext cx="310436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endCxn id="9" idx="1"/>
          </p:cNvCxnSpPr>
          <p:nvPr/>
        </p:nvCxnSpPr>
        <p:spPr>
          <a:xfrm>
            <a:off x="8264710" y="3255812"/>
            <a:ext cx="310439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8269226" y="3666687"/>
            <a:ext cx="318250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>
            <a:off x="8279456" y="7876468"/>
            <a:ext cx="31825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>
            <a:off x="8283660" y="9802362"/>
            <a:ext cx="31825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endCxn id="13" idx="1"/>
          </p:cNvCxnSpPr>
          <p:nvPr/>
        </p:nvCxnSpPr>
        <p:spPr>
          <a:xfrm>
            <a:off x="8258801" y="4755408"/>
            <a:ext cx="318254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5400000">
            <a:off x="4872966" y="1193518"/>
            <a:ext cx="197202" cy="227996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>
            <a:endCxn id="34" idx="3"/>
          </p:cNvCxnSpPr>
          <p:nvPr/>
        </p:nvCxnSpPr>
        <p:spPr>
          <a:xfrm>
            <a:off x="3107543" y="1307516"/>
            <a:ext cx="175002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3438346" y="1295370"/>
            <a:ext cx="2179" cy="941680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3125306" y="9663269"/>
            <a:ext cx="29696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17" idx="3"/>
          </p:cNvCxnSpPr>
          <p:nvPr/>
        </p:nvCxnSpPr>
        <p:spPr>
          <a:xfrm>
            <a:off x="3105479" y="1797612"/>
            <a:ext cx="3167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19" idx="3"/>
          </p:cNvCxnSpPr>
          <p:nvPr/>
        </p:nvCxnSpPr>
        <p:spPr>
          <a:xfrm>
            <a:off x="3114137" y="4028957"/>
            <a:ext cx="30277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stCxn id="20" idx="3"/>
          </p:cNvCxnSpPr>
          <p:nvPr/>
        </p:nvCxnSpPr>
        <p:spPr>
          <a:xfrm>
            <a:off x="3114607" y="4653287"/>
            <a:ext cx="30230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21" idx="3"/>
          </p:cNvCxnSpPr>
          <p:nvPr/>
        </p:nvCxnSpPr>
        <p:spPr>
          <a:xfrm>
            <a:off x="3098530" y="5813707"/>
            <a:ext cx="31838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18" idx="3"/>
          </p:cNvCxnSpPr>
          <p:nvPr/>
        </p:nvCxnSpPr>
        <p:spPr>
          <a:xfrm>
            <a:off x="3098530" y="6391127"/>
            <a:ext cx="31838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4245169" y="2088290"/>
            <a:ext cx="312782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408346" y="6755424"/>
            <a:ext cx="1690184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PostFacebookActivity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0745906" y="1172603"/>
            <a:ext cx="1301109" cy="55707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>
            <a:off x="10745906" y="1388107"/>
            <a:ext cx="1301109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915703" y="1116312"/>
            <a:ext cx="13902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/>
              <a:t>JSONfunction</a:t>
            </a:r>
            <a:endParaRPr lang="en-US" sz="1200" b="1" dirty="0"/>
          </a:p>
        </p:txBody>
      </p:sp>
      <p:cxnSp>
        <p:nvCxnSpPr>
          <p:cNvPr id="48" name="Straight Connector 47"/>
          <p:cNvCxnSpPr>
            <a:endCxn id="49" idx="1"/>
          </p:cNvCxnSpPr>
          <p:nvPr/>
        </p:nvCxnSpPr>
        <p:spPr>
          <a:xfrm>
            <a:off x="8256895" y="2299965"/>
            <a:ext cx="31776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8574661" y="2104543"/>
            <a:ext cx="1167214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LogOutActivity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50" name="Straight Connector 49"/>
          <p:cNvCxnSpPr>
            <a:stCxn id="22" idx="0"/>
          </p:cNvCxnSpPr>
          <p:nvPr/>
        </p:nvCxnSpPr>
        <p:spPr>
          <a:xfrm flipV="1">
            <a:off x="4245169" y="2088290"/>
            <a:ext cx="0" cy="28819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14" idx="0"/>
          </p:cNvCxnSpPr>
          <p:nvPr/>
        </p:nvCxnSpPr>
        <p:spPr>
          <a:xfrm flipV="1">
            <a:off x="7372993" y="2088290"/>
            <a:ext cx="0" cy="28819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70" idx="0"/>
          </p:cNvCxnSpPr>
          <p:nvPr/>
        </p:nvCxnSpPr>
        <p:spPr>
          <a:xfrm flipV="1">
            <a:off x="5810802" y="1846087"/>
            <a:ext cx="1545" cy="5230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>
            <a:off x="5699854" y="1643010"/>
            <a:ext cx="230074" cy="195421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Straight Connector 53"/>
          <p:cNvCxnSpPr/>
          <p:nvPr/>
        </p:nvCxnSpPr>
        <p:spPr>
          <a:xfrm flipV="1">
            <a:off x="4243399" y="2742116"/>
            <a:ext cx="1770" cy="155456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7372993" y="2752660"/>
            <a:ext cx="0" cy="15440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4155300" y="2827854"/>
            <a:ext cx="188835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4152606" y="2827854"/>
            <a:ext cx="191530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7282156" y="2838398"/>
            <a:ext cx="188835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7279462" y="2838398"/>
            <a:ext cx="191530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8271232" y="5835684"/>
            <a:ext cx="318254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8572091" y="1119416"/>
            <a:ext cx="1635924" cy="3866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HomeVisitorActivity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471620" y="1114167"/>
            <a:ext cx="1635924" cy="3866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HomeShopActivity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67" name="Straight Connector 66"/>
          <p:cNvCxnSpPr/>
          <p:nvPr/>
        </p:nvCxnSpPr>
        <p:spPr>
          <a:xfrm>
            <a:off x="3084709" y="7828024"/>
            <a:ext cx="33080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8256895" y="1801522"/>
            <a:ext cx="33749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8577054" y="6146483"/>
            <a:ext cx="1807803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TutorialPopularActivity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8597707" y="6686132"/>
            <a:ext cx="1787150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TutorialFollowActivity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8597706" y="7186540"/>
            <a:ext cx="1787151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TutorialSearchActivity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72" name="Straight Connector 71"/>
          <p:cNvCxnSpPr/>
          <p:nvPr/>
        </p:nvCxnSpPr>
        <p:spPr>
          <a:xfrm>
            <a:off x="8266617" y="6372478"/>
            <a:ext cx="318254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8279453" y="6895408"/>
            <a:ext cx="318254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8276196" y="7431210"/>
            <a:ext cx="318254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1301979" y="2095816"/>
            <a:ext cx="1803499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ShopCategoryActivity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1459099" y="3232155"/>
            <a:ext cx="1634878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ShopSearchActivity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79" name="Straight Connector 78"/>
          <p:cNvCxnSpPr>
            <a:stCxn id="75" idx="3"/>
          </p:cNvCxnSpPr>
          <p:nvPr/>
        </p:nvCxnSpPr>
        <p:spPr>
          <a:xfrm>
            <a:off x="3105478" y="2308255"/>
            <a:ext cx="30575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78" idx="3"/>
          </p:cNvCxnSpPr>
          <p:nvPr/>
        </p:nvCxnSpPr>
        <p:spPr>
          <a:xfrm>
            <a:off x="3093977" y="3444594"/>
            <a:ext cx="3172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>
            <a:stCxn id="44" idx="3"/>
          </p:cNvCxnSpPr>
          <p:nvPr/>
        </p:nvCxnSpPr>
        <p:spPr>
          <a:xfrm>
            <a:off x="3098530" y="6957099"/>
            <a:ext cx="33286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>
            <a:off x="8398529" y="3859639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>
            <a:endCxn id="88" idx="0"/>
          </p:cNvCxnSpPr>
          <p:nvPr/>
        </p:nvCxnSpPr>
        <p:spPr>
          <a:xfrm>
            <a:off x="7981603" y="3867379"/>
            <a:ext cx="17706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7981603" y="3854999"/>
            <a:ext cx="0" cy="8496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Freeform 87"/>
          <p:cNvSpPr/>
          <p:nvPr/>
        </p:nvSpPr>
        <p:spPr>
          <a:xfrm rot="21316089">
            <a:off x="8154960" y="3761227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  </a:t>
            </a:r>
            <a:endParaRPr lang="en-US" dirty="0"/>
          </a:p>
        </p:txBody>
      </p:sp>
      <p:sp>
        <p:nvSpPr>
          <p:cNvPr id="93" name="Rectangle 92"/>
          <p:cNvSpPr/>
          <p:nvPr/>
        </p:nvSpPr>
        <p:spPr>
          <a:xfrm>
            <a:off x="8592544" y="10159390"/>
            <a:ext cx="1167214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CreateMaterial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8592544" y="10642605"/>
            <a:ext cx="1167214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CreateStep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8601910" y="8215891"/>
            <a:ext cx="1271937" cy="41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ManageMaterial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8601910" y="8698766"/>
            <a:ext cx="1271937" cy="41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ManageStep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141999" y="8273888"/>
            <a:ext cx="1202815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UpdateModel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65083" y="10095532"/>
            <a:ext cx="1202815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AddModel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00" name="Straight Connector 99"/>
          <p:cNvCxnSpPr/>
          <p:nvPr/>
        </p:nvCxnSpPr>
        <p:spPr>
          <a:xfrm>
            <a:off x="8266617" y="8349430"/>
            <a:ext cx="33109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8276196" y="8843653"/>
            <a:ext cx="32151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/>
          <p:nvPr/>
        </p:nvCxnSpPr>
        <p:spPr>
          <a:xfrm>
            <a:off x="8283660" y="10291401"/>
            <a:ext cx="31825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/>
          <p:nvPr/>
        </p:nvCxnSpPr>
        <p:spPr>
          <a:xfrm>
            <a:off x="8283660" y="10774276"/>
            <a:ext cx="31825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ectangle 113"/>
          <p:cNvSpPr/>
          <p:nvPr/>
        </p:nvSpPr>
        <p:spPr>
          <a:xfrm>
            <a:off x="1708687" y="10032439"/>
            <a:ext cx="1419981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CreateShopDetail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15" name="Straight Connector 114"/>
          <p:cNvCxnSpPr/>
          <p:nvPr/>
        </p:nvCxnSpPr>
        <p:spPr>
          <a:xfrm>
            <a:off x="3108891" y="8317307"/>
            <a:ext cx="31409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1708687" y="10516750"/>
            <a:ext cx="1419981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CreateShopMap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18" name="Straight Connector 117"/>
          <p:cNvCxnSpPr/>
          <p:nvPr/>
        </p:nvCxnSpPr>
        <p:spPr>
          <a:xfrm>
            <a:off x="3113171" y="8778527"/>
            <a:ext cx="30234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tangle 118"/>
          <p:cNvSpPr/>
          <p:nvPr/>
        </p:nvSpPr>
        <p:spPr>
          <a:xfrm>
            <a:off x="1683049" y="8202361"/>
            <a:ext cx="1419981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ManageShopDetail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20" name="Straight Connector 119"/>
          <p:cNvCxnSpPr/>
          <p:nvPr/>
        </p:nvCxnSpPr>
        <p:spPr>
          <a:xfrm>
            <a:off x="3125306" y="10172896"/>
            <a:ext cx="29767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120"/>
          <p:cNvSpPr/>
          <p:nvPr/>
        </p:nvSpPr>
        <p:spPr>
          <a:xfrm>
            <a:off x="1683049" y="8674342"/>
            <a:ext cx="1419981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ManageShopMap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22" name="Straight Connector 121"/>
          <p:cNvCxnSpPr/>
          <p:nvPr/>
        </p:nvCxnSpPr>
        <p:spPr>
          <a:xfrm>
            <a:off x="3125306" y="10712172"/>
            <a:ext cx="28593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/>
          <p:cNvCxnSpPr/>
          <p:nvPr/>
        </p:nvCxnSpPr>
        <p:spPr>
          <a:xfrm>
            <a:off x="8422332" y="8021481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/>
          <p:cNvCxnSpPr/>
          <p:nvPr/>
        </p:nvCxnSpPr>
        <p:spPr>
          <a:xfrm>
            <a:off x="8419019" y="8521392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/>
          <p:nvPr/>
        </p:nvCxnSpPr>
        <p:spPr>
          <a:xfrm>
            <a:off x="8422331" y="9008759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/>
          <p:cNvCxnSpPr/>
          <p:nvPr/>
        </p:nvCxnSpPr>
        <p:spPr>
          <a:xfrm>
            <a:off x="8419075" y="9963635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/>
          <p:cNvCxnSpPr/>
          <p:nvPr/>
        </p:nvCxnSpPr>
        <p:spPr>
          <a:xfrm>
            <a:off x="8423222" y="10453672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/>
          <p:cNvCxnSpPr/>
          <p:nvPr/>
        </p:nvCxnSpPr>
        <p:spPr>
          <a:xfrm>
            <a:off x="6958069" y="11380741"/>
            <a:ext cx="1644768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Freeform 131"/>
          <p:cNvSpPr/>
          <p:nvPr/>
        </p:nvSpPr>
        <p:spPr>
          <a:xfrm rot="21316089">
            <a:off x="8161397" y="7921288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Freeform 132"/>
          <p:cNvSpPr/>
          <p:nvPr/>
        </p:nvSpPr>
        <p:spPr>
          <a:xfrm rot="21316089">
            <a:off x="8168128" y="8418048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Freeform 133"/>
          <p:cNvSpPr/>
          <p:nvPr/>
        </p:nvSpPr>
        <p:spPr>
          <a:xfrm rot="21316089">
            <a:off x="8168127" y="8904268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Freeform 134"/>
          <p:cNvSpPr/>
          <p:nvPr/>
        </p:nvSpPr>
        <p:spPr>
          <a:xfrm rot="21316089">
            <a:off x="8167918" y="9862128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Freeform 135"/>
          <p:cNvSpPr/>
          <p:nvPr/>
        </p:nvSpPr>
        <p:spPr>
          <a:xfrm rot="21316089">
            <a:off x="8167918" y="10345677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8" name="Straight Connector 137"/>
          <p:cNvCxnSpPr>
            <a:stCxn id="205" idx="3"/>
            <a:endCxn id="136" idx="0"/>
          </p:cNvCxnSpPr>
          <p:nvPr/>
        </p:nvCxnSpPr>
        <p:spPr>
          <a:xfrm flipV="1">
            <a:off x="6593457" y="10451829"/>
            <a:ext cx="1578166" cy="1163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/>
          <p:cNvCxnSpPr/>
          <p:nvPr/>
        </p:nvCxnSpPr>
        <p:spPr>
          <a:xfrm>
            <a:off x="6957141" y="9963635"/>
            <a:ext cx="1217232" cy="64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/>
          <p:cNvCxnSpPr/>
          <p:nvPr/>
        </p:nvCxnSpPr>
        <p:spPr>
          <a:xfrm>
            <a:off x="6953966" y="8993319"/>
            <a:ext cx="1215913" cy="996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/>
          <p:cNvCxnSpPr>
            <a:stCxn id="203" idx="3"/>
            <a:endCxn id="133" idx="0"/>
          </p:cNvCxnSpPr>
          <p:nvPr/>
        </p:nvCxnSpPr>
        <p:spPr>
          <a:xfrm flipV="1">
            <a:off x="6570595" y="8524200"/>
            <a:ext cx="1601238" cy="24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/>
          <p:cNvCxnSpPr/>
          <p:nvPr/>
        </p:nvCxnSpPr>
        <p:spPr>
          <a:xfrm>
            <a:off x="6962206" y="8016331"/>
            <a:ext cx="1225425" cy="515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/>
          <p:cNvCxnSpPr/>
          <p:nvPr/>
        </p:nvCxnSpPr>
        <p:spPr>
          <a:xfrm flipH="1" flipV="1">
            <a:off x="6957141" y="9949624"/>
            <a:ext cx="928" cy="143043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/>
          <p:cNvCxnSpPr/>
          <p:nvPr/>
        </p:nvCxnSpPr>
        <p:spPr>
          <a:xfrm flipV="1">
            <a:off x="6948610" y="8016331"/>
            <a:ext cx="5357" cy="14512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/>
          <p:cNvCxnSpPr/>
          <p:nvPr/>
        </p:nvCxnSpPr>
        <p:spPr>
          <a:xfrm>
            <a:off x="3105477" y="8973147"/>
            <a:ext cx="210325" cy="3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/>
          <p:cNvCxnSpPr>
            <a:endCxn id="159" idx="0"/>
          </p:cNvCxnSpPr>
          <p:nvPr/>
        </p:nvCxnSpPr>
        <p:spPr>
          <a:xfrm>
            <a:off x="3107164" y="8487619"/>
            <a:ext cx="208639" cy="37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/>
          <p:cNvCxnSpPr/>
          <p:nvPr/>
        </p:nvCxnSpPr>
        <p:spPr>
          <a:xfrm>
            <a:off x="3083012" y="7998822"/>
            <a:ext cx="23279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Freeform 157"/>
          <p:cNvSpPr/>
          <p:nvPr/>
        </p:nvSpPr>
        <p:spPr>
          <a:xfrm rot="21316089">
            <a:off x="3312099" y="7887452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Freeform 158"/>
          <p:cNvSpPr/>
          <p:nvPr/>
        </p:nvSpPr>
        <p:spPr>
          <a:xfrm rot="21316089">
            <a:off x="3312098" y="8385246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Freeform 159"/>
          <p:cNvSpPr/>
          <p:nvPr/>
        </p:nvSpPr>
        <p:spPr>
          <a:xfrm rot="21316089">
            <a:off x="3312097" y="8869278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2" name="Straight Connector 161"/>
          <p:cNvCxnSpPr/>
          <p:nvPr/>
        </p:nvCxnSpPr>
        <p:spPr>
          <a:xfrm>
            <a:off x="3571197" y="8497327"/>
            <a:ext cx="1570802" cy="32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/>
          <p:cNvCxnSpPr/>
          <p:nvPr/>
        </p:nvCxnSpPr>
        <p:spPr>
          <a:xfrm flipV="1">
            <a:off x="3574220" y="7998822"/>
            <a:ext cx="919714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/>
          <p:cNvCxnSpPr>
            <a:endCxn id="176" idx="0"/>
          </p:cNvCxnSpPr>
          <p:nvPr/>
        </p:nvCxnSpPr>
        <p:spPr>
          <a:xfrm>
            <a:off x="3128668" y="9838464"/>
            <a:ext cx="210325" cy="3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Freeform 175"/>
          <p:cNvSpPr/>
          <p:nvPr/>
        </p:nvSpPr>
        <p:spPr>
          <a:xfrm rot="21316089">
            <a:off x="3335288" y="9732342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7" name="Straight Connector 176"/>
          <p:cNvCxnSpPr>
            <a:endCxn id="178" idx="0"/>
          </p:cNvCxnSpPr>
          <p:nvPr/>
        </p:nvCxnSpPr>
        <p:spPr>
          <a:xfrm>
            <a:off x="3113396" y="10339372"/>
            <a:ext cx="210325" cy="3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Freeform 177"/>
          <p:cNvSpPr/>
          <p:nvPr/>
        </p:nvSpPr>
        <p:spPr>
          <a:xfrm rot="21316089">
            <a:off x="3320016" y="10233250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5" name="Straight Connector 184"/>
          <p:cNvCxnSpPr/>
          <p:nvPr/>
        </p:nvCxnSpPr>
        <p:spPr>
          <a:xfrm>
            <a:off x="3566303" y="8978929"/>
            <a:ext cx="928757" cy="32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/>
          <p:cNvCxnSpPr/>
          <p:nvPr/>
        </p:nvCxnSpPr>
        <p:spPr>
          <a:xfrm>
            <a:off x="3589492" y="9835219"/>
            <a:ext cx="928757" cy="32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/>
          <p:cNvCxnSpPr>
            <a:stCxn id="178" idx="3"/>
            <a:endCxn id="206" idx="3"/>
          </p:cNvCxnSpPr>
          <p:nvPr/>
        </p:nvCxnSpPr>
        <p:spPr>
          <a:xfrm>
            <a:off x="3564566" y="10329171"/>
            <a:ext cx="1373266" cy="464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/>
          <p:cNvCxnSpPr/>
          <p:nvPr/>
        </p:nvCxnSpPr>
        <p:spPr>
          <a:xfrm>
            <a:off x="3125306" y="10832140"/>
            <a:ext cx="1392943" cy="32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/>
          <p:cNvCxnSpPr/>
          <p:nvPr/>
        </p:nvCxnSpPr>
        <p:spPr>
          <a:xfrm flipH="1" flipV="1">
            <a:off x="4511591" y="9823293"/>
            <a:ext cx="6658" cy="10120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/>
          <p:cNvCxnSpPr/>
          <p:nvPr/>
        </p:nvCxnSpPr>
        <p:spPr>
          <a:xfrm flipH="1" flipV="1">
            <a:off x="4486147" y="7988365"/>
            <a:ext cx="6658" cy="10120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Isosceles Triangle 202"/>
          <p:cNvSpPr/>
          <p:nvPr/>
        </p:nvSpPr>
        <p:spPr>
          <a:xfrm rot="16200000">
            <a:off x="6357996" y="8412691"/>
            <a:ext cx="197202" cy="227996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Isosceles Triangle 203"/>
          <p:cNvSpPr/>
          <p:nvPr/>
        </p:nvSpPr>
        <p:spPr>
          <a:xfrm rot="5400000">
            <a:off x="4932998" y="8382618"/>
            <a:ext cx="197202" cy="227996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Isosceles Triangle 204"/>
          <p:cNvSpPr/>
          <p:nvPr/>
        </p:nvSpPr>
        <p:spPr>
          <a:xfrm rot="16200000">
            <a:off x="6380858" y="10349470"/>
            <a:ext cx="197202" cy="227996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Isosceles Triangle 205"/>
          <p:cNvSpPr/>
          <p:nvPr/>
        </p:nvSpPr>
        <p:spPr>
          <a:xfrm rot="5400000">
            <a:off x="4953229" y="10219821"/>
            <a:ext cx="197202" cy="227996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3" name="Straight Connector 222"/>
          <p:cNvCxnSpPr>
            <a:stCxn id="97" idx="0"/>
            <a:endCxn id="24" idx="2"/>
          </p:cNvCxnSpPr>
          <p:nvPr/>
        </p:nvCxnSpPr>
        <p:spPr>
          <a:xfrm flipH="1" flipV="1">
            <a:off x="5742571" y="4495470"/>
            <a:ext cx="836" cy="377841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/>
          <p:cNvCxnSpPr/>
          <p:nvPr/>
        </p:nvCxnSpPr>
        <p:spPr>
          <a:xfrm>
            <a:off x="5747208" y="4506450"/>
            <a:ext cx="72429" cy="1577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/>
          <p:cNvCxnSpPr/>
          <p:nvPr/>
        </p:nvCxnSpPr>
        <p:spPr>
          <a:xfrm flipH="1">
            <a:off x="5664635" y="4502358"/>
            <a:ext cx="80131" cy="1558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ectangle 166"/>
          <p:cNvSpPr/>
          <p:nvPr/>
        </p:nvSpPr>
        <p:spPr>
          <a:xfrm>
            <a:off x="8600350" y="11109665"/>
            <a:ext cx="1167214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CreateStepList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68" name="Rectangle 167"/>
          <p:cNvSpPr/>
          <p:nvPr/>
        </p:nvSpPr>
        <p:spPr>
          <a:xfrm>
            <a:off x="8592544" y="5619472"/>
            <a:ext cx="1795372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TutorialCategoryActivity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69" name="Straight Connector 168"/>
          <p:cNvCxnSpPr/>
          <p:nvPr/>
        </p:nvCxnSpPr>
        <p:spPr>
          <a:xfrm>
            <a:off x="8263810" y="5297241"/>
            <a:ext cx="318254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/>
          <p:cNvCxnSpPr/>
          <p:nvPr/>
        </p:nvCxnSpPr>
        <p:spPr>
          <a:xfrm>
            <a:off x="8274699" y="11249292"/>
            <a:ext cx="31825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/>
          <p:cNvCxnSpPr/>
          <p:nvPr/>
        </p:nvCxnSpPr>
        <p:spPr>
          <a:xfrm>
            <a:off x="8410544" y="10927065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Freeform 179"/>
          <p:cNvSpPr/>
          <p:nvPr/>
        </p:nvSpPr>
        <p:spPr>
          <a:xfrm rot="21316089">
            <a:off x="8159387" y="10825558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1" name="Straight Connector 180"/>
          <p:cNvCxnSpPr/>
          <p:nvPr/>
        </p:nvCxnSpPr>
        <p:spPr>
          <a:xfrm>
            <a:off x="6948610" y="10927065"/>
            <a:ext cx="1217232" cy="64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Rectangle 181"/>
          <p:cNvSpPr/>
          <p:nvPr/>
        </p:nvSpPr>
        <p:spPr>
          <a:xfrm>
            <a:off x="8602836" y="9177333"/>
            <a:ext cx="1271011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ManageStepList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83" name="Straight Connector 182"/>
          <p:cNvCxnSpPr/>
          <p:nvPr/>
        </p:nvCxnSpPr>
        <p:spPr>
          <a:xfrm>
            <a:off x="8284436" y="9302470"/>
            <a:ext cx="32151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/>
          <p:cNvCxnSpPr/>
          <p:nvPr/>
        </p:nvCxnSpPr>
        <p:spPr>
          <a:xfrm>
            <a:off x="8430571" y="9467576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Freeform 188"/>
          <p:cNvSpPr/>
          <p:nvPr/>
        </p:nvSpPr>
        <p:spPr>
          <a:xfrm rot="21316089">
            <a:off x="8176367" y="9363085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1" name="Straight Connector 190"/>
          <p:cNvCxnSpPr/>
          <p:nvPr/>
        </p:nvCxnSpPr>
        <p:spPr>
          <a:xfrm>
            <a:off x="6962206" y="9452136"/>
            <a:ext cx="1215913" cy="996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/>
          <p:cNvSpPr/>
          <p:nvPr/>
        </p:nvSpPr>
        <p:spPr>
          <a:xfrm>
            <a:off x="1361811" y="2637586"/>
            <a:ext cx="1751585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ShopCategoriesList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207" name="Straight Connector 206"/>
          <p:cNvCxnSpPr/>
          <p:nvPr/>
        </p:nvCxnSpPr>
        <p:spPr>
          <a:xfrm>
            <a:off x="3134767" y="2852509"/>
            <a:ext cx="30575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/>
          <p:cNvCxnSpPr/>
          <p:nvPr/>
        </p:nvCxnSpPr>
        <p:spPr>
          <a:xfrm>
            <a:off x="5649500" y="8057343"/>
            <a:ext cx="188835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/>
          <p:cNvCxnSpPr/>
          <p:nvPr/>
        </p:nvCxnSpPr>
        <p:spPr>
          <a:xfrm flipH="1">
            <a:off x="5646806" y="8057343"/>
            <a:ext cx="191530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ectangle 169"/>
          <p:cNvSpPr/>
          <p:nvPr/>
        </p:nvSpPr>
        <p:spPr>
          <a:xfrm>
            <a:off x="5097171" y="2369152"/>
            <a:ext cx="1427261" cy="37751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ViewProfileDetail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92" name="Straight Connector 191"/>
          <p:cNvCxnSpPr/>
          <p:nvPr/>
        </p:nvCxnSpPr>
        <p:spPr>
          <a:xfrm flipV="1">
            <a:off x="5810802" y="2756689"/>
            <a:ext cx="0" cy="13006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/>
          <p:cNvCxnSpPr/>
          <p:nvPr/>
        </p:nvCxnSpPr>
        <p:spPr>
          <a:xfrm>
            <a:off x="5739124" y="3878640"/>
            <a:ext cx="72429" cy="16031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/>
          <p:cNvCxnSpPr/>
          <p:nvPr/>
        </p:nvCxnSpPr>
        <p:spPr>
          <a:xfrm flipH="1">
            <a:off x="5810802" y="3878640"/>
            <a:ext cx="71092" cy="1584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/>
          <p:cNvCxnSpPr/>
          <p:nvPr/>
        </p:nvCxnSpPr>
        <p:spPr>
          <a:xfrm>
            <a:off x="5719965" y="2842428"/>
            <a:ext cx="188835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/>
          <p:cNvCxnSpPr/>
          <p:nvPr/>
        </p:nvCxnSpPr>
        <p:spPr>
          <a:xfrm flipH="1">
            <a:off x="5717271" y="2842428"/>
            <a:ext cx="191530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/>
          <p:cNvCxnSpPr/>
          <p:nvPr/>
        </p:nvCxnSpPr>
        <p:spPr>
          <a:xfrm flipV="1">
            <a:off x="6350478" y="4285616"/>
            <a:ext cx="1022515" cy="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/>
          <p:cNvCxnSpPr/>
          <p:nvPr/>
        </p:nvCxnSpPr>
        <p:spPr>
          <a:xfrm flipV="1">
            <a:off x="6337415" y="4209226"/>
            <a:ext cx="152656" cy="8320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/>
          <p:cNvCxnSpPr/>
          <p:nvPr/>
        </p:nvCxnSpPr>
        <p:spPr>
          <a:xfrm flipH="1" flipV="1">
            <a:off x="6342599" y="4280798"/>
            <a:ext cx="152656" cy="7274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/>
          <p:cNvCxnSpPr/>
          <p:nvPr/>
        </p:nvCxnSpPr>
        <p:spPr>
          <a:xfrm flipV="1">
            <a:off x="4249862" y="4293783"/>
            <a:ext cx="892137" cy="20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/>
          <p:cNvCxnSpPr/>
          <p:nvPr/>
        </p:nvCxnSpPr>
        <p:spPr>
          <a:xfrm flipV="1">
            <a:off x="4988507" y="4288796"/>
            <a:ext cx="152656" cy="8320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/>
          <p:cNvCxnSpPr/>
          <p:nvPr/>
        </p:nvCxnSpPr>
        <p:spPr>
          <a:xfrm flipH="1" flipV="1">
            <a:off x="4988507" y="4221035"/>
            <a:ext cx="152656" cy="7274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2" name="Isosceles Triangle 211"/>
          <p:cNvSpPr/>
          <p:nvPr/>
        </p:nvSpPr>
        <p:spPr>
          <a:xfrm rot="10800000">
            <a:off x="5929928" y="8089986"/>
            <a:ext cx="230074" cy="195421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3" name="Straight Connector 212"/>
          <p:cNvCxnSpPr/>
          <p:nvPr/>
        </p:nvCxnSpPr>
        <p:spPr>
          <a:xfrm>
            <a:off x="6043617" y="4704623"/>
            <a:ext cx="1944486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/>
          <p:cNvCxnSpPr>
            <a:stCxn id="212" idx="3"/>
          </p:cNvCxnSpPr>
          <p:nvPr/>
        </p:nvCxnSpPr>
        <p:spPr>
          <a:xfrm flipH="1" flipV="1">
            <a:off x="6043617" y="4704623"/>
            <a:ext cx="1348" cy="338536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Rectangle 214"/>
          <p:cNvSpPr/>
          <p:nvPr/>
        </p:nvSpPr>
        <p:spPr>
          <a:xfrm>
            <a:off x="8572091" y="4055099"/>
            <a:ext cx="1961767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ChangePasswordActivity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216" name="Straight Connector 215"/>
          <p:cNvCxnSpPr>
            <a:stCxn id="218" idx="4"/>
          </p:cNvCxnSpPr>
          <p:nvPr/>
        </p:nvCxnSpPr>
        <p:spPr>
          <a:xfrm>
            <a:off x="8422720" y="4346600"/>
            <a:ext cx="149371" cy="583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/>
          <p:cNvCxnSpPr>
            <a:endCxn id="218" idx="0"/>
          </p:cNvCxnSpPr>
          <p:nvPr/>
        </p:nvCxnSpPr>
        <p:spPr>
          <a:xfrm>
            <a:off x="7965012" y="4357433"/>
            <a:ext cx="2095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Freeform 217"/>
          <p:cNvSpPr/>
          <p:nvPr/>
        </p:nvSpPr>
        <p:spPr>
          <a:xfrm rot="21316089">
            <a:off x="8170896" y="4251281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  </a:t>
            </a:r>
            <a:endParaRPr lang="en-US" dirty="0"/>
          </a:p>
        </p:txBody>
      </p:sp>
      <p:cxnSp>
        <p:nvCxnSpPr>
          <p:cNvPr id="256" name="Straight Connector 255"/>
          <p:cNvCxnSpPr/>
          <p:nvPr/>
        </p:nvCxnSpPr>
        <p:spPr>
          <a:xfrm>
            <a:off x="8276097" y="4179874"/>
            <a:ext cx="310439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ectangle 218"/>
          <p:cNvSpPr/>
          <p:nvPr/>
        </p:nvSpPr>
        <p:spPr>
          <a:xfrm>
            <a:off x="1419444" y="5028756"/>
            <a:ext cx="1690183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SendMessageActivity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220" name="Straight Connector 219"/>
          <p:cNvCxnSpPr>
            <a:stCxn id="219" idx="3"/>
          </p:cNvCxnSpPr>
          <p:nvPr/>
        </p:nvCxnSpPr>
        <p:spPr>
          <a:xfrm>
            <a:off x="3109627" y="5230431"/>
            <a:ext cx="30230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Rectangle 220"/>
          <p:cNvSpPr/>
          <p:nvPr/>
        </p:nvSpPr>
        <p:spPr>
          <a:xfrm>
            <a:off x="1792184" y="7238230"/>
            <a:ext cx="1286186" cy="3731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Follow</a:t>
            </a:r>
            <a:r>
              <a:rPr lang="en-US" sz="1200" b="1" dirty="0" err="1" smtClean="0">
                <a:solidFill>
                  <a:schemeClr val="tx1"/>
                </a:solidFill>
              </a:rPr>
              <a:t>List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222" name="Straight Connector 221"/>
          <p:cNvCxnSpPr/>
          <p:nvPr/>
        </p:nvCxnSpPr>
        <p:spPr>
          <a:xfrm>
            <a:off x="3078370" y="7422472"/>
            <a:ext cx="33286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2238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888</TotalTime>
  <Words>50</Words>
  <Application>Microsoft Macintosh PowerPoint</Application>
  <PresentationFormat>Custom</PresentationFormat>
  <Paragraphs>49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24</cp:revision>
  <dcterms:created xsi:type="dcterms:W3CDTF">2014-07-03T13:41:19Z</dcterms:created>
  <dcterms:modified xsi:type="dcterms:W3CDTF">2014-10-13T08:34:20Z</dcterms:modified>
</cp:coreProperties>
</file>