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599988" cy="12599988"/>
  <p:notesSz cx="6858000" cy="9144000"/>
  <p:defaultTextStyle>
    <a:defPPr>
      <a:defRPr lang="en-US"/>
    </a:defPPr>
    <a:lvl1pPr marL="0" algn="l" defTabSz="719999" rtl="0" eaLnBrk="1" latinLnBrk="0" hangingPunct="1">
      <a:defRPr sz="2800" kern="1200">
        <a:solidFill>
          <a:schemeClr val="tx1"/>
        </a:solidFill>
        <a:latin typeface="+mn-lt"/>
        <a:ea typeface="+mn-ea"/>
        <a:cs typeface="+mn-cs"/>
      </a:defRPr>
    </a:lvl1pPr>
    <a:lvl2pPr marL="719999" algn="l" defTabSz="719999" rtl="0" eaLnBrk="1" latinLnBrk="0" hangingPunct="1">
      <a:defRPr sz="2800" kern="1200">
        <a:solidFill>
          <a:schemeClr val="tx1"/>
        </a:solidFill>
        <a:latin typeface="+mn-lt"/>
        <a:ea typeface="+mn-ea"/>
        <a:cs typeface="+mn-cs"/>
      </a:defRPr>
    </a:lvl2pPr>
    <a:lvl3pPr marL="1439997" algn="l" defTabSz="719999" rtl="0" eaLnBrk="1" latinLnBrk="0" hangingPunct="1">
      <a:defRPr sz="2800" kern="1200">
        <a:solidFill>
          <a:schemeClr val="tx1"/>
        </a:solidFill>
        <a:latin typeface="+mn-lt"/>
        <a:ea typeface="+mn-ea"/>
        <a:cs typeface="+mn-cs"/>
      </a:defRPr>
    </a:lvl3pPr>
    <a:lvl4pPr marL="2159996" algn="l" defTabSz="719999" rtl="0" eaLnBrk="1" latinLnBrk="0" hangingPunct="1">
      <a:defRPr sz="2800" kern="1200">
        <a:solidFill>
          <a:schemeClr val="tx1"/>
        </a:solidFill>
        <a:latin typeface="+mn-lt"/>
        <a:ea typeface="+mn-ea"/>
        <a:cs typeface="+mn-cs"/>
      </a:defRPr>
    </a:lvl4pPr>
    <a:lvl5pPr marL="2879994" algn="l" defTabSz="719999" rtl="0" eaLnBrk="1" latinLnBrk="0" hangingPunct="1">
      <a:defRPr sz="2800" kern="1200">
        <a:solidFill>
          <a:schemeClr val="tx1"/>
        </a:solidFill>
        <a:latin typeface="+mn-lt"/>
        <a:ea typeface="+mn-ea"/>
        <a:cs typeface="+mn-cs"/>
      </a:defRPr>
    </a:lvl5pPr>
    <a:lvl6pPr marL="3599993" algn="l" defTabSz="719999" rtl="0" eaLnBrk="1" latinLnBrk="0" hangingPunct="1">
      <a:defRPr sz="2800" kern="1200">
        <a:solidFill>
          <a:schemeClr val="tx1"/>
        </a:solidFill>
        <a:latin typeface="+mn-lt"/>
        <a:ea typeface="+mn-ea"/>
        <a:cs typeface="+mn-cs"/>
      </a:defRPr>
    </a:lvl6pPr>
    <a:lvl7pPr marL="4319991" algn="l" defTabSz="719999" rtl="0" eaLnBrk="1" latinLnBrk="0" hangingPunct="1">
      <a:defRPr sz="2800" kern="1200">
        <a:solidFill>
          <a:schemeClr val="tx1"/>
        </a:solidFill>
        <a:latin typeface="+mn-lt"/>
        <a:ea typeface="+mn-ea"/>
        <a:cs typeface="+mn-cs"/>
      </a:defRPr>
    </a:lvl7pPr>
    <a:lvl8pPr marL="5039990" algn="l" defTabSz="719999" rtl="0" eaLnBrk="1" latinLnBrk="0" hangingPunct="1">
      <a:defRPr sz="2800" kern="1200">
        <a:solidFill>
          <a:schemeClr val="tx1"/>
        </a:solidFill>
        <a:latin typeface="+mn-lt"/>
        <a:ea typeface="+mn-ea"/>
        <a:cs typeface="+mn-cs"/>
      </a:defRPr>
    </a:lvl8pPr>
    <a:lvl9pPr marL="5759988" algn="l" defTabSz="719999" rtl="0" eaLnBrk="1" latinLnBrk="0" hangingPunct="1">
      <a:defRPr sz="2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81" d="100"/>
          <a:sy n="81" d="100"/>
        </p:scale>
        <p:origin x="-976" y="2856"/>
      </p:cViewPr>
      <p:guideLst>
        <p:guide orient="horz" pos="3969"/>
        <p:guide pos="396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interSettings" Target="printerSettings/printerSettings1.bin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44999" y="3914164"/>
            <a:ext cx="10709990" cy="2700831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89998" y="7139993"/>
            <a:ext cx="8819992" cy="3219997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71999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43999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215999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87999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5999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43199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503999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57599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F18454-74F2-C84B-97E6-98512B570919}" type="datetimeFigureOut">
              <a:rPr lang="en-US" smtClean="0"/>
              <a:t>10/8/14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FE7FE2-E387-B64A-9D2D-7B493F7FFC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4788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F18454-74F2-C84B-97E6-98512B570919}" type="datetimeFigureOut">
              <a:rPr lang="en-US" smtClean="0"/>
              <a:t>10/8/14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FE7FE2-E387-B64A-9D2D-7B493F7FFC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11790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5312" y="8096660"/>
            <a:ext cx="10709990" cy="2502498"/>
          </a:xfrm>
        </p:spPr>
        <p:txBody>
          <a:bodyPr anchor="t"/>
          <a:lstStyle>
            <a:lvl1pPr algn="l">
              <a:defRPr sz="63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95312" y="5340414"/>
            <a:ext cx="10709990" cy="2756246"/>
          </a:xfrm>
        </p:spPr>
        <p:txBody>
          <a:bodyPr anchor="b"/>
          <a:lstStyle>
            <a:lvl1pPr marL="0" indent="0">
              <a:buNone/>
              <a:defRPr sz="3100">
                <a:solidFill>
                  <a:schemeClr val="tx1">
                    <a:tint val="75000"/>
                  </a:schemeClr>
                </a:solidFill>
              </a:defRPr>
            </a:lvl1pPr>
            <a:lvl2pPr marL="719999" indent="0">
              <a:buNone/>
              <a:defRPr sz="2800">
                <a:solidFill>
                  <a:schemeClr val="tx1">
                    <a:tint val="75000"/>
                  </a:schemeClr>
                </a:solidFill>
              </a:defRPr>
            </a:lvl2pPr>
            <a:lvl3pPr marL="1439997" indent="0">
              <a:buNone/>
              <a:defRPr sz="2500">
                <a:solidFill>
                  <a:schemeClr val="tx1">
                    <a:tint val="75000"/>
                  </a:schemeClr>
                </a:solidFill>
              </a:defRPr>
            </a:lvl3pPr>
            <a:lvl4pPr marL="2159996" indent="0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4pPr>
            <a:lvl5pPr marL="2879994" indent="0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5pPr>
            <a:lvl6pPr marL="3599993" indent="0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6pPr>
            <a:lvl7pPr marL="4319991" indent="0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7pPr>
            <a:lvl8pPr marL="5039990" indent="0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8pPr>
            <a:lvl9pPr marL="5759988" indent="0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F18454-74F2-C84B-97E6-98512B570919}" type="datetimeFigureOut">
              <a:rPr lang="en-US" smtClean="0"/>
              <a:t>10/8/14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FE7FE2-E387-B64A-9D2D-7B493F7FFC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27338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9999" y="2939998"/>
            <a:ext cx="5564995" cy="8315410"/>
          </a:xfrm>
        </p:spPr>
        <p:txBody>
          <a:bodyPr/>
          <a:lstStyle>
            <a:lvl1pPr>
              <a:defRPr sz="4400"/>
            </a:lvl1pPr>
            <a:lvl2pPr>
              <a:defRPr sz="3800"/>
            </a:lvl2pPr>
            <a:lvl3pPr>
              <a:defRPr sz="3100"/>
            </a:lvl3pPr>
            <a:lvl4pPr>
              <a:defRPr sz="2800"/>
            </a:lvl4pPr>
            <a:lvl5pPr>
              <a:defRPr sz="2800"/>
            </a:lvl5pPr>
            <a:lvl6pPr>
              <a:defRPr sz="2800"/>
            </a:lvl6pPr>
            <a:lvl7pPr>
              <a:defRPr sz="2800"/>
            </a:lvl7pPr>
            <a:lvl8pPr>
              <a:defRPr sz="2800"/>
            </a:lvl8pPr>
            <a:lvl9pPr>
              <a:defRPr sz="2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04994" y="2939998"/>
            <a:ext cx="5564995" cy="8315410"/>
          </a:xfrm>
        </p:spPr>
        <p:txBody>
          <a:bodyPr/>
          <a:lstStyle>
            <a:lvl1pPr>
              <a:defRPr sz="4400"/>
            </a:lvl1pPr>
            <a:lvl2pPr>
              <a:defRPr sz="3800"/>
            </a:lvl2pPr>
            <a:lvl3pPr>
              <a:defRPr sz="3100"/>
            </a:lvl3pPr>
            <a:lvl4pPr>
              <a:defRPr sz="2800"/>
            </a:lvl4pPr>
            <a:lvl5pPr>
              <a:defRPr sz="2800"/>
            </a:lvl5pPr>
            <a:lvl6pPr>
              <a:defRPr sz="2800"/>
            </a:lvl6pPr>
            <a:lvl7pPr>
              <a:defRPr sz="2800"/>
            </a:lvl7pPr>
            <a:lvl8pPr>
              <a:defRPr sz="2800"/>
            </a:lvl8pPr>
            <a:lvl9pPr>
              <a:defRPr sz="2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F18454-74F2-C84B-97E6-98512B570919}" type="datetimeFigureOut">
              <a:rPr lang="en-US" smtClean="0"/>
              <a:t>10/8/14 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FE7FE2-E387-B64A-9D2D-7B493F7FFC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92915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999" y="2820415"/>
            <a:ext cx="5567183" cy="1175415"/>
          </a:xfrm>
        </p:spPr>
        <p:txBody>
          <a:bodyPr anchor="b"/>
          <a:lstStyle>
            <a:lvl1pPr marL="0" indent="0">
              <a:buNone/>
              <a:defRPr sz="3800" b="1"/>
            </a:lvl1pPr>
            <a:lvl2pPr marL="719999" indent="0">
              <a:buNone/>
              <a:defRPr sz="3100" b="1"/>
            </a:lvl2pPr>
            <a:lvl3pPr marL="1439997" indent="0">
              <a:buNone/>
              <a:defRPr sz="2800" b="1"/>
            </a:lvl3pPr>
            <a:lvl4pPr marL="2159996" indent="0">
              <a:buNone/>
              <a:defRPr sz="2500" b="1"/>
            </a:lvl4pPr>
            <a:lvl5pPr marL="2879994" indent="0">
              <a:buNone/>
              <a:defRPr sz="2500" b="1"/>
            </a:lvl5pPr>
            <a:lvl6pPr marL="3599993" indent="0">
              <a:buNone/>
              <a:defRPr sz="2500" b="1"/>
            </a:lvl6pPr>
            <a:lvl7pPr marL="4319991" indent="0">
              <a:buNone/>
              <a:defRPr sz="2500" b="1"/>
            </a:lvl7pPr>
            <a:lvl8pPr marL="5039990" indent="0">
              <a:buNone/>
              <a:defRPr sz="2500" b="1"/>
            </a:lvl8pPr>
            <a:lvl9pPr marL="5759988" indent="0">
              <a:buNone/>
              <a:defRPr sz="25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999" y="3995830"/>
            <a:ext cx="5567183" cy="7259577"/>
          </a:xfrm>
        </p:spPr>
        <p:txBody>
          <a:bodyPr/>
          <a:lstStyle>
            <a:lvl1pPr>
              <a:defRPr sz="3800"/>
            </a:lvl1pPr>
            <a:lvl2pPr>
              <a:defRPr sz="3100"/>
            </a:lvl2pPr>
            <a:lvl3pPr>
              <a:defRPr sz="2800"/>
            </a:lvl3pPr>
            <a:lvl4pPr>
              <a:defRPr sz="2500"/>
            </a:lvl4pPr>
            <a:lvl5pPr>
              <a:defRPr sz="2500"/>
            </a:lvl5pPr>
            <a:lvl6pPr>
              <a:defRPr sz="2500"/>
            </a:lvl6pPr>
            <a:lvl7pPr>
              <a:defRPr sz="2500"/>
            </a:lvl7pPr>
            <a:lvl8pPr>
              <a:defRPr sz="2500"/>
            </a:lvl8pPr>
            <a:lvl9pPr>
              <a:defRPr sz="25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619" y="2820415"/>
            <a:ext cx="5569370" cy="1175415"/>
          </a:xfrm>
        </p:spPr>
        <p:txBody>
          <a:bodyPr anchor="b"/>
          <a:lstStyle>
            <a:lvl1pPr marL="0" indent="0">
              <a:buNone/>
              <a:defRPr sz="3800" b="1"/>
            </a:lvl1pPr>
            <a:lvl2pPr marL="719999" indent="0">
              <a:buNone/>
              <a:defRPr sz="3100" b="1"/>
            </a:lvl2pPr>
            <a:lvl3pPr marL="1439997" indent="0">
              <a:buNone/>
              <a:defRPr sz="2800" b="1"/>
            </a:lvl3pPr>
            <a:lvl4pPr marL="2159996" indent="0">
              <a:buNone/>
              <a:defRPr sz="2500" b="1"/>
            </a:lvl4pPr>
            <a:lvl5pPr marL="2879994" indent="0">
              <a:buNone/>
              <a:defRPr sz="2500" b="1"/>
            </a:lvl5pPr>
            <a:lvl6pPr marL="3599993" indent="0">
              <a:buNone/>
              <a:defRPr sz="2500" b="1"/>
            </a:lvl6pPr>
            <a:lvl7pPr marL="4319991" indent="0">
              <a:buNone/>
              <a:defRPr sz="2500" b="1"/>
            </a:lvl7pPr>
            <a:lvl8pPr marL="5039990" indent="0">
              <a:buNone/>
              <a:defRPr sz="2500" b="1"/>
            </a:lvl8pPr>
            <a:lvl9pPr marL="5759988" indent="0">
              <a:buNone/>
              <a:defRPr sz="25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00619" y="3995830"/>
            <a:ext cx="5569370" cy="7259577"/>
          </a:xfrm>
        </p:spPr>
        <p:txBody>
          <a:bodyPr/>
          <a:lstStyle>
            <a:lvl1pPr>
              <a:defRPr sz="3800"/>
            </a:lvl1pPr>
            <a:lvl2pPr>
              <a:defRPr sz="3100"/>
            </a:lvl2pPr>
            <a:lvl3pPr>
              <a:defRPr sz="2800"/>
            </a:lvl3pPr>
            <a:lvl4pPr>
              <a:defRPr sz="2500"/>
            </a:lvl4pPr>
            <a:lvl5pPr>
              <a:defRPr sz="2500"/>
            </a:lvl5pPr>
            <a:lvl6pPr>
              <a:defRPr sz="2500"/>
            </a:lvl6pPr>
            <a:lvl7pPr>
              <a:defRPr sz="2500"/>
            </a:lvl7pPr>
            <a:lvl8pPr>
              <a:defRPr sz="2500"/>
            </a:lvl8pPr>
            <a:lvl9pPr>
              <a:defRPr sz="25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F18454-74F2-C84B-97E6-98512B570919}" type="datetimeFigureOut">
              <a:rPr lang="en-US" smtClean="0"/>
              <a:t>10/8/14 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FE7FE2-E387-B64A-9D2D-7B493F7FFC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81331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F18454-74F2-C84B-97E6-98512B570919}" type="datetimeFigureOut">
              <a:rPr lang="en-US" smtClean="0"/>
              <a:t>10/8/14 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FE7FE2-E387-B64A-9D2D-7B493F7FFC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61423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F18454-74F2-C84B-97E6-98512B570919}" type="datetimeFigureOut">
              <a:rPr lang="en-US" smtClean="0"/>
              <a:t>10/8/14 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FE7FE2-E387-B64A-9D2D-7B493F7FFC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05464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000" y="501666"/>
            <a:ext cx="4145309" cy="2134998"/>
          </a:xfrm>
        </p:spPr>
        <p:txBody>
          <a:bodyPr anchor="b"/>
          <a:lstStyle>
            <a:lvl1pPr algn="l">
              <a:defRPr sz="31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26245" y="501667"/>
            <a:ext cx="7043743" cy="10753741"/>
          </a:xfrm>
        </p:spPr>
        <p:txBody>
          <a:bodyPr/>
          <a:lstStyle>
            <a:lvl1pPr>
              <a:defRPr sz="5000"/>
            </a:lvl1pPr>
            <a:lvl2pPr>
              <a:defRPr sz="4400"/>
            </a:lvl2pPr>
            <a:lvl3pPr>
              <a:defRPr sz="3800"/>
            </a:lvl3pPr>
            <a:lvl4pPr>
              <a:defRPr sz="3100"/>
            </a:lvl4pPr>
            <a:lvl5pPr>
              <a:defRPr sz="3100"/>
            </a:lvl5pPr>
            <a:lvl6pPr>
              <a:defRPr sz="3100"/>
            </a:lvl6pPr>
            <a:lvl7pPr>
              <a:defRPr sz="3100"/>
            </a:lvl7pPr>
            <a:lvl8pPr>
              <a:defRPr sz="3100"/>
            </a:lvl8pPr>
            <a:lvl9pPr>
              <a:defRPr sz="31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0000" y="2636665"/>
            <a:ext cx="4145309" cy="8618743"/>
          </a:xfrm>
        </p:spPr>
        <p:txBody>
          <a:bodyPr/>
          <a:lstStyle>
            <a:lvl1pPr marL="0" indent="0">
              <a:buNone/>
              <a:defRPr sz="2200"/>
            </a:lvl1pPr>
            <a:lvl2pPr marL="719999" indent="0">
              <a:buNone/>
              <a:defRPr sz="1900"/>
            </a:lvl2pPr>
            <a:lvl3pPr marL="1439997" indent="0">
              <a:buNone/>
              <a:defRPr sz="1600"/>
            </a:lvl3pPr>
            <a:lvl4pPr marL="2159996" indent="0">
              <a:buNone/>
              <a:defRPr sz="1400"/>
            </a:lvl4pPr>
            <a:lvl5pPr marL="2879994" indent="0">
              <a:buNone/>
              <a:defRPr sz="1400"/>
            </a:lvl5pPr>
            <a:lvl6pPr marL="3599993" indent="0">
              <a:buNone/>
              <a:defRPr sz="1400"/>
            </a:lvl6pPr>
            <a:lvl7pPr marL="4319991" indent="0">
              <a:buNone/>
              <a:defRPr sz="1400"/>
            </a:lvl7pPr>
            <a:lvl8pPr marL="5039990" indent="0">
              <a:buNone/>
              <a:defRPr sz="1400"/>
            </a:lvl8pPr>
            <a:lvl9pPr marL="5759988" indent="0">
              <a:buNone/>
              <a:defRPr sz="14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F18454-74F2-C84B-97E6-98512B570919}" type="datetimeFigureOut">
              <a:rPr lang="en-US" smtClean="0"/>
              <a:t>10/8/14 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FE7FE2-E387-B64A-9D2D-7B493F7FFC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21695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69686" y="8819992"/>
            <a:ext cx="7559993" cy="1041250"/>
          </a:xfrm>
        </p:spPr>
        <p:txBody>
          <a:bodyPr anchor="b"/>
          <a:lstStyle>
            <a:lvl1pPr algn="l">
              <a:defRPr sz="31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469686" y="1125832"/>
            <a:ext cx="7559993" cy="7559993"/>
          </a:xfrm>
        </p:spPr>
        <p:txBody>
          <a:bodyPr/>
          <a:lstStyle>
            <a:lvl1pPr marL="0" indent="0">
              <a:buNone/>
              <a:defRPr sz="5000"/>
            </a:lvl1pPr>
            <a:lvl2pPr marL="719999" indent="0">
              <a:buNone/>
              <a:defRPr sz="4400"/>
            </a:lvl2pPr>
            <a:lvl3pPr marL="1439997" indent="0">
              <a:buNone/>
              <a:defRPr sz="3800"/>
            </a:lvl3pPr>
            <a:lvl4pPr marL="2159996" indent="0">
              <a:buNone/>
              <a:defRPr sz="3100"/>
            </a:lvl4pPr>
            <a:lvl5pPr marL="2879994" indent="0">
              <a:buNone/>
              <a:defRPr sz="3100"/>
            </a:lvl5pPr>
            <a:lvl6pPr marL="3599993" indent="0">
              <a:buNone/>
              <a:defRPr sz="3100"/>
            </a:lvl6pPr>
            <a:lvl7pPr marL="4319991" indent="0">
              <a:buNone/>
              <a:defRPr sz="3100"/>
            </a:lvl7pPr>
            <a:lvl8pPr marL="5039990" indent="0">
              <a:buNone/>
              <a:defRPr sz="3100"/>
            </a:lvl8pPr>
            <a:lvl9pPr marL="5759988" indent="0">
              <a:buNone/>
              <a:defRPr sz="31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69686" y="9861241"/>
            <a:ext cx="7559993" cy="1478748"/>
          </a:xfrm>
        </p:spPr>
        <p:txBody>
          <a:bodyPr/>
          <a:lstStyle>
            <a:lvl1pPr marL="0" indent="0">
              <a:buNone/>
              <a:defRPr sz="2200"/>
            </a:lvl1pPr>
            <a:lvl2pPr marL="719999" indent="0">
              <a:buNone/>
              <a:defRPr sz="1900"/>
            </a:lvl2pPr>
            <a:lvl3pPr marL="1439997" indent="0">
              <a:buNone/>
              <a:defRPr sz="1600"/>
            </a:lvl3pPr>
            <a:lvl4pPr marL="2159996" indent="0">
              <a:buNone/>
              <a:defRPr sz="1400"/>
            </a:lvl4pPr>
            <a:lvl5pPr marL="2879994" indent="0">
              <a:buNone/>
              <a:defRPr sz="1400"/>
            </a:lvl5pPr>
            <a:lvl6pPr marL="3599993" indent="0">
              <a:buNone/>
              <a:defRPr sz="1400"/>
            </a:lvl6pPr>
            <a:lvl7pPr marL="4319991" indent="0">
              <a:buNone/>
              <a:defRPr sz="1400"/>
            </a:lvl7pPr>
            <a:lvl8pPr marL="5039990" indent="0">
              <a:buNone/>
              <a:defRPr sz="1400"/>
            </a:lvl8pPr>
            <a:lvl9pPr marL="5759988" indent="0">
              <a:buNone/>
              <a:defRPr sz="14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F18454-74F2-C84B-97E6-98512B570919}" type="datetimeFigureOut">
              <a:rPr lang="en-US" smtClean="0"/>
              <a:t>10/8/14 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FE7FE2-E387-B64A-9D2D-7B493F7FFC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89184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F18454-74F2-C84B-97E6-98512B570919}" type="datetimeFigureOut">
              <a:rPr lang="en-US" smtClean="0"/>
              <a:t>10/8/14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FE7FE2-E387-B64A-9D2D-7B493F7FFC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45693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134991" y="504585"/>
            <a:ext cx="2834997" cy="10750823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9999" y="504585"/>
            <a:ext cx="8294992" cy="10750823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F18454-74F2-C84B-97E6-98512B570919}" type="datetimeFigureOut">
              <a:rPr lang="en-US" smtClean="0"/>
              <a:t>10/8/14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FE7FE2-E387-B64A-9D2D-7B493F7FFC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29878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30000" y="504584"/>
            <a:ext cx="11339989" cy="2099998"/>
          </a:xfrm>
          <a:prstGeom prst="rect">
            <a:avLst/>
          </a:prstGeom>
        </p:spPr>
        <p:txBody>
          <a:bodyPr vert="horz" lIns="144000" tIns="72000" rIns="144000" bIns="7200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0000" y="2939998"/>
            <a:ext cx="11339989" cy="8315410"/>
          </a:xfrm>
          <a:prstGeom prst="rect">
            <a:avLst/>
          </a:prstGeom>
        </p:spPr>
        <p:txBody>
          <a:bodyPr vert="horz" lIns="144000" tIns="72000" rIns="144000" bIns="7200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30000" y="11678323"/>
            <a:ext cx="2939997" cy="670833"/>
          </a:xfrm>
          <a:prstGeom prst="rect">
            <a:avLst/>
          </a:prstGeom>
        </p:spPr>
        <p:txBody>
          <a:bodyPr vert="horz" lIns="144000" tIns="72000" rIns="144000" bIns="72000" rtlCol="0" anchor="ctr"/>
          <a:lstStyle>
            <a:lvl1pPr algn="l">
              <a:defRPr sz="1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9F18454-74F2-C84B-97E6-98512B570919}" type="datetimeFigureOut">
              <a:rPr lang="en-US" smtClean="0"/>
              <a:t>10/8/14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304996" y="11678323"/>
            <a:ext cx="3989996" cy="670833"/>
          </a:xfrm>
          <a:prstGeom prst="rect">
            <a:avLst/>
          </a:prstGeom>
        </p:spPr>
        <p:txBody>
          <a:bodyPr vert="horz" lIns="144000" tIns="72000" rIns="144000" bIns="72000" rtlCol="0" anchor="ctr"/>
          <a:lstStyle>
            <a:lvl1pPr algn="ctr">
              <a:defRPr sz="1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029992" y="11678323"/>
            <a:ext cx="2939997" cy="670833"/>
          </a:xfrm>
          <a:prstGeom prst="rect">
            <a:avLst/>
          </a:prstGeom>
        </p:spPr>
        <p:txBody>
          <a:bodyPr vert="horz" lIns="144000" tIns="72000" rIns="144000" bIns="72000" rtlCol="0" anchor="ctr"/>
          <a:lstStyle>
            <a:lvl1pPr algn="r">
              <a:defRPr sz="1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3FE7FE2-E387-B64A-9D2D-7B493F7FFC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5603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719999" rtl="0" eaLnBrk="1" latinLnBrk="0" hangingPunct="1">
        <a:spcBef>
          <a:spcPct val="0"/>
        </a:spcBef>
        <a:buNone/>
        <a:defRPr sz="69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39999" indent="-539999" algn="l" defTabSz="719999" rtl="0" eaLnBrk="1" latinLnBrk="0" hangingPunct="1">
        <a:spcBef>
          <a:spcPct val="20000"/>
        </a:spcBef>
        <a:buFont typeface="Arial"/>
        <a:buChar char="•"/>
        <a:defRPr sz="5000" kern="1200">
          <a:solidFill>
            <a:schemeClr val="tx1"/>
          </a:solidFill>
          <a:latin typeface="+mn-lt"/>
          <a:ea typeface="+mn-ea"/>
          <a:cs typeface="+mn-cs"/>
        </a:defRPr>
      </a:lvl1pPr>
      <a:lvl2pPr marL="1169998" indent="-449999" algn="l" defTabSz="719999" rtl="0" eaLnBrk="1" latinLnBrk="0" hangingPunct="1">
        <a:spcBef>
          <a:spcPct val="20000"/>
        </a:spcBef>
        <a:buFont typeface="Arial"/>
        <a:buChar char="–"/>
        <a:defRPr sz="4400" kern="1200">
          <a:solidFill>
            <a:schemeClr val="tx1"/>
          </a:solidFill>
          <a:latin typeface="+mn-lt"/>
          <a:ea typeface="+mn-ea"/>
          <a:cs typeface="+mn-cs"/>
        </a:defRPr>
      </a:lvl2pPr>
      <a:lvl3pPr marL="1799996" indent="-359999" algn="l" defTabSz="719999" rtl="0" eaLnBrk="1" latinLnBrk="0" hangingPunct="1">
        <a:spcBef>
          <a:spcPct val="20000"/>
        </a:spcBef>
        <a:buFont typeface="Arial"/>
        <a:buChar char="•"/>
        <a:defRPr sz="3800" kern="1200">
          <a:solidFill>
            <a:schemeClr val="tx1"/>
          </a:solidFill>
          <a:latin typeface="+mn-lt"/>
          <a:ea typeface="+mn-ea"/>
          <a:cs typeface="+mn-cs"/>
        </a:defRPr>
      </a:lvl3pPr>
      <a:lvl4pPr marL="2519995" indent="-359999" algn="l" defTabSz="719999" rtl="0" eaLnBrk="1" latinLnBrk="0" hangingPunct="1">
        <a:spcBef>
          <a:spcPct val="20000"/>
        </a:spcBef>
        <a:buFont typeface="Arial"/>
        <a:buChar char="–"/>
        <a:defRPr sz="3100" kern="1200">
          <a:solidFill>
            <a:schemeClr val="tx1"/>
          </a:solidFill>
          <a:latin typeface="+mn-lt"/>
          <a:ea typeface="+mn-ea"/>
          <a:cs typeface="+mn-cs"/>
        </a:defRPr>
      </a:lvl4pPr>
      <a:lvl5pPr marL="3239994" indent="-359999" algn="l" defTabSz="719999" rtl="0" eaLnBrk="1" latinLnBrk="0" hangingPunct="1">
        <a:spcBef>
          <a:spcPct val="20000"/>
        </a:spcBef>
        <a:buFont typeface="Arial"/>
        <a:buChar char="»"/>
        <a:defRPr sz="3100" kern="1200">
          <a:solidFill>
            <a:schemeClr val="tx1"/>
          </a:solidFill>
          <a:latin typeface="+mn-lt"/>
          <a:ea typeface="+mn-ea"/>
          <a:cs typeface="+mn-cs"/>
        </a:defRPr>
      </a:lvl5pPr>
      <a:lvl6pPr marL="3959992" indent="-359999" algn="l" defTabSz="719999" rtl="0" eaLnBrk="1" latinLnBrk="0" hangingPunct="1">
        <a:spcBef>
          <a:spcPct val="20000"/>
        </a:spcBef>
        <a:buFont typeface="Arial"/>
        <a:buChar char="•"/>
        <a:defRPr sz="3100" kern="1200">
          <a:solidFill>
            <a:schemeClr val="tx1"/>
          </a:solidFill>
          <a:latin typeface="+mn-lt"/>
          <a:ea typeface="+mn-ea"/>
          <a:cs typeface="+mn-cs"/>
        </a:defRPr>
      </a:lvl6pPr>
      <a:lvl7pPr marL="4679991" indent="-359999" algn="l" defTabSz="719999" rtl="0" eaLnBrk="1" latinLnBrk="0" hangingPunct="1">
        <a:spcBef>
          <a:spcPct val="20000"/>
        </a:spcBef>
        <a:buFont typeface="Arial"/>
        <a:buChar char="•"/>
        <a:defRPr sz="3100" kern="1200">
          <a:solidFill>
            <a:schemeClr val="tx1"/>
          </a:solidFill>
          <a:latin typeface="+mn-lt"/>
          <a:ea typeface="+mn-ea"/>
          <a:cs typeface="+mn-cs"/>
        </a:defRPr>
      </a:lvl7pPr>
      <a:lvl8pPr marL="5399989" indent="-359999" algn="l" defTabSz="719999" rtl="0" eaLnBrk="1" latinLnBrk="0" hangingPunct="1">
        <a:spcBef>
          <a:spcPct val="20000"/>
        </a:spcBef>
        <a:buFont typeface="Arial"/>
        <a:buChar char="•"/>
        <a:defRPr sz="3100" kern="1200">
          <a:solidFill>
            <a:schemeClr val="tx1"/>
          </a:solidFill>
          <a:latin typeface="+mn-lt"/>
          <a:ea typeface="+mn-ea"/>
          <a:cs typeface="+mn-cs"/>
        </a:defRPr>
      </a:lvl8pPr>
      <a:lvl9pPr marL="6119988" indent="-359999" algn="l" defTabSz="719999" rtl="0" eaLnBrk="1" latinLnBrk="0" hangingPunct="1">
        <a:spcBef>
          <a:spcPct val="20000"/>
        </a:spcBef>
        <a:buFont typeface="Arial"/>
        <a:buChar char="•"/>
        <a:defRPr sz="31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19999" rtl="0" eaLnBrk="1" latinLnBrk="0" hangingPunct="1"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719999" algn="l" defTabSz="719999" rtl="0" eaLnBrk="1" latinLnBrk="0" hangingPunct="1"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439997" algn="l" defTabSz="719999" rtl="0" eaLnBrk="1" latinLnBrk="0" hangingPunct="1"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2159996" algn="l" defTabSz="719999" rtl="0" eaLnBrk="1" latinLnBrk="0" hangingPunct="1">
        <a:defRPr sz="2800" kern="1200">
          <a:solidFill>
            <a:schemeClr val="tx1"/>
          </a:solidFill>
          <a:latin typeface="+mn-lt"/>
          <a:ea typeface="+mn-ea"/>
          <a:cs typeface="+mn-cs"/>
        </a:defRPr>
      </a:lvl4pPr>
      <a:lvl5pPr marL="2879994" algn="l" defTabSz="719999" rtl="0" eaLnBrk="1" latinLnBrk="0" hangingPunct="1">
        <a:defRPr sz="2800" kern="1200">
          <a:solidFill>
            <a:schemeClr val="tx1"/>
          </a:solidFill>
          <a:latin typeface="+mn-lt"/>
          <a:ea typeface="+mn-ea"/>
          <a:cs typeface="+mn-cs"/>
        </a:defRPr>
      </a:lvl5pPr>
      <a:lvl6pPr marL="3599993" algn="l" defTabSz="719999" rtl="0" eaLnBrk="1" latinLnBrk="0" hangingPunct="1">
        <a:defRPr sz="2800" kern="1200">
          <a:solidFill>
            <a:schemeClr val="tx1"/>
          </a:solidFill>
          <a:latin typeface="+mn-lt"/>
          <a:ea typeface="+mn-ea"/>
          <a:cs typeface="+mn-cs"/>
        </a:defRPr>
      </a:lvl6pPr>
      <a:lvl7pPr marL="4319991" algn="l" defTabSz="719999" rtl="0" eaLnBrk="1" latinLnBrk="0" hangingPunct="1">
        <a:defRPr sz="2800" kern="1200">
          <a:solidFill>
            <a:schemeClr val="tx1"/>
          </a:solidFill>
          <a:latin typeface="+mn-lt"/>
          <a:ea typeface="+mn-ea"/>
          <a:cs typeface="+mn-cs"/>
        </a:defRPr>
      </a:lvl7pPr>
      <a:lvl8pPr marL="5039990" algn="l" defTabSz="719999" rtl="0" eaLnBrk="1" latinLnBrk="0" hangingPunct="1">
        <a:defRPr sz="2800" kern="1200">
          <a:solidFill>
            <a:schemeClr val="tx1"/>
          </a:solidFill>
          <a:latin typeface="+mn-lt"/>
          <a:ea typeface="+mn-ea"/>
          <a:cs typeface="+mn-cs"/>
        </a:defRPr>
      </a:lvl8pPr>
      <a:lvl9pPr marL="5759988" algn="l" defTabSz="719999" rtl="0" eaLnBrk="1" latinLnBrk="0" hangingPunct="1">
        <a:defRPr sz="2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5097678" y="972131"/>
            <a:ext cx="1447276" cy="66914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Straight Connector 4"/>
          <p:cNvCxnSpPr/>
          <p:nvPr/>
        </p:nvCxnSpPr>
        <p:spPr>
          <a:xfrm>
            <a:off x="5097678" y="1187636"/>
            <a:ext cx="1447276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8592544" y="1611517"/>
            <a:ext cx="1167214" cy="39084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 smtClean="0">
                <a:solidFill>
                  <a:schemeClr val="tx1"/>
                </a:solidFill>
              </a:rPr>
              <a:t>LoginActivity</a:t>
            </a:r>
            <a:endParaRPr lang="en-US" sz="1200" b="1" dirty="0">
              <a:solidFill>
                <a:schemeClr val="tx1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513328" y="931915"/>
            <a:ext cx="7949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 smtClean="0"/>
              <a:t>Activity</a:t>
            </a:r>
            <a:endParaRPr lang="en-US" sz="1200" b="1" dirty="0"/>
          </a:p>
        </p:txBody>
      </p:sp>
      <p:sp>
        <p:nvSpPr>
          <p:cNvPr id="8" name="Rectangle 7"/>
          <p:cNvSpPr/>
          <p:nvPr/>
        </p:nvSpPr>
        <p:spPr>
          <a:xfrm>
            <a:off x="8575146" y="2596680"/>
            <a:ext cx="1271937" cy="37435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 smtClean="0">
                <a:solidFill>
                  <a:schemeClr val="tx1"/>
                </a:solidFill>
              </a:rPr>
              <a:t>RegisterActivity</a:t>
            </a:r>
            <a:endParaRPr lang="en-US" sz="1200" b="1" dirty="0">
              <a:solidFill>
                <a:schemeClr val="tx1"/>
              </a:solidFill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575149" y="3062464"/>
            <a:ext cx="1635924" cy="3866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 smtClean="0">
                <a:solidFill>
                  <a:schemeClr val="tx1"/>
                </a:solidFill>
              </a:rPr>
              <a:t>HomeBloggerActivity</a:t>
            </a:r>
            <a:endParaRPr lang="en-US" sz="1200" b="1" dirty="0">
              <a:solidFill>
                <a:schemeClr val="tx1"/>
              </a:solidFill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8575146" y="3540691"/>
            <a:ext cx="1961767" cy="43787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 smtClean="0">
                <a:solidFill>
                  <a:schemeClr val="tx1"/>
                </a:solidFill>
              </a:rPr>
              <a:t>ProfileManagementActivity</a:t>
            </a:r>
            <a:endParaRPr lang="en-US" sz="1200" b="1" dirty="0">
              <a:solidFill>
                <a:schemeClr val="tx1"/>
              </a:solidFill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592544" y="9650760"/>
            <a:ext cx="1167214" cy="41066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 smtClean="0">
                <a:solidFill>
                  <a:schemeClr val="tx1"/>
                </a:solidFill>
              </a:rPr>
              <a:t>CreateTutorial</a:t>
            </a:r>
            <a:endParaRPr lang="en-US" sz="1200" b="1" dirty="0">
              <a:solidFill>
                <a:schemeClr val="tx1"/>
              </a:solidFill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8601910" y="7726852"/>
            <a:ext cx="1271937" cy="41008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 smtClean="0">
                <a:solidFill>
                  <a:schemeClr val="tx1"/>
                </a:solidFill>
              </a:rPr>
              <a:t>ManageTutorial</a:t>
            </a:r>
            <a:endParaRPr lang="en-US" sz="1200" b="1" dirty="0">
              <a:solidFill>
                <a:schemeClr val="tx1"/>
              </a:solidFill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577055" y="4550368"/>
            <a:ext cx="1807803" cy="41008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 smtClean="0">
                <a:solidFill>
                  <a:schemeClr val="tx1"/>
                </a:solidFill>
              </a:rPr>
              <a:t>TutorialRandomActivity</a:t>
            </a:r>
            <a:endParaRPr lang="en-US" sz="1200" b="1" dirty="0">
              <a:solidFill>
                <a:schemeClr val="tx1"/>
              </a:solidFill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6662923" y="2376486"/>
            <a:ext cx="1420139" cy="37617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 smtClean="0">
                <a:solidFill>
                  <a:schemeClr val="tx1"/>
                </a:solidFill>
              </a:rPr>
              <a:t>ViewTutorialDetail</a:t>
            </a:r>
            <a:endParaRPr lang="en-US" sz="1200" b="1" dirty="0">
              <a:solidFill>
                <a:schemeClr val="tx1"/>
              </a:solidFill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1825771" y="9549734"/>
            <a:ext cx="1286186" cy="39084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 smtClean="0">
                <a:solidFill>
                  <a:schemeClr val="tx1"/>
                </a:solidFill>
              </a:rPr>
              <a:t>CreateShop</a:t>
            </a:r>
            <a:endParaRPr lang="en-US" sz="1200" b="1" dirty="0">
              <a:solidFill>
                <a:schemeClr val="tx1"/>
              </a:solidFill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792184" y="7737803"/>
            <a:ext cx="1286186" cy="35294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 smtClean="0">
                <a:solidFill>
                  <a:schemeClr val="tx1"/>
                </a:solidFill>
              </a:rPr>
              <a:t>ManageShop</a:t>
            </a:r>
            <a:endParaRPr lang="en-US" sz="1200" b="1" dirty="0">
              <a:solidFill>
                <a:schemeClr val="tx1"/>
              </a:solidFill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1361811" y="1590220"/>
            <a:ext cx="1743668" cy="41478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 smtClean="0">
                <a:solidFill>
                  <a:schemeClr val="tx1"/>
                </a:solidFill>
              </a:rPr>
              <a:t>ShopRandom</a:t>
            </a:r>
            <a:r>
              <a:rPr lang="en-US" sz="1200" b="1" dirty="0" smtClean="0">
                <a:solidFill>
                  <a:schemeClr val="tx1"/>
                </a:solidFill>
              </a:rPr>
              <a:t> Activity</a:t>
            </a:r>
            <a:endParaRPr lang="en-US" sz="1200" b="1" dirty="0">
              <a:solidFill>
                <a:schemeClr val="tx1"/>
              </a:solidFill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1408346" y="6189452"/>
            <a:ext cx="1690184" cy="40335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 smtClean="0">
                <a:solidFill>
                  <a:schemeClr val="tx1"/>
                </a:solidFill>
              </a:rPr>
              <a:t>NotificationActivity</a:t>
            </a:r>
            <a:endParaRPr lang="en-US" sz="1200" b="1" dirty="0">
              <a:solidFill>
                <a:schemeClr val="tx1"/>
              </a:solidFill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1827951" y="3823623"/>
            <a:ext cx="1286186" cy="41066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 smtClean="0">
                <a:solidFill>
                  <a:schemeClr val="tx1"/>
                </a:solidFill>
              </a:rPr>
              <a:t>GoogleMaps</a:t>
            </a:r>
            <a:endParaRPr lang="en-US" sz="1200" b="1" dirty="0">
              <a:solidFill>
                <a:schemeClr val="tx1"/>
              </a:solidFill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1424424" y="4451612"/>
            <a:ext cx="1690183" cy="40335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 smtClean="0">
                <a:solidFill>
                  <a:schemeClr val="tx1"/>
                </a:solidFill>
              </a:rPr>
              <a:t>MessageManagement</a:t>
            </a:r>
            <a:endParaRPr lang="en-US" sz="1200" b="1" dirty="0">
              <a:solidFill>
                <a:schemeClr val="tx1"/>
              </a:solidFill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1408346" y="5612032"/>
            <a:ext cx="1690184" cy="40335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 smtClean="0">
                <a:solidFill>
                  <a:schemeClr val="tx1"/>
                </a:solidFill>
              </a:rPr>
              <a:t>SearchBloggerActivity</a:t>
            </a:r>
            <a:endParaRPr lang="en-US" sz="1200" b="1" dirty="0">
              <a:solidFill>
                <a:schemeClr val="tx1"/>
              </a:solidFill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3520771" y="2376486"/>
            <a:ext cx="1448796" cy="37018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 smtClean="0">
                <a:solidFill>
                  <a:schemeClr val="tx1"/>
                </a:solidFill>
              </a:rPr>
              <a:t>ViewShopDetail</a:t>
            </a:r>
            <a:endParaRPr lang="en-US" sz="1200" b="1" dirty="0">
              <a:solidFill>
                <a:schemeClr val="tx1"/>
              </a:solidFill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8589486" y="5072086"/>
            <a:ext cx="1795371" cy="42487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 smtClean="0">
                <a:solidFill>
                  <a:schemeClr val="tx1"/>
                </a:solidFill>
              </a:rPr>
              <a:t>TutorialCategoriesList</a:t>
            </a:r>
            <a:endParaRPr lang="en-US" sz="1200" b="1" dirty="0">
              <a:solidFill>
                <a:schemeClr val="tx1"/>
              </a:solidFill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5141163" y="4070592"/>
            <a:ext cx="1202815" cy="42487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 smtClean="0">
                <a:solidFill>
                  <a:schemeClr val="tx1"/>
                </a:solidFill>
              </a:rPr>
              <a:t>ImageAdapter</a:t>
            </a:r>
            <a:endParaRPr lang="en-US" sz="1200" b="1" dirty="0">
              <a:solidFill>
                <a:schemeClr val="tx1"/>
              </a:solidFill>
            </a:endParaRPr>
          </a:p>
        </p:txBody>
      </p:sp>
      <p:sp>
        <p:nvSpPr>
          <p:cNvPr id="25" name="Isosceles Triangle 24"/>
          <p:cNvSpPr/>
          <p:nvPr/>
        </p:nvSpPr>
        <p:spPr>
          <a:xfrm rot="16200000">
            <a:off x="6560351" y="1192627"/>
            <a:ext cx="197202" cy="227996"/>
          </a:xfrm>
          <a:prstGeom prst="triangle">
            <a:avLst/>
          </a:prstGeom>
          <a:solidFill>
            <a:schemeClr val="bg1"/>
          </a:solidFill>
          <a:ln w="19050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Connector 25"/>
          <p:cNvCxnSpPr>
            <a:stCxn id="25" idx="3"/>
            <a:endCxn id="65" idx="1"/>
          </p:cNvCxnSpPr>
          <p:nvPr/>
        </p:nvCxnSpPr>
        <p:spPr>
          <a:xfrm>
            <a:off x="6772950" y="1306625"/>
            <a:ext cx="1799141" cy="614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/>
          <p:cNvCxnSpPr/>
          <p:nvPr/>
        </p:nvCxnSpPr>
        <p:spPr>
          <a:xfrm flipH="1">
            <a:off x="8264710" y="1307516"/>
            <a:ext cx="12331" cy="994177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/>
          <p:cNvCxnSpPr>
            <a:endCxn id="8" idx="1"/>
          </p:cNvCxnSpPr>
          <p:nvPr/>
        </p:nvCxnSpPr>
        <p:spPr>
          <a:xfrm>
            <a:off x="8264710" y="2783858"/>
            <a:ext cx="310436" cy="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/>
          <p:cNvCxnSpPr>
            <a:endCxn id="9" idx="1"/>
          </p:cNvCxnSpPr>
          <p:nvPr/>
        </p:nvCxnSpPr>
        <p:spPr>
          <a:xfrm>
            <a:off x="8264710" y="3255812"/>
            <a:ext cx="310439" cy="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/>
          <p:cNvCxnSpPr/>
          <p:nvPr/>
        </p:nvCxnSpPr>
        <p:spPr>
          <a:xfrm>
            <a:off x="8269226" y="3666687"/>
            <a:ext cx="318250" cy="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/>
          <p:cNvCxnSpPr/>
          <p:nvPr/>
        </p:nvCxnSpPr>
        <p:spPr>
          <a:xfrm>
            <a:off x="8279456" y="7876468"/>
            <a:ext cx="318251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/>
          <p:cNvCxnSpPr/>
          <p:nvPr/>
        </p:nvCxnSpPr>
        <p:spPr>
          <a:xfrm>
            <a:off x="8283660" y="9802362"/>
            <a:ext cx="31825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>
            <a:endCxn id="13" idx="1"/>
          </p:cNvCxnSpPr>
          <p:nvPr/>
        </p:nvCxnSpPr>
        <p:spPr>
          <a:xfrm>
            <a:off x="8258801" y="4755408"/>
            <a:ext cx="318254" cy="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Isosceles Triangle 33"/>
          <p:cNvSpPr/>
          <p:nvPr/>
        </p:nvSpPr>
        <p:spPr>
          <a:xfrm rot="5400000">
            <a:off x="4872966" y="1193518"/>
            <a:ext cx="197202" cy="227996"/>
          </a:xfrm>
          <a:prstGeom prst="triangle">
            <a:avLst/>
          </a:prstGeom>
          <a:solidFill>
            <a:schemeClr val="bg1"/>
          </a:solidFill>
          <a:ln w="19050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5" name="Straight Connector 34"/>
          <p:cNvCxnSpPr>
            <a:endCxn id="34" idx="3"/>
          </p:cNvCxnSpPr>
          <p:nvPr/>
        </p:nvCxnSpPr>
        <p:spPr>
          <a:xfrm>
            <a:off x="3107543" y="1307516"/>
            <a:ext cx="1750026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/>
          <p:nvPr/>
        </p:nvCxnSpPr>
        <p:spPr>
          <a:xfrm>
            <a:off x="3438346" y="1295370"/>
            <a:ext cx="2179" cy="941680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/>
          <p:cNvCxnSpPr/>
          <p:nvPr/>
        </p:nvCxnSpPr>
        <p:spPr>
          <a:xfrm>
            <a:off x="3125306" y="9663269"/>
            <a:ext cx="296962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/>
          <p:cNvCxnSpPr>
            <a:stCxn id="17" idx="3"/>
          </p:cNvCxnSpPr>
          <p:nvPr/>
        </p:nvCxnSpPr>
        <p:spPr>
          <a:xfrm>
            <a:off x="3105479" y="1797612"/>
            <a:ext cx="31678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/>
          <p:cNvCxnSpPr>
            <a:stCxn id="19" idx="3"/>
          </p:cNvCxnSpPr>
          <p:nvPr/>
        </p:nvCxnSpPr>
        <p:spPr>
          <a:xfrm>
            <a:off x="3114137" y="4028957"/>
            <a:ext cx="302777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/>
          <p:cNvCxnSpPr>
            <a:stCxn id="20" idx="3"/>
          </p:cNvCxnSpPr>
          <p:nvPr/>
        </p:nvCxnSpPr>
        <p:spPr>
          <a:xfrm>
            <a:off x="3114607" y="4653287"/>
            <a:ext cx="302307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>
            <a:stCxn id="21" idx="3"/>
          </p:cNvCxnSpPr>
          <p:nvPr/>
        </p:nvCxnSpPr>
        <p:spPr>
          <a:xfrm>
            <a:off x="3098530" y="5813707"/>
            <a:ext cx="318384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/>
          <p:cNvCxnSpPr>
            <a:stCxn id="18" idx="3"/>
          </p:cNvCxnSpPr>
          <p:nvPr/>
        </p:nvCxnSpPr>
        <p:spPr>
          <a:xfrm>
            <a:off x="3098530" y="6391127"/>
            <a:ext cx="318384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/>
          <p:cNvCxnSpPr/>
          <p:nvPr/>
        </p:nvCxnSpPr>
        <p:spPr>
          <a:xfrm>
            <a:off x="4245169" y="2088290"/>
            <a:ext cx="3127824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1408346" y="6755424"/>
            <a:ext cx="1690184" cy="40335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 smtClean="0">
                <a:solidFill>
                  <a:schemeClr val="tx1"/>
                </a:solidFill>
              </a:rPr>
              <a:t>PostFacebookActivity</a:t>
            </a:r>
            <a:endParaRPr lang="en-US" sz="1200" b="1" dirty="0">
              <a:solidFill>
                <a:schemeClr val="tx1"/>
              </a:solidFill>
            </a:endParaRPr>
          </a:p>
        </p:txBody>
      </p:sp>
      <p:sp>
        <p:nvSpPr>
          <p:cNvPr id="45" name="Rectangle 44"/>
          <p:cNvSpPr/>
          <p:nvPr/>
        </p:nvSpPr>
        <p:spPr>
          <a:xfrm>
            <a:off x="10745906" y="1172603"/>
            <a:ext cx="1301109" cy="55707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6" name="Straight Connector 45"/>
          <p:cNvCxnSpPr/>
          <p:nvPr/>
        </p:nvCxnSpPr>
        <p:spPr>
          <a:xfrm>
            <a:off x="10745906" y="1388107"/>
            <a:ext cx="1301109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10915703" y="1116312"/>
            <a:ext cx="13902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 err="1" smtClean="0"/>
              <a:t>JSONfunction</a:t>
            </a:r>
            <a:endParaRPr lang="en-US" sz="1200" b="1" dirty="0"/>
          </a:p>
        </p:txBody>
      </p:sp>
      <p:cxnSp>
        <p:nvCxnSpPr>
          <p:cNvPr id="48" name="Straight Connector 47"/>
          <p:cNvCxnSpPr>
            <a:endCxn id="49" idx="1"/>
          </p:cNvCxnSpPr>
          <p:nvPr/>
        </p:nvCxnSpPr>
        <p:spPr>
          <a:xfrm>
            <a:off x="8256895" y="2299965"/>
            <a:ext cx="317766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8574661" y="2104543"/>
            <a:ext cx="1167214" cy="39084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 smtClean="0">
                <a:solidFill>
                  <a:schemeClr val="tx1"/>
                </a:solidFill>
              </a:rPr>
              <a:t>LogOutActivity</a:t>
            </a:r>
            <a:endParaRPr lang="en-US" sz="1200" b="1" dirty="0">
              <a:solidFill>
                <a:schemeClr val="tx1"/>
              </a:solidFill>
            </a:endParaRPr>
          </a:p>
        </p:txBody>
      </p:sp>
      <p:cxnSp>
        <p:nvCxnSpPr>
          <p:cNvPr id="50" name="Straight Connector 49"/>
          <p:cNvCxnSpPr>
            <a:stCxn id="22" idx="0"/>
          </p:cNvCxnSpPr>
          <p:nvPr/>
        </p:nvCxnSpPr>
        <p:spPr>
          <a:xfrm flipV="1">
            <a:off x="4245169" y="2088290"/>
            <a:ext cx="0" cy="28819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/>
          <p:cNvCxnSpPr>
            <a:stCxn id="14" idx="0"/>
          </p:cNvCxnSpPr>
          <p:nvPr/>
        </p:nvCxnSpPr>
        <p:spPr>
          <a:xfrm flipV="1">
            <a:off x="7372993" y="2088290"/>
            <a:ext cx="0" cy="28819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/>
          <p:cNvCxnSpPr>
            <a:stCxn id="170" idx="0"/>
          </p:cNvCxnSpPr>
          <p:nvPr/>
        </p:nvCxnSpPr>
        <p:spPr>
          <a:xfrm flipV="1">
            <a:off x="5810802" y="1846087"/>
            <a:ext cx="1545" cy="52306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Isosceles Triangle 52"/>
          <p:cNvSpPr/>
          <p:nvPr/>
        </p:nvSpPr>
        <p:spPr>
          <a:xfrm>
            <a:off x="5699854" y="1643010"/>
            <a:ext cx="230074" cy="195421"/>
          </a:xfrm>
          <a:prstGeom prst="triangle">
            <a:avLst/>
          </a:prstGeom>
          <a:solidFill>
            <a:schemeClr val="bg1"/>
          </a:solidFill>
          <a:ln w="19050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4" name="Straight Connector 53"/>
          <p:cNvCxnSpPr/>
          <p:nvPr/>
        </p:nvCxnSpPr>
        <p:spPr>
          <a:xfrm flipV="1">
            <a:off x="4243399" y="2742116"/>
            <a:ext cx="1770" cy="155456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/>
          <p:cNvCxnSpPr/>
          <p:nvPr/>
        </p:nvCxnSpPr>
        <p:spPr>
          <a:xfrm flipV="1">
            <a:off x="7372993" y="2752660"/>
            <a:ext cx="0" cy="154402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/>
          <p:cNvCxnSpPr/>
          <p:nvPr/>
        </p:nvCxnSpPr>
        <p:spPr>
          <a:xfrm>
            <a:off x="4155300" y="2827854"/>
            <a:ext cx="188835" cy="11601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/>
          <p:cNvCxnSpPr/>
          <p:nvPr/>
        </p:nvCxnSpPr>
        <p:spPr>
          <a:xfrm flipH="1">
            <a:off x="4152606" y="2827854"/>
            <a:ext cx="191530" cy="11601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/>
          <p:cNvCxnSpPr/>
          <p:nvPr/>
        </p:nvCxnSpPr>
        <p:spPr>
          <a:xfrm>
            <a:off x="7282156" y="2838398"/>
            <a:ext cx="188835" cy="11601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/>
          <p:cNvCxnSpPr/>
          <p:nvPr/>
        </p:nvCxnSpPr>
        <p:spPr>
          <a:xfrm flipH="1">
            <a:off x="7279462" y="2838398"/>
            <a:ext cx="191530" cy="11601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/>
          <p:cNvCxnSpPr/>
          <p:nvPr/>
        </p:nvCxnSpPr>
        <p:spPr>
          <a:xfrm>
            <a:off x="8271232" y="5835684"/>
            <a:ext cx="318254" cy="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ectangle 64"/>
          <p:cNvSpPr/>
          <p:nvPr/>
        </p:nvSpPr>
        <p:spPr>
          <a:xfrm>
            <a:off x="8572091" y="1119416"/>
            <a:ext cx="1635924" cy="3866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 smtClean="0">
                <a:solidFill>
                  <a:schemeClr val="tx1"/>
                </a:solidFill>
              </a:rPr>
              <a:t>HomeVisitorActivity</a:t>
            </a:r>
            <a:endParaRPr lang="en-US" sz="1200" b="1" dirty="0">
              <a:solidFill>
                <a:schemeClr val="tx1"/>
              </a:solidFill>
            </a:endParaRPr>
          </a:p>
        </p:txBody>
      </p:sp>
      <p:sp>
        <p:nvSpPr>
          <p:cNvPr id="66" name="Rectangle 65"/>
          <p:cNvSpPr/>
          <p:nvPr/>
        </p:nvSpPr>
        <p:spPr>
          <a:xfrm>
            <a:off x="1471620" y="1114167"/>
            <a:ext cx="1635924" cy="3866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 smtClean="0">
                <a:solidFill>
                  <a:schemeClr val="tx1"/>
                </a:solidFill>
              </a:rPr>
              <a:t>HomeShopActivity</a:t>
            </a:r>
            <a:endParaRPr lang="en-US" sz="1200" b="1" dirty="0">
              <a:solidFill>
                <a:schemeClr val="tx1"/>
              </a:solidFill>
            </a:endParaRPr>
          </a:p>
        </p:txBody>
      </p:sp>
      <p:cxnSp>
        <p:nvCxnSpPr>
          <p:cNvPr id="67" name="Straight Connector 66"/>
          <p:cNvCxnSpPr/>
          <p:nvPr/>
        </p:nvCxnSpPr>
        <p:spPr>
          <a:xfrm>
            <a:off x="3084709" y="7828024"/>
            <a:ext cx="330802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/>
          <p:cNvCxnSpPr/>
          <p:nvPr/>
        </p:nvCxnSpPr>
        <p:spPr>
          <a:xfrm>
            <a:off x="8256895" y="1801522"/>
            <a:ext cx="33749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ectangle 68"/>
          <p:cNvSpPr/>
          <p:nvPr/>
        </p:nvSpPr>
        <p:spPr>
          <a:xfrm>
            <a:off x="8577054" y="6146483"/>
            <a:ext cx="1807803" cy="42487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 smtClean="0">
                <a:solidFill>
                  <a:schemeClr val="tx1"/>
                </a:solidFill>
              </a:rPr>
              <a:t>TutorialPopularActivity</a:t>
            </a:r>
            <a:endParaRPr lang="en-US" sz="1200" b="1" dirty="0">
              <a:solidFill>
                <a:schemeClr val="tx1"/>
              </a:solidFill>
            </a:endParaRPr>
          </a:p>
        </p:txBody>
      </p:sp>
      <p:sp>
        <p:nvSpPr>
          <p:cNvPr id="70" name="Rectangle 69"/>
          <p:cNvSpPr/>
          <p:nvPr/>
        </p:nvSpPr>
        <p:spPr>
          <a:xfrm>
            <a:off x="8597707" y="6686132"/>
            <a:ext cx="1787150" cy="42487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 smtClean="0">
                <a:solidFill>
                  <a:schemeClr val="tx1"/>
                </a:solidFill>
              </a:rPr>
              <a:t>TutorialFollowActivity</a:t>
            </a:r>
            <a:endParaRPr lang="en-US" sz="1200" b="1" dirty="0">
              <a:solidFill>
                <a:schemeClr val="tx1"/>
              </a:solidFill>
            </a:endParaRPr>
          </a:p>
        </p:txBody>
      </p:sp>
      <p:sp>
        <p:nvSpPr>
          <p:cNvPr id="71" name="Rectangle 70"/>
          <p:cNvSpPr/>
          <p:nvPr/>
        </p:nvSpPr>
        <p:spPr>
          <a:xfrm>
            <a:off x="8597706" y="7186540"/>
            <a:ext cx="1787151" cy="42487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 smtClean="0">
                <a:solidFill>
                  <a:schemeClr val="tx1"/>
                </a:solidFill>
              </a:rPr>
              <a:t>TutorialSearchActivity</a:t>
            </a:r>
            <a:endParaRPr lang="en-US" sz="1200" b="1" dirty="0">
              <a:solidFill>
                <a:schemeClr val="tx1"/>
              </a:solidFill>
            </a:endParaRPr>
          </a:p>
        </p:txBody>
      </p:sp>
      <p:cxnSp>
        <p:nvCxnSpPr>
          <p:cNvPr id="72" name="Straight Connector 71"/>
          <p:cNvCxnSpPr/>
          <p:nvPr/>
        </p:nvCxnSpPr>
        <p:spPr>
          <a:xfrm>
            <a:off x="8266617" y="6372478"/>
            <a:ext cx="318254" cy="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/>
          <p:cNvCxnSpPr/>
          <p:nvPr/>
        </p:nvCxnSpPr>
        <p:spPr>
          <a:xfrm>
            <a:off x="8279453" y="6895408"/>
            <a:ext cx="318254" cy="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/>
          <p:cNvCxnSpPr/>
          <p:nvPr/>
        </p:nvCxnSpPr>
        <p:spPr>
          <a:xfrm>
            <a:off x="8276196" y="7431210"/>
            <a:ext cx="318254" cy="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tangle 74"/>
          <p:cNvSpPr/>
          <p:nvPr/>
        </p:nvSpPr>
        <p:spPr>
          <a:xfrm>
            <a:off x="1301979" y="2095816"/>
            <a:ext cx="1803499" cy="42487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 smtClean="0">
                <a:solidFill>
                  <a:schemeClr val="tx1"/>
                </a:solidFill>
              </a:rPr>
              <a:t>ShopCategoryActivity</a:t>
            </a:r>
            <a:endParaRPr lang="en-US" sz="1200" b="1" dirty="0">
              <a:solidFill>
                <a:schemeClr val="tx1"/>
              </a:solidFill>
            </a:endParaRPr>
          </a:p>
        </p:txBody>
      </p:sp>
      <p:sp>
        <p:nvSpPr>
          <p:cNvPr id="78" name="Rectangle 77"/>
          <p:cNvSpPr/>
          <p:nvPr/>
        </p:nvSpPr>
        <p:spPr>
          <a:xfrm>
            <a:off x="1459099" y="3232155"/>
            <a:ext cx="1634878" cy="42487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 smtClean="0">
                <a:solidFill>
                  <a:schemeClr val="tx1"/>
                </a:solidFill>
              </a:rPr>
              <a:t>ShopSearchActivity</a:t>
            </a:r>
            <a:endParaRPr lang="en-US" sz="1200" b="1" dirty="0">
              <a:solidFill>
                <a:schemeClr val="tx1"/>
              </a:solidFill>
            </a:endParaRPr>
          </a:p>
        </p:txBody>
      </p:sp>
      <p:cxnSp>
        <p:nvCxnSpPr>
          <p:cNvPr id="79" name="Straight Connector 78"/>
          <p:cNvCxnSpPr>
            <a:stCxn id="75" idx="3"/>
          </p:cNvCxnSpPr>
          <p:nvPr/>
        </p:nvCxnSpPr>
        <p:spPr>
          <a:xfrm>
            <a:off x="3105478" y="2308255"/>
            <a:ext cx="305758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/>
          <p:cNvCxnSpPr>
            <a:stCxn id="78" idx="3"/>
          </p:cNvCxnSpPr>
          <p:nvPr/>
        </p:nvCxnSpPr>
        <p:spPr>
          <a:xfrm>
            <a:off x="3093977" y="3444594"/>
            <a:ext cx="3172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/>
          <p:cNvCxnSpPr>
            <a:stCxn id="44" idx="3"/>
          </p:cNvCxnSpPr>
          <p:nvPr/>
        </p:nvCxnSpPr>
        <p:spPr>
          <a:xfrm>
            <a:off x="3098530" y="6957099"/>
            <a:ext cx="332866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/>
          <p:cNvCxnSpPr/>
          <p:nvPr/>
        </p:nvCxnSpPr>
        <p:spPr>
          <a:xfrm>
            <a:off x="8398529" y="3859639"/>
            <a:ext cx="175375" cy="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/>
          <p:cNvCxnSpPr>
            <a:endCxn id="88" idx="0"/>
          </p:cNvCxnSpPr>
          <p:nvPr/>
        </p:nvCxnSpPr>
        <p:spPr>
          <a:xfrm>
            <a:off x="7981603" y="3867379"/>
            <a:ext cx="177062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/>
          <p:cNvCxnSpPr/>
          <p:nvPr/>
        </p:nvCxnSpPr>
        <p:spPr>
          <a:xfrm>
            <a:off x="7981603" y="3854999"/>
            <a:ext cx="0" cy="84962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Freeform 87"/>
          <p:cNvSpPr/>
          <p:nvPr/>
        </p:nvSpPr>
        <p:spPr>
          <a:xfrm rot="21316089">
            <a:off x="8154960" y="3761227"/>
            <a:ext cx="249991" cy="112454"/>
          </a:xfrm>
          <a:custGeom>
            <a:avLst/>
            <a:gdLst>
              <a:gd name="connsiteX0" fmla="*/ 0 w 249991"/>
              <a:gd name="connsiteY0" fmla="*/ 144853 h 169723"/>
              <a:gd name="connsiteX1" fmla="*/ 72990 w 249991"/>
              <a:gd name="connsiteY1" fmla="*/ 13477 h 169723"/>
              <a:gd name="connsiteX2" fmla="*/ 160579 w 249991"/>
              <a:gd name="connsiteY2" fmla="*/ 20776 h 169723"/>
              <a:gd name="connsiteX3" fmla="*/ 240868 w 249991"/>
              <a:gd name="connsiteY3" fmla="*/ 159451 h 169723"/>
              <a:gd name="connsiteX4" fmla="*/ 248167 w 249991"/>
              <a:gd name="connsiteY4" fmla="*/ 159451 h 1697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9991" h="169723">
                <a:moveTo>
                  <a:pt x="0" y="144853"/>
                </a:moveTo>
                <a:cubicBezTo>
                  <a:pt x="23113" y="89504"/>
                  <a:pt x="46227" y="34156"/>
                  <a:pt x="72990" y="13477"/>
                </a:cubicBezTo>
                <a:cubicBezTo>
                  <a:pt x="99753" y="-7203"/>
                  <a:pt x="132599" y="-3553"/>
                  <a:pt x="160579" y="20776"/>
                </a:cubicBezTo>
                <a:cubicBezTo>
                  <a:pt x="188559" y="45105"/>
                  <a:pt x="226270" y="136338"/>
                  <a:pt x="240868" y="159451"/>
                </a:cubicBezTo>
                <a:cubicBezTo>
                  <a:pt x="255466" y="182564"/>
                  <a:pt x="248167" y="159451"/>
                  <a:pt x="248167" y="159451"/>
                </a:cubicBezTo>
              </a:path>
            </a:pathLst>
          </a:cu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  </a:t>
            </a:r>
            <a:endParaRPr lang="en-US" dirty="0"/>
          </a:p>
        </p:txBody>
      </p:sp>
      <p:sp>
        <p:nvSpPr>
          <p:cNvPr id="93" name="Rectangle 92"/>
          <p:cNvSpPr/>
          <p:nvPr/>
        </p:nvSpPr>
        <p:spPr>
          <a:xfrm>
            <a:off x="8592544" y="10159390"/>
            <a:ext cx="1167214" cy="41066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 smtClean="0">
                <a:solidFill>
                  <a:schemeClr val="tx1"/>
                </a:solidFill>
              </a:rPr>
              <a:t>CreateMaterial</a:t>
            </a:r>
            <a:endParaRPr lang="en-US" sz="1200" b="1" dirty="0">
              <a:solidFill>
                <a:schemeClr val="tx1"/>
              </a:solidFill>
            </a:endParaRPr>
          </a:p>
        </p:txBody>
      </p:sp>
      <p:sp>
        <p:nvSpPr>
          <p:cNvPr id="94" name="Rectangle 93"/>
          <p:cNvSpPr/>
          <p:nvPr/>
        </p:nvSpPr>
        <p:spPr>
          <a:xfrm>
            <a:off x="8592544" y="10642605"/>
            <a:ext cx="1167214" cy="41066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 smtClean="0">
                <a:solidFill>
                  <a:schemeClr val="tx1"/>
                </a:solidFill>
              </a:rPr>
              <a:t>CreateStep</a:t>
            </a:r>
            <a:endParaRPr lang="en-US" sz="1200" b="1" dirty="0">
              <a:solidFill>
                <a:schemeClr val="tx1"/>
              </a:solidFill>
            </a:endParaRPr>
          </a:p>
        </p:txBody>
      </p:sp>
      <p:sp>
        <p:nvSpPr>
          <p:cNvPr id="95" name="Rectangle 94"/>
          <p:cNvSpPr/>
          <p:nvPr/>
        </p:nvSpPr>
        <p:spPr>
          <a:xfrm>
            <a:off x="8601910" y="8215891"/>
            <a:ext cx="1271937" cy="41008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>
                <a:solidFill>
                  <a:schemeClr val="tx1"/>
                </a:solidFill>
              </a:rPr>
              <a:t>ManageMaterial</a:t>
            </a:r>
            <a:endParaRPr lang="en-US" sz="1200" b="1" dirty="0">
              <a:solidFill>
                <a:schemeClr val="tx1"/>
              </a:solidFill>
            </a:endParaRPr>
          </a:p>
        </p:txBody>
      </p:sp>
      <p:sp>
        <p:nvSpPr>
          <p:cNvPr id="96" name="Rectangle 95"/>
          <p:cNvSpPr/>
          <p:nvPr/>
        </p:nvSpPr>
        <p:spPr>
          <a:xfrm>
            <a:off x="8601910" y="8698766"/>
            <a:ext cx="1271937" cy="41008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 smtClean="0">
                <a:solidFill>
                  <a:schemeClr val="tx1"/>
                </a:solidFill>
              </a:rPr>
              <a:t>ManageStep</a:t>
            </a:r>
            <a:endParaRPr lang="en-US" sz="1200" b="1" dirty="0">
              <a:solidFill>
                <a:schemeClr val="tx1"/>
              </a:solidFill>
            </a:endParaRPr>
          </a:p>
        </p:txBody>
      </p:sp>
      <p:sp>
        <p:nvSpPr>
          <p:cNvPr id="97" name="Rectangle 96"/>
          <p:cNvSpPr/>
          <p:nvPr/>
        </p:nvSpPr>
        <p:spPr>
          <a:xfrm>
            <a:off x="5141999" y="8273888"/>
            <a:ext cx="1202815" cy="42487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 smtClean="0">
                <a:solidFill>
                  <a:schemeClr val="tx1"/>
                </a:solidFill>
              </a:rPr>
              <a:t>UpdateModel</a:t>
            </a:r>
            <a:endParaRPr lang="en-US" sz="1200" b="1" dirty="0">
              <a:solidFill>
                <a:schemeClr val="tx1"/>
              </a:solidFill>
            </a:endParaRPr>
          </a:p>
        </p:txBody>
      </p:sp>
      <p:sp>
        <p:nvSpPr>
          <p:cNvPr id="98" name="Rectangle 97"/>
          <p:cNvSpPr/>
          <p:nvPr/>
        </p:nvSpPr>
        <p:spPr>
          <a:xfrm>
            <a:off x="5165083" y="10095532"/>
            <a:ext cx="1202815" cy="42487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 smtClean="0">
                <a:solidFill>
                  <a:schemeClr val="tx1"/>
                </a:solidFill>
              </a:rPr>
              <a:t>AddModel</a:t>
            </a:r>
            <a:endParaRPr lang="en-US" sz="1200" b="1" dirty="0">
              <a:solidFill>
                <a:schemeClr val="tx1"/>
              </a:solidFill>
            </a:endParaRPr>
          </a:p>
        </p:txBody>
      </p:sp>
      <p:cxnSp>
        <p:nvCxnSpPr>
          <p:cNvPr id="100" name="Straight Connector 99"/>
          <p:cNvCxnSpPr/>
          <p:nvPr/>
        </p:nvCxnSpPr>
        <p:spPr>
          <a:xfrm>
            <a:off x="8266617" y="8349430"/>
            <a:ext cx="33109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/>
          <p:cNvCxnSpPr/>
          <p:nvPr/>
        </p:nvCxnSpPr>
        <p:spPr>
          <a:xfrm>
            <a:off x="8276196" y="8843653"/>
            <a:ext cx="321511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/>
          <p:cNvCxnSpPr/>
          <p:nvPr/>
        </p:nvCxnSpPr>
        <p:spPr>
          <a:xfrm>
            <a:off x="8283660" y="10291401"/>
            <a:ext cx="31825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/>
          <p:cNvCxnSpPr/>
          <p:nvPr/>
        </p:nvCxnSpPr>
        <p:spPr>
          <a:xfrm>
            <a:off x="8283660" y="10774276"/>
            <a:ext cx="31825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Rectangle 113"/>
          <p:cNvSpPr/>
          <p:nvPr/>
        </p:nvSpPr>
        <p:spPr>
          <a:xfrm>
            <a:off x="1708687" y="10032439"/>
            <a:ext cx="1419981" cy="39084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 smtClean="0">
                <a:solidFill>
                  <a:schemeClr val="tx1"/>
                </a:solidFill>
              </a:rPr>
              <a:t>CreateShopDetail</a:t>
            </a:r>
            <a:endParaRPr lang="en-US" sz="1200" b="1" dirty="0">
              <a:solidFill>
                <a:schemeClr val="tx1"/>
              </a:solidFill>
            </a:endParaRPr>
          </a:p>
        </p:txBody>
      </p:sp>
      <p:cxnSp>
        <p:nvCxnSpPr>
          <p:cNvPr id="115" name="Straight Connector 114"/>
          <p:cNvCxnSpPr/>
          <p:nvPr/>
        </p:nvCxnSpPr>
        <p:spPr>
          <a:xfrm>
            <a:off x="3108891" y="8317307"/>
            <a:ext cx="314091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Rectangle 116"/>
          <p:cNvSpPr/>
          <p:nvPr/>
        </p:nvSpPr>
        <p:spPr>
          <a:xfrm>
            <a:off x="1708687" y="10516750"/>
            <a:ext cx="1419981" cy="39084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 smtClean="0">
                <a:solidFill>
                  <a:schemeClr val="tx1"/>
                </a:solidFill>
              </a:rPr>
              <a:t>CreateShopMap</a:t>
            </a:r>
            <a:endParaRPr lang="en-US" sz="1200" b="1" dirty="0">
              <a:solidFill>
                <a:schemeClr val="tx1"/>
              </a:solidFill>
            </a:endParaRPr>
          </a:p>
        </p:txBody>
      </p:sp>
      <p:cxnSp>
        <p:nvCxnSpPr>
          <p:cNvPr id="118" name="Straight Connector 117"/>
          <p:cNvCxnSpPr/>
          <p:nvPr/>
        </p:nvCxnSpPr>
        <p:spPr>
          <a:xfrm>
            <a:off x="3113171" y="8778527"/>
            <a:ext cx="30234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Rectangle 118"/>
          <p:cNvSpPr/>
          <p:nvPr/>
        </p:nvSpPr>
        <p:spPr>
          <a:xfrm>
            <a:off x="1683049" y="8202361"/>
            <a:ext cx="1419981" cy="39084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 smtClean="0">
                <a:solidFill>
                  <a:schemeClr val="tx1"/>
                </a:solidFill>
              </a:rPr>
              <a:t>ManageShopDetail</a:t>
            </a:r>
            <a:endParaRPr lang="en-US" sz="1200" b="1" dirty="0">
              <a:solidFill>
                <a:schemeClr val="tx1"/>
              </a:solidFill>
            </a:endParaRPr>
          </a:p>
        </p:txBody>
      </p:sp>
      <p:cxnSp>
        <p:nvCxnSpPr>
          <p:cNvPr id="120" name="Straight Connector 119"/>
          <p:cNvCxnSpPr/>
          <p:nvPr/>
        </p:nvCxnSpPr>
        <p:spPr>
          <a:xfrm>
            <a:off x="3125306" y="10172896"/>
            <a:ext cx="297676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Rectangle 120"/>
          <p:cNvSpPr/>
          <p:nvPr/>
        </p:nvSpPr>
        <p:spPr>
          <a:xfrm>
            <a:off x="1683049" y="8674342"/>
            <a:ext cx="1419981" cy="39084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 smtClean="0">
                <a:solidFill>
                  <a:schemeClr val="tx1"/>
                </a:solidFill>
              </a:rPr>
              <a:t>ManageShopMap</a:t>
            </a:r>
            <a:endParaRPr lang="en-US" sz="1200" b="1" dirty="0">
              <a:solidFill>
                <a:schemeClr val="tx1"/>
              </a:solidFill>
            </a:endParaRPr>
          </a:p>
        </p:txBody>
      </p:sp>
      <p:cxnSp>
        <p:nvCxnSpPr>
          <p:cNvPr id="122" name="Straight Connector 121"/>
          <p:cNvCxnSpPr/>
          <p:nvPr/>
        </p:nvCxnSpPr>
        <p:spPr>
          <a:xfrm>
            <a:off x="3125306" y="10712172"/>
            <a:ext cx="28593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/>
          <p:cNvCxnSpPr/>
          <p:nvPr/>
        </p:nvCxnSpPr>
        <p:spPr>
          <a:xfrm>
            <a:off x="8422332" y="8021481"/>
            <a:ext cx="175375" cy="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/>
          <p:cNvCxnSpPr/>
          <p:nvPr/>
        </p:nvCxnSpPr>
        <p:spPr>
          <a:xfrm>
            <a:off x="8419019" y="8521392"/>
            <a:ext cx="175375" cy="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/>
          <p:cNvCxnSpPr/>
          <p:nvPr/>
        </p:nvCxnSpPr>
        <p:spPr>
          <a:xfrm>
            <a:off x="8422331" y="9008759"/>
            <a:ext cx="175375" cy="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/>
          <p:cNvCxnSpPr/>
          <p:nvPr/>
        </p:nvCxnSpPr>
        <p:spPr>
          <a:xfrm>
            <a:off x="8419075" y="9963635"/>
            <a:ext cx="175375" cy="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Connector 127"/>
          <p:cNvCxnSpPr/>
          <p:nvPr/>
        </p:nvCxnSpPr>
        <p:spPr>
          <a:xfrm>
            <a:off x="8423222" y="10453672"/>
            <a:ext cx="175375" cy="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Straight Connector 128"/>
          <p:cNvCxnSpPr/>
          <p:nvPr/>
        </p:nvCxnSpPr>
        <p:spPr>
          <a:xfrm>
            <a:off x="6958069" y="11380741"/>
            <a:ext cx="1644768" cy="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2" name="Freeform 131"/>
          <p:cNvSpPr/>
          <p:nvPr/>
        </p:nvSpPr>
        <p:spPr>
          <a:xfrm rot="21316089">
            <a:off x="8161397" y="7921288"/>
            <a:ext cx="249991" cy="112454"/>
          </a:xfrm>
          <a:custGeom>
            <a:avLst/>
            <a:gdLst>
              <a:gd name="connsiteX0" fmla="*/ 0 w 249991"/>
              <a:gd name="connsiteY0" fmla="*/ 144853 h 169723"/>
              <a:gd name="connsiteX1" fmla="*/ 72990 w 249991"/>
              <a:gd name="connsiteY1" fmla="*/ 13477 h 169723"/>
              <a:gd name="connsiteX2" fmla="*/ 160579 w 249991"/>
              <a:gd name="connsiteY2" fmla="*/ 20776 h 169723"/>
              <a:gd name="connsiteX3" fmla="*/ 240868 w 249991"/>
              <a:gd name="connsiteY3" fmla="*/ 159451 h 169723"/>
              <a:gd name="connsiteX4" fmla="*/ 248167 w 249991"/>
              <a:gd name="connsiteY4" fmla="*/ 159451 h 1697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9991" h="169723">
                <a:moveTo>
                  <a:pt x="0" y="144853"/>
                </a:moveTo>
                <a:cubicBezTo>
                  <a:pt x="23113" y="89504"/>
                  <a:pt x="46227" y="34156"/>
                  <a:pt x="72990" y="13477"/>
                </a:cubicBezTo>
                <a:cubicBezTo>
                  <a:pt x="99753" y="-7203"/>
                  <a:pt x="132599" y="-3553"/>
                  <a:pt x="160579" y="20776"/>
                </a:cubicBezTo>
                <a:cubicBezTo>
                  <a:pt x="188559" y="45105"/>
                  <a:pt x="226270" y="136338"/>
                  <a:pt x="240868" y="159451"/>
                </a:cubicBezTo>
                <a:cubicBezTo>
                  <a:pt x="255466" y="182564"/>
                  <a:pt x="248167" y="159451"/>
                  <a:pt x="248167" y="159451"/>
                </a:cubicBezTo>
              </a:path>
            </a:pathLst>
          </a:cu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Freeform 132"/>
          <p:cNvSpPr/>
          <p:nvPr/>
        </p:nvSpPr>
        <p:spPr>
          <a:xfrm rot="21316089">
            <a:off x="8168128" y="8418048"/>
            <a:ext cx="249991" cy="112454"/>
          </a:xfrm>
          <a:custGeom>
            <a:avLst/>
            <a:gdLst>
              <a:gd name="connsiteX0" fmla="*/ 0 w 249991"/>
              <a:gd name="connsiteY0" fmla="*/ 144853 h 169723"/>
              <a:gd name="connsiteX1" fmla="*/ 72990 w 249991"/>
              <a:gd name="connsiteY1" fmla="*/ 13477 h 169723"/>
              <a:gd name="connsiteX2" fmla="*/ 160579 w 249991"/>
              <a:gd name="connsiteY2" fmla="*/ 20776 h 169723"/>
              <a:gd name="connsiteX3" fmla="*/ 240868 w 249991"/>
              <a:gd name="connsiteY3" fmla="*/ 159451 h 169723"/>
              <a:gd name="connsiteX4" fmla="*/ 248167 w 249991"/>
              <a:gd name="connsiteY4" fmla="*/ 159451 h 1697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9991" h="169723">
                <a:moveTo>
                  <a:pt x="0" y="144853"/>
                </a:moveTo>
                <a:cubicBezTo>
                  <a:pt x="23113" y="89504"/>
                  <a:pt x="46227" y="34156"/>
                  <a:pt x="72990" y="13477"/>
                </a:cubicBezTo>
                <a:cubicBezTo>
                  <a:pt x="99753" y="-7203"/>
                  <a:pt x="132599" y="-3553"/>
                  <a:pt x="160579" y="20776"/>
                </a:cubicBezTo>
                <a:cubicBezTo>
                  <a:pt x="188559" y="45105"/>
                  <a:pt x="226270" y="136338"/>
                  <a:pt x="240868" y="159451"/>
                </a:cubicBezTo>
                <a:cubicBezTo>
                  <a:pt x="255466" y="182564"/>
                  <a:pt x="248167" y="159451"/>
                  <a:pt x="248167" y="159451"/>
                </a:cubicBezTo>
              </a:path>
            </a:pathLst>
          </a:cu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4" name="Freeform 133"/>
          <p:cNvSpPr/>
          <p:nvPr/>
        </p:nvSpPr>
        <p:spPr>
          <a:xfrm rot="21316089">
            <a:off x="8168127" y="8904268"/>
            <a:ext cx="249991" cy="112454"/>
          </a:xfrm>
          <a:custGeom>
            <a:avLst/>
            <a:gdLst>
              <a:gd name="connsiteX0" fmla="*/ 0 w 249991"/>
              <a:gd name="connsiteY0" fmla="*/ 144853 h 169723"/>
              <a:gd name="connsiteX1" fmla="*/ 72990 w 249991"/>
              <a:gd name="connsiteY1" fmla="*/ 13477 h 169723"/>
              <a:gd name="connsiteX2" fmla="*/ 160579 w 249991"/>
              <a:gd name="connsiteY2" fmla="*/ 20776 h 169723"/>
              <a:gd name="connsiteX3" fmla="*/ 240868 w 249991"/>
              <a:gd name="connsiteY3" fmla="*/ 159451 h 169723"/>
              <a:gd name="connsiteX4" fmla="*/ 248167 w 249991"/>
              <a:gd name="connsiteY4" fmla="*/ 159451 h 1697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9991" h="169723">
                <a:moveTo>
                  <a:pt x="0" y="144853"/>
                </a:moveTo>
                <a:cubicBezTo>
                  <a:pt x="23113" y="89504"/>
                  <a:pt x="46227" y="34156"/>
                  <a:pt x="72990" y="13477"/>
                </a:cubicBezTo>
                <a:cubicBezTo>
                  <a:pt x="99753" y="-7203"/>
                  <a:pt x="132599" y="-3553"/>
                  <a:pt x="160579" y="20776"/>
                </a:cubicBezTo>
                <a:cubicBezTo>
                  <a:pt x="188559" y="45105"/>
                  <a:pt x="226270" y="136338"/>
                  <a:pt x="240868" y="159451"/>
                </a:cubicBezTo>
                <a:cubicBezTo>
                  <a:pt x="255466" y="182564"/>
                  <a:pt x="248167" y="159451"/>
                  <a:pt x="248167" y="159451"/>
                </a:cubicBezTo>
              </a:path>
            </a:pathLst>
          </a:cu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Freeform 134"/>
          <p:cNvSpPr/>
          <p:nvPr/>
        </p:nvSpPr>
        <p:spPr>
          <a:xfrm rot="21316089">
            <a:off x="8167918" y="9862128"/>
            <a:ext cx="249991" cy="112454"/>
          </a:xfrm>
          <a:custGeom>
            <a:avLst/>
            <a:gdLst>
              <a:gd name="connsiteX0" fmla="*/ 0 w 249991"/>
              <a:gd name="connsiteY0" fmla="*/ 144853 h 169723"/>
              <a:gd name="connsiteX1" fmla="*/ 72990 w 249991"/>
              <a:gd name="connsiteY1" fmla="*/ 13477 h 169723"/>
              <a:gd name="connsiteX2" fmla="*/ 160579 w 249991"/>
              <a:gd name="connsiteY2" fmla="*/ 20776 h 169723"/>
              <a:gd name="connsiteX3" fmla="*/ 240868 w 249991"/>
              <a:gd name="connsiteY3" fmla="*/ 159451 h 169723"/>
              <a:gd name="connsiteX4" fmla="*/ 248167 w 249991"/>
              <a:gd name="connsiteY4" fmla="*/ 159451 h 1697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9991" h="169723">
                <a:moveTo>
                  <a:pt x="0" y="144853"/>
                </a:moveTo>
                <a:cubicBezTo>
                  <a:pt x="23113" y="89504"/>
                  <a:pt x="46227" y="34156"/>
                  <a:pt x="72990" y="13477"/>
                </a:cubicBezTo>
                <a:cubicBezTo>
                  <a:pt x="99753" y="-7203"/>
                  <a:pt x="132599" y="-3553"/>
                  <a:pt x="160579" y="20776"/>
                </a:cubicBezTo>
                <a:cubicBezTo>
                  <a:pt x="188559" y="45105"/>
                  <a:pt x="226270" y="136338"/>
                  <a:pt x="240868" y="159451"/>
                </a:cubicBezTo>
                <a:cubicBezTo>
                  <a:pt x="255466" y="182564"/>
                  <a:pt x="248167" y="159451"/>
                  <a:pt x="248167" y="159451"/>
                </a:cubicBezTo>
              </a:path>
            </a:pathLst>
          </a:cu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6" name="Freeform 135"/>
          <p:cNvSpPr/>
          <p:nvPr/>
        </p:nvSpPr>
        <p:spPr>
          <a:xfrm rot="21316089">
            <a:off x="8167918" y="10345677"/>
            <a:ext cx="249991" cy="112454"/>
          </a:xfrm>
          <a:custGeom>
            <a:avLst/>
            <a:gdLst>
              <a:gd name="connsiteX0" fmla="*/ 0 w 249991"/>
              <a:gd name="connsiteY0" fmla="*/ 144853 h 169723"/>
              <a:gd name="connsiteX1" fmla="*/ 72990 w 249991"/>
              <a:gd name="connsiteY1" fmla="*/ 13477 h 169723"/>
              <a:gd name="connsiteX2" fmla="*/ 160579 w 249991"/>
              <a:gd name="connsiteY2" fmla="*/ 20776 h 169723"/>
              <a:gd name="connsiteX3" fmla="*/ 240868 w 249991"/>
              <a:gd name="connsiteY3" fmla="*/ 159451 h 169723"/>
              <a:gd name="connsiteX4" fmla="*/ 248167 w 249991"/>
              <a:gd name="connsiteY4" fmla="*/ 159451 h 1697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9991" h="169723">
                <a:moveTo>
                  <a:pt x="0" y="144853"/>
                </a:moveTo>
                <a:cubicBezTo>
                  <a:pt x="23113" y="89504"/>
                  <a:pt x="46227" y="34156"/>
                  <a:pt x="72990" y="13477"/>
                </a:cubicBezTo>
                <a:cubicBezTo>
                  <a:pt x="99753" y="-7203"/>
                  <a:pt x="132599" y="-3553"/>
                  <a:pt x="160579" y="20776"/>
                </a:cubicBezTo>
                <a:cubicBezTo>
                  <a:pt x="188559" y="45105"/>
                  <a:pt x="226270" y="136338"/>
                  <a:pt x="240868" y="159451"/>
                </a:cubicBezTo>
                <a:cubicBezTo>
                  <a:pt x="255466" y="182564"/>
                  <a:pt x="248167" y="159451"/>
                  <a:pt x="248167" y="159451"/>
                </a:cubicBezTo>
              </a:path>
            </a:pathLst>
          </a:cu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8" name="Straight Connector 137"/>
          <p:cNvCxnSpPr>
            <a:stCxn id="205" idx="3"/>
            <a:endCxn id="136" idx="0"/>
          </p:cNvCxnSpPr>
          <p:nvPr/>
        </p:nvCxnSpPr>
        <p:spPr>
          <a:xfrm flipV="1">
            <a:off x="6593457" y="10451829"/>
            <a:ext cx="1578166" cy="1163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Straight Connector 139"/>
          <p:cNvCxnSpPr/>
          <p:nvPr/>
        </p:nvCxnSpPr>
        <p:spPr>
          <a:xfrm>
            <a:off x="6957141" y="9963635"/>
            <a:ext cx="1217232" cy="649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Straight Connector 145"/>
          <p:cNvCxnSpPr/>
          <p:nvPr/>
        </p:nvCxnSpPr>
        <p:spPr>
          <a:xfrm>
            <a:off x="6953966" y="8993319"/>
            <a:ext cx="1215913" cy="996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Straight Connector 146"/>
          <p:cNvCxnSpPr>
            <a:stCxn id="203" idx="3"/>
            <a:endCxn id="133" idx="0"/>
          </p:cNvCxnSpPr>
          <p:nvPr/>
        </p:nvCxnSpPr>
        <p:spPr>
          <a:xfrm flipV="1">
            <a:off x="6570595" y="8524200"/>
            <a:ext cx="1601238" cy="248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Connector 147"/>
          <p:cNvCxnSpPr/>
          <p:nvPr/>
        </p:nvCxnSpPr>
        <p:spPr>
          <a:xfrm>
            <a:off x="6962206" y="8016331"/>
            <a:ext cx="1225425" cy="515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Straight Connector 148"/>
          <p:cNvCxnSpPr/>
          <p:nvPr/>
        </p:nvCxnSpPr>
        <p:spPr>
          <a:xfrm flipH="1" flipV="1">
            <a:off x="6957141" y="9949624"/>
            <a:ext cx="928" cy="143043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Connector 152"/>
          <p:cNvCxnSpPr/>
          <p:nvPr/>
        </p:nvCxnSpPr>
        <p:spPr>
          <a:xfrm flipV="1">
            <a:off x="6948610" y="8016331"/>
            <a:ext cx="5357" cy="145124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Straight Connector 154"/>
          <p:cNvCxnSpPr/>
          <p:nvPr/>
        </p:nvCxnSpPr>
        <p:spPr>
          <a:xfrm>
            <a:off x="3105477" y="8973147"/>
            <a:ext cx="210325" cy="3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Straight Connector 155"/>
          <p:cNvCxnSpPr>
            <a:endCxn id="159" idx="0"/>
          </p:cNvCxnSpPr>
          <p:nvPr/>
        </p:nvCxnSpPr>
        <p:spPr>
          <a:xfrm>
            <a:off x="3107164" y="8487619"/>
            <a:ext cx="208639" cy="377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Straight Connector 156"/>
          <p:cNvCxnSpPr/>
          <p:nvPr/>
        </p:nvCxnSpPr>
        <p:spPr>
          <a:xfrm>
            <a:off x="3083012" y="7998822"/>
            <a:ext cx="232792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Freeform 157"/>
          <p:cNvSpPr/>
          <p:nvPr/>
        </p:nvSpPr>
        <p:spPr>
          <a:xfrm rot="21316089">
            <a:off x="3312099" y="7887452"/>
            <a:ext cx="249991" cy="112454"/>
          </a:xfrm>
          <a:custGeom>
            <a:avLst/>
            <a:gdLst>
              <a:gd name="connsiteX0" fmla="*/ 0 w 249991"/>
              <a:gd name="connsiteY0" fmla="*/ 144853 h 169723"/>
              <a:gd name="connsiteX1" fmla="*/ 72990 w 249991"/>
              <a:gd name="connsiteY1" fmla="*/ 13477 h 169723"/>
              <a:gd name="connsiteX2" fmla="*/ 160579 w 249991"/>
              <a:gd name="connsiteY2" fmla="*/ 20776 h 169723"/>
              <a:gd name="connsiteX3" fmla="*/ 240868 w 249991"/>
              <a:gd name="connsiteY3" fmla="*/ 159451 h 169723"/>
              <a:gd name="connsiteX4" fmla="*/ 248167 w 249991"/>
              <a:gd name="connsiteY4" fmla="*/ 159451 h 1697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9991" h="169723">
                <a:moveTo>
                  <a:pt x="0" y="144853"/>
                </a:moveTo>
                <a:cubicBezTo>
                  <a:pt x="23113" y="89504"/>
                  <a:pt x="46227" y="34156"/>
                  <a:pt x="72990" y="13477"/>
                </a:cubicBezTo>
                <a:cubicBezTo>
                  <a:pt x="99753" y="-7203"/>
                  <a:pt x="132599" y="-3553"/>
                  <a:pt x="160579" y="20776"/>
                </a:cubicBezTo>
                <a:cubicBezTo>
                  <a:pt x="188559" y="45105"/>
                  <a:pt x="226270" y="136338"/>
                  <a:pt x="240868" y="159451"/>
                </a:cubicBezTo>
                <a:cubicBezTo>
                  <a:pt x="255466" y="182564"/>
                  <a:pt x="248167" y="159451"/>
                  <a:pt x="248167" y="159451"/>
                </a:cubicBezTo>
              </a:path>
            </a:pathLst>
          </a:cu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Freeform 158"/>
          <p:cNvSpPr/>
          <p:nvPr/>
        </p:nvSpPr>
        <p:spPr>
          <a:xfrm rot="21316089">
            <a:off x="3312098" y="8385246"/>
            <a:ext cx="249991" cy="112454"/>
          </a:xfrm>
          <a:custGeom>
            <a:avLst/>
            <a:gdLst>
              <a:gd name="connsiteX0" fmla="*/ 0 w 249991"/>
              <a:gd name="connsiteY0" fmla="*/ 144853 h 169723"/>
              <a:gd name="connsiteX1" fmla="*/ 72990 w 249991"/>
              <a:gd name="connsiteY1" fmla="*/ 13477 h 169723"/>
              <a:gd name="connsiteX2" fmla="*/ 160579 w 249991"/>
              <a:gd name="connsiteY2" fmla="*/ 20776 h 169723"/>
              <a:gd name="connsiteX3" fmla="*/ 240868 w 249991"/>
              <a:gd name="connsiteY3" fmla="*/ 159451 h 169723"/>
              <a:gd name="connsiteX4" fmla="*/ 248167 w 249991"/>
              <a:gd name="connsiteY4" fmla="*/ 159451 h 1697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9991" h="169723">
                <a:moveTo>
                  <a:pt x="0" y="144853"/>
                </a:moveTo>
                <a:cubicBezTo>
                  <a:pt x="23113" y="89504"/>
                  <a:pt x="46227" y="34156"/>
                  <a:pt x="72990" y="13477"/>
                </a:cubicBezTo>
                <a:cubicBezTo>
                  <a:pt x="99753" y="-7203"/>
                  <a:pt x="132599" y="-3553"/>
                  <a:pt x="160579" y="20776"/>
                </a:cubicBezTo>
                <a:cubicBezTo>
                  <a:pt x="188559" y="45105"/>
                  <a:pt x="226270" y="136338"/>
                  <a:pt x="240868" y="159451"/>
                </a:cubicBezTo>
                <a:cubicBezTo>
                  <a:pt x="255466" y="182564"/>
                  <a:pt x="248167" y="159451"/>
                  <a:pt x="248167" y="159451"/>
                </a:cubicBezTo>
              </a:path>
            </a:pathLst>
          </a:cu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0" name="Freeform 159"/>
          <p:cNvSpPr/>
          <p:nvPr/>
        </p:nvSpPr>
        <p:spPr>
          <a:xfrm rot="21316089">
            <a:off x="3312097" y="8869278"/>
            <a:ext cx="249991" cy="112454"/>
          </a:xfrm>
          <a:custGeom>
            <a:avLst/>
            <a:gdLst>
              <a:gd name="connsiteX0" fmla="*/ 0 w 249991"/>
              <a:gd name="connsiteY0" fmla="*/ 144853 h 169723"/>
              <a:gd name="connsiteX1" fmla="*/ 72990 w 249991"/>
              <a:gd name="connsiteY1" fmla="*/ 13477 h 169723"/>
              <a:gd name="connsiteX2" fmla="*/ 160579 w 249991"/>
              <a:gd name="connsiteY2" fmla="*/ 20776 h 169723"/>
              <a:gd name="connsiteX3" fmla="*/ 240868 w 249991"/>
              <a:gd name="connsiteY3" fmla="*/ 159451 h 169723"/>
              <a:gd name="connsiteX4" fmla="*/ 248167 w 249991"/>
              <a:gd name="connsiteY4" fmla="*/ 159451 h 1697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9991" h="169723">
                <a:moveTo>
                  <a:pt x="0" y="144853"/>
                </a:moveTo>
                <a:cubicBezTo>
                  <a:pt x="23113" y="89504"/>
                  <a:pt x="46227" y="34156"/>
                  <a:pt x="72990" y="13477"/>
                </a:cubicBezTo>
                <a:cubicBezTo>
                  <a:pt x="99753" y="-7203"/>
                  <a:pt x="132599" y="-3553"/>
                  <a:pt x="160579" y="20776"/>
                </a:cubicBezTo>
                <a:cubicBezTo>
                  <a:pt x="188559" y="45105"/>
                  <a:pt x="226270" y="136338"/>
                  <a:pt x="240868" y="159451"/>
                </a:cubicBezTo>
                <a:cubicBezTo>
                  <a:pt x="255466" y="182564"/>
                  <a:pt x="248167" y="159451"/>
                  <a:pt x="248167" y="159451"/>
                </a:cubicBezTo>
              </a:path>
            </a:pathLst>
          </a:cu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2" name="Straight Connector 161"/>
          <p:cNvCxnSpPr/>
          <p:nvPr/>
        </p:nvCxnSpPr>
        <p:spPr>
          <a:xfrm>
            <a:off x="3571197" y="8497327"/>
            <a:ext cx="1570802" cy="324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Straight Connector 162"/>
          <p:cNvCxnSpPr/>
          <p:nvPr/>
        </p:nvCxnSpPr>
        <p:spPr>
          <a:xfrm flipV="1">
            <a:off x="3574220" y="7998822"/>
            <a:ext cx="919714" cy="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Straight Connector 174"/>
          <p:cNvCxnSpPr>
            <a:endCxn id="176" idx="0"/>
          </p:cNvCxnSpPr>
          <p:nvPr/>
        </p:nvCxnSpPr>
        <p:spPr>
          <a:xfrm>
            <a:off x="3128668" y="9838464"/>
            <a:ext cx="210325" cy="3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6" name="Freeform 175"/>
          <p:cNvSpPr/>
          <p:nvPr/>
        </p:nvSpPr>
        <p:spPr>
          <a:xfrm rot="21316089">
            <a:off x="3335288" y="9732342"/>
            <a:ext cx="249991" cy="112454"/>
          </a:xfrm>
          <a:custGeom>
            <a:avLst/>
            <a:gdLst>
              <a:gd name="connsiteX0" fmla="*/ 0 w 249991"/>
              <a:gd name="connsiteY0" fmla="*/ 144853 h 169723"/>
              <a:gd name="connsiteX1" fmla="*/ 72990 w 249991"/>
              <a:gd name="connsiteY1" fmla="*/ 13477 h 169723"/>
              <a:gd name="connsiteX2" fmla="*/ 160579 w 249991"/>
              <a:gd name="connsiteY2" fmla="*/ 20776 h 169723"/>
              <a:gd name="connsiteX3" fmla="*/ 240868 w 249991"/>
              <a:gd name="connsiteY3" fmla="*/ 159451 h 169723"/>
              <a:gd name="connsiteX4" fmla="*/ 248167 w 249991"/>
              <a:gd name="connsiteY4" fmla="*/ 159451 h 1697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9991" h="169723">
                <a:moveTo>
                  <a:pt x="0" y="144853"/>
                </a:moveTo>
                <a:cubicBezTo>
                  <a:pt x="23113" y="89504"/>
                  <a:pt x="46227" y="34156"/>
                  <a:pt x="72990" y="13477"/>
                </a:cubicBezTo>
                <a:cubicBezTo>
                  <a:pt x="99753" y="-7203"/>
                  <a:pt x="132599" y="-3553"/>
                  <a:pt x="160579" y="20776"/>
                </a:cubicBezTo>
                <a:cubicBezTo>
                  <a:pt x="188559" y="45105"/>
                  <a:pt x="226270" y="136338"/>
                  <a:pt x="240868" y="159451"/>
                </a:cubicBezTo>
                <a:cubicBezTo>
                  <a:pt x="255466" y="182564"/>
                  <a:pt x="248167" y="159451"/>
                  <a:pt x="248167" y="159451"/>
                </a:cubicBezTo>
              </a:path>
            </a:pathLst>
          </a:cu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7" name="Straight Connector 176"/>
          <p:cNvCxnSpPr>
            <a:endCxn id="178" idx="0"/>
          </p:cNvCxnSpPr>
          <p:nvPr/>
        </p:nvCxnSpPr>
        <p:spPr>
          <a:xfrm>
            <a:off x="3113396" y="10339372"/>
            <a:ext cx="210325" cy="3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8" name="Freeform 177"/>
          <p:cNvSpPr/>
          <p:nvPr/>
        </p:nvSpPr>
        <p:spPr>
          <a:xfrm rot="21316089">
            <a:off x="3320016" y="10233250"/>
            <a:ext cx="249991" cy="112454"/>
          </a:xfrm>
          <a:custGeom>
            <a:avLst/>
            <a:gdLst>
              <a:gd name="connsiteX0" fmla="*/ 0 w 249991"/>
              <a:gd name="connsiteY0" fmla="*/ 144853 h 169723"/>
              <a:gd name="connsiteX1" fmla="*/ 72990 w 249991"/>
              <a:gd name="connsiteY1" fmla="*/ 13477 h 169723"/>
              <a:gd name="connsiteX2" fmla="*/ 160579 w 249991"/>
              <a:gd name="connsiteY2" fmla="*/ 20776 h 169723"/>
              <a:gd name="connsiteX3" fmla="*/ 240868 w 249991"/>
              <a:gd name="connsiteY3" fmla="*/ 159451 h 169723"/>
              <a:gd name="connsiteX4" fmla="*/ 248167 w 249991"/>
              <a:gd name="connsiteY4" fmla="*/ 159451 h 1697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9991" h="169723">
                <a:moveTo>
                  <a:pt x="0" y="144853"/>
                </a:moveTo>
                <a:cubicBezTo>
                  <a:pt x="23113" y="89504"/>
                  <a:pt x="46227" y="34156"/>
                  <a:pt x="72990" y="13477"/>
                </a:cubicBezTo>
                <a:cubicBezTo>
                  <a:pt x="99753" y="-7203"/>
                  <a:pt x="132599" y="-3553"/>
                  <a:pt x="160579" y="20776"/>
                </a:cubicBezTo>
                <a:cubicBezTo>
                  <a:pt x="188559" y="45105"/>
                  <a:pt x="226270" y="136338"/>
                  <a:pt x="240868" y="159451"/>
                </a:cubicBezTo>
                <a:cubicBezTo>
                  <a:pt x="255466" y="182564"/>
                  <a:pt x="248167" y="159451"/>
                  <a:pt x="248167" y="159451"/>
                </a:cubicBezTo>
              </a:path>
            </a:pathLst>
          </a:cu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5" name="Straight Connector 184"/>
          <p:cNvCxnSpPr/>
          <p:nvPr/>
        </p:nvCxnSpPr>
        <p:spPr>
          <a:xfrm>
            <a:off x="3566303" y="8978929"/>
            <a:ext cx="928757" cy="324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Straight Connector 185"/>
          <p:cNvCxnSpPr/>
          <p:nvPr/>
        </p:nvCxnSpPr>
        <p:spPr>
          <a:xfrm>
            <a:off x="3589492" y="9835219"/>
            <a:ext cx="928757" cy="324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/>
          <p:cNvCxnSpPr>
            <a:stCxn id="178" idx="3"/>
            <a:endCxn id="206" idx="3"/>
          </p:cNvCxnSpPr>
          <p:nvPr/>
        </p:nvCxnSpPr>
        <p:spPr>
          <a:xfrm>
            <a:off x="3564566" y="10329171"/>
            <a:ext cx="1373266" cy="464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/>
          <p:cNvCxnSpPr/>
          <p:nvPr/>
        </p:nvCxnSpPr>
        <p:spPr>
          <a:xfrm>
            <a:off x="3125306" y="10832140"/>
            <a:ext cx="1392943" cy="324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/>
          <p:cNvCxnSpPr/>
          <p:nvPr/>
        </p:nvCxnSpPr>
        <p:spPr>
          <a:xfrm flipH="1" flipV="1">
            <a:off x="4511591" y="9823293"/>
            <a:ext cx="6658" cy="101209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Straight Connector 195"/>
          <p:cNvCxnSpPr/>
          <p:nvPr/>
        </p:nvCxnSpPr>
        <p:spPr>
          <a:xfrm flipH="1" flipV="1">
            <a:off x="4486147" y="7988365"/>
            <a:ext cx="6658" cy="101209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3" name="Isosceles Triangle 202"/>
          <p:cNvSpPr/>
          <p:nvPr/>
        </p:nvSpPr>
        <p:spPr>
          <a:xfrm rot="16200000">
            <a:off x="6357996" y="8412691"/>
            <a:ext cx="197202" cy="227996"/>
          </a:xfrm>
          <a:prstGeom prst="triangle">
            <a:avLst/>
          </a:prstGeom>
          <a:solidFill>
            <a:schemeClr val="bg1"/>
          </a:solidFill>
          <a:ln w="19050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4" name="Isosceles Triangle 203"/>
          <p:cNvSpPr/>
          <p:nvPr/>
        </p:nvSpPr>
        <p:spPr>
          <a:xfrm rot="5400000">
            <a:off x="4932998" y="8382618"/>
            <a:ext cx="197202" cy="227996"/>
          </a:xfrm>
          <a:prstGeom prst="triangle">
            <a:avLst/>
          </a:prstGeom>
          <a:solidFill>
            <a:schemeClr val="bg1"/>
          </a:solidFill>
          <a:ln w="19050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5" name="Isosceles Triangle 204"/>
          <p:cNvSpPr/>
          <p:nvPr/>
        </p:nvSpPr>
        <p:spPr>
          <a:xfrm rot="16200000">
            <a:off x="6380858" y="10349470"/>
            <a:ext cx="197202" cy="227996"/>
          </a:xfrm>
          <a:prstGeom prst="triangle">
            <a:avLst/>
          </a:prstGeom>
          <a:solidFill>
            <a:schemeClr val="bg1"/>
          </a:solidFill>
          <a:ln w="19050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6" name="Isosceles Triangle 205"/>
          <p:cNvSpPr/>
          <p:nvPr/>
        </p:nvSpPr>
        <p:spPr>
          <a:xfrm rot="5400000">
            <a:off x="4953229" y="10219821"/>
            <a:ext cx="197202" cy="227996"/>
          </a:xfrm>
          <a:prstGeom prst="triangle">
            <a:avLst/>
          </a:prstGeom>
          <a:solidFill>
            <a:schemeClr val="bg1"/>
          </a:solidFill>
          <a:ln w="19050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3" name="Straight Connector 222"/>
          <p:cNvCxnSpPr>
            <a:stCxn id="97" idx="0"/>
            <a:endCxn id="24" idx="2"/>
          </p:cNvCxnSpPr>
          <p:nvPr/>
        </p:nvCxnSpPr>
        <p:spPr>
          <a:xfrm flipH="1" flipV="1">
            <a:off x="5742571" y="4495470"/>
            <a:ext cx="836" cy="377841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4" name="Straight Connector 223"/>
          <p:cNvCxnSpPr/>
          <p:nvPr/>
        </p:nvCxnSpPr>
        <p:spPr>
          <a:xfrm>
            <a:off x="5747208" y="4506450"/>
            <a:ext cx="72429" cy="15777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Straight Connector 224"/>
          <p:cNvCxnSpPr/>
          <p:nvPr/>
        </p:nvCxnSpPr>
        <p:spPr>
          <a:xfrm flipH="1">
            <a:off x="5664635" y="4502358"/>
            <a:ext cx="80131" cy="15586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7" name="Rectangle 166"/>
          <p:cNvSpPr/>
          <p:nvPr/>
        </p:nvSpPr>
        <p:spPr>
          <a:xfrm>
            <a:off x="8600350" y="11109665"/>
            <a:ext cx="1167214" cy="41066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 smtClean="0">
                <a:solidFill>
                  <a:schemeClr val="tx1"/>
                </a:solidFill>
              </a:rPr>
              <a:t>CreateStepList</a:t>
            </a:r>
            <a:endParaRPr lang="en-US" sz="1200" b="1" dirty="0">
              <a:solidFill>
                <a:schemeClr val="tx1"/>
              </a:solidFill>
            </a:endParaRPr>
          </a:p>
        </p:txBody>
      </p:sp>
      <p:sp>
        <p:nvSpPr>
          <p:cNvPr id="168" name="Rectangle 167"/>
          <p:cNvSpPr/>
          <p:nvPr/>
        </p:nvSpPr>
        <p:spPr>
          <a:xfrm>
            <a:off x="8592544" y="5619472"/>
            <a:ext cx="1795372" cy="42487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 smtClean="0">
                <a:solidFill>
                  <a:schemeClr val="tx1"/>
                </a:solidFill>
              </a:rPr>
              <a:t>TutorialCategoryActivity</a:t>
            </a:r>
            <a:endParaRPr lang="en-US" sz="1200" b="1" dirty="0">
              <a:solidFill>
                <a:schemeClr val="tx1"/>
              </a:solidFill>
            </a:endParaRPr>
          </a:p>
        </p:txBody>
      </p:sp>
      <p:cxnSp>
        <p:nvCxnSpPr>
          <p:cNvPr id="169" name="Straight Connector 168"/>
          <p:cNvCxnSpPr/>
          <p:nvPr/>
        </p:nvCxnSpPr>
        <p:spPr>
          <a:xfrm>
            <a:off x="8263810" y="5297241"/>
            <a:ext cx="318254" cy="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Straight Connector 171"/>
          <p:cNvCxnSpPr/>
          <p:nvPr/>
        </p:nvCxnSpPr>
        <p:spPr>
          <a:xfrm>
            <a:off x="8274699" y="11249292"/>
            <a:ext cx="31825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Straight Connector 178"/>
          <p:cNvCxnSpPr/>
          <p:nvPr/>
        </p:nvCxnSpPr>
        <p:spPr>
          <a:xfrm>
            <a:off x="8410544" y="10927065"/>
            <a:ext cx="175375" cy="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0" name="Freeform 179"/>
          <p:cNvSpPr/>
          <p:nvPr/>
        </p:nvSpPr>
        <p:spPr>
          <a:xfrm rot="21316089">
            <a:off x="8159387" y="10825558"/>
            <a:ext cx="249991" cy="112454"/>
          </a:xfrm>
          <a:custGeom>
            <a:avLst/>
            <a:gdLst>
              <a:gd name="connsiteX0" fmla="*/ 0 w 249991"/>
              <a:gd name="connsiteY0" fmla="*/ 144853 h 169723"/>
              <a:gd name="connsiteX1" fmla="*/ 72990 w 249991"/>
              <a:gd name="connsiteY1" fmla="*/ 13477 h 169723"/>
              <a:gd name="connsiteX2" fmla="*/ 160579 w 249991"/>
              <a:gd name="connsiteY2" fmla="*/ 20776 h 169723"/>
              <a:gd name="connsiteX3" fmla="*/ 240868 w 249991"/>
              <a:gd name="connsiteY3" fmla="*/ 159451 h 169723"/>
              <a:gd name="connsiteX4" fmla="*/ 248167 w 249991"/>
              <a:gd name="connsiteY4" fmla="*/ 159451 h 1697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9991" h="169723">
                <a:moveTo>
                  <a:pt x="0" y="144853"/>
                </a:moveTo>
                <a:cubicBezTo>
                  <a:pt x="23113" y="89504"/>
                  <a:pt x="46227" y="34156"/>
                  <a:pt x="72990" y="13477"/>
                </a:cubicBezTo>
                <a:cubicBezTo>
                  <a:pt x="99753" y="-7203"/>
                  <a:pt x="132599" y="-3553"/>
                  <a:pt x="160579" y="20776"/>
                </a:cubicBezTo>
                <a:cubicBezTo>
                  <a:pt x="188559" y="45105"/>
                  <a:pt x="226270" y="136338"/>
                  <a:pt x="240868" y="159451"/>
                </a:cubicBezTo>
                <a:cubicBezTo>
                  <a:pt x="255466" y="182564"/>
                  <a:pt x="248167" y="159451"/>
                  <a:pt x="248167" y="159451"/>
                </a:cubicBezTo>
              </a:path>
            </a:pathLst>
          </a:cu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1" name="Straight Connector 180"/>
          <p:cNvCxnSpPr/>
          <p:nvPr/>
        </p:nvCxnSpPr>
        <p:spPr>
          <a:xfrm>
            <a:off x="6948610" y="10927065"/>
            <a:ext cx="1217232" cy="649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2" name="Rectangle 181"/>
          <p:cNvSpPr/>
          <p:nvPr/>
        </p:nvSpPr>
        <p:spPr>
          <a:xfrm>
            <a:off x="8602836" y="9177333"/>
            <a:ext cx="1271011" cy="41066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 smtClean="0">
                <a:solidFill>
                  <a:schemeClr val="tx1"/>
                </a:solidFill>
              </a:rPr>
              <a:t>ManageStepList</a:t>
            </a:r>
            <a:endParaRPr lang="en-US" sz="1200" b="1" dirty="0">
              <a:solidFill>
                <a:schemeClr val="tx1"/>
              </a:solidFill>
            </a:endParaRPr>
          </a:p>
        </p:txBody>
      </p:sp>
      <p:cxnSp>
        <p:nvCxnSpPr>
          <p:cNvPr id="183" name="Straight Connector 182"/>
          <p:cNvCxnSpPr/>
          <p:nvPr/>
        </p:nvCxnSpPr>
        <p:spPr>
          <a:xfrm>
            <a:off x="8284436" y="9302470"/>
            <a:ext cx="321511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Straight Connector 183"/>
          <p:cNvCxnSpPr/>
          <p:nvPr/>
        </p:nvCxnSpPr>
        <p:spPr>
          <a:xfrm>
            <a:off x="8430571" y="9467576"/>
            <a:ext cx="175375" cy="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9" name="Freeform 188"/>
          <p:cNvSpPr/>
          <p:nvPr/>
        </p:nvSpPr>
        <p:spPr>
          <a:xfrm rot="21316089">
            <a:off x="8176367" y="9363085"/>
            <a:ext cx="249991" cy="112454"/>
          </a:xfrm>
          <a:custGeom>
            <a:avLst/>
            <a:gdLst>
              <a:gd name="connsiteX0" fmla="*/ 0 w 249991"/>
              <a:gd name="connsiteY0" fmla="*/ 144853 h 169723"/>
              <a:gd name="connsiteX1" fmla="*/ 72990 w 249991"/>
              <a:gd name="connsiteY1" fmla="*/ 13477 h 169723"/>
              <a:gd name="connsiteX2" fmla="*/ 160579 w 249991"/>
              <a:gd name="connsiteY2" fmla="*/ 20776 h 169723"/>
              <a:gd name="connsiteX3" fmla="*/ 240868 w 249991"/>
              <a:gd name="connsiteY3" fmla="*/ 159451 h 169723"/>
              <a:gd name="connsiteX4" fmla="*/ 248167 w 249991"/>
              <a:gd name="connsiteY4" fmla="*/ 159451 h 1697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9991" h="169723">
                <a:moveTo>
                  <a:pt x="0" y="144853"/>
                </a:moveTo>
                <a:cubicBezTo>
                  <a:pt x="23113" y="89504"/>
                  <a:pt x="46227" y="34156"/>
                  <a:pt x="72990" y="13477"/>
                </a:cubicBezTo>
                <a:cubicBezTo>
                  <a:pt x="99753" y="-7203"/>
                  <a:pt x="132599" y="-3553"/>
                  <a:pt x="160579" y="20776"/>
                </a:cubicBezTo>
                <a:cubicBezTo>
                  <a:pt x="188559" y="45105"/>
                  <a:pt x="226270" y="136338"/>
                  <a:pt x="240868" y="159451"/>
                </a:cubicBezTo>
                <a:cubicBezTo>
                  <a:pt x="255466" y="182564"/>
                  <a:pt x="248167" y="159451"/>
                  <a:pt x="248167" y="159451"/>
                </a:cubicBezTo>
              </a:path>
            </a:pathLst>
          </a:cu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1" name="Straight Connector 190"/>
          <p:cNvCxnSpPr/>
          <p:nvPr/>
        </p:nvCxnSpPr>
        <p:spPr>
          <a:xfrm>
            <a:off x="6962206" y="9452136"/>
            <a:ext cx="1215913" cy="996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5" name="Rectangle 194"/>
          <p:cNvSpPr/>
          <p:nvPr/>
        </p:nvSpPr>
        <p:spPr>
          <a:xfrm>
            <a:off x="1361811" y="2637586"/>
            <a:ext cx="1751585" cy="42487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 smtClean="0">
                <a:solidFill>
                  <a:schemeClr val="tx1"/>
                </a:solidFill>
              </a:rPr>
              <a:t>ShopCategoriesList</a:t>
            </a:r>
            <a:endParaRPr lang="en-US" sz="1200" b="1" dirty="0">
              <a:solidFill>
                <a:schemeClr val="tx1"/>
              </a:solidFill>
            </a:endParaRPr>
          </a:p>
        </p:txBody>
      </p:sp>
      <p:cxnSp>
        <p:nvCxnSpPr>
          <p:cNvPr id="207" name="Straight Connector 206"/>
          <p:cNvCxnSpPr/>
          <p:nvPr/>
        </p:nvCxnSpPr>
        <p:spPr>
          <a:xfrm>
            <a:off x="3134767" y="2852509"/>
            <a:ext cx="305758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Straight Connector 207"/>
          <p:cNvCxnSpPr/>
          <p:nvPr/>
        </p:nvCxnSpPr>
        <p:spPr>
          <a:xfrm>
            <a:off x="5649500" y="8057343"/>
            <a:ext cx="188835" cy="11601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Straight Connector 208"/>
          <p:cNvCxnSpPr/>
          <p:nvPr/>
        </p:nvCxnSpPr>
        <p:spPr>
          <a:xfrm flipH="1">
            <a:off x="5646806" y="8057343"/>
            <a:ext cx="191530" cy="11601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0" name="Rectangle 169"/>
          <p:cNvSpPr/>
          <p:nvPr/>
        </p:nvSpPr>
        <p:spPr>
          <a:xfrm>
            <a:off x="5097171" y="2369152"/>
            <a:ext cx="1427261" cy="37751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 smtClean="0">
                <a:solidFill>
                  <a:schemeClr val="tx1"/>
                </a:solidFill>
              </a:rPr>
              <a:t>ViewProfileDetail</a:t>
            </a:r>
            <a:endParaRPr lang="en-US" sz="1200" b="1" dirty="0">
              <a:solidFill>
                <a:schemeClr val="tx1"/>
              </a:solidFill>
            </a:endParaRPr>
          </a:p>
        </p:txBody>
      </p:sp>
      <p:cxnSp>
        <p:nvCxnSpPr>
          <p:cNvPr id="192" name="Straight Connector 191"/>
          <p:cNvCxnSpPr/>
          <p:nvPr/>
        </p:nvCxnSpPr>
        <p:spPr>
          <a:xfrm flipV="1">
            <a:off x="5810802" y="2756689"/>
            <a:ext cx="0" cy="130068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Straight Connector 192"/>
          <p:cNvCxnSpPr/>
          <p:nvPr/>
        </p:nvCxnSpPr>
        <p:spPr>
          <a:xfrm>
            <a:off x="5739124" y="3878640"/>
            <a:ext cx="72429" cy="16031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Straight Connector 193"/>
          <p:cNvCxnSpPr/>
          <p:nvPr/>
        </p:nvCxnSpPr>
        <p:spPr>
          <a:xfrm flipH="1">
            <a:off x="5810802" y="3878640"/>
            <a:ext cx="71092" cy="15840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Straight Connector 196"/>
          <p:cNvCxnSpPr/>
          <p:nvPr/>
        </p:nvCxnSpPr>
        <p:spPr>
          <a:xfrm>
            <a:off x="5719965" y="2842428"/>
            <a:ext cx="188835" cy="11601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/>
          <p:cNvCxnSpPr/>
          <p:nvPr/>
        </p:nvCxnSpPr>
        <p:spPr>
          <a:xfrm flipH="1">
            <a:off x="5717271" y="2842428"/>
            <a:ext cx="191530" cy="11601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Connector 198"/>
          <p:cNvCxnSpPr/>
          <p:nvPr/>
        </p:nvCxnSpPr>
        <p:spPr>
          <a:xfrm flipV="1">
            <a:off x="6350478" y="4285616"/>
            <a:ext cx="1022515" cy="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/>
          <p:cNvCxnSpPr/>
          <p:nvPr/>
        </p:nvCxnSpPr>
        <p:spPr>
          <a:xfrm flipV="1">
            <a:off x="6337415" y="4209226"/>
            <a:ext cx="152656" cy="8320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Straight Connector 200"/>
          <p:cNvCxnSpPr/>
          <p:nvPr/>
        </p:nvCxnSpPr>
        <p:spPr>
          <a:xfrm flipH="1" flipV="1">
            <a:off x="6342599" y="4280798"/>
            <a:ext cx="152656" cy="7274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Straight Connector 201"/>
          <p:cNvCxnSpPr/>
          <p:nvPr/>
        </p:nvCxnSpPr>
        <p:spPr>
          <a:xfrm flipV="1">
            <a:off x="4249862" y="4293783"/>
            <a:ext cx="892137" cy="203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Straight Connector 209"/>
          <p:cNvCxnSpPr/>
          <p:nvPr/>
        </p:nvCxnSpPr>
        <p:spPr>
          <a:xfrm flipV="1">
            <a:off x="4988507" y="4288796"/>
            <a:ext cx="152656" cy="8320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/>
          <p:cNvCxnSpPr/>
          <p:nvPr/>
        </p:nvCxnSpPr>
        <p:spPr>
          <a:xfrm flipH="1" flipV="1">
            <a:off x="4988507" y="4221035"/>
            <a:ext cx="152656" cy="7274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2" name="Isosceles Triangle 211"/>
          <p:cNvSpPr/>
          <p:nvPr/>
        </p:nvSpPr>
        <p:spPr>
          <a:xfrm rot="10800000">
            <a:off x="5929928" y="8089986"/>
            <a:ext cx="230074" cy="195421"/>
          </a:xfrm>
          <a:prstGeom prst="triangle">
            <a:avLst/>
          </a:prstGeom>
          <a:solidFill>
            <a:schemeClr val="bg1"/>
          </a:solidFill>
          <a:ln w="19050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3" name="Straight Connector 212"/>
          <p:cNvCxnSpPr/>
          <p:nvPr/>
        </p:nvCxnSpPr>
        <p:spPr>
          <a:xfrm>
            <a:off x="6043617" y="4704623"/>
            <a:ext cx="1944486" cy="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Straight Connector 213"/>
          <p:cNvCxnSpPr>
            <a:stCxn id="212" idx="3"/>
          </p:cNvCxnSpPr>
          <p:nvPr/>
        </p:nvCxnSpPr>
        <p:spPr>
          <a:xfrm flipH="1" flipV="1">
            <a:off x="6043617" y="4704623"/>
            <a:ext cx="1348" cy="338536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5" name="Rectangle 214"/>
          <p:cNvSpPr/>
          <p:nvPr/>
        </p:nvSpPr>
        <p:spPr>
          <a:xfrm>
            <a:off x="8572091" y="4055099"/>
            <a:ext cx="1961767" cy="43787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 smtClean="0">
                <a:solidFill>
                  <a:schemeClr val="tx1"/>
                </a:solidFill>
              </a:rPr>
              <a:t>ChangePasswordActivity</a:t>
            </a:r>
            <a:endParaRPr lang="en-US" sz="1200" b="1" dirty="0">
              <a:solidFill>
                <a:schemeClr val="tx1"/>
              </a:solidFill>
            </a:endParaRPr>
          </a:p>
        </p:txBody>
      </p:sp>
      <p:cxnSp>
        <p:nvCxnSpPr>
          <p:cNvPr id="216" name="Straight Connector 215"/>
          <p:cNvCxnSpPr>
            <a:stCxn id="218" idx="4"/>
          </p:cNvCxnSpPr>
          <p:nvPr/>
        </p:nvCxnSpPr>
        <p:spPr>
          <a:xfrm>
            <a:off x="8422720" y="4346600"/>
            <a:ext cx="149371" cy="583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Straight Connector 216"/>
          <p:cNvCxnSpPr>
            <a:endCxn id="218" idx="0"/>
          </p:cNvCxnSpPr>
          <p:nvPr/>
        </p:nvCxnSpPr>
        <p:spPr>
          <a:xfrm>
            <a:off x="7965012" y="4357433"/>
            <a:ext cx="20958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8" name="Freeform 217"/>
          <p:cNvSpPr/>
          <p:nvPr/>
        </p:nvSpPr>
        <p:spPr>
          <a:xfrm rot="21316089">
            <a:off x="8170896" y="4251281"/>
            <a:ext cx="249991" cy="112454"/>
          </a:xfrm>
          <a:custGeom>
            <a:avLst/>
            <a:gdLst>
              <a:gd name="connsiteX0" fmla="*/ 0 w 249991"/>
              <a:gd name="connsiteY0" fmla="*/ 144853 h 169723"/>
              <a:gd name="connsiteX1" fmla="*/ 72990 w 249991"/>
              <a:gd name="connsiteY1" fmla="*/ 13477 h 169723"/>
              <a:gd name="connsiteX2" fmla="*/ 160579 w 249991"/>
              <a:gd name="connsiteY2" fmla="*/ 20776 h 169723"/>
              <a:gd name="connsiteX3" fmla="*/ 240868 w 249991"/>
              <a:gd name="connsiteY3" fmla="*/ 159451 h 169723"/>
              <a:gd name="connsiteX4" fmla="*/ 248167 w 249991"/>
              <a:gd name="connsiteY4" fmla="*/ 159451 h 1697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9991" h="169723">
                <a:moveTo>
                  <a:pt x="0" y="144853"/>
                </a:moveTo>
                <a:cubicBezTo>
                  <a:pt x="23113" y="89504"/>
                  <a:pt x="46227" y="34156"/>
                  <a:pt x="72990" y="13477"/>
                </a:cubicBezTo>
                <a:cubicBezTo>
                  <a:pt x="99753" y="-7203"/>
                  <a:pt x="132599" y="-3553"/>
                  <a:pt x="160579" y="20776"/>
                </a:cubicBezTo>
                <a:cubicBezTo>
                  <a:pt x="188559" y="45105"/>
                  <a:pt x="226270" y="136338"/>
                  <a:pt x="240868" y="159451"/>
                </a:cubicBezTo>
                <a:cubicBezTo>
                  <a:pt x="255466" y="182564"/>
                  <a:pt x="248167" y="159451"/>
                  <a:pt x="248167" y="159451"/>
                </a:cubicBezTo>
              </a:path>
            </a:pathLst>
          </a:cu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  </a:t>
            </a:r>
            <a:endParaRPr lang="en-US" dirty="0"/>
          </a:p>
        </p:txBody>
      </p:sp>
      <p:cxnSp>
        <p:nvCxnSpPr>
          <p:cNvPr id="256" name="Straight Connector 255"/>
          <p:cNvCxnSpPr/>
          <p:nvPr/>
        </p:nvCxnSpPr>
        <p:spPr>
          <a:xfrm>
            <a:off x="8276097" y="4179874"/>
            <a:ext cx="310439" cy="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9" name="Rectangle 218"/>
          <p:cNvSpPr/>
          <p:nvPr/>
        </p:nvSpPr>
        <p:spPr>
          <a:xfrm>
            <a:off x="1419444" y="5028756"/>
            <a:ext cx="1690183" cy="40335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 smtClean="0">
                <a:solidFill>
                  <a:schemeClr val="tx1"/>
                </a:solidFill>
              </a:rPr>
              <a:t>SendMessageActivity</a:t>
            </a:r>
            <a:endParaRPr lang="en-US" sz="1200" b="1" dirty="0">
              <a:solidFill>
                <a:schemeClr val="tx1"/>
              </a:solidFill>
            </a:endParaRPr>
          </a:p>
        </p:txBody>
      </p:sp>
      <p:cxnSp>
        <p:nvCxnSpPr>
          <p:cNvPr id="220" name="Straight Connector 219"/>
          <p:cNvCxnSpPr>
            <a:stCxn id="219" idx="3"/>
          </p:cNvCxnSpPr>
          <p:nvPr/>
        </p:nvCxnSpPr>
        <p:spPr>
          <a:xfrm>
            <a:off x="3109627" y="5230431"/>
            <a:ext cx="302307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222383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884</TotalTime>
  <Words>49</Words>
  <Application>Microsoft Macintosh PowerPoint</Application>
  <PresentationFormat>Custom</PresentationFormat>
  <Paragraphs>48</Paragraphs>
  <Slides>1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2" baseType="lpstr">
      <vt:lpstr>Office Theme</vt:lpstr>
      <vt:lpstr>PowerPoint Presentation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pimchanok sripraphan</dc:creator>
  <cp:lastModifiedBy>pimchanok sripraphan</cp:lastModifiedBy>
  <cp:revision>23</cp:revision>
  <dcterms:created xsi:type="dcterms:W3CDTF">2014-07-03T13:41:19Z</dcterms:created>
  <dcterms:modified xsi:type="dcterms:W3CDTF">2014-10-07T17:18:35Z</dcterms:modified>
</cp:coreProperties>
</file>