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401800" cy="10799763"/>
  <p:notesSz cx="6858000" cy="9144000"/>
  <p:defaultTextStyle>
    <a:defPPr>
      <a:defRPr lang="en-US"/>
    </a:defPPr>
    <a:lvl1pPr marL="0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720044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1440089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2160133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2880177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3600221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4320266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5040310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5760354" algn="l" defTabSz="720044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94749" autoAdjust="0"/>
  </p:normalViewPr>
  <p:slideViewPr>
    <p:cSldViewPr snapToGrid="0" snapToObjects="1">
      <p:cViewPr varScale="1">
        <p:scale>
          <a:sx n="47" d="100"/>
          <a:sy n="47" d="100"/>
        </p:scale>
        <p:origin x="-1832" y="-96"/>
      </p:cViewPr>
      <p:guideLst>
        <p:guide orient="horz" pos="3402"/>
        <p:guide pos="4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135" y="3354927"/>
            <a:ext cx="12241530" cy="23149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0270" y="6119866"/>
            <a:ext cx="10081260" cy="275993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0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00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0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0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002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20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40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60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0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00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643" y="6939848"/>
            <a:ext cx="12241530" cy="2144953"/>
          </a:xfrm>
        </p:spPr>
        <p:txBody>
          <a:bodyPr anchor="t"/>
          <a:lstStyle>
            <a:lvl1pPr algn="l">
              <a:defRPr sz="6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7643" y="4577401"/>
            <a:ext cx="12241530" cy="2362447"/>
          </a:xfrm>
        </p:spPr>
        <p:txBody>
          <a:bodyPr anchor="b"/>
          <a:lstStyle>
            <a:lvl1pPr marL="0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1pPr>
            <a:lvl2pPr marL="720044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440089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160133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880177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60022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320266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504031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76035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5142" y="3967414"/>
            <a:ext cx="10086261" cy="11224754"/>
          </a:xfrm>
        </p:spPr>
        <p:txBody>
          <a:bodyPr/>
          <a:lstStyle>
            <a:lvl1pPr>
              <a:defRPr sz="4400"/>
            </a:lvl1pPr>
            <a:lvl2pPr>
              <a:defRPr sz="38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61433" y="3967414"/>
            <a:ext cx="10086261" cy="11224754"/>
          </a:xfrm>
        </p:spPr>
        <p:txBody>
          <a:bodyPr/>
          <a:lstStyle>
            <a:lvl1pPr>
              <a:defRPr sz="4400"/>
            </a:lvl1pPr>
            <a:lvl2pPr>
              <a:defRPr sz="38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0" y="432491"/>
            <a:ext cx="12961620" cy="179996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90" y="2417448"/>
            <a:ext cx="6363296" cy="1007477"/>
          </a:xfrm>
        </p:spPr>
        <p:txBody>
          <a:bodyPr anchor="b"/>
          <a:lstStyle>
            <a:lvl1pPr marL="0" indent="0">
              <a:buNone/>
              <a:defRPr sz="3800" b="1"/>
            </a:lvl1pPr>
            <a:lvl2pPr marL="720044" indent="0">
              <a:buNone/>
              <a:defRPr sz="3100" b="1"/>
            </a:lvl2pPr>
            <a:lvl3pPr marL="1440089" indent="0">
              <a:buNone/>
              <a:defRPr sz="2800" b="1"/>
            </a:lvl3pPr>
            <a:lvl4pPr marL="2160133" indent="0">
              <a:buNone/>
              <a:defRPr sz="2500" b="1"/>
            </a:lvl4pPr>
            <a:lvl5pPr marL="2880177" indent="0">
              <a:buNone/>
              <a:defRPr sz="2500" b="1"/>
            </a:lvl5pPr>
            <a:lvl6pPr marL="3600221" indent="0">
              <a:buNone/>
              <a:defRPr sz="2500" b="1"/>
            </a:lvl6pPr>
            <a:lvl7pPr marL="4320266" indent="0">
              <a:buNone/>
              <a:defRPr sz="2500" b="1"/>
            </a:lvl7pPr>
            <a:lvl8pPr marL="5040310" indent="0">
              <a:buNone/>
              <a:defRPr sz="2500" b="1"/>
            </a:lvl8pPr>
            <a:lvl9pPr marL="576035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90" y="3424925"/>
            <a:ext cx="6363296" cy="6222364"/>
          </a:xfrm>
        </p:spPr>
        <p:txBody>
          <a:bodyPr/>
          <a:lstStyle>
            <a:lvl1pPr>
              <a:defRPr sz="38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915" y="2417448"/>
            <a:ext cx="6365796" cy="1007477"/>
          </a:xfrm>
        </p:spPr>
        <p:txBody>
          <a:bodyPr anchor="b"/>
          <a:lstStyle>
            <a:lvl1pPr marL="0" indent="0">
              <a:buNone/>
              <a:defRPr sz="3800" b="1"/>
            </a:lvl1pPr>
            <a:lvl2pPr marL="720044" indent="0">
              <a:buNone/>
              <a:defRPr sz="3100" b="1"/>
            </a:lvl2pPr>
            <a:lvl3pPr marL="1440089" indent="0">
              <a:buNone/>
              <a:defRPr sz="2800" b="1"/>
            </a:lvl3pPr>
            <a:lvl4pPr marL="2160133" indent="0">
              <a:buNone/>
              <a:defRPr sz="2500" b="1"/>
            </a:lvl4pPr>
            <a:lvl5pPr marL="2880177" indent="0">
              <a:buNone/>
              <a:defRPr sz="2500" b="1"/>
            </a:lvl5pPr>
            <a:lvl6pPr marL="3600221" indent="0">
              <a:buNone/>
              <a:defRPr sz="2500" b="1"/>
            </a:lvl6pPr>
            <a:lvl7pPr marL="4320266" indent="0">
              <a:buNone/>
              <a:defRPr sz="2500" b="1"/>
            </a:lvl7pPr>
            <a:lvl8pPr marL="5040310" indent="0">
              <a:buNone/>
              <a:defRPr sz="2500" b="1"/>
            </a:lvl8pPr>
            <a:lvl9pPr marL="576035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915" y="3424925"/>
            <a:ext cx="6365796" cy="6222364"/>
          </a:xfrm>
        </p:spPr>
        <p:txBody>
          <a:bodyPr/>
          <a:lstStyle>
            <a:lvl1pPr>
              <a:defRPr sz="38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4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4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2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1" y="429990"/>
            <a:ext cx="4738093" cy="1829960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0704" y="429991"/>
            <a:ext cx="8051006" cy="9217299"/>
          </a:xfrm>
        </p:spPr>
        <p:txBody>
          <a:bodyPr/>
          <a:lstStyle>
            <a:lvl1pPr>
              <a:defRPr sz="5000"/>
            </a:lvl1pPr>
            <a:lvl2pPr>
              <a:defRPr sz="4400"/>
            </a:lvl2pPr>
            <a:lvl3pPr>
              <a:defRPr sz="38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91" y="2259951"/>
            <a:ext cx="4738093" cy="7387339"/>
          </a:xfrm>
        </p:spPr>
        <p:txBody>
          <a:bodyPr/>
          <a:lstStyle>
            <a:lvl1pPr marL="0" indent="0">
              <a:buNone/>
              <a:defRPr sz="2200"/>
            </a:lvl1pPr>
            <a:lvl2pPr marL="720044" indent="0">
              <a:buNone/>
              <a:defRPr sz="1900"/>
            </a:lvl2pPr>
            <a:lvl3pPr marL="1440089" indent="0">
              <a:buNone/>
              <a:defRPr sz="1600"/>
            </a:lvl3pPr>
            <a:lvl4pPr marL="2160133" indent="0">
              <a:buNone/>
              <a:defRPr sz="1400"/>
            </a:lvl4pPr>
            <a:lvl5pPr marL="2880177" indent="0">
              <a:buNone/>
              <a:defRPr sz="1400"/>
            </a:lvl5pPr>
            <a:lvl6pPr marL="3600221" indent="0">
              <a:buNone/>
              <a:defRPr sz="1400"/>
            </a:lvl6pPr>
            <a:lvl7pPr marL="4320266" indent="0">
              <a:buNone/>
              <a:defRPr sz="1400"/>
            </a:lvl7pPr>
            <a:lvl8pPr marL="5040310" indent="0">
              <a:buNone/>
              <a:defRPr sz="1400"/>
            </a:lvl8pPr>
            <a:lvl9pPr marL="576035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7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854" y="7559834"/>
            <a:ext cx="8641080" cy="892481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22854" y="964979"/>
            <a:ext cx="8641080" cy="6479858"/>
          </a:xfrm>
        </p:spPr>
        <p:txBody>
          <a:bodyPr/>
          <a:lstStyle>
            <a:lvl1pPr marL="0" indent="0">
              <a:buNone/>
              <a:defRPr sz="5000"/>
            </a:lvl1pPr>
            <a:lvl2pPr marL="720044" indent="0">
              <a:buNone/>
              <a:defRPr sz="4400"/>
            </a:lvl2pPr>
            <a:lvl3pPr marL="1440089" indent="0">
              <a:buNone/>
              <a:defRPr sz="3800"/>
            </a:lvl3pPr>
            <a:lvl4pPr marL="2160133" indent="0">
              <a:buNone/>
              <a:defRPr sz="3100"/>
            </a:lvl4pPr>
            <a:lvl5pPr marL="2880177" indent="0">
              <a:buNone/>
              <a:defRPr sz="3100"/>
            </a:lvl5pPr>
            <a:lvl6pPr marL="3600221" indent="0">
              <a:buNone/>
              <a:defRPr sz="3100"/>
            </a:lvl6pPr>
            <a:lvl7pPr marL="4320266" indent="0">
              <a:buNone/>
              <a:defRPr sz="3100"/>
            </a:lvl7pPr>
            <a:lvl8pPr marL="5040310" indent="0">
              <a:buNone/>
              <a:defRPr sz="3100"/>
            </a:lvl8pPr>
            <a:lvl9pPr marL="5760354" indent="0">
              <a:buNone/>
              <a:defRPr sz="3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22854" y="8452316"/>
            <a:ext cx="8641080" cy="1267471"/>
          </a:xfrm>
        </p:spPr>
        <p:txBody>
          <a:bodyPr/>
          <a:lstStyle>
            <a:lvl1pPr marL="0" indent="0">
              <a:buNone/>
              <a:defRPr sz="2200"/>
            </a:lvl1pPr>
            <a:lvl2pPr marL="720044" indent="0">
              <a:buNone/>
              <a:defRPr sz="1900"/>
            </a:lvl2pPr>
            <a:lvl3pPr marL="1440089" indent="0">
              <a:buNone/>
              <a:defRPr sz="1600"/>
            </a:lvl3pPr>
            <a:lvl4pPr marL="2160133" indent="0">
              <a:buNone/>
              <a:defRPr sz="1400"/>
            </a:lvl4pPr>
            <a:lvl5pPr marL="2880177" indent="0">
              <a:buNone/>
              <a:defRPr sz="1400"/>
            </a:lvl5pPr>
            <a:lvl6pPr marL="3600221" indent="0">
              <a:buNone/>
              <a:defRPr sz="1400"/>
            </a:lvl6pPr>
            <a:lvl7pPr marL="4320266" indent="0">
              <a:buNone/>
              <a:defRPr sz="1400"/>
            </a:lvl7pPr>
            <a:lvl8pPr marL="5040310" indent="0">
              <a:buNone/>
              <a:defRPr sz="1400"/>
            </a:lvl8pPr>
            <a:lvl9pPr marL="576035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9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7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44557" y="679985"/>
            <a:ext cx="5103137" cy="1451218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5143" y="679985"/>
            <a:ext cx="15069384" cy="1451218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4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90" y="432491"/>
            <a:ext cx="12961620" cy="1799961"/>
          </a:xfrm>
          <a:prstGeom prst="rect">
            <a:avLst/>
          </a:prstGeom>
        </p:spPr>
        <p:txBody>
          <a:bodyPr vert="horz" lIns="144009" tIns="72004" rIns="144009" bIns="7200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90" y="2519946"/>
            <a:ext cx="12961620" cy="7127344"/>
          </a:xfrm>
          <a:prstGeom prst="rect">
            <a:avLst/>
          </a:prstGeom>
        </p:spPr>
        <p:txBody>
          <a:bodyPr vert="horz" lIns="144009" tIns="72004" rIns="144009" bIns="7200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090" y="10009781"/>
            <a:ext cx="3360420" cy="574987"/>
          </a:xfrm>
          <a:prstGeom prst="rect">
            <a:avLst/>
          </a:prstGeom>
        </p:spPr>
        <p:txBody>
          <a:bodyPr vert="horz" lIns="144009" tIns="72004" rIns="144009" bIns="72004" rtlCol="0" anchor="ctr"/>
          <a:lstStyle>
            <a:lvl1pPr algn="l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4BD3B-CAB3-0346-9327-78B0A8895BB8}" type="datetimeFigureOut">
              <a:rPr lang="en-US" smtClean="0"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20615" y="10009781"/>
            <a:ext cx="4560570" cy="574987"/>
          </a:xfrm>
          <a:prstGeom prst="rect">
            <a:avLst/>
          </a:prstGeom>
        </p:spPr>
        <p:txBody>
          <a:bodyPr vert="horz" lIns="144009" tIns="72004" rIns="144009" bIns="72004" rtlCol="0" anchor="ctr"/>
          <a:lstStyle>
            <a:lvl1pPr algn="ct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21290" y="10009781"/>
            <a:ext cx="3360420" cy="574987"/>
          </a:xfrm>
          <a:prstGeom prst="rect">
            <a:avLst/>
          </a:prstGeom>
        </p:spPr>
        <p:txBody>
          <a:bodyPr vert="horz" lIns="144009" tIns="72004" rIns="144009" bIns="72004" rtlCol="0" anchor="ctr"/>
          <a:lstStyle>
            <a:lvl1pPr algn="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D6C58-7A18-8B49-BB03-318CDDF9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3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20044" rtl="0" eaLnBrk="1" latinLnBrk="0" hangingPunct="1">
        <a:spcBef>
          <a:spcPct val="0"/>
        </a:spcBef>
        <a:buNone/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033" indent="-540033" algn="l" defTabSz="720044" rtl="0" eaLnBrk="1" latinLnBrk="0" hangingPunct="1">
        <a:spcBef>
          <a:spcPct val="20000"/>
        </a:spcBef>
        <a:buFont typeface="Arial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0072" indent="-450028" algn="l" defTabSz="720044" rtl="0" eaLnBrk="1" latinLnBrk="0" hangingPunct="1">
        <a:spcBef>
          <a:spcPct val="20000"/>
        </a:spcBef>
        <a:buFont typeface="Arial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111" indent="-360022" algn="l" defTabSz="720044" rtl="0" eaLnBrk="1" latinLnBrk="0" hangingPunct="1">
        <a:spcBef>
          <a:spcPct val="20000"/>
        </a:spcBef>
        <a:buFont typeface="Arial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0155" indent="-360022" algn="l" defTabSz="720044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0199" indent="-360022" algn="l" defTabSz="720044" rtl="0" eaLnBrk="1" latinLnBrk="0" hangingPunct="1">
        <a:spcBef>
          <a:spcPct val="20000"/>
        </a:spcBef>
        <a:buFont typeface="Arial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60244" indent="-360022" algn="l" defTabSz="720044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0288" indent="-360022" algn="l" defTabSz="720044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332" indent="-360022" algn="l" defTabSz="720044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20376" indent="-360022" algn="l" defTabSz="720044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44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89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133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177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221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320266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5040310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760354" algn="l" defTabSz="720044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32658" y="3650454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5" name="Straight Connector 4"/>
          <p:cNvCxnSpPr>
            <a:stCxn id="4" idx="2"/>
          </p:cNvCxnSpPr>
          <p:nvPr/>
        </p:nvCxnSpPr>
        <p:spPr>
          <a:xfrm flipH="1">
            <a:off x="1763611" y="4161610"/>
            <a:ext cx="11844" cy="61726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705753" y="4284306"/>
            <a:ext cx="139403" cy="58289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829" y="2621533"/>
            <a:ext cx="1199252" cy="11992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07355" y="3653934"/>
            <a:ext cx="127136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Home</a:t>
            </a:r>
          </a:p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9" name="Straight Connector 8"/>
          <p:cNvCxnSpPr>
            <a:stCxn id="8" idx="2"/>
          </p:cNvCxnSpPr>
          <p:nvPr/>
        </p:nvCxnSpPr>
        <p:spPr>
          <a:xfrm>
            <a:off x="3143036" y="4165090"/>
            <a:ext cx="0" cy="61691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1" idx="2"/>
          </p:cNvCxnSpPr>
          <p:nvPr/>
        </p:nvCxnSpPr>
        <p:spPr>
          <a:xfrm flipH="1">
            <a:off x="4704064" y="4161610"/>
            <a:ext cx="35776" cy="61726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73297" y="3650454"/>
            <a:ext cx="173308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cxnSp>
        <p:nvCxnSpPr>
          <p:cNvPr id="12" name="Straight Connector 11"/>
          <p:cNvCxnSpPr>
            <a:stCxn id="13" idx="2"/>
          </p:cNvCxnSpPr>
          <p:nvPr/>
        </p:nvCxnSpPr>
        <p:spPr>
          <a:xfrm>
            <a:off x="6456381" y="4161610"/>
            <a:ext cx="0" cy="61726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770115" y="3650454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ShowProfile</a:t>
            </a:r>
            <a:endParaRPr lang="en-US" sz="1600" dirty="0"/>
          </a:p>
        </p:txBody>
      </p:sp>
      <p:cxnSp>
        <p:nvCxnSpPr>
          <p:cNvPr id="14" name="Straight Connector 13"/>
          <p:cNvCxnSpPr>
            <a:stCxn id="15" idx="2"/>
          </p:cNvCxnSpPr>
          <p:nvPr/>
        </p:nvCxnSpPr>
        <p:spPr>
          <a:xfrm flipH="1">
            <a:off x="7972377" y="4161610"/>
            <a:ext cx="8936" cy="61726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295047" y="3650454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</a:t>
            </a:r>
            <a:endParaRPr lang="en-US" sz="1600" dirty="0"/>
          </a:p>
        </p:txBody>
      </p:sp>
      <p:cxnSp>
        <p:nvCxnSpPr>
          <p:cNvPr id="16" name="Straight Connector 15"/>
          <p:cNvCxnSpPr>
            <a:stCxn id="17" idx="2"/>
          </p:cNvCxnSpPr>
          <p:nvPr/>
        </p:nvCxnSpPr>
        <p:spPr>
          <a:xfrm>
            <a:off x="11143076" y="4155309"/>
            <a:ext cx="0" cy="617895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456810" y="3644153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 Database</a:t>
            </a:r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11932321" y="3653934"/>
            <a:ext cx="160557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19" name="Straight Connector 18"/>
          <p:cNvCxnSpPr>
            <a:stCxn id="18" idx="2"/>
          </p:cNvCxnSpPr>
          <p:nvPr/>
        </p:nvCxnSpPr>
        <p:spPr>
          <a:xfrm>
            <a:off x="12735109" y="4165090"/>
            <a:ext cx="0" cy="61691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845156" y="4407621"/>
            <a:ext cx="12281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63611" y="4117026"/>
            <a:ext cx="1222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3188466" y="4369950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Click profile link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783111" y="4741066"/>
            <a:ext cx="1562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</a:t>
            </a:r>
          </a:p>
          <a:p>
            <a:pPr algn="ctr"/>
            <a:r>
              <a:rPr lang="en-US" sz="1400" dirty="0" smtClean="0"/>
              <a:t>shopkeeper profile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3073335" y="4292370"/>
            <a:ext cx="139402" cy="44869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179826" y="4672341"/>
            <a:ext cx="149031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70139" y="4651629"/>
            <a:ext cx="139402" cy="238248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386680" y="4910721"/>
            <a:ext cx="139402" cy="44144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783111" y="5012630"/>
            <a:ext cx="160356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2660894" y="5206928"/>
            <a:ext cx="139402" cy="55901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493262" y="5264286"/>
            <a:ext cx="6167632" cy="25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32088" y="5407659"/>
            <a:ext cx="2764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</a:t>
            </a:r>
          </a:p>
          <a:p>
            <a:pPr algn="ctr"/>
            <a:r>
              <a:rPr lang="en-US" sz="1400" dirty="0"/>
              <a:t>(profile picture, username, </a:t>
            </a:r>
            <a:r>
              <a:rPr lang="en-US" sz="1400" dirty="0" smtClean="0"/>
              <a:t>email</a:t>
            </a:r>
            <a:r>
              <a:rPr lang="en-US" sz="1400" dirty="0"/>
              <a:t>, list of created </a:t>
            </a:r>
            <a:r>
              <a:rPr lang="en-US" sz="1400" dirty="0" smtClean="0"/>
              <a:t>shops)</a:t>
            </a:r>
            <a:endParaRPr lang="en-US" sz="14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4809541" y="5709392"/>
            <a:ext cx="7851353" cy="15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72851" y="4959027"/>
            <a:ext cx="2967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Get shopkeeper information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12688317" y="4796001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2781961" y="5589748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3214986" y="5314063"/>
            <a:ext cx="0" cy="2756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12781961" y="5331224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1845156" y="5921051"/>
            <a:ext cx="2808546" cy="15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939540" y="5640659"/>
            <a:ext cx="2764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Display result</a:t>
            </a:r>
          </a:p>
          <a:p>
            <a:pPr algn="ctr"/>
            <a:r>
              <a:rPr lang="en-US" sz="1400" dirty="0"/>
              <a:t>(profile picture, username, </a:t>
            </a:r>
            <a:r>
              <a:rPr lang="en-US" sz="1400" dirty="0" smtClean="0"/>
              <a:t>email</a:t>
            </a:r>
            <a:r>
              <a:rPr lang="en-US" sz="1400" dirty="0"/>
              <a:t>, list of created </a:t>
            </a:r>
            <a:r>
              <a:rPr lang="en-US" sz="1400" dirty="0" smtClean="0"/>
              <a:t>shops)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2507355" y="6331066"/>
            <a:ext cx="1672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Click message link</a:t>
            </a:r>
            <a:endParaRPr lang="en-US" sz="1400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836516" y="6633457"/>
            <a:ext cx="2817186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911612" y="6867659"/>
            <a:ext cx="139402" cy="32456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4739840" y="6982630"/>
            <a:ext cx="317177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02920" y="6665483"/>
            <a:ext cx="2685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Request message user interface</a:t>
            </a:r>
            <a:endParaRPr lang="en-US" sz="1400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1836516" y="7335332"/>
            <a:ext cx="60718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440435" y="7027555"/>
            <a:ext cx="2678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Return message user interface</a:t>
            </a:r>
            <a:endParaRPr lang="en-US" sz="1400" dirty="0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1804144" y="7724789"/>
            <a:ext cx="6107468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980691" y="7409813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Input message</a:t>
            </a:r>
            <a:endParaRPr lang="en-US" sz="1400" dirty="0"/>
          </a:p>
        </p:txBody>
      </p:sp>
      <p:sp>
        <p:nvSpPr>
          <p:cNvPr id="49" name="Rectangle 48"/>
          <p:cNvSpPr/>
          <p:nvPr/>
        </p:nvSpPr>
        <p:spPr>
          <a:xfrm>
            <a:off x="9504818" y="7879892"/>
            <a:ext cx="122239" cy="6720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7972377" y="7950841"/>
            <a:ext cx="153244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02296" y="7655394"/>
            <a:ext cx="11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check </a:t>
            </a:r>
          </a:p>
          <a:p>
            <a:r>
              <a:rPr lang="en-US" sz="1400" dirty="0" smtClean="0"/>
              <a:t>conversation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9647376" y="7492410"/>
            <a:ext cx="112784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13:Retrieve</a:t>
            </a:r>
            <a:br>
              <a:rPr lang="en-US" sz="1400" dirty="0" smtClean="0"/>
            </a:br>
            <a:r>
              <a:rPr lang="en-US" sz="1400" dirty="0" smtClean="0"/>
              <a:t>conversation </a:t>
            </a:r>
          </a:p>
          <a:p>
            <a:pPr algn="ctr"/>
            <a:r>
              <a:rPr lang="en-US" sz="1400" dirty="0" smtClean="0"/>
              <a:t>id</a:t>
            </a:r>
            <a:endParaRPr lang="en-US" sz="14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9627057" y="8350713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10060082" y="8017227"/>
            <a:ext cx="0" cy="33348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9627057" y="8034388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051014" y="8473670"/>
            <a:ext cx="14306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877286" y="8147660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14: Return result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1817286" y="9522238"/>
            <a:ext cx="60718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1817286" y="10031970"/>
            <a:ext cx="60718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909065" y="9243933"/>
            <a:ext cx="1737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18: Result = Success</a:t>
            </a:r>
          </a:p>
          <a:p>
            <a:r>
              <a:rPr lang="en-US" sz="1400" dirty="0" smtClean="0"/>
              <a:t>Display sent message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3892621" y="974759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19: Result = Fail</a:t>
            </a:r>
          </a:p>
          <a:p>
            <a:r>
              <a:rPr lang="en-US" sz="1400" dirty="0" smtClean="0"/>
              <a:t>Display error message</a:t>
            </a:r>
            <a:endParaRPr lang="en-US" sz="1400" dirty="0"/>
          </a:p>
        </p:txBody>
      </p:sp>
      <p:cxnSp>
        <p:nvCxnSpPr>
          <p:cNvPr id="62" name="Straight Connector 61"/>
          <p:cNvCxnSpPr>
            <a:stCxn id="63" idx="2"/>
          </p:cNvCxnSpPr>
          <p:nvPr/>
        </p:nvCxnSpPr>
        <p:spPr>
          <a:xfrm>
            <a:off x="9565938" y="4161610"/>
            <a:ext cx="0" cy="61726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879672" y="3650454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Conversation Database</a:t>
            </a:r>
            <a:endParaRPr lang="en-US" sz="1600" dirty="0"/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8033497" y="8885538"/>
            <a:ext cx="303987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696792" y="8593732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15: Store message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50708" y="8619579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16:Validate </a:t>
            </a:r>
          </a:p>
          <a:p>
            <a:pPr algn="ctr"/>
            <a:r>
              <a:rPr lang="en-US" sz="1400" dirty="0" smtClean="0"/>
              <a:t>input</a:t>
            </a:r>
            <a:endParaRPr lang="en-US" sz="14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11192458" y="9243933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11625483" y="8910447"/>
            <a:ext cx="0" cy="33348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>
            <a:off x="11192458" y="8927608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11073375" y="8774737"/>
            <a:ext cx="139402" cy="64092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/>
          <p:cNvCxnSpPr/>
          <p:nvPr/>
        </p:nvCxnSpPr>
        <p:spPr>
          <a:xfrm flipH="1">
            <a:off x="8033497" y="9352950"/>
            <a:ext cx="30189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522077" y="9026940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17: Return result</a:t>
            </a:r>
          </a:p>
        </p:txBody>
      </p:sp>
    </p:spTree>
    <p:extLst>
      <p:ext uri="{BB962C8B-B14F-4D97-AF65-F5344CB8AC3E}">
        <p14:creationId xmlns:p14="http://schemas.microsoft.com/office/powerpoint/2010/main" val="242755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4674" y="360722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3" name="Straight Connector 2"/>
          <p:cNvCxnSpPr>
            <a:stCxn id="2" idx="2"/>
          </p:cNvCxnSpPr>
          <p:nvPr/>
        </p:nvCxnSpPr>
        <p:spPr>
          <a:xfrm>
            <a:off x="1837471" y="4118382"/>
            <a:ext cx="0" cy="61601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814012" y="3594707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03800" y="4118382"/>
            <a:ext cx="0" cy="61601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4" idx="2"/>
          </p:cNvCxnSpPr>
          <p:nvPr/>
        </p:nvCxnSpPr>
        <p:spPr>
          <a:xfrm>
            <a:off x="12621936" y="4105863"/>
            <a:ext cx="0" cy="61726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767769" y="4414663"/>
            <a:ext cx="139404" cy="567964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646057" y="4399670"/>
            <a:ext cx="139402" cy="38609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34097" y="4642113"/>
            <a:ext cx="139402" cy="2351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907172" y="4507497"/>
            <a:ext cx="1738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785459" y="4717915"/>
            <a:ext cx="2248638" cy="10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32277" y="4178810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049201" y="4407301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4977104" y="3607226"/>
            <a:ext cx="196775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12552234" y="4892844"/>
            <a:ext cx="139403" cy="6022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907173" y="5786949"/>
            <a:ext cx="41552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04922" y="5487785"/>
            <a:ext cx="21910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result</a:t>
            </a:r>
            <a:br>
              <a:rPr lang="en-US" sz="1400" dirty="0" smtClean="0"/>
            </a:br>
            <a:r>
              <a:rPr lang="en-US" sz="1400" dirty="0" smtClean="0"/>
              <a:t>(profile picture, username, </a:t>
            </a:r>
          </a:p>
          <a:p>
            <a:pPr algn="ctr"/>
            <a:r>
              <a:rPr lang="en-US" sz="1400" dirty="0" smtClean="0"/>
              <a:t>email, list of created shops)</a:t>
            </a:r>
            <a:endParaRPr lang="en-US" sz="14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103798" y="4973748"/>
            <a:ext cx="644843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51581" y="5141570"/>
            <a:ext cx="3212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result</a:t>
            </a:r>
          </a:p>
          <a:p>
            <a:pPr algn="ctr"/>
            <a:r>
              <a:rPr lang="en-US" sz="1400" dirty="0"/>
              <a:t>(profile picture, username, </a:t>
            </a:r>
          </a:p>
          <a:p>
            <a:pPr algn="ctr"/>
            <a:r>
              <a:rPr lang="en-US" sz="1400" dirty="0" smtClean="0"/>
              <a:t>email</a:t>
            </a:r>
            <a:r>
              <a:rPr lang="en-US" sz="1400" dirty="0"/>
              <a:t>, list of created </a:t>
            </a:r>
            <a:r>
              <a:rPr lang="en-US" sz="1400" dirty="0" smtClean="0"/>
              <a:t>shops)</a:t>
            </a:r>
            <a:endParaRPr lang="en-US" sz="14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173500" y="5410970"/>
            <a:ext cx="6378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845" y="2578305"/>
            <a:ext cx="1199252" cy="119925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595079" y="360511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23" name="Straight Connector 22"/>
          <p:cNvCxnSpPr>
            <a:stCxn id="22" idx="2"/>
          </p:cNvCxnSpPr>
          <p:nvPr/>
        </p:nvCxnSpPr>
        <p:spPr>
          <a:xfrm>
            <a:off x="3721152" y="4116274"/>
            <a:ext cx="0" cy="616224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61436" y="4636937"/>
            <a:ext cx="1149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25" name="Straight Connector 24"/>
          <p:cNvCxnSpPr>
            <a:stCxn id="26" idx="2"/>
          </p:cNvCxnSpPr>
          <p:nvPr/>
        </p:nvCxnSpPr>
        <p:spPr>
          <a:xfrm flipH="1">
            <a:off x="7807280" y="4118382"/>
            <a:ext cx="8259" cy="61601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29273" y="3607226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</a:t>
            </a:r>
            <a:endParaRPr lang="en-US" sz="1600" dirty="0"/>
          </a:p>
        </p:txBody>
      </p:sp>
      <p:cxnSp>
        <p:nvCxnSpPr>
          <p:cNvPr id="27" name="Straight Connector 26"/>
          <p:cNvCxnSpPr>
            <a:stCxn id="28" idx="2"/>
          </p:cNvCxnSpPr>
          <p:nvPr/>
        </p:nvCxnSpPr>
        <p:spPr>
          <a:xfrm flipH="1">
            <a:off x="10910429" y="4108601"/>
            <a:ext cx="2152" cy="616991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226315" y="3597445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 Database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3027481" y="6229556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7: </a:t>
            </a:r>
            <a:r>
              <a:rPr lang="en-US" sz="1400" dirty="0" err="1"/>
              <a:t>onClickListener</a:t>
            </a:r>
            <a:r>
              <a:rPr lang="en-US" sz="1400" dirty="0"/>
              <a:t>(</a:t>
            </a:r>
            <a:r>
              <a:rPr lang="en-US" sz="1400" dirty="0" smtClean="0"/>
              <a:t>)</a:t>
            </a:r>
            <a:endParaRPr lang="en-US" sz="1400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793200" y="6531947"/>
            <a:ext cx="4240897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597993" y="453000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12691637" y="5323754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3124662" y="5048069"/>
            <a:ext cx="0" cy="2756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12691637" y="5065230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745837" y="6786967"/>
            <a:ext cx="142769" cy="330734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6173499" y="6864584"/>
            <a:ext cx="15723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73499" y="6579022"/>
            <a:ext cx="1633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Request message </a:t>
            </a:r>
          </a:p>
          <a:p>
            <a:r>
              <a:rPr lang="en-US" sz="1400" dirty="0" smtClean="0"/>
              <a:t>user interface</a:t>
            </a:r>
            <a:endParaRPr lang="en-US" sz="14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1907173" y="7316583"/>
            <a:ext cx="5820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830530" y="7787453"/>
            <a:ext cx="5897221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819107" y="8973202"/>
            <a:ext cx="3055039" cy="86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38026" y="8665425"/>
            <a:ext cx="91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14: send()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11151895" y="8710843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15:Validate </a:t>
            </a:r>
          </a:p>
          <a:p>
            <a:pPr algn="ctr"/>
            <a:r>
              <a:rPr lang="en-US" sz="1400" dirty="0" smtClean="0"/>
              <a:t>inputs</a:t>
            </a:r>
            <a:endParaRPr lang="en-US" sz="1400" dirty="0"/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10941466" y="9325079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11374491" y="9032233"/>
            <a:ext cx="0" cy="2928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10941466" y="9049394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888606" y="9481662"/>
            <a:ext cx="30144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885418" y="9187907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16: Return result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47126" y="8870580"/>
            <a:ext cx="139403" cy="7275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1907173" y="9598173"/>
            <a:ext cx="588821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 flipV="1">
            <a:off x="1907173" y="9995999"/>
            <a:ext cx="5888216" cy="1725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815310" y="9279228"/>
            <a:ext cx="1737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17: Result = Success</a:t>
            </a:r>
          </a:p>
          <a:p>
            <a:r>
              <a:rPr lang="en-US" sz="1400" dirty="0" smtClean="0"/>
              <a:t>Display sent message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3798866" y="9728870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18: Result = Fail</a:t>
            </a:r>
          </a:p>
          <a:p>
            <a:r>
              <a:rPr lang="en-US" sz="1400" dirty="0" smtClean="0"/>
              <a:t>Display error message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3381006" y="7021575"/>
            <a:ext cx="2587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Return message user interface</a:t>
            </a:r>
            <a:endParaRPr 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3921262" y="7506799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Input message</a:t>
            </a:r>
            <a:endParaRPr lang="en-US" sz="1400" dirty="0"/>
          </a:p>
        </p:txBody>
      </p:sp>
      <p:cxnSp>
        <p:nvCxnSpPr>
          <p:cNvPr id="55" name="Straight Connector 54"/>
          <p:cNvCxnSpPr>
            <a:stCxn id="56" idx="2"/>
          </p:cNvCxnSpPr>
          <p:nvPr/>
        </p:nvCxnSpPr>
        <p:spPr>
          <a:xfrm>
            <a:off x="9374517" y="4105863"/>
            <a:ext cx="0" cy="61726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688251" y="3594707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Conversation Database</a:t>
            </a:r>
            <a:endParaRPr lang="en-US" sz="1600" dirty="0"/>
          </a:p>
        </p:txBody>
      </p:sp>
      <p:sp>
        <p:nvSpPr>
          <p:cNvPr id="57" name="Rectangle 56"/>
          <p:cNvSpPr/>
          <p:nvPr/>
        </p:nvSpPr>
        <p:spPr>
          <a:xfrm>
            <a:off x="9319330" y="7918985"/>
            <a:ext cx="122239" cy="6720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7840929" y="7989934"/>
            <a:ext cx="146664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070848" y="7694487"/>
            <a:ext cx="1236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check </a:t>
            </a:r>
          </a:p>
          <a:p>
            <a:r>
              <a:rPr lang="en-US" sz="1400" dirty="0" smtClean="0"/>
              <a:t>(conversation)</a:t>
            </a:r>
            <a:endParaRPr lang="en-US" sz="1400" dirty="0"/>
          </a:p>
        </p:txBody>
      </p:sp>
      <p:sp>
        <p:nvSpPr>
          <p:cNvPr id="60" name="TextBox 59"/>
          <p:cNvSpPr txBox="1"/>
          <p:nvPr/>
        </p:nvSpPr>
        <p:spPr>
          <a:xfrm>
            <a:off x="9329604" y="7531503"/>
            <a:ext cx="139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12:get</a:t>
            </a:r>
            <a:br>
              <a:rPr lang="en-US" sz="1400" dirty="0" smtClean="0"/>
            </a:br>
            <a:r>
              <a:rPr lang="en-US" sz="1400" dirty="0" smtClean="0"/>
              <a:t>(</a:t>
            </a:r>
            <a:r>
              <a:rPr lang="en-US" sz="1400" dirty="0" err="1" smtClean="0"/>
              <a:t>conversationID</a:t>
            </a:r>
            <a:r>
              <a:rPr lang="en-US" sz="1400" dirty="0" smtClean="0"/>
              <a:t>)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9441569" y="8389806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9874594" y="8056320"/>
            <a:ext cx="0" cy="33348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9441569" y="8073481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7840929" y="8512763"/>
            <a:ext cx="150932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745838" y="8186753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Return result</a:t>
            </a:r>
          </a:p>
        </p:txBody>
      </p:sp>
    </p:spTree>
    <p:extLst>
      <p:ext uri="{BB962C8B-B14F-4D97-AF65-F5344CB8AC3E}">
        <p14:creationId xmlns:p14="http://schemas.microsoft.com/office/powerpoint/2010/main" val="42446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246</Words>
  <Application>Microsoft Macintosh PowerPoint</Application>
  <PresentationFormat>Custom</PresentationFormat>
  <Paragraphs>70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3</cp:revision>
  <dcterms:created xsi:type="dcterms:W3CDTF">2014-10-21T20:29:22Z</dcterms:created>
  <dcterms:modified xsi:type="dcterms:W3CDTF">2014-10-21T20:45:45Z</dcterms:modified>
</cp:coreProperties>
</file>